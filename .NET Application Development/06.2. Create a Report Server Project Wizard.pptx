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handoutMasterIdLst>
    <p:handoutMasterId r:id="rId20"/>
  </p:handoutMasterIdLst>
  <p:sldIdLst>
    <p:sldId id="470" r:id="rId2"/>
    <p:sldId id="471" r:id="rId3"/>
    <p:sldId id="472" r:id="rId4"/>
    <p:sldId id="473" r:id="rId5"/>
    <p:sldId id="563" r:id="rId6"/>
    <p:sldId id="564" r:id="rId7"/>
    <p:sldId id="565" r:id="rId8"/>
    <p:sldId id="566" r:id="rId9"/>
    <p:sldId id="567" r:id="rId10"/>
    <p:sldId id="568" r:id="rId11"/>
    <p:sldId id="569" r:id="rId12"/>
    <p:sldId id="570" r:id="rId13"/>
    <p:sldId id="574" r:id="rId14"/>
    <p:sldId id="571" r:id="rId15"/>
    <p:sldId id="572" r:id="rId16"/>
    <p:sldId id="573" r:id="rId17"/>
    <p:sldId id="343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77" autoAdjust="0"/>
    <p:restoredTop sz="96140" autoAdjust="0"/>
  </p:normalViewPr>
  <p:slideViewPr>
    <p:cSldViewPr>
      <p:cViewPr>
        <p:scale>
          <a:sx n="50" d="100"/>
          <a:sy n="50" d="100"/>
        </p:scale>
        <p:origin x="-148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localhost/Reports/report/TheReportWizard/Customer%20Lis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Create a Report Server Project Wizard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</a:t>
            </a:r>
            <a:r>
              <a:rPr lang="en-US" sz="3800" dirty="0" smtClean="0"/>
              <a:t>Create a Report Server Project Wizard</a:t>
            </a:r>
            <a:endParaRPr lang="en-US" sz="3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9412" y="2667000"/>
            <a:ext cx="5463388" cy="3627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/>
              <a:t>When using SSDT or Visual Studio, </a:t>
            </a:r>
            <a:r>
              <a:rPr lang="en-US" sz="2400" i="1" dirty="0" smtClean="0">
                <a:solidFill>
                  <a:srgbClr val="C00000"/>
                </a:solidFill>
              </a:rPr>
              <a:t>multiple reports</a:t>
            </a:r>
            <a:r>
              <a:rPr lang="en-US" sz="2400" dirty="0" smtClean="0"/>
              <a:t> are grouped together for you inside </a:t>
            </a:r>
            <a:r>
              <a:rPr lang="en-US" sz="2400" u="sng" dirty="0" smtClean="0"/>
              <a:t>a project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</a:t>
            </a:r>
            <a:r>
              <a:rPr lang="en-US" sz="3800" dirty="0" smtClean="0"/>
              <a:t>Select a Data Source</a:t>
            </a:r>
            <a:endParaRPr lang="en-US" sz="38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752600"/>
            <a:ext cx="3495993" cy="4247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</a:t>
            </a:r>
            <a:r>
              <a:rPr lang="en-US" sz="3800" dirty="0" smtClean="0"/>
              <a:t>Enter Data Source Name</a:t>
            </a:r>
            <a:endParaRPr lang="en-US" sz="3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2950" y="1838325"/>
            <a:ext cx="51181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</a:t>
            </a:r>
            <a:r>
              <a:rPr lang="en-US" sz="3800" dirty="0" smtClean="0"/>
              <a:t>Create a Query</a:t>
            </a:r>
            <a:endParaRPr lang="en-US" sz="38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600200"/>
            <a:ext cx="467106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</a:t>
            </a:r>
            <a:r>
              <a:rPr lang="en-US" sz="3800" dirty="0" smtClean="0"/>
              <a:t>Review the Query</a:t>
            </a:r>
            <a:endParaRPr lang="en-US" sz="3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2950" y="1914525"/>
            <a:ext cx="51181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6. </a:t>
            </a:r>
            <a:r>
              <a:rPr lang="en-US" sz="3800" dirty="0" smtClean="0"/>
              <a:t>Select a Report Type</a:t>
            </a:r>
            <a:endParaRPr lang="en-US" sz="3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2950" y="1990725"/>
            <a:ext cx="51181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7. </a:t>
            </a:r>
            <a:r>
              <a:rPr lang="en-US" sz="3800" dirty="0" smtClean="0"/>
              <a:t>Select a Table Column Data</a:t>
            </a:r>
            <a:endParaRPr lang="en-US" sz="3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2950" y="1838325"/>
            <a:ext cx="51181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8. </a:t>
            </a:r>
            <a:r>
              <a:rPr lang="en-US" sz="3800" dirty="0" smtClean="0"/>
              <a:t>Enter a Report Name</a:t>
            </a:r>
            <a:endParaRPr lang="en-US" sz="3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2950" y="1981200"/>
            <a:ext cx="51181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9. </a:t>
            </a:r>
            <a:r>
              <a:rPr lang="en-US" sz="3800" dirty="0" smtClean="0"/>
              <a:t>Change a Column Width</a:t>
            </a:r>
            <a:endParaRPr lang="en-US" sz="38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on a </a:t>
            </a:r>
            <a:r>
              <a:rPr lang="en-US" sz="2200" noProof="0" dirty="0" smtClean="0">
                <a:latin typeface="+mn-lt"/>
              </a:rPr>
              <a:t>space of a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column and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ensure that a textbox </a:t>
            </a:r>
            <a:r>
              <a:rPr lang="en-US" sz="2200" noProof="0" dirty="0" smtClean="0">
                <a:latin typeface="+mn-lt"/>
              </a:rPr>
              <a:t>is selected.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8700" y="2286000"/>
            <a:ext cx="7124700" cy="3997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25" y="2771775"/>
            <a:ext cx="752475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10. </a:t>
            </a:r>
            <a:r>
              <a:rPr lang="en-US" sz="3800" dirty="0" smtClean="0"/>
              <a:t>Edit Deployment Information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Right click </a:t>
            </a:r>
            <a:r>
              <a:rPr lang="en-US" sz="2400" b="1" dirty="0" smtClean="0"/>
              <a:t>a reporting project</a:t>
            </a:r>
            <a:r>
              <a:rPr lang="en-US" sz="2400" dirty="0" smtClean="0"/>
              <a:t> and select </a:t>
            </a:r>
            <a:r>
              <a:rPr lang="en-US" sz="2400" b="1" dirty="0" smtClean="0"/>
              <a:t>Properties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5" name="Down Arrow 4"/>
          <p:cNvSpPr/>
          <p:nvPr/>
        </p:nvSpPr>
        <p:spPr>
          <a:xfrm>
            <a:off x="4191000" y="3657600"/>
            <a:ext cx="1143000" cy="762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11. </a:t>
            </a:r>
            <a:r>
              <a:rPr lang="en-US" sz="3800" dirty="0" smtClean="0"/>
              <a:t>Deploy Report</a:t>
            </a:r>
            <a:endParaRPr lang="en-US" sz="38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 click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reporting project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select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Deploy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320925"/>
            <a:ext cx="3009900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5475" y="4610100"/>
            <a:ext cx="535305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12. </a:t>
            </a:r>
            <a:r>
              <a:rPr lang="en-US" sz="3800" dirty="0" smtClean="0"/>
              <a:t>Test the Deployed Report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http://localhost/Reports/report/TheReportWizard/Customer%20List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805" y="2301181"/>
            <a:ext cx="5851195" cy="4099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12819</TotalTime>
  <Words>179</Words>
  <Application>Microsoft Office PowerPoint</Application>
  <PresentationFormat>On-screen Show (4:3)</PresentationFormat>
  <Paragraphs>30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Create a Report Server Project Wizard</vt:lpstr>
      <vt:lpstr>Objectives</vt:lpstr>
      <vt:lpstr>Contents</vt:lpstr>
      <vt:lpstr>References</vt:lpstr>
      <vt:lpstr>1. Create a Report Server Project Wizard</vt:lpstr>
      <vt:lpstr>2. Select a Data Source</vt:lpstr>
      <vt:lpstr>3. Enter Data Source Name</vt:lpstr>
      <vt:lpstr>4. Create a Query</vt:lpstr>
      <vt:lpstr>5. Review the Query</vt:lpstr>
      <vt:lpstr>6. Select a Report Type</vt:lpstr>
      <vt:lpstr>7. Select a Table Column Data</vt:lpstr>
      <vt:lpstr>8. Enter a Report Name</vt:lpstr>
      <vt:lpstr>9. Change a Column Width</vt:lpstr>
      <vt:lpstr>10. Edit Deployment Information</vt:lpstr>
      <vt:lpstr>11. Deploy Report</vt:lpstr>
      <vt:lpstr>12. Test the Deployed Report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4345</cp:revision>
  <dcterms:created xsi:type="dcterms:W3CDTF">2007-10-06T08:25:13Z</dcterms:created>
  <dcterms:modified xsi:type="dcterms:W3CDTF">2022-02-24T18:54:55Z</dcterms:modified>
</cp:coreProperties>
</file>