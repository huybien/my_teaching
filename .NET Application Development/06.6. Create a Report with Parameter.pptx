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7"/>
  </p:notesMasterIdLst>
  <p:handoutMasterIdLst>
    <p:handoutMasterId r:id="rId28"/>
  </p:handoutMasterIdLst>
  <p:sldIdLst>
    <p:sldId id="470" r:id="rId2"/>
    <p:sldId id="471" r:id="rId3"/>
    <p:sldId id="472" r:id="rId4"/>
    <p:sldId id="473" r:id="rId5"/>
    <p:sldId id="618" r:id="rId6"/>
    <p:sldId id="619" r:id="rId7"/>
    <p:sldId id="620" r:id="rId8"/>
    <p:sldId id="621" r:id="rId9"/>
    <p:sldId id="622" r:id="rId10"/>
    <p:sldId id="625" r:id="rId11"/>
    <p:sldId id="626" r:id="rId12"/>
    <p:sldId id="623" r:id="rId13"/>
    <p:sldId id="624" r:id="rId14"/>
    <p:sldId id="604" r:id="rId15"/>
    <p:sldId id="627" r:id="rId16"/>
    <p:sldId id="602" r:id="rId17"/>
    <p:sldId id="606" r:id="rId18"/>
    <p:sldId id="607" r:id="rId19"/>
    <p:sldId id="629" r:id="rId20"/>
    <p:sldId id="608" r:id="rId21"/>
    <p:sldId id="628" r:id="rId22"/>
    <p:sldId id="609" r:id="rId23"/>
    <p:sldId id="611" r:id="rId24"/>
    <p:sldId id="612" r:id="rId25"/>
    <p:sldId id="343" r:id="rId2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77" autoAdjust="0"/>
    <p:restoredTop sz="96140" autoAdjust="0"/>
  </p:normalViewPr>
  <p:slideViewPr>
    <p:cSldViewPr>
      <p:cViewPr>
        <p:scale>
          <a:sx n="50" d="100"/>
          <a:sy n="50" d="100"/>
        </p:scale>
        <p:origin x="-1486" y="-4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2/21/2022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58165-DB01-4CBD-B628-63C8A0A6E3C5}" type="datetimeFigureOut">
              <a:rPr lang="en-US" smtClean="0"/>
              <a:pPr/>
              <a:t>2/21/2022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96204-6EBE-4E3A-8F90-C96A927FEE3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2/21/2022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2/21/2022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2/21/2022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2/21/2022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2/21/2022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2/21/2022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://localhost/Reports/report/ListReport/TransportInfoSheet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r>
              <a:rPr lang="en-US" sz="6000" dirty="0" smtClean="0"/>
              <a:t>Create a Report with Parameter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5715000" cy="40386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8768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Brian Larson (2017). Microsoft SQL Server 2016 Reporting Services. McGraw-Hill Education.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1. Open Report Data Pane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Turn on Caps Lock</a:t>
            </a:r>
          </a:p>
          <a:p>
            <a:r>
              <a:rPr lang="en-US" sz="2400" dirty="0" smtClean="0"/>
              <a:t>CTRL + ALT + D</a:t>
            </a:r>
            <a:endParaRPr 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6313" y="2927350"/>
            <a:ext cx="7191375" cy="309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2. Add a Report Data Source (I)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This data source belongs to the report.</a:t>
            </a:r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4888" y="2511425"/>
            <a:ext cx="7134225" cy="305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3. Add a Report Data Source (II)</a:t>
            </a:r>
            <a:endParaRPr lang="en-US" sz="3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0325" y="1479550"/>
            <a:ext cx="6483350" cy="476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4. Add the First Data Set (I)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This data set belongs to the report.</a:t>
            </a:r>
          </a:p>
          <a:p>
            <a:endParaRPr lang="en-US" sz="2400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8038" y="2701925"/>
            <a:ext cx="7527925" cy="286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5. Add the First Data Set (II)</a:t>
            </a:r>
            <a:endParaRPr lang="en-US" sz="38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6375" y="1635125"/>
            <a:ext cx="6191250" cy="453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6. Add the Second Data Set (I)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This data set belongs to the report.</a:t>
            </a:r>
          </a:p>
          <a:p>
            <a:endParaRPr lang="en-US" sz="2400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8038" y="2701925"/>
            <a:ext cx="7527925" cy="286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7. Add the Second Data Set (II)</a:t>
            </a:r>
            <a:endParaRPr lang="en-US" sz="38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7250" y="2641600"/>
            <a:ext cx="4889500" cy="307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8. Open Query Designer</a:t>
            </a:r>
            <a:endParaRPr lang="en-US" sz="38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81163" y="2063750"/>
            <a:ext cx="5781675" cy="342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9. Remove a Link (Remove INNER JOIN)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Right-click the link between the Transport and the Repair tables, and then select Remove from the context menu. </a:t>
            </a:r>
          </a:p>
          <a:p>
            <a:endParaRPr lang="en-US" sz="22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9100" y="2651125"/>
            <a:ext cx="8305800" cy="352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10. Select All Rows (OUTER JOIN)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Right-click the diamond in the middle of the link between the Repair table and the </a:t>
            </a:r>
            <a:r>
              <a:rPr lang="en-US" sz="2200" dirty="0" err="1" smtClean="0"/>
              <a:t>ScheduledMaint</a:t>
            </a:r>
            <a:r>
              <a:rPr lang="en-US" sz="2200" dirty="0" smtClean="0"/>
              <a:t> table.</a:t>
            </a:r>
          </a:p>
          <a:p>
            <a:r>
              <a:rPr lang="en-US" sz="2200" dirty="0" smtClean="0"/>
              <a:t>Choose </a:t>
            </a:r>
            <a:r>
              <a:rPr lang="en-US" sz="2200" b="1" dirty="0" smtClean="0"/>
              <a:t>Select All Rows</a:t>
            </a:r>
            <a:r>
              <a:rPr lang="en-US" sz="2200" dirty="0" smtClean="0"/>
              <a:t> from </a:t>
            </a:r>
            <a:r>
              <a:rPr lang="en-US" sz="2200" dirty="0" err="1" smtClean="0"/>
              <a:t>ScheduledMaint</a:t>
            </a:r>
            <a:r>
              <a:rPr lang="en-US" sz="2200" dirty="0" smtClean="0"/>
              <a:t> in the context menu.</a:t>
            </a:r>
            <a:endParaRPr lang="en-US" sz="22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2275" y="3292475"/>
            <a:ext cx="8299450" cy="295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11. Add a Parameter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This parameter value shall be retrieved from the first data set.</a:t>
            </a:r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0320" y="2352040"/>
            <a:ext cx="6558280" cy="3972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12. Execute a Query with Parameter</a:t>
            </a:r>
            <a:endParaRPr lang="en-US" sz="38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1828800"/>
            <a:ext cx="657860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12. </a:t>
            </a:r>
            <a:r>
              <a:rPr lang="en-US" sz="3800" dirty="0" smtClean="0"/>
              <a:t>Configure </a:t>
            </a:r>
            <a:r>
              <a:rPr lang="en-US" sz="3800" dirty="0" smtClean="0"/>
              <a:t>Parameter Properties</a:t>
            </a:r>
            <a:endParaRPr lang="en-US" sz="3800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89188" y="2063750"/>
            <a:ext cx="4365625" cy="380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13. Set Available Values for Parameter</a:t>
            </a:r>
            <a:endParaRPr lang="en-US" sz="38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8025" y="1771650"/>
            <a:ext cx="5187950" cy="409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14. Open Toolbox</a:t>
            </a:r>
            <a:endParaRPr lang="en-US" sz="3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81225" y="1508125"/>
            <a:ext cx="4781550" cy="481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15. </a:t>
            </a:r>
            <a:r>
              <a:rPr lang="en-US" sz="3800" dirty="0" smtClean="0"/>
              <a:t>Add </a:t>
            </a:r>
            <a:r>
              <a:rPr lang="en-US" sz="3800" dirty="0" smtClean="0"/>
              <a:t>a Text Box </a:t>
            </a:r>
            <a:r>
              <a:rPr lang="en-US" sz="3800" dirty="0" smtClean="0"/>
              <a:t>to the Report</a:t>
            </a:r>
            <a:endParaRPr lang="en-US" sz="3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2850" y="1752600"/>
            <a:ext cx="6718300" cy="423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16. Add a Field </a:t>
            </a:r>
            <a:r>
              <a:rPr lang="en-US" sz="3800" dirty="0" smtClean="0"/>
              <a:t>to the Report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In the Report Data window, expand the </a:t>
            </a:r>
            <a:r>
              <a:rPr lang="en-US" sz="1800" dirty="0" err="1" smtClean="0"/>
              <a:t>TransportDetail</a:t>
            </a:r>
            <a:r>
              <a:rPr lang="en-US" sz="1800" dirty="0" smtClean="0"/>
              <a:t> dataset, if necessary.</a:t>
            </a:r>
          </a:p>
          <a:p>
            <a:r>
              <a:rPr lang="en-US" sz="1800" dirty="0" smtClean="0"/>
              <a:t>Drag the </a:t>
            </a:r>
            <a:r>
              <a:rPr lang="en-US" sz="1800" dirty="0" err="1" smtClean="0"/>
              <a:t>SerialNumber</a:t>
            </a:r>
            <a:r>
              <a:rPr lang="en-US" sz="1800" dirty="0" smtClean="0"/>
              <a:t> field from the Report Data window, and place it to the report.</a:t>
            </a:r>
          </a:p>
          <a:p>
            <a:endParaRPr lang="en-US" sz="18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2819400"/>
            <a:ext cx="5341620" cy="3388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17. Configure Field </a:t>
            </a:r>
            <a:r>
              <a:rPr lang="en-US" sz="3800" dirty="0" smtClean="0"/>
              <a:t>Properties</a:t>
            </a:r>
            <a:endParaRPr lang="en-US" sz="38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94472" y="1759267"/>
            <a:ext cx="6049328" cy="4489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18. </a:t>
            </a:r>
            <a:r>
              <a:rPr lang="en-US" sz="3800" dirty="0" smtClean="0"/>
              <a:t>Preview the Report</a:t>
            </a:r>
            <a:endParaRPr lang="en-US" sz="3800" dirty="0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7210" y="2178367"/>
            <a:ext cx="8149590" cy="3231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19. </a:t>
            </a:r>
            <a:r>
              <a:rPr lang="en-US" sz="3800" dirty="0" smtClean="0"/>
              <a:t>Test the Deployed Report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http://localhost/Reports/report/ListReport/TransportInfoSheet</a:t>
            </a:r>
            <a:endParaRPr lang="en-US" sz="2200" dirty="0" smtClean="0"/>
          </a:p>
          <a:p>
            <a:endParaRPr lang="en-US" sz="22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6400" y="2362200"/>
            <a:ext cx="6022861" cy="3939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13156</TotalTime>
  <Words>333</Words>
  <Application>Microsoft Office PowerPoint</Application>
  <PresentationFormat>On-screen Show (4:3)</PresentationFormat>
  <Paragraphs>45</Paragraphs>
  <Slides>25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Create a Report with Parameter</vt:lpstr>
      <vt:lpstr>Objectives</vt:lpstr>
      <vt:lpstr>Contents</vt:lpstr>
      <vt:lpstr>References</vt:lpstr>
      <vt:lpstr>1. Open Report Data Pane</vt:lpstr>
      <vt:lpstr>2. Add a Report Data Source (I)</vt:lpstr>
      <vt:lpstr>3. Add a Report Data Source (II)</vt:lpstr>
      <vt:lpstr>4. Add the First Data Set (I)</vt:lpstr>
      <vt:lpstr>5. Add the First Data Set (II)</vt:lpstr>
      <vt:lpstr>6. Add the Second Data Set (I)</vt:lpstr>
      <vt:lpstr>7. Add the Second Data Set (II)</vt:lpstr>
      <vt:lpstr>8. Open Query Designer</vt:lpstr>
      <vt:lpstr>9. Remove a Link (Remove INNER JOIN)</vt:lpstr>
      <vt:lpstr>10. Select All Rows (OUTER JOIN)</vt:lpstr>
      <vt:lpstr>11. Add a Parameter</vt:lpstr>
      <vt:lpstr>12. Execute a Query with Parameter</vt:lpstr>
      <vt:lpstr>12. Configure Parameter Properties</vt:lpstr>
      <vt:lpstr>13. Set Available Values for Parameter</vt:lpstr>
      <vt:lpstr>14. Open Toolbox</vt:lpstr>
      <vt:lpstr>15. Add a Text Box to the Report</vt:lpstr>
      <vt:lpstr>16. Add a Field to the Report</vt:lpstr>
      <vt:lpstr>17. Configure Field Properties</vt:lpstr>
      <vt:lpstr>18. Preview the Report</vt:lpstr>
      <vt:lpstr>19. Test the Deployed Report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4425</cp:revision>
  <dcterms:created xsi:type="dcterms:W3CDTF">2007-10-06T08:25:13Z</dcterms:created>
  <dcterms:modified xsi:type="dcterms:W3CDTF">2022-02-21T16:50:19Z</dcterms:modified>
</cp:coreProperties>
</file>