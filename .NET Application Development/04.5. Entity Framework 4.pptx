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handoutMasterIdLst>
    <p:handoutMasterId r:id="rId17"/>
  </p:handoutMasterIdLst>
  <p:sldIdLst>
    <p:sldId id="470" r:id="rId2"/>
    <p:sldId id="471" r:id="rId3"/>
    <p:sldId id="472" r:id="rId4"/>
    <p:sldId id="473" r:id="rId5"/>
    <p:sldId id="446" r:id="rId6"/>
    <p:sldId id="458" r:id="rId7"/>
    <p:sldId id="459" r:id="rId8"/>
    <p:sldId id="460" r:id="rId9"/>
    <p:sldId id="461" r:id="rId10"/>
    <p:sldId id="462" r:id="rId11"/>
    <p:sldId id="464" r:id="rId12"/>
    <p:sldId id="465" r:id="rId13"/>
    <p:sldId id="449" r:id="rId14"/>
    <p:sldId id="343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6140" autoAdjust="0"/>
  </p:normalViewPr>
  <p:slideViewPr>
    <p:cSldViewPr>
      <p:cViewPr>
        <p:scale>
          <a:sx n="50" d="100"/>
          <a:sy n="50" d="100"/>
        </p:scale>
        <p:origin x="-147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Entity Framework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Entity Framework 4 to develop a software application.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Stefano </a:t>
            </a:r>
            <a:r>
              <a:rPr lang="en-US" sz="2400" dirty="0" err="1" smtClean="0"/>
              <a:t>Mostarda</a:t>
            </a:r>
            <a:r>
              <a:rPr lang="en-US" sz="2400" dirty="0" smtClean="0"/>
              <a:t> et al. (2011). Entity Framework 4 in Action. Manning.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Hello Entity </a:t>
            </a:r>
            <a:r>
              <a:rPr lang="en-US" dirty="0" smtClean="0"/>
              <a:t>Framework 4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pPr lvl="0"/>
            <a:r>
              <a:rPr lang="en-US" sz="2400" b="1" dirty="0" smtClean="0">
                <a:solidFill>
                  <a:srgbClr val="C00000"/>
                </a:solidFill>
              </a:rPr>
              <a:t>STEFANO MOSTARDA ET AL. (2011). ENTITY FRAMEWORK 4 IN ACTION.</a:t>
            </a:r>
          </a:p>
          <a:p>
            <a:pPr lvl="0"/>
            <a:r>
              <a:rPr lang="en-US" sz="2400" b="1" dirty="0" smtClean="0"/>
              <a:t>FOREWORD</a:t>
            </a:r>
          </a:p>
          <a:p>
            <a:pPr lvl="0"/>
            <a:r>
              <a:rPr lang="en-US" sz="2400" b="1" dirty="0" smtClean="0"/>
              <a:t>CHAPTER 2. GETTING STARTED WITH ENTITY FRAMEWORK</a:t>
            </a:r>
          </a:p>
        </p:txBody>
      </p:sp>
      <p:pic>
        <p:nvPicPr>
          <p:cNvPr id="307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14600"/>
            <a:ext cx="2933700" cy="3495675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3962400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Empty Database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7863" y="1962150"/>
            <a:ext cx="524827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Connection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8350" y="1524000"/>
            <a:ext cx="50673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Console Application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3638" y="1590675"/>
            <a:ext cx="42767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ADO.NET Entity Data Model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5413" y="2047875"/>
            <a:ext cx="635317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Class Model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181225"/>
            <a:ext cx="643890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924300"/>
            <a:ext cx="29718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SQL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850" y="2009775"/>
            <a:ext cx="544830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Code and Executing Program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275" y="1533525"/>
            <a:ext cx="78581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343400"/>
            <a:ext cx="25146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Framework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65637"/>
            <a:ext cx="8229600" cy="2163763"/>
          </a:xfrm>
        </p:spPr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query languages</a:t>
            </a:r>
            <a:r>
              <a:rPr lang="en-US" sz="2200" dirty="0" smtClean="0"/>
              <a:t> lie on top of </a:t>
            </a:r>
            <a:r>
              <a:rPr lang="en-US" sz="2200" i="1" dirty="0" smtClean="0">
                <a:solidFill>
                  <a:srgbClr val="C00000"/>
                </a:solidFill>
              </a:rPr>
              <a:t>Object Services</a:t>
            </a:r>
            <a:r>
              <a:rPr lang="en-US" sz="2200" dirty="0" smtClean="0"/>
              <a:t>, which relies on </a:t>
            </a:r>
            <a:r>
              <a:rPr lang="en-US" sz="2200" i="1" dirty="0" smtClean="0">
                <a:solidFill>
                  <a:srgbClr val="C00000"/>
                </a:solidFill>
              </a:rPr>
              <a:t>Entity Client</a:t>
            </a:r>
            <a:r>
              <a:rPr lang="en-US" sz="2200" dirty="0" smtClean="0"/>
              <a:t> to interact with the database.</a:t>
            </a:r>
          </a:p>
          <a:p>
            <a:r>
              <a:rPr lang="en-US" sz="2200" dirty="0" smtClean="0"/>
              <a:t>Entity Client uses the </a:t>
            </a:r>
            <a:r>
              <a:rPr lang="en-US" sz="2200" i="1" dirty="0" smtClean="0">
                <a:solidFill>
                  <a:srgbClr val="C00000"/>
                </a:solidFill>
              </a:rPr>
              <a:t>standard ADO.NET providers</a:t>
            </a:r>
            <a:r>
              <a:rPr lang="en-US" sz="2200" dirty="0" smtClean="0"/>
              <a:t> to physically communicate with the database.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EDM is</a:t>
            </a:r>
            <a:r>
              <a:rPr lang="en-US" sz="2200" dirty="0" smtClean="0"/>
              <a:t> a layer that’s referenced by all the others and is used by them to obtain metadata about classes.</a:t>
            </a:r>
            <a:endParaRPr lang="en-US" sz="22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1225" y="1295400"/>
            <a:ext cx="478155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10482</TotalTime>
  <Words>177</Words>
  <Application>Microsoft Office PowerPoint</Application>
  <PresentationFormat>On-screen Show (4:3)</PresentationFormat>
  <Paragraphs>29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Entity Framework 4</vt:lpstr>
      <vt:lpstr>Objectives</vt:lpstr>
      <vt:lpstr>Contents</vt:lpstr>
      <vt:lpstr>References</vt:lpstr>
      <vt:lpstr>Hello Entity Framework 4 [1]</vt:lpstr>
      <vt:lpstr>Creating Empty Database</vt:lpstr>
      <vt:lpstr>Adding Connection</vt:lpstr>
      <vt:lpstr>Creating Console Application</vt:lpstr>
      <vt:lpstr>Adding ADO.NET Entity Data Model</vt:lpstr>
      <vt:lpstr>Creating Class Model</vt:lpstr>
      <vt:lpstr>Executing SQL</vt:lpstr>
      <vt:lpstr>Adding Code and Executing Program</vt:lpstr>
      <vt:lpstr>Entity Framework Architecture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3578</cp:revision>
  <dcterms:created xsi:type="dcterms:W3CDTF">2007-10-06T08:25:13Z</dcterms:created>
  <dcterms:modified xsi:type="dcterms:W3CDTF">2021-09-28T20:56:18Z</dcterms:modified>
</cp:coreProperties>
</file>