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9"/>
  </p:notesMasterIdLst>
  <p:handoutMasterIdLst>
    <p:handoutMasterId r:id="rId30"/>
  </p:handoutMasterIdLst>
  <p:sldIdLst>
    <p:sldId id="470" r:id="rId2"/>
    <p:sldId id="471" r:id="rId3"/>
    <p:sldId id="472" r:id="rId4"/>
    <p:sldId id="473" r:id="rId5"/>
    <p:sldId id="539" r:id="rId6"/>
    <p:sldId id="521" r:id="rId7"/>
    <p:sldId id="523" r:id="rId8"/>
    <p:sldId id="532" r:id="rId9"/>
    <p:sldId id="524" r:id="rId10"/>
    <p:sldId id="576" r:id="rId11"/>
    <p:sldId id="577" r:id="rId12"/>
    <p:sldId id="578" r:id="rId13"/>
    <p:sldId id="579" r:id="rId14"/>
    <p:sldId id="580" r:id="rId15"/>
    <p:sldId id="581" r:id="rId16"/>
    <p:sldId id="582" r:id="rId17"/>
    <p:sldId id="530" r:id="rId18"/>
    <p:sldId id="540" r:id="rId19"/>
    <p:sldId id="583" r:id="rId20"/>
    <p:sldId id="542" r:id="rId21"/>
    <p:sldId id="585" r:id="rId22"/>
    <p:sldId id="584" r:id="rId23"/>
    <p:sldId id="531" r:id="rId24"/>
    <p:sldId id="534" r:id="rId25"/>
    <p:sldId id="535" r:id="rId26"/>
    <p:sldId id="536" r:id="rId27"/>
    <p:sldId id="343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77" autoAdjust="0"/>
    <p:restoredTop sz="96140" autoAdjust="0"/>
  </p:normalViewPr>
  <p:slideViewPr>
    <p:cSldViewPr>
      <p:cViewPr>
        <p:scale>
          <a:sx n="50" d="100"/>
          <a:sy n="50" d="100"/>
        </p:scale>
        <p:origin x="-1486" y="-4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2/21/2022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58165-DB01-4CBD-B628-63C8A0A6E3C5}" type="datetimeFigureOut">
              <a:rPr lang="en-US" smtClean="0"/>
              <a:pPr/>
              <a:t>2/21/2022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6204-6EBE-4E3A-8F90-C96A927FEE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localhost/Reports/report/TableReport/Transport%20List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Create a Report Server Project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Brian Larson (2017). Microsoft SQL Server 2016 Reporting Services. McGraw-Hill Education.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Report Server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using SSDT or Visual Studio, </a:t>
            </a:r>
            <a:r>
              <a:rPr lang="en-US" sz="2400" i="1" dirty="0" smtClean="0">
                <a:solidFill>
                  <a:srgbClr val="C00000"/>
                </a:solidFill>
              </a:rPr>
              <a:t>multiple reports</a:t>
            </a:r>
            <a:r>
              <a:rPr lang="en-US" sz="2400" dirty="0" smtClean="0"/>
              <a:t> are grouped together for you inside </a:t>
            </a:r>
            <a:r>
              <a:rPr lang="en-US" sz="2400" u="sng" dirty="0" smtClean="0"/>
              <a:t>a project</a:t>
            </a:r>
            <a:r>
              <a:rPr lang="en-US" sz="2400" dirty="0" smtClean="0"/>
              <a:t>. 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012" y="2696751"/>
            <a:ext cx="5463388" cy="3627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4724400" y="3810000"/>
            <a:ext cx="1143000" cy="762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Shared Data Source (I)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05100" y="2663825"/>
            <a:ext cx="3733800" cy="236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Shared Data Source (II)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81200"/>
            <a:ext cx="7126605" cy="3794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2800" y="2133600"/>
            <a:ext cx="5613400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Shared Data Source (III)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1384300" y="2500312"/>
            <a:ext cx="838200" cy="11430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an Empty Report (I)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492375"/>
            <a:ext cx="4724400" cy="307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an Empty Report (II)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1912620"/>
            <a:ext cx="7200900" cy="410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Open Report Data Pane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Turn on Caps Lock</a:t>
            </a:r>
          </a:p>
          <a:p>
            <a:r>
              <a:rPr lang="en-US" sz="2400" dirty="0" smtClean="0"/>
              <a:t>CTRL + ALT + D</a:t>
            </a:r>
            <a:endParaRPr lang="en-US" sz="24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8725" y="2816225"/>
            <a:ext cx="6686550" cy="312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Add a Report Data Source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data source belongs to the report.</a:t>
            </a:r>
            <a:endParaRPr lang="en-US" sz="24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4425" y="2597150"/>
            <a:ext cx="4375150" cy="311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Add a Report Data Source (II)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6775" y="1733550"/>
            <a:ext cx="487045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Add a Data Set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data set belongs to the report.</a:t>
            </a:r>
          </a:p>
          <a:p>
            <a:endParaRPr lang="en-US" sz="24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1275" y="2844800"/>
            <a:ext cx="3981450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Add a Data Set (II)</a:t>
            </a:r>
            <a:endParaRPr 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133600"/>
            <a:ext cx="7258050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Open Query Designer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1913" y="2435225"/>
            <a:ext cx="3940175" cy="297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13. Create a Query (I)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973580"/>
            <a:ext cx="6598920" cy="3893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14. Create a Query (II)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76400"/>
            <a:ext cx="5816283" cy="4453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15. Create a Query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Right-click in the diagram pane of the Graphical Query Designer screen.</a:t>
            </a:r>
          </a:p>
          <a:p>
            <a:r>
              <a:rPr lang="en-US" sz="2000" dirty="0" smtClean="0"/>
              <a:t>Select Add Group By from the context menu </a:t>
            </a:r>
            <a:r>
              <a:rPr lang="en-US" sz="2000" b="1" dirty="0" smtClean="0"/>
              <a:t>TWICE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Click Execute button.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971800"/>
            <a:ext cx="6341254" cy="331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16. Create a Query (IV)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2950" y="1838325"/>
            <a:ext cx="51181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17. Open Toolbox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8425" y="1755775"/>
            <a:ext cx="640715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18. </a:t>
            </a:r>
            <a:r>
              <a:rPr lang="en-US" dirty="0" smtClean="0"/>
              <a:t>Add a Table Report Item</a:t>
            </a:r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2413" y="1863725"/>
            <a:ext cx="6099175" cy="407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125" y="2041525"/>
            <a:ext cx="8159750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19. </a:t>
            </a:r>
            <a:r>
              <a:rPr lang="en-US" dirty="0" smtClean="0"/>
              <a:t>Edit </a:t>
            </a:r>
            <a:r>
              <a:rPr lang="en-US" dirty="0" smtClean="0"/>
              <a:t>the Table </a:t>
            </a:r>
            <a:r>
              <a:rPr lang="en-US" dirty="0" smtClean="0"/>
              <a:t>Report</a:t>
            </a:r>
          </a:p>
        </p:txBody>
      </p:sp>
      <p:sp>
        <p:nvSpPr>
          <p:cNvPr id="5" name="Down Arrow 4"/>
          <p:cNvSpPr/>
          <p:nvPr/>
        </p:nvSpPr>
        <p:spPr>
          <a:xfrm>
            <a:off x="2819400" y="3230562"/>
            <a:ext cx="1143000" cy="762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625" y="2771775"/>
            <a:ext cx="752475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20</a:t>
            </a:r>
            <a:r>
              <a:rPr lang="en-US" dirty="0" smtClean="0"/>
              <a:t>. </a:t>
            </a:r>
            <a:r>
              <a:rPr lang="en-US" dirty="0" smtClean="0"/>
              <a:t>Edit Deployment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Right click </a:t>
            </a:r>
            <a:r>
              <a:rPr lang="en-US" sz="2400" b="1" dirty="0" smtClean="0"/>
              <a:t>a reporting project</a:t>
            </a:r>
            <a:r>
              <a:rPr lang="en-US" sz="2400" dirty="0" smtClean="0"/>
              <a:t> and select </a:t>
            </a:r>
            <a:r>
              <a:rPr lang="en-US" sz="2400" b="1" dirty="0" smtClean="0"/>
              <a:t>Properties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5" name="Down Arrow 4"/>
          <p:cNvSpPr/>
          <p:nvPr/>
        </p:nvSpPr>
        <p:spPr>
          <a:xfrm>
            <a:off x="4191000" y="3657600"/>
            <a:ext cx="1143000" cy="7620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21. </a:t>
            </a:r>
            <a:r>
              <a:rPr lang="en-US" dirty="0" smtClean="0"/>
              <a:t>Deploy Report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Right click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reporting project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select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Deploy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3048000"/>
            <a:ext cx="2559050" cy="173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22. </a:t>
            </a:r>
            <a:r>
              <a:rPr lang="en-US" dirty="0" smtClean="0"/>
              <a:t>Test the Deployed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http://localhost/Reports/report/TableReport/Transport%20List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273300"/>
            <a:ext cx="6601460" cy="39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12834</TotalTime>
  <Words>312</Words>
  <Application>Microsoft Office PowerPoint</Application>
  <PresentationFormat>On-screen Show (4:3)</PresentationFormat>
  <Paragraphs>46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Create a Report Server Project</vt:lpstr>
      <vt:lpstr>Objectives</vt:lpstr>
      <vt:lpstr>Contents</vt:lpstr>
      <vt:lpstr>References</vt:lpstr>
      <vt:lpstr>1. Create a Report Server Project</vt:lpstr>
      <vt:lpstr>2. Create a Shared Data Source (I)</vt:lpstr>
      <vt:lpstr>3. Create a Shared Data Source (II)</vt:lpstr>
      <vt:lpstr>4. Create a Shared Data Source (III)</vt:lpstr>
      <vt:lpstr>5. Create an Empty Report (I)</vt:lpstr>
      <vt:lpstr>6. Create an Empty Report (II)</vt:lpstr>
      <vt:lpstr>7. Open Report Data Pane</vt:lpstr>
      <vt:lpstr>8. Add a Report Data Source (I)</vt:lpstr>
      <vt:lpstr>9. Add a Report Data Source (II)</vt:lpstr>
      <vt:lpstr>10. Add a Data Set (I)</vt:lpstr>
      <vt:lpstr>11. Add a Data Set (II)</vt:lpstr>
      <vt:lpstr>12. Open Query Designer</vt:lpstr>
      <vt:lpstr>13. Create a Query (I)</vt:lpstr>
      <vt:lpstr>14. Create a Query (II)</vt:lpstr>
      <vt:lpstr>15. Create a Query (III)</vt:lpstr>
      <vt:lpstr>16. Create a Query (IV)</vt:lpstr>
      <vt:lpstr>17. Open Toolbox</vt:lpstr>
      <vt:lpstr>18. Add a Table Report Item</vt:lpstr>
      <vt:lpstr>19. Edit the Table Report</vt:lpstr>
      <vt:lpstr>20. Edit Deployment Information</vt:lpstr>
      <vt:lpstr>21. Deploy Report</vt:lpstr>
      <vt:lpstr>22. Test the Deployed Report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4357</cp:revision>
  <dcterms:created xsi:type="dcterms:W3CDTF">2007-10-06T08:25:13Z</dcterms:created>
  <dcterms:modified xsi:type="dcterms:W3CDTF">2022-02-21T16:34:35Z</dcterms:modified>
</cp:coreProperties>
</file>