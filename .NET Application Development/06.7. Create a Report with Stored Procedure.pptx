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3"/>
  </p:notesMasterIdLst>
  <p:handoutMasterIdLst>
    <p:handoutMasterId r:id="rId24"/>
  </p:handoutMasterIdLst>
  <p:sldIdLst>
    <p:sldId id="470" r:id="rId2"/>
    <p:sldId id="471" r:id="rId3"/>
    <p:sldId id="472" r:id="rId4"/>
    <p:sldId id="473" r:id="rId5"/>
    <p:sldId id="618" r:id="rId6"/>
    <p:sldId id="619" r:id="rId7"/>
    <p:sldId id="620" r:id="rId8"/>
    <p:sldId id="621" r:id="rId9"/>
    <p:sldId id="622" r:id="rId10"/>
    <p:sldId id="625" r:id="rId11"/>
    <p:sldId id="626" r:id="rId12"/>
    <p:sldId id="606" r:id="rId13"/>
    <p:sldId id="607" r:id="rId14"/>
    <p:sldId id="629" r:id="rId15"/>
    <p:sldId id="608" r:id="rId16"/>
    <p:sldId id="628" r:id="rId17"/>
    <p:sldId id="609" r:id="rId18"/>
    <p:sldId id="630" r:id="rId19"/>
    <p:sldId id="611" r:id="rId20"/>
    <p:sldId id="612" r:id="rId21"/>
    <p:sldId id="343" r:id="rId2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277" autoAdjust="0"/>
    <p:restoredTop sz="96140" autoAdjust="0"/>
  </p:normalViewPr>
  <p:slideViewPr>
    <p:cSldViewPr>
      <p:cViewPr>
        <p:scale>
          <a:sx n="50" d="100"/>
          <a:sy n="50" d="100"/>
        </p:scale>
        <p:origin x="-1486" y="-42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0DBAB-D1C9-4D1B-A41F-EB0AC0278643}" type="datetimeFigureOut">
              <a:rPr lang="en-US" smtClean="0"/>
              <a:pPr/>
              <a:t>2/22/2022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056FB-ACC3-4B45-A768-F167A538151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B58165-DB01-4CBD-B628-63C8A0A6E3C5}" type="datetimeFigureOut">
              <a:rPr lang="en-US" smtClean="0"/>
              <a:pPr/>
              <a:t>2/22/2022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B96204-6EBE-4E3A-8F90-C96A927FEE3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2/22/2022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2/22/2022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2/22/2022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2/22/2022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2/22/2022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2/22/2022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2/22/2022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2/22/2022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2/22/2022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2/22/2022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2/22/2022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2/22/2022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r>
              <a:rPr lang="en-US" sz="6000" dirty="0" smtClean="0"/>
              <a:t>Create a Report with </a:t>
            </a:r>
            <a:r>
              <a:rPr lang="en-US" sz="6000" dirty="0" smtClean="0"/>
              <a:t>Stored Procedure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52600"/>
            <a:ext cx="5715000" cy="40386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References</a:t>
            </a:r>
            <a:endParaRPr lang="en-US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638800" cy="48768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Brian Larson (2017). Microsoft SQL Server 2016 Reporting Services. McGraw-Hill Education.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1. Open Report Data Pane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Turn on Caps Lock</a:t>
            </a:r>
          </a:p>
          <a:p>
            <a:r>
              <a:rPr lang="en-US" sz="2400" dirty="0" smtClean="0"/>
              <a:t>CTRL + ALT + D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2. Add a Report Data Source (I)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This data source belongs to the report.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3. Add a Report Data Source (II)</a:t>
            </a:r>
            <a:endParaRPr lang="en-US" sz="3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4. Add the First Data Set (I)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This data set belongs to the report.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5. Add the First Data Set (II)</a:t>
            </a:r>
            <a:endParaRPr lang="en-US" sz="3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6. Add the Second Data Set (I)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This data set belongs to the report.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7. Add the Second Data Set (II)</a:t>
            </a:r>
            <a:endParaRPr lang="en-US" sz="3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87563" y="1660525"/>
            <a:ext cx="4968875" cy="435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8. </a:t>
            </a:r>
            <a:r>
              <a:rPr lang="en-US" sz="3800" dirty="0" smtClean="0"/>
              <a:t>Configure Parameter Properties</a:t>
            </a:r>
            <a:endParaRPr lang="en-US" sz="3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39925" y="2038350"/>
            <a:ext cx="5264150" cy="321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9. </a:t>
            </a:r>
            <a:r>
              <a:rPr lang="en-US" sz="3800" dirty="0" smtClean="0"/>
              <a:t>Set Available Values for Parameter</a:t>
            </a:r>
            <a:endParaRPr lang="en-US" sz="38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12938" y="1704975"/>
            <a:ext cx="5318125" cy="416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10. </a:t>
            </a:r>
            <a:r>
              <a:rPr lang="en-US" sz="3800" dirty="0" smtClean="0"/>
              <a:t>Open Toolbox</a:t>
            </a:r>
            <a:endParaRPr lang="en-US" sz="3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11. </a:t>
            </a:r>
            <a:r>
              <a:rPr lang="en-US" sz="3800" dirty="0" smtClean="0"/>
              <a:t>Add a </a:t>
            </a:r>
            <a:r>
              <a:rPr lang="en-US" sz="3800" dirty="0" smtClean="0"/>
              <a:t>Table </a:t>
            </a:r>
            <a:r>
              <a:rPr lang="en-US" sz="3800" dirty="0" smtClean="0"/>
              <a:t>to the Report</a:t>
            </a:r>
            <a:endParaRPr lang="en-US" sz="380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1697355"/>
            <a:ext cx="7518083" cy="42462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12. Set Data Source for the Table</a:t>
            </a:r>
            <a:endParaRPr lang="en-US" sz="38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4188" y="1971675"/>
            <a:ext cx="5635625" cy="3895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13. Set Table Cell Values</a:t>
            </a:r>
            <a:endParaRPr lang="en-US" sz="3800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41107" y="1630680"/>
            <a:ext cx="6683693" cy="4617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13. Create Dynamic Cell Color</a:t>
            </a:r>
            <a:endParaRPr lang="en-US" sz="3800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734502"/>
            <a:ext cx="7700963" cy="44376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14. </a:t>
            </a:r>
            <a:r>
              <a:rPr lang="en-US" sz="3800" dirty="0" smtClean="0"/>
              <a:t>Preview the Report</a:t>
            </a:r>
            <a:endParaRPr lang="en-US" sz="3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19. Test the Deployed Report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13177</TotalTime>
  <Words>209</Words>
  <Application>Microsoft Office PowerPoint</Application>
  <PresentationFormat>On-screen Show (4:3)</PresentationFormat>
  <Paragraphs>34</Paragraphs>
  <Slides>21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Create a Report with Stored Procedure</vt:lpstr>
      <vt:lpstr>Objectives</vt:lpstr>
      <vt:lpstr>Contents</vt:lpstr>
      <vt:lpstr>References</vt:lpstr>
      <vt:lpstr>1. Open Report Data Pane</vt:lpstr>
      <vt:lpstr>2. Add a Report Data Source (I)</vt:lpstr>
      <vt:lpstr>3. Add a Report Data Source (II)</vt:lpstr>
      <vt:lpstr>4. Add the First Data Set (I)</vt:lpstr>
      <vt:lpstr>5. Add the First Data Set (II)</vt:lpstr>
      <vt:lpstr>6. Add the Second Data Set (I)</vt:lpstr>
      <vt:lpstr>7. Add the Second Data Set (II)</vt:lpstr>
      <vt:lpstr>8. Configure Parameter Properties</vt:lpstr>
      <vt:lpstr>9. Set Available Values for Parameter</vt:lpstr>
      <vt:lpstr>10. Open Toolbox</vt:lpstr>
      <vt:lpstr>11. Add a Table to the Report</vt:lpstr>
      <vt:lpstr>12. Set Data Source for the Table</vt:lpstr>
      <vt:lpstr>13. Set Table Cell Values</vt:lpstr>
      <vt:lpstr>13. Create Dynamic Cell Color</vt:lpstr>
      <vt:lpstr>14. Preview the Report</vt:lpstr>
      <vt:lpstr>19. Test the Deployed Report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4462</cp:revision>
  <dcterms:created xsi:type="dcterms:W3CDTF">2007-10-06T08:25:13Z</dcterms:created>
  <dcterms:modified xsi:type="dcterms:W3CDTF">2022-02-21T17:34:30Z</dcterms:modified>
</cp:coreProperties>
</file>