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handoutMasterIdLst>
    <p:handoutMasterId r:id="rId12"/>
  </p:handoutMasterIdLst>
  <p:sldIdLst>
    <p:sldId id="470" r:id="rId2"/>
    <p:sldId id="471" r:id="rId3"/>
    <p:sldId id="472" r:id="rId4"/>
    <p:sldId id="473" r:id="rId5"/>
    <p:sldId id="495" r:id="rId6"/>
    <p:sldId id="496" r:id="rId7"/>
    <p:sldId id="497" r:id="rId8"/>
    <p:sldId id="494" r:id="rId9"/>
    <p:sldId id="343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30" autoAdjust="0"/>
    <p:restoredTop sz="96140" autoAdjust="0"/>
  </p:normalViewPr>
  <p:slideViewPr>
    <p:cSldViewPr>
      <p:cViewPr>
        <p:scale>
          <a:sx n="50" d="100"/>
          <a:sy n="50" d="100"/>
        </p:scale>
        <p:origin x="-1484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11/18/2021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11/18/2021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11/18/2021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11/18/2021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11/18/2021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11/18/2021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11/18/2021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11/18/2021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Web Services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Consume Web Service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Prepare JSON data.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2748677"/>
            <a:ext cx="8305800" cy="230832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private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serviceURL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"http://example.com/SendMessage"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private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jsonMessage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@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 {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""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CompanyKey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"": ""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QiZMUinoJnhCVhE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"",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""From"": ""test1@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domain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com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"",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""To"": ""test2@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domain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com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"",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""Subject"": ""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Test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Subject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"", ""Message"": ""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Test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Message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""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}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Consume Web Service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Post JSON data.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2748677"/>
            <a:ext cx="83058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WebRequest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webRequest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WebRequest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Create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serviceURL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webRequest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Method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"POST"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webRequest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ContentType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"application/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json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CDCAA"/>
                </a:solidFill>
                <a:latin typeface="Consolas"/>
              </a:rPr>
              <a:t>using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Stream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requestStream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webRequest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GetRequestStream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UTF8Encoding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encoding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UTF8Encoding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Byte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[]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Bytes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encoding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GetBytes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jsonMessage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requestStream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Write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(Bytes,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Bytes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Length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Consume Web Service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Retrieve response.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2229683"/>
            <a:ext cx="8305800" cy="424731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result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string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Empty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CDCAA"/>
                </a:solidFill>
                <a:latin typeface="Consolas"/>
              </a:rPr>
              <a:t>using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HttpWebResponse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httpWebResponse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HttpWebResponse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webRequest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GetResponse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using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Stream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responseStream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httpWebResponse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GetResponseStream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using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StreamReader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responseReader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StreamReader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responseStream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Encoding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UTF8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result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responseReader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ReadToEnd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WriteLine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(result);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4287428"/>
            <a:ext cx="2600221" cy="1732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10753</TotalTime>
  <Words>113</Words>
  <Application>Microsoft Office PowerPoint</Application>
  <PresentationFormat>On-screen Show (4:3)</PresentationFormat>
  <Paragraphs>47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Web Services</vt:lpstr>
      <vt:lpstr>Objectives</vt:lpstr>
      <vt:lpstr>Contents</vt:lpstr>
      <vt:lpstr>References</vt:lpstr>
      <vt:lpstr>Consume Web Service (I)</vt:lpstr>
      <vt:lpstr>Consume Web Service (II)</vt:lpstr>
      <vt:lpstr>Consume Web Service (III)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3682</cp:revision>
  <dcterms:created xsi:type="dcterms:W3CDTF">2007-10-06T08:25:13Z</dcterms:created>
  <dcterms:modified xsi:type="dcterms:W3CDTF">2021-11-17T18:28:38Z</dcterms:modified>
</cp:coreProperties>
</file>