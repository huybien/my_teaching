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handoutMasterIdLst>
    <p:handoutMasterId r:id="rId13"/>
  </p:handoutMasterIdLst>
  <p:sldIdLst>
    <p:sldId id="470" r:id="rId2"/>
    <p:sldId id="471" r:id="rId3"/>
    <p:sldId id="472" r:id="rId4"/>
    <p:sldId id="473" r:id="rId5"/>
    <p:sldId id="525" r:id="rId6"/>
    <p:sldId id="526" r:id="rId7"/>
    <p:sldId id="527" r:id="rId8"/>
    <p:sldId id="523" r:id="rId9"/>
    <p:sldId id="494" r:id="rId10"/>
    <p:sldId id="343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30" autoAdjust="0"/>
    <p:restoredTop sz="96140" autoAdjust="0"/>
  </p:normalViewPr>
  <p:slideViewPr>
    <p:cSldViewPr>
      <p:cViewPr>
        <p:scale>
          <a:sx n="50" d="100"/>
          <a:sy n="50" d="100"/>
        </p:scale>
        <p:origin x="-1484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12/6/2021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12/6/2021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microsoft.com/en-us/download/details.aspx?id=5361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/Reports/brows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Report </a:t>
            </a:r>
            <a:r>
              <a:rPr lang="en-US" sz="6000" dirty="0" smtClean="0"/>
              <a:t>Builder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dirty="0" smtClean="0"/>
              <a:t>use </a:t>
            </a:r>
            <a:r>
              <a:rPr lang="en-US" sz="2400" dirty="0" smtClean="0"/>
              <a:t>Report Builder </a:t>
            </a:r>
            <a:r>
              <a:rPr lang="en-US" sz="2400" dirty="0" smtClean="0"/>
              <a:t>to create paginated reports.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Brian Larson (2017). Microsoft SQL Server 2016 Reporting Services. McGraw-Hill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Report Builder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www.microsoft.com/en-us/download/details.aspx?id=53613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7588" y="2476500"/>
            <a:ext cx="4568825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</a:t>
            </a:r>
            <a:r>
              <a:rPr lang="en-US" dirty="0" smtClean="0"/>
              <a:t>the Report Builder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http://localhost/Reports/browse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2625" y="2743200"/>
            <a:ext cx="7778750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Paginated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00200"/>
            <a:ext cx="61722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Data Source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238" y="2305050"/>
            <a:ext cx="788352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4287428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11245</TotalTime>
  <Words>84</Words>
  <Application>Microsoft Office PowerPoint</Application>
  <PresentationFormat>On-screen Show (4:3)</PresentationFormat>
  <Paragraphs>21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Report Builder</vt:lpstr>
      <vt:lpstr>Objectives</vt:lpstr>
      <vt:lpstr>Contents</vt:lpstr>
      <vt:lpstr>References</vt:lpstr>
      <vt:lpstr>Install Report Builder</vt:lpstr>
      <vt:lpstr>Launch the Report Builder</vt:lpstr>
      <vt:lpstr>Create a Paginated Report</vt:lpstr>
      <vt:lpstr>Create a Data Source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3873</cp:revision>
  <dcterms:created xsi:type="dcterms:W3CDTF">2007-10-06T08:25:13Z</dcterms:created>
  <dcterms:modified xsi:type="dcterms:W3CDTF">2021-12-06T16:35:41Z</dcterms:modified>
</cp:coreProperties>
</file>