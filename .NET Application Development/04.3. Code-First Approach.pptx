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handoutMasterIdLst>
    <p:handoutMasterId r:id="rId19"/>
  </p:handoutMasterIdLst>
  <p:sldIdLst>
    <p:sldId id="470" r:id="rId2"/>
    <p:sldId id="471" r:id="rId3"/>
    <p:sldId id="472" r:id="rId4"/>
    <p:sldId id="473" r:id="rId5"/>
    <p:sldId id="509" r:id="rId6"/>
    <p:sldId id="510" r:id="rId7"/>
    <p:sldId id="511" r:id="rId8"/>
    <p:sldId id="512" r:id="rId9"/>
    <p:sldId id="513" r:id="rId10"/>
    <p:sldId id="514" r:id="rId11"/>
    <p:sldId id="515" r:id="rId12"/>
    <p:sldId id="516" r:id="rId13"/>
    <p:sldId id="517" r:id="rId14"/>
    <p:sldId id="518" r:id="rId15"/>
    <p:sldId id="519" r:id="rId16"/>
    <p:sldId id="34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6140" autoAdjust="0"/>
  </p:normalViewPr>
  <p:slideViewPr>
    <p:cSldViewPr>
      <p:cViewPr>
        <p:scale>
          <a:sx n="50" d="100"/>
          <a:sy n="50" d="100"/>
        </p:scale>
        <p:origin x="-147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10/3/2021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10/3/2021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Code-First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Entity Framework and Code-First Approach to develop a software application.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Brian L. Gorman (2020). Practical Entity Framework. </a:t>
            </a:r>
            <a:r>
              <a:rPr lang="en-US" sz="2200" dirty="0" err="1" smtClean="0"/>
              <a:t>Apress</a:t>
            </a:r>
            <a:r>
              <a:rPr lang="en-US" sz="22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Install </a:t>
            </a:r>
            <a:r>
              <a:rPr lang="en-US" sz="3400" dirty="0" err="1" smtClean="0"/>
              <a:t>Microsoft.EntityFrameworkCore.Design</a:t>
            </a:r>
            <a:endParaRPr lang="en-US" sz="3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89100"/>
            <a:ext cx="811022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the Initial Migration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add-migration "Initial Migration."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743200"/>
            <a:ext cx="8110220" cy="305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2514600"/>
            <a:ext cx="2269173" cy="3882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the Initial Migration Again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add-migration "Initial Migration."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" y="2743200"/>
            <a:ext cx="8110220" cy="2948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</a:t>
            </a:r>
            <a:r>
              <a:rPr lang="en-US" dirty="0" err="1" smtClean="0">
                <a:latin typeface="Consolas" pitchFamily="49" charset="0"/>
              </a:rPr>
              <a:t>InitialMigration</a:t>
            </a:r>
            <a:r>
              <a:rPr lang="en-US" dirty="0" smtClean="0"/>
              <a:t> Class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" y="1676400"/>
            <a:ext cx="8110220" cy="4376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out and Delete the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Comment out the code in the “Up” method and delete the code in the "Down" method.</a:t>
            </a:r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667000"/>
            <a:ext cx="7096443" cy="3558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Run </a:t>
            </a:r>
            <a:r>
              <a:rPr lang="en-US" sz="4200" dirty="0" smtClean="0">
                <a:latin typeface="Consolas" pitchFamily="49" charset="0"/>
              </a:rPr>
              <a:t>update-database</a:t>
            </a:r>
            <a:r>
              <a:rPr lang="en-US" sz="4200" dirty="0" smtClean="0"/>
              <a:t> Command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update-database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14600"/>
            <a:ext cx="8110220" cy="350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Examine the Database</a:t>
            </a:r>
            <a:endParaRPr lang="en-US" sz="4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8089583" cy="3911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another Migration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add-migration "Testing Migration."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321560"/>
            <a:ext cx="8110220" cy="400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smtClean="0">
                <a:latin typeface="Consolas" pitchFamily="49" charset="0"/>
              </a:rPr>
              <a:t>update-database</a:t>
            </a:r>
            <a:r>
              <a:rPr lang="en-US" dirty="0" smtClean="0"/>
              <a:t> Twice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update-database</a:t>
            </a:r>
          </a:p>
          <a:p>
            <a:r>
              <a:rPr lang="en-US" sz="2400" dirty="0" smtClean="0">
                <a:latin typeface="Consolas" pitchFamily="49" charset="0"/>
              </a:rPr>
              <a:t>update-database</a:t>
            </a:r>
          </a:p>
          <a:p>
            <a:pPr>
              <a:buNone/>
            </a:pPr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67000"/>
            <a:ext cx="811022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Revert to a Migration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update-database -migration '20211001205759_Initial Migration.'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" y="2819400"/>
            <a:ext cx="8110220" cy="3159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 </a:t>
            </a:r>
            <a:r>
              <a:rPr lang="en-US" dirty="0" smtClean="0"/>
              <a:t>a Migration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remove-migration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" y="2819400"/>
            <a:ext cx="8110220" cy="327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10558</TotalTime>
  <Words>147</Words>
  <Application>Microsoft Office PowerPoint</Application>
  <PresentationFormat>On-screen Show (4:3)</PresentationFormat>
  <Paragraphs>34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Code-First Approach</vt:lpstr>
      <vt:lpstr>Objectives</vt:lpstr>
      <vt:lpstr>Contents</vt:lpstr>
      <vt:lpstr>References</vt:lpstr>
      <vt:lpstr>Install Microsoft.EntityFrameworkCore.Design</vt:lpstr>
      <vt:lpstr>Create the Initial Migration</vt:lpstr>
      <vt:lpstr>Create the Initial Migration Again</vt:lpstr>
      <vt:lpstr>Review InitialMigration Class</vt:lpstr>
      <vt:lpstr>Comment out and Delete the Code</vt:lpstr>
      <vt:lpstr>Run update-database Command</vt:lpstr>
      <vt:lpstr>Examine the Database</vt:lpstr>
      <vt:lpstr>Add another Migration</vt:lpstr>
      <vt:lpstr>Run update-database Twice</vt:lpstr>
      <vt:lpstr>Revert to a Migration</vt:lpstr>
      <vt:lpstr>Remove a Migration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3679</cp:revision>
  <dcterms:created xsi:type="dcterms:W3CDTF">2007-10-06T08:25:13Z</dcterms:created>
  <dcterms:modified xsi:type="dcterms:W3CDTF">2021-10-02T18:54:29Z</dcterms:modified>
</cp:coreProperties>
</file>