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4"/>
  </p:notesMasterIdLst>
  <p:handoutMasterIdLst>
    <p:handoutMasterId r:id="rId25"/>
  </p:handoutMasterIdLst>
  <p:sldIdLst>
    <p:sldId id="470" r:id="rId2"/>
    <p:sldId id="471" r:id="rId3"/>
    <p:sldId id="472" r:id="rId4"/>
    <p:sldId id="473" r:id="rId5"/>
    <p:sldId id="503" r:id="rId6"/>
    <p:sldId id="504" r:id="rId7"/>
    <p:sldId id="505" r:id="rId8"/>
    <p:sldId id="513" r:id="rId9"/>
    <p:sldId id="514" r:id="rId10"/>
    <p:sldId id="515" r:id="rId11"/>
    <p:sldId id="508" r:id="rId12"/>
    <p:sldId id="509" r:id="rId13"/>
    <p:sldId id="516" r:id="rId14"/>
    <p:sldId id="511" r:id="rId15"/>
    <p:sldId id="517" r:id="rId16"/>
    <p:sldId id="521" r:id="rId17"/>
    <p:sldId id="518" r:id="rId18"/>
    <p:sldId id="522" r:id="rId19"/>
    <p:sldId id="519" r:id="rId20"/>
    <p:sldId id="520" r:id="rId21"/>
    <p:sldId id="524" r:id="rId22"/>
    <p:sldId id="343" r:id="rId2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277" autoAdjust="0"/>
    <p:restoredTop sz="96140" autoAdjust="0"/>
  </p:normalViewPr>
  <p:slideViewPr>
    <p:cSldViewPr>
      <p:cViewPr>
        <p:scale>
          <a:sx n="50" d="100"/>
          <a:sy n="50" d="100"/>
        </p:scale>
        <p:origin x="-1486" y="-42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D0DBAB-D1C9-4D1B-A41F-EB0AC0278643}" type="datetimeFigureOut">
              <a:rPr lang="en-US" smtClean="0"/>
              <a:pPr/>
              <a:t>2/25/2022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6056FB-ACC3-4B45-A768-F167A538151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B58165-DB01-4CBD-B628-63C8A0A6E3C5}" type="datetimeFigureOut">
              <a:rPr lang="en-US" smtClean="0"/>
              <a:pPr/>
              <a:t>2/25/2022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B96204-6EBE-4E3A-8F90-C96A927FEE3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2/25/2022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2/25/2022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2/25/2022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2/25/2022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2/25/2022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2/25/2022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2/25/2022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2/25/2022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2/25/2022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2/25/2022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2/25/2022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2/25/2022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://localhost/ReportServer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://localhost/Reports/browse/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visualstudio.microsoft.com/vs/older-downloads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marketplace.visualstudio.com/items?itemName=ProBITools.MicrosoftReportProjectsforVisualStudio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dotnet.microsoft.com/en-us/download/dotnet-framework/net48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r>
              <a:rPr lang="en-US" sz="6000" dirty="0" smtClean="0"/>
              <a:t>Install SQL Server Reporting Services</a:t>
            </a:r>
            <a:endParaRPr lang="en-US"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752600"/>
            <a:ext cx="5715000" cy="40386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References</a:t>
            </a:r>
            <a:endParaRPr lang="en-US" dirty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638800" cy="48768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Brian Larson (2017). Microsoft SQL Server 2016 Reporting Services. McGraw-Hill Education.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Reporting Services Components [1]</a:t>
            </a:r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01875" y="1930400"/>
            <a:ext cx="4540250" cy="401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Server Installation </a:t>
            </a:r>
            <a:endParaRPr 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93938" y="1876425"/>
            <a:ext cx="4556125" cy="391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1. Install Reporting Services</a:t>
            </a:r>
            <a:endParaRPr lang="en-US" sz="38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1684020"/>
            <a:ext cx="7772400" cy="4488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2. Open Reporting Services Configuration Manager </a:t>
            </a:r>
            <a:endParaRPr lang="en-US" sz="38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200" y="2133600"/>
            <a:ext cx="6043613" cy="39747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Down Arrow 5"/>
          <p:cNvSpPr/>
          <p:nvPr/>
        </p:nvSpPr>
        <p:spPr>
          <a:xfrm>
            <a:off x="5715000" y="5105400"/>
            <a:ext cx="914400" cy="457200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3. Enter Web Service URL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hlinkClick r:id="rId2"/>
              </a:rPr>
              <a:t>http://localhost/ReportServer</a:t>
            </a:r>
            <a:endParaRPr lang="en-US" sz="2200" dirty="0" smtClean="0"/>
          </a:p>
          <a:p>
            <a:r>
              <a:rPr lang="en-US" sz="2200" dirty="0" smtClean="0"/>
              <a:t>This service is used for deploying reports.</a:t>
            </a:r>
          </a:p>
          <a:p>
            <a:endParaRPr lang="en-US" sz="22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52600" y="2665889"/>
            <a:ext cx="5788819" cy="3506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4. Change Report Server Database</a:t>
            </a:r>
            <a:endParaRPr lang="en-US" sz="3800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44880" y="1828800"/>
            <a:ext cx="7284720" cy="4208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Down Arrow 3"/>
          <p:cNvSpPr/>
          <p:nvPr/>
        </p:nvSpPr>
        <p:spPr>
          <a:xfrm>
            <a:off x="7162800" y="3962400"/>
            <a:ext cx="914400" cy="457200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5. Create a New Report Server Database</a:t>
            </a:r>
            <a:endParaRPr lang="en-US" sz="3800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83920" y="1600200"/>
            <a:ext cx="7269480" cy="4668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Down Arrow 3"/>
          <p:cNvSpPr/>
          <p:nvPr/>
        </p:nvSpPr>
        <p:spPr>
          <a:xfrm>
            <a:off x="3581400" y="3657600"/>
            <a:ext cx="914400" cy="457200"/>
          </a:xfrm>
          <a:prstGeom prst="downArrow">
            <a:avLst/>
          </a:prstGeom>
          <a:solidFill>
            <a:schemeClr val="accent2">
              <a:alpha val="7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6. Enter Database Name</a:t>
            </a:r>
            <a:endParaRPr lang="en-US" sz="38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1676400"/>
            <a:ext cx="729488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Down Arrow 3"/>
          <p:cNvSpPr/>
          <p:nvPr/>
        </p:nvSpPr>
        <p:spPr>
          <a:xfrm>
            <a:off x="4800600" y="3429000"/>
            <a:ext cx="914400" cy="457200"/>
          </a:xfrm>
          <a:prstGeom prst="downArrow">
            <a:avLst/>
          </a:prstGeom>
          <a:solidFill>
            <a:schemeClr val="accent2">
              <a:alpha val="7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5" name="Down Arrow 4"/>
          <p:cNvSpPr/>
          <p:nvPr/>
        </p:nvSpPr>
        <p:spPr>
          <a:xfrm>
            <a:off x="1905000" y="3352800"/>
            <a:ext cx="914400" cy="457200"/>
          </a:xfrm>
          <a:prstGeom prst="downArrow">
            <a:avLst/>
          </a:prstGeom>
          <a:solidFill>
            <a:schemeClr val="accent2">
              <a:alpha val="7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7. Enter Virtual Directory Name</a:t>
            </a:r>
            <a:endParaRPr lang="en-US" sz="38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2133600"/>
            <a:ext cx="7750810" cy="345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Down Arrow 3"/>
          <p:cNvSpPr/>
          <p:nvPr/>
        </p:nvSpPr>
        <p:spPr>
          <a:xfrm>
            <a:off x="3657600" y="3962400"/>
            <a:ext cx="914400" cy="457200"/>
          </a:xfrm>
          <a:prstGeom prst="downArrow">
            <a:avLst/>
          </a:prstGeom>
          <a:solidFill>
            <a:schemeClr val="accent2">
              <a:alpha val="7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5" name="Down Arrow 4"/>
          <p:cNvSpPr/>
          <p:nvPr/>
        </p:nvSpPr>
        <p:spPr>
          <a:xfrm>
            <a:off x="914400" y="4114800"/>
            <a:ext cx="914400" cy="457200"/>
          </a:xfrm>
          <a:prstGeom prst="downArrow">
            <a:avLst/>
          </a:prstGeom>
          <a:solidFill>
            <a:schemeClr val="accent2">
              <a:alpha val="7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8. Test Web Portal URL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http://localhost/Reports/browse/</a:t>
            </a:r>
            <a:endParaRPr lang="en-US" sz="2400" dirty="0" smtClean="0"/>
          </a:p>
          <a:p>
            <a:endParaRPr lang="en-US" sz="24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2819400"/>
            <a:ext cx="8308556" cy="2887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1. Download and Launch Visual Studio Professional 2019 Installer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200" u="sng" dirty="0" smtClean="0">
                <a:hlinkClick r:id="rId2"/>
              </a:rPr>
              <a:t>https://visualstudio.microsoft.com/vs/older-downloads/</a:t>
            </a:r>
            <a:r>
              <a:rPr lang="en-US" sz="2200" dirty="0" smtClean="0"/>
              <a:t> (please scroll down to the “Still want an older version?” section).</a:t>
            </a:r>
          </a:p>
          <a:p>
            <a:endParaRPr lang="en-US" sz="22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95400" y="2743200"/>
            <a:ext cx="6438583" cy="3527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2. Select .NET desktop development and Entity Framework 6 Tools.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This screen applies only to Visual Studio 2019.</a:t>
            </a:r>
            <a:endParaRPr lang="en-US" sz="2400" dirty="0"/>
          </a:p>
        </p:txBody>
      </p:sp>
      <p:pic>
        <p:nvPicPr>
          <p:cNvPr id="5" name="Picture 4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2514600"/>
            <a:ext cx="685800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3. Select Data storage and processing and SQL Server Data Tools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This screen applies only to Visual Studio 2019.</a:t>
            </a:r>
            <a:endParaRPr lang="en-US" sz="2400" dirty="0"/>
          </a:p>
        </p:txBody>
      </p:sp>
      <p:pic>
        <p:nvPicPr>
          <p:cNvPr id="5" name="Picture 4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2590800"/>
            <a:ext cx="685800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4. Download Microsoft Reporting Services Projects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https://marketplace.visualstudio.com/items?itemName=ProBITools.MicrosoftReportProjectsforVisualStudio</a:t>
            </a:r>
            <a:endParaRPr lang="en-US" sz="2400" dirty="0" smtClean="0"/>
          </a:p>
          <a:p>
            <a:endParaRPr lang="en-US" sz="24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52855" y="2718435"/>
            <a:ext cx="6671945" cy="34537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5. Install Microsoft Reporting Services Projects</a:t>
            </a:r>
            <a:endParaRPr lang="en-US" sz="3800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82850" y="2362200"/>
            <a:ext cx="4178300" cy="313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6. Download and Install .NET Framework for </a:t>
            </a:r>
            <a:r>
              <a:rPr lang="en-US" sz="3800" dirty="0" smtClean="0"/>
              <a:t>Developers version </a:t>
            </a:r>
            <a:r>
              <a:rPr lang="en-US" sz="3800" dirty="0" smtClean="0"/>
              <a:t>4.8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>
                <a:hlinkClick r:id="rId2"/>
              </a:rPr>
              <a:t>https://dotnet.microsoft.com/en-us/download/dotnet-framework/net48</a:t>
            </a:r>
            <a:r>
              <a:rPr lang="en-US" sz="2000" dirty="0" smtClean="0"/>
              <a:t> (please scroll down to the “Developer Pack” section).</a:t>
            </a:r>
            <a:endParaRPr lang="en-US" sz="2000" dirty="0"/>
          </a:p>
        </p:txBody>
      </p:sp>
      <p:pic>
        <p:nvPicPr>
          <p:cNvPr id="4" name="Picture 3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42614" y="2799340"/>
            <a:ext cx="5858771" cy="276326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</a:t>
            </a:r>
            <a:r>
              <a:rPr lang="en-US" smtClean="0"/>
              <a:t>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12682</TotalTime>
  <Words>247</Words>
  <Application>Microsoft Office PowerPoint</Application>
  <PresentationFormat>On-screen Show (4:3)</PresentationFormat>
  <Paragraphs>41</Paragraphs>
  <Slides>22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Install SQL Server Reporting Services</vt:lpstr>
      <vt:lpstr>Objectives</vt:lpstr>
      <vt:lpstr>Contents</vt:lpstr>
      <vt:lpstr>References</vt:lpstr>
      <vt:lpstr>Reporting Services Components [1]</vt:lpstr>
      <vt:lpstr>The Server Installation </vt:lpstr>
      <vt:lpstr>1. Install Reporting Services</vt:lpstr>
      <vt:lpstr>2. Open Reporting Services Configuration Manager </vt:lpstr>
      <vt:lpstr>3. Enter Web Service URL</vt:lpstr>
      <vt:lpstr>4. Change Report Server Database</vt:lpstr>
      <vt:lpstr>5. Create a New Report Server Database</vt:lpstr>
      <vt:lpstr>6. Enter Database Name</vt:lpstr>
      <vt:lpstr>7. Enter Virtual Directory Name</vt:lpstr>
      <vt:lpstr>8. Test Web Portal URL</vt:lpstr>
      <vt:lpstr>Slide 15</vt:lpstr>
      <vt:lpstr>1. Download and Launch Visual Studio Professional 2019 Installer</vt:lpstr>
      <vt:lpstr>2. Select .NET desktop development and Entity Framework 6 Tools.</vt:lpstr>
      <vt:lpstr>3. Select Data storage and processing and SQL Server Data Tools</vt:lpstr>
      <vt:lpstr>4. Download Microsoft Reporting Services Projects</vt:lpstr>
      <vt:lpstr>5. Install Microsoft Reporting Services Projects</vt:lpstr>
      <vt:lpstr>6. Download and Install .NET Framework for Developers version 4.8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4336</cp:revision>
  <dcterms:created xsi:type="dcterms:W3CDTF">2007-10-06T08:25:13Z</dcterms:created>
  <dcterms:modified xsi:type="dcterms:W3CDTF">2022-02-24T18:52:54Z</dcterms:modified>
</cp:coreProperties>
</file>