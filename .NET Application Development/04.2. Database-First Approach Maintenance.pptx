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handoutMasterIdLst>
    <p:handoutMasterId r:id="rId19"/>
  </p:handoutMasterIdLst>
  <p:sldIdLst>
    <p:sldId id="470" r:id="rId2"/>
    <p:sldId id="471" r:id="rId3"/>
    <p:sldId id="472" r:id="rId4"/>
    <p:sldId id="473" r:id="rId5"/>
    <p:sldId id="510" r:id="rId6"/>
    <p:sldId id="518" r:id="rId7"/>
    <p:sldId id="512" r:id="rId8"/>
    <p:sldId id="521" r:id="rId9"/>
    <p:sldId id="514" r:id="rId10"/>
    <p:sldId id="519" r:id="rId11"/>
    <p:sldId id="520" r:id="rId12"/>
    <p:sldId id="515" r:id="rId13"/>
    <p:sldId id="516" r:id="rId14"/>
    <p:sldId id="517" r:id="rId15"/>
    <p:sldId id="508" r:id="rId16"/>
    <p:sldId id="34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6140" autoAdjust="0"/>
  </p:normalViewPr>
  <p:slideViewPr>
    <p:cSldViewPr>
      <p:cViewPr>
        <p:scale>
          <a:sx n="50" d="100"/>
          <a:sy n="50" d="100"/>
        </p:scale>
        <p:origin x="-147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Database-First Approach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Maintenance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Create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Update model from database.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Update code (Run Custom Tool).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Create wrapper for data access object (in data access layer).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Create interface for service (server side).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Create interface for service client (client side).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CREATE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TABLE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LocationGroupType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[ID]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IDENTITY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1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1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NOT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[Name]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varchar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50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NOT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IsActive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[bit]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NOT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DisplayOrder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CreateUser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varchar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50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NOT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CreateDate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datetime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NOT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ModifyUser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varchar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50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ModifyDate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datetime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NULL,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CONSTRAINT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LocationGroupType_PK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PRIMARY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KEY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CLUSTERED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buNone/>
            </a:pP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[ID]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ASC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WITH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PAD_INDEX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OFF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STATISTICS_NORECOMPUTE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OFF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IGNORE_DUP_KEY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OFF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ALLOW_ROW_LOCKS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,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ALLOW_PAGE_LOCKS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[PRIMARY]</a:t>
            </a:r>
          </a:p>
          <a:p>
            <a:pPr>
              <a:buNone/>
            </a:pP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[PRIMARY]</a:t>
            </a:r>
          </a:p>
          <a:p>
            <a:pPr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GO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ALTER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TABLE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LocationGroup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WITH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CHECK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ADD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CONSTRAINT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[Dau_LocationGroup_FK1]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FOREIGN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KEY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DauID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REFERENCES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dbo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Dau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[ID]</a:t>
            </a:r>
            <a:r>
              <a:rPr lang="en-US" sz="1200" dirty="0" smtClean="0">
                <a:solidFill>
                  <a:srgbClr val="808080"/>
                </a:solidFill>
                <a:latin typeface="Consolas"/>
              </a:rPr>
              <a:t>)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GO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Update Model from Database (I)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881" y="1905000"/>
            <a:ext cx="8036719" cy="3750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Update Model from Database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Delete a table from the model and  repeat updating the model if you get any issue with the table.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895600"/>
            <a:ext cx="3718242" cy="3329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Update Code (Run Custom Tool)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5825" y="1641475"/>
            <a:ext cx="483235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Generated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Restart Visual Studio and repeat updating the code if the code is not generated.</a:t>
            </a:r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5830" y="2621280"/>
            <a:ext cx="7532370" cy="3703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 the Generated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action is optional.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90800"/>
            <a:ext cx="7741920" cy="350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Create a Wrapper (Data Access Object/Repository)</a:t>
            </a:r>
            <a:endParaRPr lang="en-US" sz="3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34820"/>
            <a:ext cx="8107680" cy="4361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Create Service Interface (Server Side)</a:t>
            </a:r>
            <a:endParaRPr lang="en-US" sz="3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" y="1821180"/>
            <a:ext cx="8107680" cy="4351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400" dirty="0" smtClean="0"/>
              <a:t>6. Create Service Client Interface (Client Side)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8107680" cy="447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97180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11572</TotalTime>
  <Words>351</Words>
  <Application>Microsoft Office PowerPoint</Application>
  <PresentationFormat>On-screen Show (4:3)</PresentationFormat>
  <Paragraphs>51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Database-First Approach Maintenance</vt:lpstr>
      <vt:lpstr>Objectives</vt:lpstr>
      <vt:lpstr>Contents</vt:lpstr>
      <vt:lpstr>References</vt:lpstr>
      <vt:lpstr>Maintenance Steps</vt:lpstr>
      <vt:lpstr>1. Create Tables</vt:lpstr>
      <vt:lpstr>2. Update Model from Database (I)</vt:lpstr>
      <vt:lpstr>2. Update Model from Database (II)</vt:lpstr>
      <vt:lpstr>3. Update Code (Run Custom Tool)</vt:lpstr>
      <vt:lpstr>Verify Generated Code</vt:lpstr>
      <vt:lpstr>Extend the Generated Code</vt:lpstr>
      <vt:lpstr>4. Create a Wrapper (Data Access Object/Repository)</vt:lpstr>
      <vt:lpstr>5. Create Service Interface (Server Side)</vt:lpstr>
      <vt:lpstr>6. Create Service Client Interface (Client Side)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3707</cp:revision>
  <dcterms:created xsi:type="dcterms:W3CDTF">2007-10-06T08:25:13Z</dcterms:created>
  <dcterms:modified xsi:type="dcterms:W3CDTF">2022-04-19T16:58:51Z</dcterms:modified>
</cp:coreProperties>
</file>