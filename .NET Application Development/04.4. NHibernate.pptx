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9"/>
  </p:notesMasterIdLst>
  <p:handoutMasterIdLst>
    <p:handoutMasterId r:id="rId10"/>
  </p:handoutMasterIdLst>
  <p:sldIdLst>
    <p:sldId id="470" r:id="rId2"/>
    <p:sldId id="471" r:id="rId3"/>
    <p:sldId id="472" r:id="rId4"/>
    <p:sldId id="473" r:id="rId5"/>
    <p:sldId id="468" r:id="rId6"/>
    <p:sldId id="469" r:id="rId7"/>
    <p:sldId id="343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1029" autoAdjust="0"/>
    <p:restoredTop sz="96140" autoAdjust="0"/>
  </p:normalViewPr>
  <p:slideViewPr>
    <p:cSldViewPr>
      <p:cViewPr>
        <p:scale>
          <a:sx n="50" d="100"/>
          <a:sy n="50" d="100"/>
        </p:scale>
        <p:origin x="-1476" y="-4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8/10/2021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58165-DB01-4CBD-B628-63C8A0A6E3C5}" type="datetimeFigureOut">
              <a:rPr lang="en-US" smtClean="0"/>
              <a:pPr/>
              <a:t>8/10/2021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96204-6EBE-4E3A-8F90-C96A927FE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8/10/2021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8/10/2021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8/10/2021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8/10/2021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8/10/2021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8/10/2021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8/10/2021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8/10/2021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8/10/2021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8/10/2021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8/10/2021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8/10/2021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err="1" smtClean="0"/>
              <a:t>NHibernate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use </a:t>
            </a:r>
            <a:r>
              <a:rPr lang="en-US" sz="2400" dirty="0" err="1" smtClean="0"/>
              <a:t>NHibernate</a:t>
            </a:r>
            <a:r>
              <a:rPr lang="en-US" sz="2400" dirty="0" smtClean="0"/>
              <a:t> </a:t>
            </a:r>
            <a:r>
              <a:rPr lang="en-US" sz="2400" dirty="0" smtClean="0"/>
              <a:t>to develop a software application.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err="1" smtClean="0"/>
              <a:t>Suhas</a:t>
            </a:r>
            <a:r>
              <a:rPr lang="en-US" sz="2400" dirty="0" smtClean="0"/>
              <a:t> </a:t>
            </a:r>
            <a:r>
              <a:rPr lang="en-US" sz="2400" dirty="0" err="1" smtClean="0"/>
              <a:t>Chatekar</a:t>
            </a:r>
            <a:r>
              <a:rPr lang="en-US" sz="2400" dirty="0" smtClean="0"/>
              <a:t> (2015). Learning </a:t>
            </a:r>
            <a:r>
              <a:rPr lang="en-US" sz="2400" dirty="0" err="1" smtClean="0"/>
              <a:t>NHibernate</a:t>
            </a:r>
            <a:r>
              <a:rPr lang="en-US" sz="2400" dirty="0" smtClean="0"/>
              <a:t> 4.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</a:t>
            </a:r>
            <a:r>
              <a:rPr lang="en-US" dirty="0" smtClean="0"/>
              <a:t>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334000" cy="4525963"/>
          </a:xfrm>
        </p:spPr>
        <p:txBody>
          <a:bodyPr/>
          <a:lstStyle/>
          <a:p>
            <a:pPr marL="457200" indent="-457200"/>
            <a:r>
              <a:rPr lang="en-US" sz="2400" b="1" dirty="0" smtClean="0">
                <a:solidFill>
                  <a:srgbClr val="C00000"/>
                </a:solidFill>
              </a:rPr>
              <a:t>SUHAS CHATEKAR (2015). LEARNING NHIBERNATE 4.</a:t>
            </a:r>
          </a:p>
          <a:p>
            <a:pPr marL="457200" indent="-457200"/>
            <a:r>
              <a:rPr lang="en-US" sz="2400" b="1" dirty="0" smtClean="0"/>
              <a:t>CHAPTER 2. </a:t>
            </a:r>
            <a:r>
              <a:rPr lang="en-US" sz="2400" dirty="0" smtClean="0"/>
              <a:t>Let's Build a Simple Application </a:t>
            </a:r>
          </a:p>
          <a:p>
            <a:pPr marL="457200" indent="-457200"/>
            <a:r>
              <a:rPr lang="en-US" sz="2400" b="1" dirty="0" smtClean="0"/>
              <a:t>CHAPTER 3. </a:t>
            </a:r>
            <a:r>
              <a:rPr lang="en-US" sz="2400" dirty="0" smtClean="0"/>
              <a:t>Let's Tell </a:t>
            </a:r>
            <a:r>
              <a:rPr lang="en-US" sz="2400" dirty="0" err="1" smtClean="0"/>
              <a:t>NHibernate</a:t>
            </a:r>
            <a:r>
              <a:rPr lang="en-US" sz="2400" dirty="0" smtClean="0"/>
              <a:t> About Our Database</a:t>
            </a:r>
            <a:endParaRPr lang="en-US" sz="2400" b="1" dirty="0" smtClean="0"/>
          </a:p>
        </p:txBody>
      </p:sp>
      <p:pic>
        <p:nvPicPr>
          <p:cNvPr id="3074" name="Picture 2" descr="http://www.howtoguide.in/wp-content/uploads/2013/04/programmer_imag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2514600"/>
            <a:ext cx="2933700" cy="3495675"/>
          </a:xfrm>
          <a:prstGeom prst="rect">
            <a:avLst/>
          </a:prstGeom>
          <a:noFill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381000"/>
            <a:ext cx="2085975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NHibernate</a:t>
            </a:r>
            <a:r>
              <a:rPr lang="en-US" dirty="0" smtClean="0"/>
              <a:t>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POCO, Plain Old CLR Object. An alternate term for a class in C# which: </a:t>
            </a:r>
          </a:p>
          <a:p>
            <a:pPr lvl="1"/>
            <a:r>
              <a:rPr lang="en-US" sz="2000" dirty="0" smtClean="0"/>
              <a:t>Does not inherit from classes defined in any framework </a:t>
            </a:r>
          </a:p>
          <a:p>
            <a:pPr lvl="1"/>
            <a:r>
              <a:rPr lang="en-US" sz="2000" dirty="0" smtClean="0"/>
              <a:t>Does not implement interfaces defined in any framework </a:t>
            </a:r>
          </a:p>
          <a:p>
            <a:pPr lvl="1"/>
            <a:r>
              <a:rPr lang="en-US" sz="2000" dirty="0" smtClean="0"/>
              <a:t>Does not use any attributes defined in any framework </a:t>
            </a:r>
          </a:p>
          <a:p>
            <a:r>
              <a:rPr lang="en-US" sz="2400" b="1" dirty="0" smtClean="0"/>
              <a:t>Entity: A class having an identifier that identifies an instance at least in the entity graph maintained by </a:t>
            </a:r>
            <a:r>
              <a:rPr lang="en-US" sz="2400" b="1" dirty="0" err="1" smtClean="0"/>
              <a:t>NHibernate</a:t>
            </a:r>
            <a:r>
              <a:rPr lang="en-US" sz="2400" b="1" dirty="0" smtClean="0"/>
              <a:t>. </a:t>
            </a:r>
          </a:p>
          <a:p>
            <a:r>
              <a:rPr lang="en-US" sz="2400" b="1" dirty="0" smtClean="0"/>
              <a:t>Persistent Class: Any class which </a:t>
            </a:r>
            <a:r>
              <a:rPr lang="en-US" sz="2400" b="1" dirty="0" err="1" smtClean="0"/>
              <a:t>NHibernate</a:t>
            </a:r>
            <a:r>
              <a:rPr lang="en-US" sz="2400" b="1" dirty="0" smtClean="0"/>
              <a:t> is able to persist in one or more database tables using the mappings defined.</a:t>
            </a:r>
          </a:p>
          <a:p>
            <a:r>
              <a:rPr lang="en-US" sz="2400" b="1" dirty="0" smtClean="0"/>
              <a:t>Attribute/property: When used in reference to POCO/class, this means getter/setter properties or fields on the class.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</a:t>
            </a:r>
            <a:r>
              <a:rPr lang="en-US" dirty="0" smtClean="0"/>
              <a:t>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10213</TotalTime>
  <Words>191</Words>
  <Application>Microsoft Office PowerPoint</Application>
  <PresentationFormat>On-screen Show (4:3)</PresentationFormat>
  <Paragraphs>26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NHibernate</vt:lpstr>
      <vt:lpstr>Objectives</vt:lpstr>
      <vt:lpstr>Contents</vt:lpstr>
      <vt:lpstr>References</vt:lpstr>
      <vt:lpstr>Exercise [1]</vt:lpstr>
      <vt:lpstr>NHibernate Terminology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3389</cp:revision>
  <dcterms:created xsi:type="dcterms:W3CDTF">2007-10-06T08:25:13Z</dcterms:created>
  <dcterms:modified xsi:type="dcterms:W3CDTF">2021-08-10T10:59:24Z</dcterms:modified>
</cp:coreProperties>
</file>