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08" r:id="rId1"/>
  </p:sldMasterIdLst>
  <p:sldIdLst>
    <p:sldId id="558" r:id="rId2"/>
    <p:sldId id="556" r:id="rId3"/>
    <p:sldId id="557" r:id="rId4"/>
    <p:sldId id="563" r:id="rId5"/>
    <p:sldId id="561" r:id="rId6"/>
    <p:sldId id="560" r:id="rId7"/>
    <p:sldId id="562" r:id="rId8"/>
    <p:sldId id="565" r:id="rId9"/>
    <p:sldId id="564" r:id="rId10"/>
    <p:sldId id="567" r:id="rId11"/>
    <p:sldId id="566" r:id="rId12"/>
    <p:sldId id="530" r:id="rId13"/>
    <p:sldId id="437" r:id="rId14"/>
    <p:sldId id="438" r:id="rId15"/>
    <p:sldId id="439" r:id="rId16"/>
    <p:sldId id="442" r:id="rId17"/>
    <p:sldId id="443" r:id="rId18"/>
    <p:sldId id="445" r:id="rId19"/>
    <p:sldId id="447" r:id="rId20"/>
    <p:sldId id="559" r:id="rId21"/>
    <p:sldId id="343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1176" autoAdjust="0"/>
    <p:restoredTop sz="99639" autoAdjust="0"/>
  </p:normalViewPr>
  <p:slideViewPr>
    <p:cSldViewPr>
      <p:cViewPr>
        <p:scale>
          <a:sx n="60" d="100"/>
          <a:sy n="60" d="100"/>
        </p:scale>
        <p:origin x="-1186" y="-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A232CEB-62D8-4589-8260-D2DD0950260D}">
      <dgm:prSet phldrT="[Text]"/>
      <dgm:spPr/>
      <dgm:t>
        <a:bodyPr/>
        <a:lstStyle/>
        <a:p>
          <a:r>
            <a:rPr lang="en-US" dirty="0" smtClean="0"/>
            <a:t>Communication</a:t>
          </a:r>
          <a:endParaRPr lang="en-US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43C0393A-46E1-4A9F-9CD6-60993EC2335B}">
      <dgm:prSet phldrT="[Text]"/>
      <dgm:spPr/>
      <dgm:t>
        <a:bodyPr/>
        <a:lstStyle/>
        <a:p>
          <a:r>
            <a:rPr lang="en-US" dirty="0" smtClean="0"/>
            <a:t>Simplicity</a:t>
          </a:r>
          <a:endParaRPr lang="en-US" dirty="0"/>
        </a:p>
      </dgm:t>
    </dgm:pt>
    <dgm:pt modelId="{C9BB6BC7-BBAF-4E47-A5D0-7E1793192DD2}" type="parTrans" cxnId="{6B7D6F0A-EEC4-429C-A17F-05FDC8D9F9A1}">
      <dgm:prSet/>
      <dgm:spPr/>
      <dgm:t>
        <a:bodyPr/>
        <a:lstStyle/>
        <a:p>
          <a:endParaRPr lang="en-US"/>
        </a:p>
      </dgm:t>
    </dgm:pt>
    <dgm:pt modelId="{92BD5F50-45E3-4744-AFBC-834C647F6544}" type="sibTrans" cxnId="{6B7D6F0A-EEC4-429C-A17F-05FDC8D9F9A1}">
      <dgm:prSet/>
      <dgm:spPr/>
      <dgm:t>
        <a:bodyPr/>
        <a:lstStyle/>
        <a:p>
          <a:endParaRPr lang="en-US"/>
        </a:p>
      </dgm:t>
    </dgm:pt>
    <dgm:pt modelId="{E7F16E8F-B07B-49CD-9F52-85A84C58F053}">
      <dgm:prSet phldrT="[Text]"/>
      <dgm:spPr/>
      <dgm:t>
        <a:bodyPr/>
        <a:lstStyle/>
        <a:p>
          <a:r>
            <a:rPr lang="en-US" dirty="0" smtClean="0"/>
            <a:t>Feedback</a:t>
          </a:r>
          <a:endParaRPr lang="en-US" dirty="0"/>
        </a:p>
      </dgm:t>
    </dgm:pt>
    <dgm:pt modelId="{34AEC5FF-E97D-4573-851C-EF83ABF7DC00}" type="parTrans" cxnId="{66F907DD-AC0B-43D2-A26F-7BF1BD7B834A}">
      <dgm:prSet/>
      <dgm:spPr/>
      <dgm:t>
        <a:bodyPr/>
        <a:lstStyle/>
        <a:p>
          <a:endParaRPr lang="en-US"/>
        </a:p>
      </dgm:t>
    </dgm:pt>
    <dgm:pt modelId="{E4243C59-659E-46FE-A2F9-831D4FBC603F}" type="sibTrans" cxnId="{66F907DD-AC0B-43D2-A26F-7BF1BD7B834A}">
      <dgm:prSet/>
      <dgm:spPr/>
      <dgm:t>
        <a:bodyPr/>
        <a:lstStyle/>
        <a:p>
          <a:endParaRPr lang="en-US"/>
        </a:p>
      </dgm:t>
    </dgm:pt>
    <dgm:pt modelId="{42A66AF4-5FE1-4E5F-97D7-1F69D7D75C70}">
      <dgm:prSet phldrT="[Text]"/>
      <dgm:spPr/>
      <dgm:t>
        <a:bodyPr/>
        <a:lstStyle/>
        <a:p>
          <a:r>
            <a:rPr lang="en-US" dirty="0" smtClean="0"/>
            <a:t>Courage</a:t>
          </a:r>
          <a:endParaRPr lang="en-US" dirty="0"/>
        </a:p>
      </dgm:t>
    </dgm:pt>
    <dgm:pt modelId="{2AC18EE0-CF02-4CF0-91C4-4617515BA053}" type="parTrans" cxnId="{03A5AE77-1C15-48CF-89E4-FBA64225A0FA}">
      <dgm:prSet/>
      <dgm:spPr/>
      <dgm:t>
        <a:bodyPr/>
        <a:lstStyle/>
        <a:p>
          <a:endParaRPr lang="en-US"/>
        </a:p>
      </dgm:t>
    </dgm:pt>
    <dgm:pt modelId="{385E9FF6-E228-410A-BB68-0531480C4355}" type="sibTrans" cxnId="{03A5AE77-1C15-48CF-89E4-FBA64225A0FA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  <dgm:t>
        <a:bodyPr/>
        <a:lstStyle/>
        <a:p>
          <a:endParaRPr lang="en-US"/>
        </a:p>
      </dgm:t>
    </dgm:pt>
    <dgm:pt modelId="{0B349CBC-8ED4-48C8-A222-9C9340338692}" type="pres">
      <dgm:prSet presAssocID="{5A232CEB-62D8-4589-8260-D2DD0950260D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  <dgm:t>
        <a:bodyPr/>
        <a:lstStyle/>
        <a:p>
          <a:endParaRPr lang="en-US"/>
        </a:p>
      </dgm:t>
    </dgm:pt>
    <dgm:pt modelId="{5E62230B-D0E7-44B1-B792-63524C0AF476}" type="pres">
      <dgm:prSet presAssocID="{5A232CEB-62D8-4589-8260-D2DD0950260D}" presName="childText" presStyleLbl="con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D6B864-3920-4D2F-995E-6A1AAEBE2594}" type="pres">
      <dgm:prSet presAssocID="{09EF4320-CD4F-41E8-A393-ECE55D103206}" presName="spaceBetweenRectangles" presStyleCnt="0"/>
      <dgm:spPr/>
      <dgm:t>
        <a:bodyPr/>
        <a:lstStyle/>
        <a:p>
          <a:endParaRPr lang="en-US"/>
        </a:p>
      </dgm:t>
    </dgm:pt>
    <dgm:pt modelId="{7B9833F8-797D-4A99-9CCC-108126CC8A37}" type="pres">
      <dgm:prSet presAssocID="{43C0393A-46E1-4A9F-9CD6-60993EC2335B}" presName="parentLin" presStyleCnt="0"/>
      <dgm:spPr/>
      <dgm:t>
        <a:bodyPr/>
        <a:lstStyle/>
        <a:p>
          <a:endParaRPr lang="en-US"/>
        </a:p>
      </dgm:t>
    </dgm:pt>
    <dgm:pt modelId="{00DAA942-0E35-430E-BE36-7DD1E0FA1F14}" type="pres">
      <dgm:prSet presAssocID="{43C0393A-46E1-4A9F-9CD6-60993EC2335B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9C3A0030-3328-4360-9C94-1B8585EC0465}" type="pres">
      <dgm:prSet presAssocID="{43C0393A-46E1-4A9F-9CD6-60993EC2335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BFDD32-166F-44CC-B502-C5D390BFB49D}" type="pres">
      <dgm:prSet presAssocID="{43C0393A-46E1-4A9F-9CD6-60993EC2335B}" presName="negativeSpace" presStyleCnt="0"/>
      <dgm:spPr/>
      <dgm:t>
        <a:bodyPr/>
        <a:lstStyle/>
        <a:p>
          <a:endParaRPr lang="en-US"/>
        </a:p>
      </dgm:t>
    </dgm:pt>
    <dgm:pt modelId="{AE7E922B-5B2A-485B-BC5B-F9CBA0239F8F}" type="pres">
      <dgm:prSet presAssocID="{43C0393A-46E1-4A9F-9CD6-60993EC2335B}" presName="childText" presStyleLbl="con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07E4A3-5671-42FD-8764-27FF8E0016A2}" type="pres">
      <dgm:prSet presAssocID="{92BD5F50-45E3-4744-AFBC-834C647F6544}" presName="spaceBetweenRectangles" presStyleCnt="0"/>
      <dgm:spPr/>
      <dgm:t>
        <a:bodyPr/>
        <a:lstStyle/>
        <a:p>
          <a:endParaRPr lang="en-US"/>
        </a:p>
      </dgm:t>
    </dgm:pt>
    <dgm:pt modelId="{9050E09B-0304-4E94-A05D-E80A6123DE47}" type="pres">
      <dgm:prSet presAssocID="{E7F16E8F-B07B-49CD-9F52-85A84C58F053}" presName="parentLin" presStyleCnt="0"/>
      <dgm:spPr/>
      <dgm:t>
        <a:bodyPr/>
        <a:lstStyle/>
        <a:p>
          <a:endParaRPr lang="en-US"/>
        </a:p>
      </dgm:t>
    </dgm:pt>
    <dgm:pt modelId="{A7CBC039-0BC2-4AA9-96C5-D53214E7072C}" type="pres">
      <dgm:prSet presAssocID="{E7F16E8F-B07B-49CD-9F52-85A84C58F053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35B351AB-B61D-4E2F-B86C-96E3F283D1FD}" type="pres">
      <dgm:prSet presAssocID="{E7F16E8F-B07B-49CD-9F52-85A84C58F053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AB935D-4B4E-4F4B-A4EF-168A28D53E37}" type="pres">
      <dgm:prSet presAssocID="{E7F16E8F-B07B-49CD-9F52-85A84C58F053}" presName="negativeSpace" presStyleCnt="0"/>
      <dgm:spPr/>
      <dgm:t>
        <a:bodyPr/>
        <a:lstStyle/>
        <a:p>
          <a:endParaRPr lang="en-US"/>
        </a:p>
      </dgm:t>
    </dgm:pt>
    <dgm:pt modelId="{EDC5F971-55C6-44F2-8041-4D20B3A7D8A0}" type="pres">
      <dgm:prSet presAssocID="{E7F16E8F-B07B-49CD-9F52-85A84C58F053}" presName="childText" presStyleLbl="con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09880B-10B1-4282-819D-76C7F35E568C}" type="pres">
      <dgm:prSet presAssocID="{E4243C59-659E-46FE-A2F9-831D4FBC603F}" presName="spaceBetweenRectangles" presStyleCnt="0"/>
      <dgm:spPr/>
      <dgm:t>
        <a:bodyPr/>
        <a:lstStyle/>
        <a:p>
          <a:endParaRPr lang="en-US"/>
        </a:p>
      </dgm:t>
    </dgm:pt>
    <dgm:pt modelId="{C5CC3638-34E8-4BF8-BF92-A767796CB909}" type="pres">
      <dgm:prSet presAssocID="{42A66AF4-5FE1-4E5F-97D7-1F69D7D75C70}" presName="parentLin" presStyleCnt="0"/>
      <dgm:spPr/>
      <dgm:t>
        <a:bodyPr/>
        <a:lstStyle/>
        <a:p>
          <a:endParaRPr lang="en-US"/>
        </a:p>
      </dgm:t>
    </dgm:pt>
    <dgm:pt modelId="{D4E2915F-BA21-41DF-B999-B847894AFA39}" type="pres">
      <dgm:prSet presAssocID="{42A66AF4-5FE1-4E5F-97D7-1F69D7D75C70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D63D5445-A221-46DA-9118-8F1D3211DCA5}" type="pres">
      <dgm:prSet presAssocID="{42A66AF4-5FE1-4E5F-97D7-1F69D7D75C70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0EFB2E-EA3C-4D37-ADA2-D08F99196661}" type="pres">
      <dgm:prSet presAssocID="{42A66AF4-5FE1-4E5F-97D7-1F69D7D75C70}" presName="negativeSpace" presStyleCnt="0"/>
      <dgm:spPr/>
      <dgm:t>
        <a:bodyPr/>
        <a:lstStyle/>
        <a:p>
          <a:endParaRPr lang="en-US"/>
        </a:p>
      </dgm:t>
    </dgm:pt>
    <dgm:pt modelId="{47EB023C-2B17-41B3-9984-6B95006B4D30}" type="pres">
      <dgm:prSet presAssocID="{42A66AF4-5FE1-4E5F-97D7-1F69D7D75C70}" presName="childText" presStyleLbl="con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C680347-A968-4416-AA71-E2CB7C93C2DD}" type="presOf" srcId="{E7F16E8F-B07B-49CD-9F52-85A84C58F053}" destId="{A7CBC039-0BC2-4AA9-96C5-D53214E7072C}" srcOrd="0" destOrd="0" presId="urn:microsoft.com/office/officeart/2005/8/layout/list1"/>
    <dgm:cxn modelId="{66F907DD-AC0B-43D2-A26F-7BF1BD7B834A}" srcId="{259721CE-C292-4BF7-AA2B-27507BE9C04D}" destId="{E7F16E8F-B07B-49CD-9F52-85A84C58F053}" srcOrd="2" destOrd="0" parTransId="{34AEC5FF-E97D-4573-851C-EF83ABF7DC00}" sibTransId="{E4243C59-659E-46FE-A2F9-831D4FBC603F}"/>
    <dgm:cxn modelId="{5BD52E7C-48FC-4326-AF83-5542A5FDB882}" type="presOf" srcId="{42A66AF4-5FE1-4E5F-97D7-1F69D7D75C70}" destId="{D4E2915F-BA21-41DF-B999-B847894AFA39}" srcOrd="0" destOrd="0" presId="urn:microsoft.com/office/officeart/2005/8/layout/list1"/>
    <dgm:cxn modelId="{F6DBE86A-4F87-41C2-BDE1-FCE303D7552D}" type="presOf" srcId="{5A232CEB-62D8-4589-8260-D2DD0950260D}" destId="{848FFB67-E67A-4AED-860D-D3CE90B334DB}" srcOrd="1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F0E1C1FE-A3CE-46F9-92DC-20F0AFAA8B92}" type="presOf" srcId="{259721CE-C292-4BF7-AA2B-27507BE9C04D}" destId="{4D585F68-F1C3-491E-97C8-FE191B789273}" srcOrd="0" destOrd="0" presId="urn:microsoft.com/office/officeart/2005/8/layout/list1"/>
    <dgm:cxn modelId="{8F44CBE3-E43F-4AE8-9D82-BEBF6926D90B}" type="presOf" srcId="{5A232CEB-62D8-4589-8260-D2DD0950260D}" destId="{0B349CBC-8ED4-48C8-A222-9C9340338692}" srcOrd="0" destOrd="0" presId="urn:microsoft.com/office/officeart/2005/8/layout/list1"/>
    <dgm:cxn modelId="{76140C80-0911-418A-A1D4-AF4224B473A0}" type="presOf" srcId="{42A66AF4-5FE1-4E5F-97D7-1F69D7D75C70}" destId="{D63D5445-A221-46DA-9118-8F1D3211DCA5}" srcOrd="1" destOrd="0" presId="urn:microsoft.com/office/officeart/2005/8/layout/list1"/>
    <dgm:cxn modelId="{6B7D6F0A-EEC4-429C-A17F-05FDC8D9F9A1}" srcId="{259721CE-C292-4BF7-AA2B-27507BE9C04D}" destId="{43C0393A-46E1-4A9F-9CD6-60993EC2335B}" srcOrd="1" destOrd="0" parTransId="{C9BB6BC7-BBAF-4E47-A5D0-7E1793192DD2}" sibTransId="{92BD5F50-45E3-4744-AFBC-834C647F6544}"/>
    <dgm:cxn modelId="{03A5AE77-1C15-48CF-89E4-FBA64225A0FA}" srcId="{259721CE-C292-4BF7-AA2B-27507BE9C04D}" destId="{42A66AF4-5FE1-4E5F-97D7-1F69D7D75C70}" srcOrd="3" destOrd="0" parTransId="{2AC18EE0-CF02-4CF0-91C4-4617515BA053}" sibTransId="{385E9FF6-E228-410A-BB68-0531480C4355}"/>
    <dgm:cxn modelId="{54BA29E2-339D-4077-B78C-9D172A7287A7}" type="presOf" srcId="{E7F16E8F-B07B-49CD-9F52-85A84C58F053}" destId="{35B351AB-B61D-4E2F-B86C-96E3F283D1FD}" srcOrd="1" destOrd="0" presId="urn:microsoft.com/office/officeart/2005/8/layout/list1"/>
    <dgm:cxn modelId="{464A6C9D-EB2E-40AC-9824-D10CC2DC7F84}" type="presOf" srcId="{43C0393A-46E1-4A9F-9CD6-60993EC2335B}" destId="{00DAA942-0E35-430E-BE36-7DD1E0FA1F14}" srcOrd="0" destOrd="0" presId="urn:microsoft.com/office/officeart/2005/8/layout/list1"/>
    <dgm:cxn modelId="{7F34BF29-F94A-4A78-B1FC-B7AFE923FF13}" type="presOf" srcId="{43C0393A-46E1-4A9F-9CD6-60993EC2335B}" destId="{9C3A0030-3328-4360-9C94-1B8585EC0465}" srcOrd="1" destOrd="0" presId="urn:microsoft.com/office/officeart/2005/8/layout/list1"/>
    <dgm:cxn modelId="{2BADA69E-D317-458B-8F51-8D32C4A3D719}" type="presParOf" srcId="{4D585F68-F1C3-491E-97C8-FE191B789273}" destId="{E9118B4B-820F-4974-9EC5-2AA1C73EF9CD}" srcOrd="0" destOrd="0" presId="urn:microsoft.com/office/officeart/2005/8/layout/list1"/>
    <dgm:cxn modelId="{501A3890-5820-41A2-B99D-3ED799F1BC4A}" type="presParOf" srcId="{E9118B4B-820F-4974-9EC5-2AA1C73EF9CD}" destId="{0B349CBC-8ED4-48C8-A222-9C9340338692}" srcOrd="0" destOrd="0" presId="urn:microsoft.com/office/officeart/2005/8/layout/list1"/>
    <dgm:cxn modelId="{25BB281A-3070-4664-A978-A8095EE88A57}" type="presParOf" srcId="{E9118B4B-820F-4974-9EC5-2AA1C73EF9CD}" destId="{848FFB67-E67A-4AED-860D-D3CE90B334DB}" srcOrd="1" destOrd="0" presId="urn:microsoft.com/office/officeart/2005/8/layout/list1"/>
    <dgm:cxn modelId="{74B2658D-E336-4AB5-849C-2967583C0FC1}" type="presParOf" srcId="{4D585F68-F1C3-491E-97C8-FE191B789273}" destId="{E60DF7E8-B64D-4839-AD8F-7162382F7282}" srcOrd="1" destOrd="0" presId="urn:microsoft.com/office/officeart/2005/8/layout/list1"/>
    <dgm:cxn modelId="{C35C914B-DAC3-4393-A256-C56C9CC17827}" type="presParOf" srcId="{4D585F68-F1C3-491E-97C8-FE191B789273}" destId="{5E62230B-D0E7-44B1-B792-63524C0AF476}" srcOrd="2" destOrd="0" presId="urn:microsoft.com/office/officeart/2005/8/layout/list1"/>
    <dgm:cxn modelId="{5143DA25-33F7-426C-A5A2-C6CCBE74DD95}" type="presParOf" srcId="{4D585F68-F1C3-491E-97C8-FE191B789273}" destId="{9AD6B864-3920-4D2F-995E-6A1AAEBE2594}" srcOrd="3" destOrd="0" presId="urn:microsoft.com/office/officeart/2005/8/layout/list1"/>
    <dgm:cxn modelId="{77C2895E-603F-4C60-9E1B-F32231667EC2}" type="presParOf" srcId="{4D585F68-F1C3-491E-97C8-FE191B789273}" destId="{7B9833F8-797D-4A99-9CCC-108126CC8A37}" srcOrd="4" destOrd="0" presId="urn:microsoft.com/office/officeart/2005/8/layout/list1"/>
    <dgm:cxn modelId="{E18B9413-20CC-4362-BF97-62C88E0D0F59}" type="presParOf" srcId="{7B9833F8-797D-4A99-9CCC-108126CC8A37}" destId="{00DAA942-0E35-430E-BE36-7DD1E0FA1F14}" srcOrd="0" destOrd="0" presId="urn:microsoft.com/office/officeart/2005/8/layout/list1"/>
    <dgm:cxn modelId="{B4D8859F-4F68-4840-8141-F968D0F611FE}" type="presParOf" srcId="{7B9833F8-797D-4A99-9CCC-108126CC8A37}" destId="{9C3A0030-3328-4360-9C94-1B8585EC0465}" srcOrd="1" destOrd="0" presId="urn:microsoft.com/office/officeart/2005/8/layout/list1"/>
    <dgm:cxn modelId="{03A8D7B9-1A11-4036-9481-69F539C6C43C}" type="presParOf" srcId="{4D585F68-F1C3-491E-97C8-FE191B789273}" destId="{3CBFDD32-166F-44CC-B502-C5D390BFB49D}" srcOrd="5" destOrd="0" presId="urn:microsoft.com/office/officeart/2005/8/layout/list1"/>
    <dgm:cxn modelId="{EB2EDBA5-12A7-45A0-8895-381E6D2C7B4B}" type="presParOf" srcId="{4D585F68-F1C3-491E-97C8-FE191B789273}" destId="{AE7E922B-5B2A-485B-BC5B-F9CBA0239F8F}" srcOrd="6" destOrd="0" presId="urn:microsoft.com/office/officeart/2005/8/layout/list1"/>
    <dgm:cxn modelId="{AFFD98CA-5D3F-4C8C-A360-90B8543EA5BE}" type="presParOf" srcId="{4D585F68-F1C3-491E-97C8-FE191B789273}" destId="{AA07E4A3-5671-42FD-8764-27FF8E0016A2}" srcOrd="7" destOrd="0" presId="urn:microsoft.com/office/officeart/2005/8/layout/list1"/>
    <dgm:cxn modelId="{C8FD0E93-B9B3-4F0D-872C-3F3BE7B764DC}" type="presParOf" srcId="{4D585F68-F1C3-491E-97C8-FE191B789273}" destId="{9050E09B-0304-4E94-A05D-E80A6123DE47}" srcOrd="8" destOrd="0" presId="urn:microsoft.com/office/officeart/2005/8/layout/list1"/>
    <dgm:cxn modelId="{D17A7EB9-EC8D-4B40-9094-972FC9931A27}" type="presParOf" srcId="{9050E09B-0304-4E94-A05D-E80A6123DE47}" destId="{A7CBC039-0BC2-4AA9-96C5-D53214E7072C}" srcOrd="0" destOrd="0" presId="urn:microsoft.com/office/officeart/2005/8/layout/list1"/>
    <dgm:cxn modelId="{48654760-416B-4AF5-B477-819F73509E9C}" type="presParOf" srcId="{9050E09B-0304-4E94-A05D-E80A6123DE47}" destId="{35B351AB-B61D-4E2F-B86C-96E3F283D1FD}" srcOrd="1" destOrd="0" presId="urn:microsoft.com/office/officeart/2005/8/layout/list1"/>
    <dgm:cxn modelId="{1F1159F0-24D6-4DBC-B108-078FD588F74A}" type="presParOf" srcId="{4D585F68-F1C3-491E-97C8-FE191B789273}" destId="{A1AB935D-4B4E-4F4B-A4EF-168A28D53E37}" srcOrd="9" destOrd="0" presId="urn:microsoft.com/office/officeart/2005/8/layout/list1"/>
    <dgm:cxn modelId="{A90F7B67-5334-4175-848F-EFC399288F0C}" type="presParOf" srcId="{4D585F68-F1C3-491E-97C8-FE191B789273}" destId="{EDC5F971-55C6-44F2-8041-4D20B3A7D8A0}" srcOrd="10" destOrd="0" presId="urn:microsoft.com/office/officeart/2005/8/layout/list1"/>
    <dgm:cxn modelId="{C510EE52-B046-4292-8D98-867E1CFADFF7}" type="presParOf" srcId="{4D585F68-F1C3-491E-97C8-FE191B789273}" destId="{7509880B-10B1-4282-819D-76C7F35E568C}" srcOrd="11" destOrd="0" presId="urn:microsoft.com/office/officeart/2005/8/layout/list1"/>
    <dgm:cxn modelId="{4F53650B-C01A-4DA0-A05E-128F883545BE}" type="presParOf" srcId="{4D585F68-F1C3-491E-97C8-FE191B789273}" destId="{C5CC3638-34E8-4BF8-BF92-A767796CB909}" srcOrd="12" destOrd="0" presId="urn:microsoft.com/office/officeart/2005/8/layout/list1"/>
    <dgm:cxn modelId="{0FF51AC7-153D-489F-B451-E97A99A10934}" type="presParOf" srcId="{C5CC3638-34E8-4BF8-BF92-A767796CB909}" destId="{D4E2915F-BA21-41DF-B999-B847894AFA39}" srcOrd="0" destOrd="0" presId="urn:microsoft.com/office/officeart/2005/8/layout/list1"/>
    <dgm:cxn modelId="{6B2BCC46-2E90-4F10-89A3-21C0A7230A7E}" type="presParOf" srcId="{C5CC3638-34E8-4BF8-BF92-A767796CB909}" destId="{D63D5445-A221-46DA-9118-8F1D3211DCA5}" srcOrd="1" destOrd="0" presId="urn:microsoft.com/office/officeart/2005/8/layout/list1"/>
    <dgm:cxn modelId="{0D827DDC-79B7-40F2-9595-D96FAA3621BE}" type="presParOf" srcId="{4D585F68-F1C3-491E-97C8-FE191B789273}" destId="{6C0EFB2E-EA3C-4D37-ADA2-D08F99196661}" srcOrd="13" destOrd="0" presId="urn:microsoft.com/office/officeart/2005/8/layout/list1"/>
    <dgm:cxn modelId="{1555D14E-C1D6-40D0-85F1-32603DE95FB2}" type="presParOf" srcId="{4D585F68-F1C3-491E-97C8-FE191B789273}" destId="{47EB023C-2B17-41B3-9984-6B95006B4D3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85F47D-C5AB-4CED-BC6D-D847BE117DAE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2C98D0B-A61A-47E8-96CA-DDD20FCDDA0F}">
      <dgm:prSet phldrT="[Text]" custT="1"/>
      <dgm:spPr/>
      <dgm:t>
        <a:bodyPr/>
        <a:lstStyle/>
        <a:p>
          <a:r>
            <a:rPr lang="en-US" sz="2200" dirty="0" smtClean="0"/>
            <a:t>Users</a:t>
          </a:r>
          <a:endParaRPr lang="en-US" sz="2200" dirty="0"/>
        </a:p>
      </dgm:t>
    </dgm:pt>
    <dgm:pt modelId="{57F2B80C-FFB7-4680-BCD1-870829938EB3}" type="parTrans" cxnId="{BD1CC4DA-A1DA-4711-AB2E-62EBE2C0D9C7}">
      <dgm:prSet/>
      <dgm:spPr/>
      <dgm:t>
        <a:bodyPr/>
        <a:lstStyle/>
        <a:p>
          <a:endParaRPr lang="en-US"/>
        </a:p>
      </dgm:t>
    </dgm:pt>
    <dgm:pt modelId="{E73751F8-134A-4036-9414-EC18E95EBB0F}" type="sibTrans" cxnId="{BD1CC4DA-A1DA-4711-AB2E-62EBE2C0D9C7}">
      <dgm:prSet/>
      <dgm:spPr/>
      <dgm:t>
        <a:bodyPr/>
        <a:lstStyle/>
        <a:p>
          <a:endParaRPr lang="en-US"/>
        </a:p>
      </dgm:t>
    </dgm:pt>
    <dgm:pt modelId="{CCCFA026-B674-44ED-A580-4F56C9C2DC7E}">
      <dgm:prSet phldrT="[Text]" custT="1"/>
      <dgm:spPr/>
      <dgm:t>
        <a:bodyPr/>
        <a:lstStyle/>
        <a:p>
          <a:r>
            <a:rPr lang="en-US" sz="2200" dirty="0" smtClean="0"/>
            <a:t>Programmers</a:t>
          </a:r>
          <a:endParaRPr lang="en-US" sz="2200" dirty="0"/>
        </a:p>
      </dgm:t>
    </dgm:pt>
    <dgm:pt modelId="{EDAD5051-6BFC-49C2-8BEB-376C05F16F4B}" type="parTrans" cxnId="{926CF964-6548-4269-BAA8-E3A7BD93CD1F}">
      <dgm:prSet/>
      <dgm:spPr/>
      <dgm:t>
        <a:bodyPr/>
        <a:lstStyle/>
        <a:p>
          <a:endParaRPr lang="en-US"/>
        </a:p>
      </dgm:t>
    </dgm:pt>
    <dgm:pt modelId="{B09A4382-0884-4B74-BA0E-29B92614867B}" type="sibTrans" cxnId="{926CF964-6548-4269-BAA8-E3A7BD93CD1F}">
      <dgm:prSet/>
      <dgm:spPr/>
      <dgm:t>
        <a:bodyPr/>
        <a:lstStyle/>
        <a:p>
          <a:endParaRPr lang="en-US"/>
        </a:p>
      </dgm:t>
    </dgm:pt>
    <dgm:pt modelId="{2B92354F-0291-4B0A-BE4C-DE1BE54C384D}">
      <dgm:prSet phldrT="[Text]" custT="1"/>
      <dgm:spPr/>
      <dgm:t>
        <a:bodyPr/>
        <a:lstStyle/>
        <a:p>
          <a:r>
            <a:rPr lang="en-US" sz="2200" dirty="0" smtClean="0"/>
            <a:t>Interaction Designers</a:t>
          </a:r>
          <a:endParaRPr lang="en-US" sz="2200" dirty="0"/>
        </a:p>
      </dgm:t>
    </dgm:pt>
    <dgm:pt modelId="{3F014E38-960D-4261-9856-089F3126FF85}" type="parTrans" cxnId="{35D2CAEE-F9E6-45F0-84F1-C21CBD3A91D9}">
      <dgm:prSet/>
      <dgm:spPr/>
      <dgm:t>
        <a:bodyPr/>
        <a:lstStyle/>
        <a:p>
          <a:endParaRPr lang="en-US"/>
        </a:p>
      </dgm:t>
    </dgm:pt>
    <dgm:pt modelId="{B3380829-7F2D-47F4-B21B-D35BC38D95A1}" type="sibTrans" cxnId="{35D2CAEE-F9E6-45F0-84F1-C21CBD3A91D9}">
      <dgm:prSet/>
      <dgm:spPr/>
      <dgm:t>
        <a:bodyPr/>
        <a:lstStyle/>
        <a:p>
          <a:endParaRPr lang="en-US"/>
        </a:p>
      </dgm:t>
    </dgm:pt>
    <dgm:pt modelId="{0E59F656-46EE-40FD-9649-E0B06EA039B1}">
      <dgm:prSet phldrT="[Text]" custT="1"/>
      <dgm:spPr/>
      <dgm:t>
        <a:bodyPr/>
        <a:lstStyle/>
        <a:p>
          <a:r>
            <a:rPr lang="en-US" sz="2200" dirty="0" smtClean="0"/>
            <a:t>Project Managers</a:t>
          </a:r>
          <a:endParaRPr lang="en-US" sz="2200" dirty="0"/>
        </a:p>
      </dgm:t>
    </dgm:pt>
    <dgm:pt modelId="{23FFDA6E-D79E-4F34-914F-55BF01243AFE}" type="parTrans" cxnId="{C6A2B2E2-61BC-4297-B4EB-D266913351BC}">
      <dgm:prSet/>
      <dgm:spPr/>
      <dgm:t>
        <a:bodyPr/>
        <a:lstStyle/>
        <a:p>
          <a:endParaRPr lang="en-US"/>
        </a:p>
      </dgm:t>
    </dgm:pt>
    <dgm:pt modelId="{81B8016B-8447-44AB-8CE9-05F07CE804A9}" type="sibTrans" cxnId="{C6A2B2E2-61BC-4297-B4EB-D266913351BC}">
      <dgm:prSet/>
      <dgm:spPr/>
      <dgm:t>
        <a:bodyPr/>
        <a:lstStyle/>
        <a:p>
          <a:endParaRPr lang="en-US"/>
        </a:p>
      </dgm:t>
    </dgm:pt>
    <dgm:pt modelId="{4C86618D-161A-4401-97E0-F4C139D32490}">
      <dgm:prSet phldrT="[Text]" custT="1"/>
      <dgm:spPr/>
      <dgm:t>
        <a:bodyPr/>
        <a:lstStyle/>
        <a:p>
          <a:r>
            <a:rPr lang="en-US" sz="2200" dirty="0" smtClean="0"/>
            <a:t>Technical Writers</a:t>
          </a:r>
          <a:endParaRPr lang="en-US" sz="2200" dirty="0"/>
        </a:p>
      </dgm:t>
    </dgm:pt>
    <dgm:pt modelId="{8ED35DFE-8B41-4186-A17C-CB540D67B002}" type="parTrans" cxnId="{86AD0AD2-7600-4D61-863C-138C6CAFB5B6}">
      <dgm:prSet/>
      <dgm:spPr/>
      <dgm:t>
        <a:bodyPr/>
        <a:lstStyle/>
        <a:p>
          <a:endParaRPr lang="en-US"/>
        </a:p>
      </dgm:t>
    </dgm:pt>
    <dgm:pt modelId="{1BBB8FEE-8ED4-401E-8754-0DF48C97845B}" type="sibTrans" cxnId="{86AD0AD2-7600-4D61-863C-138C6CAFB5B6}">
      <dgm:prSet/>
      <dgm:spPr/>
      <dgm:t>
        <a:bodyPr/>
        <a:lstStyle/>
        <a:p>
          <a:endParaRPr lang="en-US"/>
        </a:p>
      </dgm:t>
    </dgm:pt>
    <dgm:pt modelId="{5E8EA7C3-5DB4-4A99-B72E-8C611D16E7E4}">
      <dgm:prSet phldrT="[Text]" custT="1"/>
      <dgm:spPr/>
      <dgm:t>
        <a:bodyPr/>
        <a:lstStyle/>
        <a:p>
          <a:r>
            <a:rPr lang="en-US" sz="2200" dirty="0" smtClean="0"/>
            <a:t>Testers</a:t>
          </a:r>
          <a:endParaRPr lang="en-US" sz="2200" dirty="0"/>
        </a:p>
      </dgm:t>
    </dgm:pt>
    <dgm:pt modelId="{15BF6AAA-D282-48A9-864B-88BBA74EA33B}" type="parTrans" cxnId="{F83862AD-C5CF-4C0A-AFF2-D69686131326}">
      <dgm:prSet/>
      <dgm:spPr/>
      <dgm:t>
        <a:bodyPr/>
        <a:lstStyle/>
        <a:p>
          <a:endParaRPr lang="en-US"/>
        </a:p>
      </dgm:t>
    </dgm:pt>
    <dgm:pt modelId="{31E52303-E932-427F-B7B2-DE8AB99DA6FB}" type="sibTrans" cxnId="{F83862AD-C5CF-4C0A-AFF2-D69686131326}">
      <dgm:prSet/>
      <dgm:spPr/>
      <dgm:t>
        <a:bodyPr/>
        <a:lstStyle/>
        <a:p>
          <a:endParaRPr lang="en-US"/>
        </a:p>
      </dgm:t>
    </dgm:pt>
    <dgm:pt modelId="{23CB3FE8-F4D5-4880-8BB0-C04477C3AE58}">
      <dgm:prSet phldrT="[Text]" custT="1"/>
      <dgm:spPr/>
      <dgm:t>
        <a:bodyPr/>
        <a:lstStyle/>
        <a:p>
          <a:r>
            <a:rPr lang="en-US" sz="2200" dirty="0" smtClean="0"/>
            <a:t>Executives</a:t>
          </a:r>
          <a:endParaRPr lang="en-US" sz="2200" dirty="0"/>
        </a:p>
      </dgm:t>
    </dgm:pt>
    <dgm:pt modelId="{EC072358-3D99-461E-B4F3-B3D326759C5D}" type="parTrans" cxnId="{EA7AEB46-C066-432B-BB7C-BDF6BE22976F}">
      <dgm:prSet/>
      <dgm:spPr/>
      <dgm:t>
        <a:bodyPr/>
        <a:lstStyle/>
        <a:p>
          <a:endParaRPr lang="en-US"/>
        </a:p>
      </dgm:t>
    </dgm:pt>
    <dgm:pt modelId="{A3BA4801-2784-4DF6-92A3-0152BDD0141E}" type="sibTrans" cxnId="{EA7AEB46-C066-432B-BB7C-BDF6BE22976F}">
      <dgm:prSet/>
      <dgm:spPr/>
      <dgm:t>
        <a:bodyPr/>
        <a:lstStyle/>
        <a:p>
          <a:endParaRPr lang="en-US"/>
        </a:p>
      </dgm:t>
    </dgm:pt>
    <dgm:pt modelId="{D3F19122-CF74-4C51-B09D-271E2CEC7B61}">
      <dgm:prSet phldrT="[Text]" custT="1"/>
      <dgm:spPr/>
      <dgm:t>
        <a:bodyPr/>
        <a:lstStyle/>
        <a:p>
          <a:r>
            <a:rPr lang="en-US" sz="2200" dirty="0" smtClean="0"/>
            <a:t>Architects</a:t>
          </a:r>
          <a:endParaRPr lang="en-US" sz="2200" dirty="0"/>
        </a:p>
      </dgm:t>
    </dgm:pt>
    <dgm:pt modelId="{DEAAF671-47A1-45D9-9579-A65859D8B88D}" type="parTrans" cxnId="{10F423A9-D4E4-4CC8-8A90-B90BCBB8FD14}">
      <dgm:prSet/>
      <dgm:spPr/>
      <dgm:t>
        <a:bodyPr/>
        <a:lstStyle/>
        <a:p>
          <a:endParaRPr lang="en-US"/>
        </a:p>
      </dgm:t>
    </dgm:pt>
    <dgm:pt modelId="{FFA152FC-A856-4C85-954D-306AC88E871E}" type="sibTrans" cxnId="{10F423A9-D4E4-4CC8-8A90-B90BCBB8FD14}">
      <dgm:prSet/>
      <dgm:spPr/>
      <dgm:t>
        <a:bodyPr/>
        <a:lstStyle/>
        <a:p>
          <a:endParaRPr lang="en-US"/>
        </a:p>
      </dgm:t>
    </dgm:pt>
    <dgm:pt modelId="{04CF2417-BE09-4CAC-94A8-BC4FF7B49049}">
      <dgm:prSet phldrT="[Text]" custT="1"/>
      <dgm:spPr/>
      <dgm:t>
        <a:bodyPr/>
        <a:lstStyle/>
        <a:p>
          <a:r>
            <a:rPr lang="en-US" sz="2200" dirty="0" smtClean="0"/>
            <a:t>Product Managers</a:t>
          </a:r>
          <a:endParaRPr lang="en-US" sz="2200" dirty="0"/>
        </a:p>
      </dgm:t>
    </dgm:pt>
    <dgm:pt modelId="{EB9B6E16-137F-43C8-8BDB-9A1973B86A73}" type="parTrans" cxnId="{AE71A684-B236-4D39-A0BB-68B364F9734E}">
      <dgm:prSet/>
      <dgm:spPr/>
      <dgm:t>
        <a:bodyPr/>
        <a:lstStyle/>
        <a:p>
          <a:endParaRPr lang="en-US"/>
        </a:p>
      </dgm:t>
    </dgm:pt>
    <dgm:pt modelId="{61BA056D-6B99-4E7B-888D-8C3828557256}" type="sibTrans" cxnId="{AE71A684-B236-4D39-A0BB-68B364F9734E}">
      <dgm:prSet/>
      <dgm:spPr/>
      <dgm:t>
        <a:bodyPr/>
        <a:lstStyle/>
        <a:p>
          <a:endParaRPr lang="en-US"/>
        </a:p>
      </dgm:t>
    </dgm:pt>
    <dgm:pt modelId="{BDF2FEB7-6475-4CE9-BFC0-36F34D0DC5A1}" type="pres">
      <dgm:prSet presAssocID="{3685F47D-C5AB-4CED-BC6D-D847BE117DAE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64758FE-88AC-4312-9123-6E719E5C7F65}" type="pres">
      <dgm:prSet presAssocID="{02C98D0B-A61A-47E8-96CA-DDD20FCDDA0F}" presName="parentLin" presStyleCnt="0"/>
      <dgm:spPr/>
      <dgm:t>
        <a:bodyPr/>
        <a:lstStyle/>
        <a:p>
          <a:endParaRPr lang="en-US"/>
        </a:p>
      </dgm:t>
    </dgm:pt>
    <dgm:pt modelId="{31FB071C-0471-4C59-B5DE-CED26228F53A}" type="pres">
      <dgm:prSet presAssocID="{02C98D0B-A61A-47E8-96CA-DDD20FCDDA0F}" presName="parentLeftMargin" presStyleLbl="node1" presStyleIdx="0" presStyleCnt="9"/>
      <dgm:spPr/>
      <dgm:t>
        <a:bodyPr/>
        <a:lstStyle/>
        <a:p>
          <a:endParaRPr lang="en-US"/>
        </a:p>
      </dgm:t>
    </dgm:pt>
    <dgm:pt modelId="{1DB710ED-39E4-489F-8239-32D0912CD1FF}" type="pres">
      <dgm:prSet presAssocID="{02C98D0B-A61A-47E8-96CA-DDD20FCDDA0F}" presName="parentText" presStyleLbl="node1" presStyleIdx="0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1DE335-36A1-45F4-8935-F00850E4AD89}" type="pres">
      <dgm:prSet presAssocID="{02C98D0B-A61A-47E8-96CA-DDD20FCDDA0F}" presName="negativeSpace" presStyleCnt="0"/>
      <dgm:spPr/>
      <dgm:t>
        <a:bodyPr/>
        <a:lstStyle/>
        <a:p>
          <a:endParaRPr lang="en-US"/>
        </a:p>
      </dgm:t>
    </dgm:pt>
    <dgm:pt modelId="{07D163B9-A96D-4D39-BDBB-25C843374E86}" type="pres">
      <dgm:prSet presAssocID="{02C98D0B-A61A-47E8-96CA-DDD20FCDDA0F}" presName="childText" presStyleLbl="conFgAcc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C04431-9067-4973-A308-FB9C695B3836}" type="pres">
      <dgm:prSet presAssocID="{E73751F8-134A-4036-9414-EC18E95EBB0F}" presName="spaceBetweenRectangles" presStyleCnt="0"/>
      <dgm:spPr/>
      <dgm:t>
        <a:bodyPr/>
        <a:lstStyle/>
        <a:p>
          <a:endParaRPr lang="en-US"/>
        </a:p>
      </dgm:t>
    </dgm:pt>
    <dgm:pt modelId="{7402A6B3-1D17-4931-B026-E1A6CD138929}" type="pres">
      <dgm:prSet presAssocID="{2B92354F-0291-4B0A-BE4C-DE1BE54C384D}" presName="parentLin" presStyleCnt="0"/>
      <dgm:spPr/>
      <dgm:t>
        <a:bodyPr/>
        <a:lstStyle/>
        <a:p>
          <a:endParaRPr lang="en-US"/>
        </a:p>
      </dgm:t>
    </dgm:pt>
    <dgm:pt modelId="{57EEEB00-1ABC-4F28-887A-C8948505ADC6}" type="pres">
      <dgm:prSet presAssocID="{2B92354F-0291-4B0A-BE4C-DE1BE54C384D}" presName="parentLeftMargin" presStyleLbl="node1" presStyleIdx="0" presStyleCnt="9"/>
      <dgm:spPr/>
      <dgm:t>
        <a:bodyPr/>
        <a:lstStyle/>
        <a:p>
          <a:endParaRPr lang="en-US"/>
        </a:p>
      </dgm:t>
    </dgm:pt>
    <dgm:pt modelId="{E8337291-C37C-4B6C-8CDB-A6CFFC9535D9}" type="pres">
      <dgm:prSet presAssocID="{2B92354F-0291-4B0A-BE4C-DE1BE54C384D}" presName="parentText" presStyleLbl="node1" presStyleIdx="1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A0D89E-50C0-483D-A629-EDF2BBE8D1F7}" type="pres">
      <dgm:prSet presAssocID="{2B92354F-0291-4B0A-BE4C-DE1BE54C384D}" presName="negativeSpace" presStyleCnt="0"/>
      <dgm:spPr/>
      <dgm:t>
        <a:bodyPr/>
        <a:lstStyle/>
        <a:p>
          <a:endParaRPr lang="en-US"/>
        </a:p>
      </dgm:t>
    </dgm:pt>
    <dgm:pt modelId="{2D8265E8-EFB5-45DA-A28A-3977970E9CA4}" type="pres">
      <dgm:prSet presAssocID="{2B92354F-0291-4B0A-BE4C-DE1BE54C384D}" presName="childText" presStyleLbl="conFgAcc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4EE477-AD06-4841-92D3-D8AE4FB2361D}" type="pres">
      <dgm:prSet presAssocID="{B3380829-7F2D-47F4-B21B-D35BC38D95A1}" presName="spaceBetweenRectangles" presStyleCnt="0"/>
      <dgm:spPr/>
      <dgm:t>
        <a:bodyPr/>
        <a:lstStyle/>
        <a:p>
          <a:endParaRPr lang="en-US"/>
        </a:p>
      </dgm:t>
    </dgm:pt>
    <dgm:pt modelId="{FBFB6377-9B70-411F-8868-0223EB017C69}" type="pres">
      <dgm:prSet presAssocID="{04CF2417-BE09-4CAC-94A8-BC4FF7B49049}" presName="parentLin" presStyleCnt="0"/>
      <dgm:spPr/>
      <dgm:t>
        <a:bodyPr/>
        <a:lstStyle/>
        <a:p>
          <a:endParaRPr lang="en-US"/>
        </a:p>
      </dgm:t>
    </dgm:pt>
    <dgm:pt modelId="{A7813C1B-25EC-44D6-A649-693CD198C8F2}" type="pres">
      <dgm:prSet presAssocID="{04CF2417-BE09-4CAC-94A8-BC4FF7B49049}" presName="parentLeftMargin" presStyleLbl="node1" presStyleIdx="1" presStyleCnt="9"/>
      <dgm:spPr/>
      <dgm:t>
        <a:bodyPr/>
        <a:lstStyle/>
        <a:p>
          <a:endParaRPr lang="en-US"/>
        </a:p>
      </dgm:t>
    </dgm:pt>
    <dgm:pt modelId="{324A23DB-09DE-4AB2-BF26-05FCB64D29DF}" type="pres">
      <dgm:prSet presAssocID="{04CF2417-BE09-4CAC-94A8-BC4FF7B49049}" presName="parentText" presStyleLbl="node1" presStyleIdx="2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826DB5-BF6B-42BC-B9DB-245518BE1942}" type="pres">
      <dgm:prSet presAssocID="{04CF2417-BE09-4CAC-94A8-BC4FF7B49049}" presName="negativeSpace" presStyleCnt="0"/>
      <dgm:spPr/>
      <dgm:t>
        <a:bodyPr/>
        <a:lstStyle/>
        <a:p>
          <a:endParaRPr lang="en-US"/>
        </a:p>
      </dgm:t>
    </dgm:pt>
    <dgm:pt modelId="{F1DD017E-E66E-406B-8FD9-731D354012CD}" type="pres">
      <dgm:prSet presAssocID="{04CF2417-BE09-4CAC-94A8-BC4FF7B49049}" presName="childText" presStyleLbl="conFgAcc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21F4B4-7B3E-4FA4-B2BC-3DB1A2545B5B}" type="pres">
      <dgm:prSet presAssocID="{61BA056D-6B99-4E7B-888D-8C3828557256}" presName="spaceBetweenRectangles" presStyleCnt="0"/>
      <dgm:spPr/>
      <dgm:t>
        <a:bodyPr/>
        <a:lstStyle/>
        <a:p>
          <a:endParaRPr lang="en-US"/>
        </a:p>
      </dgm:t>
    </dgm:pt>
    <dgm:pt modelId="{1F6F9E70-AD6F-4B06-9A14-CF1D212C8CAA}" type="pres">
      <dgm:prSet presAssocID="{D3F19122-CF74-4C51-B09D-271E2CEC7B61}" presName="parentLin" presStyleCnt="0"/>
      <dgm:spPr/>
      <dgm:t>
        <a:bodyPr/>
        <a:lstStyle/>
        <a:p>
          <a:endParaRPr lang="en-US"/>
        </a:p>
      </dgm:t>
    </dgm:pt>
    <dgm:pt modelId="{8883D836-3586-4548-8FBD-B2679F0C1569}" type="pres">
      <dgm:prSet presAssocID="{D3F19122-CF74-4C51-B09D-271E2CEC7B61}" presName="parentLeftMargin" presStyleLbl="node1" presStyleIdx="2" presStyleCnt="9"/>
      <dgm:spPr/>
      <dgm:t>
        <a:bodyPr/>
        <a:lstStyle/>
        <a:p>
          <a:endParaRPr lang="en-US"/>
        </a:p>
      </dgm:t>
    </dgm:pt>
    <dgm:pt modelId="{B41D8808-A01D-49EA-A453-2FDD983F3007}" type="pres">
      <dgm:prSet presAssocID="{D3F19122-CF74-4C51-B09D-271E2CEC7B61}" presName="parentText" presStyleLbl="node1" presStyleIdx="3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DE1CE8-7046-4E36-A608-7879502AC638}" type="pres">
      <dgm:prSet presAssocID="{D3F19122-CF74-4C51-B09D-271E2CEC7B61}" presName="negativeSpace" presStyleCnt="0"/>
      <dgm:spPr/>
      <dgm:t>
        <a:bodyPr/>
        <a:lstStyle/>
        <a:p>
          <a:endParaRPr lang="en-US"/>
        </a:p>
      </dgm:t>
    </dgm:pt>
    <dgm:pt modelId="{AB347AA0-83D4-4CF3-AD1F-BFB787AEB712}" type="pres">
      <dgm:prSet presAssocID="{D3F19122-CF74-4C51-B09D-271E2CEC7B61}" presName="childText" presStyleLbl="conFgAcc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8E4827-27B5-4EB6-BE0B-E67C63A2DF25}" type="pres">
      <dgm:prSet presAssocID="{FFA152FC-A856-4C85-954D-306AC88E871E}" presName="spaceBetweenRectangles" presStyleCnt="0"/>
      <dgm:spPr/>
      <dgm:t>
        <a:bodyPr/>
        <a:lstStyle/>
        <a:p>
          <a:endParaRPr lang="en-US"/>
        </a:p>
      </dgm:t>
    </dgm:pt>
    <dgm:pt modelId="{F7912F4D-ABCE-4490-B260-D855CFCD217B}" type="pres">
      <dgm:prSet presAssocID="{CCCFA026-B674-44ED-A580-4F56C9C2DC7E}" presName="parentLin" presStyleCnt="0"/>
      <dgm:spPr/>
      <dgm:t>
        <a:bodyPr/>
        <a:lstStyle/>
        <a:p>
          <a:endParaRPr lang="en-US"/>
        </a:p>
      </dgm:t>
    </dgm:pt>
    <dgm:pt modelId="{C3BDC921-2AD2-4442-B3F1-5646ED293126}" type="pres">
      <dgm:prSet presAssocID="{CCCFA026-B674-44ED-A580-4F56C9C2DC7E}" presName="parentLeftMargin" presStyleLbl="node1" presStyleIdx="3" presStyleCnt="9"/>
      <dgm:spPr/>
      <dgm:t>
        <a:bodyPr/>
        <a:lstStyle/>
        <a:p>
          <a:endParaRPr lang="en-US"/>
        </a:p>
      </dgm:t>
    </dgm:pt>
    <dgm:pt modelId="{0B82F232-D7FA-4C39-8684-51F4E14A9AB4}" type="pres">
      <dgm:prSet presAssocID="{CCCFA026-B674-44ED-A580-4F56C9C2DC7E}" presName="parentText" presStyleLbl="node1" presStyleIdx="4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34C1E8-53FA-46B1-9850-AD2A4908D36A}" type="pres">
      <dgm:prSet presAssocID="{CCCFA026-B674-44ED-A580-4F56C9C2DC7E}" presName="negativeSpace" presStyleCnt="0"/>
      <dgm:spPr/>
      <dgm:t>
        <a:bodyPr/>
        <a:lstStyle/>
        <a:p>
          <a:endParaRPr lang="en-US"/>
        </a:p>
      </dgm:t>
    </dgm:pt>
    <dgm:pt modelId="{C03A23BA-56C4-4FB7-AFB2-A2ED1E6E2165}" type="pres">
      <dgm:prSet presAssocID="{CCCFA026-B674-44ED-A580-4F56C9C2DC7E}" presName="childText" presStyleLbl="conFgAcc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7C3926-CD4B-4E68-96CE-341487E894DB}" type="pres">
      <dgm:prSet presAssocID="{B09A4382-0884-4B74-BA0E-29B92614867B}" presName="spaceBetweenRectangles" presStyleCnt="0"/>
      <dgm:spPr/>
      <dgm:t>
        <a:bodyPr/>
        <a:lstStyle/>
        <a:p>
          <a:endParaRPr lang="en-US"/>
        </a:p>
      </dgm:t>
    </dgm:pt>
    <dgm:pt modelId="{13E33970-7E8D-40A0-8CDE-B61B18A95299}" type="pres">
      <dgm:prSet presAssocID="{0E59F656-46EE-40FD-9649-E0B06EA039B1}" presName="parentLin" presStyleCnt="0"/>
      <dgm:spPr/>
      <dgm:t>
        <a:bodyPr/>
        <a:lstStyle/>
        <a:p>
          <a:endParaRPr lang="en-US"/>
        </a:p>
      </dgm:t>
    </dgm:pt>
    <dgm:pt modelId="{BDB8022D-4964-465A-8BB6-CF6816FA59DF}" type="pres">
      <dgm:prSet presAssocID="{0E59F656-46EE-40FD-9649-E0B06EA039B1}" presName="parentLeftMargin" presStyleLbl="node1" presStyleIdx="4" presStyleCnt="9"/>
      <dgm:spPr/>
      <dgm:t>
        <a:bodyPr/>
        <a:lstStyle/>
        <a:p>
          <a:endParaRPr lang="en-US"/>
        </a:p>
      </dgm:t>
    </dgm:pt>
    <dgm:pt modelId="{088E1648-30E2-4B27-9C32-1D0021371D5A}" type="pres">
      <dgm:prSet presAssocID="{0E59F656-46EE-40FD-9649-E0B06EA039B1}" presName="parentText" presStyleLbl="node1" presStyleIdx="5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7AC924-49B4-4A3C-928E-CF0ABC2741D2}" type="pres">
      <dgm:prSet presAssocID="{0E59F656-46EE-40FD-9649-E0B06EA039B1}" presName="negativeSpace" presStyleCnt="0"/>
      <dgm:spPr/>
      <dgm:t>
        <a:bodyPr/>
        <a:lstStyle/>
        <a:p>
          <a:endParaRPr lang="en-US"/>
        </a:p>
      </dgm:t>
    </dgm:pt>
    <dgm:pt modelId="{B89FC2A5-890C-41B2-BE6E-A2F4195DCDC9}" type="pres">
      <dgm:prSet presAssocID="{0E59F656-46EE-40FD-9649-E0B06EA039B1}" presName="childText" presStyleLbl="conFgAcc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FFDAFC-9A2F-472A-8C8B-F442DE737E9A}" type="pres">
      <dgm:prSet presAssocID="{81B8016B-8447-44AB-8CE9-05F07CE804A9}" presName="spaceBetweenRectangles" presStyleCnt="0"/>
      <dgm:spPr/>
      <dgm:t>
        <a:bodyPr/>
        <a:lstStyle/>
        <a:p>
          <a:endParaRPr lang="en-US"/>
        </a:p>
      </dgm:t>
    </dgm:pt>
    <dgm:pt modelId="{CA93950B-119A-491C-B346-36F7278FB1B1}" type="pres">
      <dgm:prSet presAssocID="{5E8EA7C3-5DB4-4A99-B72E-8C611D16E7E4}" presName="parentLin" presStyleCnt="0"/>
      <dgm:spPr/>
      <dgm:t>
        <a:bodyPr/>
        <a:lstStyle/>
        <a:p>
          <a:endParaRPr lang="en-US"/>
        </a:p>
      </dgm:t>
    </dgm:pt>
    <dgm:pt modelId="{0C18C80B-3E00-4FA5-8534-E540B72A66E9}" type="pres">
      <dgm:prSet presAssocID="{5E8EA7C3-5DB4-4A99-B72E-8C611D16E7E4}" presName="parentLeftMargin" presStyleLbl="node1" presStyleIdx="5" presStyleCnt="9"/>
      <dgm:spPr/>
      <dgm:t>
        <a:bodyPr/>
        <a:lstStyle/>
        <a:p>
          <a:endParaRPr lang="en-US"/>
        </a:p>
      </dgm:t>
    </dgm:pt>
    <dgm:pt modelId="{20794932-9213-4A6D-A021-C1E82DFE2533}" type="pres">
      <dgm:prSet presAssocID="{5E8EA7C3-5DB4-4A99-B72E-8C611D16E7E4}" presName="parentText" presStyleLbl="node1" presStyleIdx="6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CF496D-F4E5-4221-A0FB-9A15B7BBDAFD}" type="pres">
      <dgm:prSet presAssocID="{5E8EA7C3-5DB4-4A99-B72E-8C611D16E7E4}" presName="negativeSpace" presStyleCnt="0"/>
      <dgm:spPr/>
      <dgm:t>
        <a:bodyPr/>
        <a:lstStyle/>
        <a:p>
          <a:endParaRPr lang="en-US"/>
        </a:p>
      </dgm:t>
    </dgm:pt>
    <dgm:pt modelId="{7B3046DE-0818-42AA-B5BB-EA036CD10998}" type="pres">
      <dgm:prSet presAssocID="{5E8EA7C3-5DB4-4A99-B72E-8C611D16E7E4}" presName="childText" presStyleLbl="conFgAcc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496CCB-3956-4170-8EB3-DDBABD761439}" type="pres">
      <dgm:prSet presAssocID="{31E52303-E932-427F-B7B2-DE8AB99DA6FB}" presName="spaceBetweenRectangles" presStyleCnt="0"/>
      <dgm:spPr/>
      <dgm:t>
        <a:bodyPr/>
        <a:lstStyle/>
        <a:p>
          <a:endParaRPr lang="en-US"/>
        </a:p>
      </dgm:t>
    </dgm:pt>
    <dgm:pt modelId="{C62D896F-0A04-44B2-B253-A50456375C54}" type="pres">
      <dgm:prSet presAssocID="{4C86618D-161A-4401-97E0-F4C139D32490}" presName="parentLin" presStyleCnt="0"/>
      <dgm:spPr/>
      <dgm:t>
        <a:bodyPr/>
        <a:lstStyle/>
        <a:p>
          <a:endParaRPr lang="en-US"/>
        </a:p>
      </dgm:t>
    </dgm:pt>
    <dgm:pt modelId="{DD5710EC-BFE1-45FC-9BAE-51D526D1812E}" type="pres">
      <dgm:prSet presAssocID="{4C86618D-161A-4401-97E0-F4C139D32490}" presName="parentLeftMargin" presStyleLbl="node1" presStyleIdx="6" presStyleCnt="9"/>
      <dgm:spPr/>
      <dgm:t>
        <a:bodyPr/>
        <a:lstStyle/>
        <a:p>
          <a:endParaRPr lang="en-US"/>
        </a:p>
      </dgm:t>
    </dgm:pt>
    <dgm:pt modelId="{140DCE94-D06C-45CA-A4E6-E35A7A67A019}" type="pres">
      <dgm:prSet presAssocID="{4C86618D-161A-4401-97E0-F4C139D32490}" presName="parentText" presStyleLbl="node1" presStyleIdx="7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B1BD55-F8E8-49FC-9968-DD7F7D9972FF}" type="pres">
      <dgm:prSet presAssocID="{4C86618D-161A-4401-97E0-F4C139D32490}" presName="negativeSpace" presStyleCnt="0"/>
      <dgm:spPr/>
      <dgm:t>
        <a:bodyPr/>
        <a:lstStyle/>
        <a:p>
          <a:endParaRPr lang="en-US"/>
        </a:p>
      </dgm:t>
    </dgm:pt>
    <dgm:pt modelId="{A1B816EC-8E27-43A3-B355-4C74DD4C2531}" type="pres">
      <dgm:prSet presAssocID="{4C86618D-161A-4401-97E0-F4C139D32490}" presName="childText" presStyleLbl="conFgAcc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87B625-C216-4633-844F-11DB3F3BD11F}" type="pres">
      <dgm:prSet presAssocID="{1BBB8FEE-8ED4-401E-8754-0DF48C97845B}" presName="spaceBetweenRectangles" presStyleCnt="0"/>
      <dgm:spPr/>
      <dgm:t>
        <a:bodyPr/>
        <a:lstStyle/>
        <a:p>
          <a:endParaRPr lang="en-US"/>
        </a:p>
      </dgm:t>
    </dgm:pt>
    <dgm:pt modelId="{32D996EF-3AD0-4700-8B54-9254EFD34C1F}" type="pres">
      <dgm:prSet presAssocID="{23CB3FE8-F4D5-4880-8BB0-C04477C3AE58}" presName="parentLin" presStyleCnt="0"/>
      <dgm:spPr/>
      <dgm:t>
        <a:bodyPr/>
        <a:lstStyle/>
        <a:p>
          <a:endParaRPr lang="en-US"/>
        </a:p>
      </dgm:t>
    </dgm:pt>
    <dgm:pt modelId="{42239B87-B276-4593-AAAB-7B4C0CEB3D6B}" type="pres">
      <dgm:prSet presAssocID="{23CB3FE8-F4D5-4880-8BB0-C04477C3AE58}" presName="parentLeftMargin" presStyleLbl="node1" presStyleIdx="7" presStyleCnt="9"/>
      <dgm:spPr/>
      <dgm:t>
        <a:bodyPr/>
        <a:lstStyle/>
        <a:p>
          <a:endParaRPr lang="en-US"/>
        </a:p>
      </dgm:t>
    </dgm:pt>
    <dgm:pt modelId="{D567B538-50DE-4761-AF96-2E7BFF05B88E}" type="pres">
      <dgm:prSet presAssocID="{23CB3FE8-F4D5-4880-8BB0-C04477C3AE58}" presName="parentText" presStyleLbl="node1" presStyleIdx="8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F777EA-E1DD-4303-AE60-922538FC5914}" type="pres">
      <dgm:prSet presAssocID="{23CB3FE8-F4D5-4880-8BB0-C04477C3AE58}" presName="negativeSpace" presStyleCnt="0"/>
      <dgm:spPr/>
      <dgm:t>
        <a:bodyPr/>
        <a:lstStyle/>
        <a:p>
          <a:endParaRPr lang="en-US"/>
        </a:p>
      </dgm:t>
    </dgm:pt>
    <dgm:pt modelId="{706E58CC-2E9F-4CD7-AF8B-47634713A4C9}" type="pres">
      <dgm:prSet presAssocID="{23CB3FE8-F4D5-4880-8BB0-C04477C3AE58}" presName="childText" presStyleLbl="conFgAcc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AFB0A70-B41B-4698-BC77-CDCD553A648B}" type="presOf" srcId="{5E8EA7C3-5DB4-4A99-B72E-8C611D16E7E4}" destId="{20794932-9213-4A6D-A021-C1E82DFE2533}" srcOrd="1" destOrd="0" presId="urn:microsoft.com/office/officeart/2005/8/layout/list1"/>
    <dgm:cxn modelId="{244F471D-775D-4A8E-8B45-5E78DDF2B3D5}" type="presOf" srcId="{04CF2417-BE09-4CAC-94A8-BC4FF7B49049}" destId="{324A23DB-09DE-4AB2-BF26-05FCB64D29DF}" srcOrd="1" destOrd="0" presId="urn:microsoft.com/office/officeart/2005/8/layout/list1"/>
    <dgm:cxn modelId="{F0881F88-ED28-4AFD-8C5E-F2BA15700790}" type="presOf" srcId="{2B92354F-0291-4B0A-BE4C-DE1BE54C384D}" destId="{57EEEB00-1ABC-4F28-887A-C8948505ADC6}" srcOrd="0" destOrd="0" presId="urn:microsoft.com/office/officeart/2005/8/layout/list1"/>
    <dgm:cxn modelId="{AE71A684-B236-4D39-A0BB-68B364F9734E}" srcId="{3685F47D-C5AB-4CED-BC6D-D847BE117DAE}" destId="{04CF2417-BE09-4CAC-94A8-BC4FF7B49049}" srcOrd="2" destOrd="0" parTransId="{EB9B6E16-137F-43C8-8BDB-9A1973B86A73}" sibTransId="{61BA056D-6B99-4E7B-888D-8C3828557256}"/>
    <dgm:cxn modelId="{64FE2E09-A207-4C8B-9704-AFB1AE320408}" type="presOf" srcId="{5E8EA7C3-5DB4-4A99-B72E-8C611D16E7E4}" destId="{0C18C80B-3E00-4FA5-8534-E540B72A66E9}" srcOrd="0" destOrd="0" presId="urn:microsoft.com/office/officeart/2005/8/layout/list1"/>
    <dgm:cxn modelId="{BA248492-A1F4-48FE-BC4E-6482AF809867}" type="presOf" srcId="{04CF2417-BE09-4CAC-94A8-BC4FF7B49049}" destId="{A7813C1B-25EC-44D6-A649-693CD198C8F2}" srcOrd="0" destOrd="0" presId="urn:microsoft.com/office/officeart/2005/8/layout/list1"/>
    <dgm:cxn modelId="{04B40698-2966-473E-B7B5-1CAEDBF3E9F3}" type="presOf" srcId="{CCCFA026-B674-44ED-A580-4F56C9C2DC7E}" destId="{C3BDC921-2AD2-4442-B3F1-5646ED293126}" srcOrd="0" destOrd="0" presId="urn:microsoft.com/office/officeart/2005/8/layout/list1"/>
    <dgm:cxn modelId="{99E1BF15-8291-4BA5-A70B-A5BD139797B4}" type="presOf" srcId="{23CB3FE8-F4D5-4880-8BB0-C04477C3AE58}" destId="{42239B87-B276-4593-AAAB-7B4C0CEB3D6B}" srcOrd="0" destOrd="0" presId="urn:microsoft.com/office/officeart/2005/8/layout/list1"/>
    <dgm:cxn modelId="{F441EFEC-594F-49AB-884B-17549B7BED01}" type="presOf" srcId="{D3F19122-CF74-4C51-B09D-271E2CEC7B61}" destId="{8883D836-3586-4548-8FBD-B2679F0C1569}" srcOrd="0" destOrd="0" presId="urn:microsoft.com/office/officeart/2005/8/layout/list1"/>
    <dgm:cxn modelId="{BD1CC4DA-A1DA-4711-AB2E-62EBE2C0D9C7}" srcId="{3685F47D-C5AB-4CED-BC6D-D847BE117DAE}" destId="{02C98D0B-A61A-47E8-96CA-DDD20FCDDA0F}" srcOrd="0" destOrd="0" parTransId="{57F2B80C-FFB7-4680-BCD1-870829938EB3}" sibTransId="{E73751F8-134A-4036-9414-EC18E95EBB0F}"/>
    <dgm:cxn modelId="{7B9B9AE1-F08C-4AEE-A056-FBDBBF096B70}" type="presOf" srcId="{02C98D0B-A61A-47E8-96CA-DDD20FCDDA0F}" destId="{31FB071C-0471-4C59-B5DE-CED26228F53A}" srcOrd="0" destOrd="0" presId="urn:microsoft.com/office/officeart/2005/8/layout/list1"/>
    <dgm:cxn modelId="{EA7AEB46-C066-432B-BB7C-BDF6BE22976F}" srcId="{3685F47D-C5AB-4CED-BC6D-D847BE117DAE}" destId="{23CB3FE8-F4D5-4880-8BB0-C04477C3AE58}" srcOrd="8" destOrd="0" parTransId="{EC072358-3D99-461E-B4F3-B3D326759C5D}" sibTransId="{A3BA4801-2784-4DF6-92A3-0152BDD0141E}"/>
    <dgm:cxn modelId="{938474BD-228A-40A4-B6DB-73748E44093C}" type="presOf" srcId="{23CB3FE8-F4D5-4880-8BB0-C04477C3AE58}" destId="{D567B538-50DE-4761-AF96-2E7BFF05B88E}" srcOrd="1" destOrd="0" presId="urn:microsoft.com/office/officeart/2005/8/layout/list1"/>
    <dgm:cxn modelId="{3EE07A29-DBB6-43A1-8427-3E5F2B6344D8}" type="presOf" srcId="{D3F19122-CF74-4C51-B09D-271E2CEC7B61}" destId="{B41D8808-A01D-49EA-A453-2FDD983F3007}" srcOrd="1" destOrd="0" presId="urn:microsoft.com/office/officeart/2005/8/layout/list1"/>
    <dgm:cxn modelId="{8976B6DC-10A9-4266-8B86-CC41975C4B99}" type="presOf" srcId="{4C86618D-161A-4401-97E0-F4C139D32490}" destId="{140DCE94-D06C-45CA-A4E6-E35A7A67A019}" srcOrd="1" destOrd="0" presId="urn:microsoft.com/office/officeart/2005/8/layout/list1"/>
    <dgm:cxn modelId="{30A95884-22D0-45AB-ACC6-956D02FD95C1}" type="presOf" srcId="{CCCFA026-B674-44ED-A580-4F56C9C2DC7E}" destId="{0B82F232-D7FA-4C39-8684-51F4E14A9AB4}" srcOrd="1" destOrd="0" presId="urn:microsoft.com/office/officeart/2005/8/layout/list1"/>
    <dgm:cxn modelId="{6BCD827D-1302-4D3A-8E30-B29CA3919C82}" type="presOf" srcId="{3685F47D-C5AB-4CED-BC6D-D847BE117DAE}" destId="{BDF2FEB7-6475-4CE9-BFC0-36F34D0DC5A1}" srcOrd="0" destOrd="0" presId="urn:microsoft.com/office/officeart/2005/8/layout/list1"/>
    <dgm:cxn modelId="{10F423A9-D4E4-4CC8-8A90-B90BCBB8FD14}" srcId="{3685F47D-C5AB-4CED-BC6D-D847BE117DAE}" destId="{D3F19122-CF74-4C51-B09D-271E2CEC7B61}" srcOrd="3" destOrd="0" parTransId="{DEAAF671-47A1-45D9-9579-A65859D8B88D}" sibTransId="{FFA152FC-A856-4C85-954D-306AC88E871E}"/>
    <dgm:cxn modelId="{F83862AD-C5CF-4C0A-AFF2-D69686131326}" srcId="{3685F47D-C5AB-4CED-BC6D-D847BE117DAE}" destId="{5E8EA7C3-5DB4-4A99-B72E-8C611D16E7E4}" srcOrd="6" destOrd="0" parTransId="{15BF6AAA-D282-48A9-864B-88BBA74EA33B}" sibTransId="{31E52303-E932-427F-B7B2-DE8AB99DA6FB}"/>
    <dgm:cxn modelId="{926CF964-6548-4269-BAA8-E3A7BD93CD1F}" srcId="{3685F47D-C5AB-4CED-BC6D-D847BE117DAE}" destId="{CCCFA026-B674-44ED-A580-4F56C9C2DC7E}" srcOrd="4" destOrd="0" parTransId="{EDAD5051-6BFC-49C2-8BEB-376C05F16F4B}" sibTransId="{B09A4382-0884-4B74-BA0E-29B92614867B}"/>
    <dgm:cxn modelId="{35D2CAEE-F9E6-45F0-84F1-C21CBD3A91D9}" srcId="{3685F47D-C5AB-4CED-BC6D-D847BE117DAE}" destId="{2B92354F-0291-4B0A-BE4C-DE1BE54C384D}" srcOrd="1" destOrd="0" parTransId="{3F014E38-960D-4261-9856-089F3126FF85}" sibTransId="{B3380829-7F2D-47F4-B21B-D35BC38D95A1}"/>
    <dgm:cxn modelId="{86AD0AD2-7600-4D61-863C-138C6CAFB5B6}" srcId="{3685F47D-C5AB-4CED-BC6D-D847BE117DAE}" destId="{4C86618D-161A-4401-97E0-F4C139D32490}" srcOrd="7" destOrd="0" parTransId="{8ED35DFE-8B41-4186-A17C-CB540D67B002}" sibTransId="{1BBB8FEE-8ED4-401E-8754-0DF48C97845B}"/>
    <dgm:cxn modelId="{C6A2B2E2-61BC-4297-B4EB-D266913351BC}" srcId="{3685F47D-C5AB-4CED-BC6D-D847BE117DAE}" destId="{0E59F656-46EE-40FD-9649-E0B06EA039B1}" srcOrd="5" destOrd="0" parTransId="{23FFDA6E-D79E-4F34-914F-55BF01243AFE}" sibTransId="{81B8016B-8447-44AB-8CE9-05F07CE804A9}"/>
    <dgm:cxn modelId="{3096D676-F218-4F8F-ACAC-A0FA03F95C62}" type="presOf" srcId="{4C86618D-161A-4401-97E0-F4C139D32490}" destId="{DD5710EC-BFE1-45FC-9BAE-51D526D1812E}" srcOrd="0" destOrd="0" presId="urn:microsoft.com/office/officeart/2005/8/layout/list1"/>
    <dgm:cxn modelId="{B55958A8-AB7B-47B7-B1EA-B46B888BDC14}" type="presOf" srcId="{0E59F656-46EE-40FD-9649-E0B06EA039B1}" destId="{BDB8022D-4964-465A-8BB6-CF6816FA59DF}" srcOrd="0" destOrd="0" presId="urn:microsoft.com/office/officeart/2005/8/layout/list1"/>
    <dgm:cxn modelId="{47774155-2A09-44C6-AC6F-3C7023BABA11}" type="presOf" srcId="{0E59F656-46EE-40FD-9649-E0B06EA039B1}" destId="{088E1648-30E2-4B27-9C32-1D0021371D5A}" srcOrd="1" destOrd="0" presId="urn:microsoft.com/office/officeart/2005/8/layout/list1"/>
    <dgm:cxn modelId="{51D58905-A5A6-46B5-BC27-34EF7B1D60BB}" type="presOf" srcId="{2B92354F-0291-4B0A-BE4C-DE1BE54C384D}" destId="{E8337291-C37C-4B6C-8CDB-A6CFFC9535D9}" srcOrd="1" destOrd="0" presId="urn:microsoft.com/office/officeart/2005/8/layout/list1"/>
    <dgm:cxn modelId="{3EECB866-15A8-43F5-931A-EDF4D7967666}" type="presOf" srcId="{02C98D0B-A61A-47E8-96CA-DDD20FCDDA0F}" destId="{1DB710ED-39E4-489F-8239-32D0912CD1FF}" srcOrd="1" destOrd="0" presId="urn:microsoft.com/office/officeart/2005/8/layout/list1"/>
    <dgm:cxn modelId="{F7DDBF63-85D0-4412-B312-098917DE9298}" type="presParOf" srcId="{BDF2FEB7-6475-4CE9-BFC0-36F34D0DC5A1}" destId="{564758FE-88AC-4312-9123-6E719E5C7F65}" srcOrd="0" destOrd="0" presId="urn:microsoft.com/office/officeart/2005/8/layout/list1"/>
    <dgm:cxn modelId="{9906DFE6-6CF8-4A4A-B050-FFD59E0C15D8}" type="presParOf" srcId="{564758FE-88AC-4312-9123-6E719E5C7F65}" destId="{31FB071C-0471-4C59-B5DE-CED26228F53A}" srcOrd="0" destOrd="0" presId="urn:microsoft.com/office/officeart/2005/8/layout/list1"/>
    <dgm:cxn modelId="{A8D32231-8883-4849-B1E2-4C471E2FFF71}" type="presParOf" srcId="{564758FE-88AC-4312-9123-6E719E5C7F65}" destId="{1DB710ED-39E4-489F-8239-32D0912CD1FF}" srcOrd="1" destOrd="0" presId="urn:microsoft.com/office/officeart/2005/8/layout/list1"/>
    <dgm:cxn modelId="{96815396-EB18-46E1-B548-6C16E1D67531}" type="presParOf" srcId="{BDF2FEB7-6475-4CE9-BFC0-36F34D0DC5A1}" destId="{5B1DE335-36A1-45F4-8935-F00850E4AD89}" srcOrd="1" destOrd="0" presId="urn:microsoft.com/office/officeart/2005/8/layout/list1"/>
    <dgm:cxn modelId="{A04F3809-6B52-423F-ADE0-A624AD06CCB0}" type="presParOf" srcId="{BDF2FEB7-6475-4CE9-BFC0-36F34D0DC5A1}" destId="{07D163B9-A96D-4D39-BDBB-25C843374E86}" srcOrd="2" destOrd="0" presId="urn:microsoft.com/office/officeart/2005/8/layout/list1"/>
    <dgm:cxn modelId="{DD09EA08-E0B2-41F8-A8B6-30456054551A}" type="presParOf" srcId="{BDF2FEB7-6475-4CE9-BFC0-36F34D0DC5A1}" destId="{D8C04431-9067-4973-A308-FB9C695B3836}" srcOrd="3" destOrd="0" presId="urn:microsoft.com/office/officeart/2005/8/layout/list1"/>
    <dgm:cxn modelId="{32EC5B29-BE46-4DE3-A56A-9370F1E38D17}" type="presParOf" srcId="{BDF2FEB7-6475-4CE9-BFC0-36F34D0DC5A1}" destId="{7402A6B3-1D17-4931-B026-E1A6CD138929}" srcOrd="4" destOrd="0" presId="urn:microsoft.com/office/officeart/2005/8/layout/list1"/>
    <dgm:cxn modelId="{AF4DFC77-836C-4961-B1AE-3EED9BB0D34B}" type="presParOf" srcId="{7402A6B3-1D17-4931-B026-E1A6CD138929}" destId="{57EEEB00-1ABC-4F28-887A-C8948505ADC6}" srcOrd="0" destOrd="0" presId="urn:microsoft.com/office/officeart/2005/8/layout/list1"/>
    <dgm:cxn modelId="{CC093EE7-E37B-4D65-9BB8-4B3CC753E8FB}" type="presParOf" srcId="{7402A6B3-1D17-4931-B026-E1A6CD138929}" destId="{E8337291-C37C-4B6C-8CDB-A6CFFC9535D9}" srcOrd="1" destOrd="0" presId="urn:microsoft.com/office/officeart/2005/8/layout/list1"/>
    <dgm:cxn modelId="{B29182B9-D958-4A6C-94BD-E5784CF99D5B}" type="presParOf" srcId="{BDF2FEB7-6475-4CE9-BFC0-36F34D0DC5A1}" destId="{EEA0D89E-50C0-483D-A629-EDF2BBE8D1F7}" srcOrd="5" destOrd="0" presId="urn:microsoft.com/office/officeart/2005/8/layout/list1"/>
    <dgm:cxn modelId="{CBE8ACDF-14FF-4C14-B3F5-59398E116AEC}" type="presParOf" srcId="{BDF2FEB7-6475-4CE9-BFC0-36F34D0DC5A1}" destId="{2D8265E8-EFB5-45DA-A28A-3977970E9CA4}" srcOrd="6" destOrd="0" presId="urn:microsoft.com/office/officeart/2005/8/layout/list1"/>
    <dgm:cxn modelId="{DD210047-1DE2-4294-A108-5536D9EE5F43}" type="presParOf" srcId="{BDF2FEB7-6475-4CE9-BFC0-36F34D0DC5A1}" destId="{BF4EE477-AD06-4841-92D3-D8AE4FB2361D}" srcOrd="7" destOrd="0" presId="urn:microsoft.com/office/officeart/2005/8/layout/list1"/>
    <dgm:cxn modelId="{02D36B04-7BAC-4CC3-8C92-C7FC58C4D620}" type="presParOf" srcId="{BDF2FEB7-6475-4CE9-BFC0-36F34D0DC5A1}" destId="{FBFB6377-9B70-411F-8868-0223EB017C69}" srcOrd="8" destOrd="0" presId="urn:microsoft.com/office/officeart/2005/8/layout/list1"/>
    <dgm:cxn modelId="{75E0D909-71C5-4F27-8A6F-BC4E10A3A228}" type="presParOf" srcId="{FBFB6377-9B70-411F-8868-0223EB017C69}" destId="{A7813C1B-25EC-44D6-A649-693CD198C8F2}" srcOrd="0" destOrd="0" presId="urn:microsoft.com/office/officeart/2005/8/layout/list1"/>
    <dgm:cxn modelId="{6DE14EED-047C-4FCC-A379-0DFCD59E2FBA}" type="presParOf" srcId="{FBFB6377-9B70-411F-8868-0223EB017C69}" destId="{324A23DB-09DE-4AB2-BF26-05FCB64D29DF}" srcOrd="1" destOrd="0" presId="urn:microsoft.com/office/officeart/2005/8/layout/list1"/>
    <dgm:cxn modelId="{C657C3A3-62F1-4880-943C-ADC76AD3623B}" type="presParOf" srcId="{BDF2FEB7-6475-4CE9-BFC0-36F34D0DC5A1}" destId="{76826DB5-BF6B-42BC-B9DB-245518BE1942}" srcOrd="9" destOrd="0" presId="urn:microsoft.com/office/officeart/2005/8/layout/list1"/>
    <dgm:cxn modelId="{8D9B213D-6E0C-4F4D-97A4-F32F1E5333AB}" type="presParOf" srcId="{BDF2FEB7-6475-4CE9-BFC0-36F34D0DC5A1}" destId="{F1DD017E-E66E-406B-8FD9-731D354012CD}" srcOrd="10" destOrd="0" presId="urn:microsoft.com/office/officeart/2005/8/layout/list1"/>
    <dgm:cxn modelId="{2DE92C54-1762-4D3E-B1B1-4C5EE1F17A49}" type="presParOf" srcId="{BDF2FEB7-6475-4CE9-BFC0-36F34D0DC5A1}" destId="{A221F4B4-7B3E-4FA4-B2BC-3DB1A2545B5B}" srcOrd="11" destOrd="0" presId="urn:microsoft.com/office/officeart/2005/8/layout/list1"/>
    <dgm:cxn modelId="{22CCDC25-10CD-41CC-8F25-E89217245E1F}" type="presParOf" srcId="{BDF2FEB7-6475-4CE9-BFC0-36F34D0DC5A1}" destId="{1F6F9E70-AD6F-4B06-9A14-CF1D212C8CAA}" srcOrd="12" destOrd="0" presId="urn:microsoft.com/office/officeart/2005/8/layout/list1"/>
    <dgm:cxn modelId="{B6B26731-E296-4FCC-9BEA-BF3A09455163}" type="presParOf" srcId="{1F6F9E70-AD6F-4B06-9A14-CF1D212C8CAA}" destId="{8883D836-3586-4548-8FBD-B2679F0C1569}" srcOrd="0" destOrd="0" presId="urn:microsoft.com/office/officeart/2005/8/layout/list1"/>
    <dgm:cxn modelId="{4D40235C-B967-4921-B0A0-CE2F5C8AF945}" type="presParOf" srcId="{1F6F9E70-AD6F-4B06-9A14-CF1D212C8CAA}" destId="{B41D8808-A01D-49EA-A453-2FDD983F3007}" srcOrd="1" destOrd="0" presId="urn:microsoft.com/office/officeart/2005/8/layout/list1"/>
    <dgm:cxn modelId="{EFF2D5F2-9929-492C-AC92-CEC809D2D335}" type="presParOf" srcId="{BDF2FEB7-6475-4CE9-BFC0-36F34D0DC5A1}" destId="{08DE1CE8-7046-4E36-A608-7879502AC638}" srcOrd="13" destOrd="0" presId="urn:microsoft.com/office/officeart/2005/8/layout/list1"/>
    <dgm:cxn modelId="{A25AC47B-8F8B-4E81-8A83-FF8882F0FB47}" type="presParOf" srcId="{BDF2FEB7-6475-4CE9-BFC0-36F34D0DC5A1}" destId="{AB347AA0-83D4-4CF3-AD1F-BFB787AEB712}" srcOrd="14" destOrd="0" presId="urn:microsoft.com/office/officeart/2005/8/layout/list1"/>
    <dgm:cxn modelId="{EB5E244D-B934-4162-A7B1-DD90D718DB1D}" type="presParOf" srcId="{BDF2FEB7-6475-4CE9-BFC0-36F34D0DC5A1}" destId="{288E4827-27B5-4EB6-BE0B-E67C63A2DF25}" srcOrd="15" destOrd="0" presId="urn:microsoft.com/office/officeart/2005/8/layout/list1"/>
    <dgm:cxn modelId="{E7CB2534-FB5E-49F6-A753-8C03C601EC1F}" type="presParOf" srcId="{BDF2FEB7-6475-4CE9-BFC0-36F34D0DC5A1}" destId="{F7912F4D-ABCE-4490-B260-D855CFCD217B}" srcOrd="16" destOrd="0" presId="urn:microsoft.com/office/officeart/2005/8/layout/list1"/>
    <dgm:cxn modelId="{C83AF2E8-A3BC-4AF4-A0F1-BE0C77B9C58A}" type="presParOf" srcId="{F7912F4D-ABCE-4490-B260-D855CFCD217B}" destId="{C3BDC921-2AD2-4442-B3F1-5646ED293126}" srcOrd="0" destOrd="0" presId="urn:microsoft.com/office/officeart/2005/8/layout/list1"/>
    <dgm:cxn modelId="{2402CCDF-AE30-4C96-AC06-590AEF198739}" type="presParOf" srcId="{F7912F4D-ABCE-4490-B260-D855CFCD217B}" destId="{0B82F232-D7FA-4C39-8684-51F4E14A9AB4}" srcOrd="1" destOrd="0" presId="urn:microsoft.com/office/officeart/2005/8/layout/list1"/>
    <dgm:cxn modelId="{0418BDD4-36D1-477C-847F-92173F4390AF}" type="presParOf" srcId="{BDF2FEB7-6475-4CE9-BFC0-36F34D0DC5A1}" destId="{3934C1E8-53FA-46B1-9850-AD2A4908D36A}" srcOrd="17" destOrd="0" presId="urn:microsoft.com/office/officeart/2005/8/layout/list1"/>
    <dgm:cxn modelId="{A554E55C-754D-48BC-8E03-94F52967E114}" type="presParOf" srcId="{BDF2FEB7-6475-4CE9-BFC0-36F34D0DC5A1}" destId="{C03A23BA-56C4-4FB7-AFB2-A2ED1E6E2165}" srcOrd="18" destOrd="0" presId="urn:microsoft.com/office/officeart/2005/8/layout/list1"/>
    <dgm:cxn modelId="{7CEDCCDF-D8D8-4F60-B04C-2D6A465A5D03}" type="presParOf" srcId="{BDF2FEB7-6475-4CE9-BFC0-36F34D0DC5A1}" destId="{837C3926-CD4B-4E68-96CE-341487E894DB}" srcOrd="19" destOrd="0" presId="urn:microsoft.com/office/officeart/2005/8/layout/list1"/>
    <dgm:cxn modelId="{3147F687-36BF-4B13-90DA-D1AF613B9BB6}" type="presParOf" srcId="{BDF2FEB7-6475-4CE9-BFC0-36F34D0DC5A1}" destId="{13E33970-7E8D-40A0-8CDE-B61B18A95299}" srcOrd="20" destOrd="0" presId="urn:microsoft.com/office/officeart/2005/8/layout/list1"/>
    <dgm:cxn modelId="{409DA236-B917-4D39-A4AB-FD4B443D87C9}" type="presParOf" srcId="{13E33970-7E8D-40A0-8CDE-B61B18A95299}" destId="{BDB8022D-4964-465A-8BB6-CF6816FA59DF}" srcOrd="0" destOrd="0" presId="urn:microsoft.com/office/officeart/2005/8/layout/list1"/>
    <dgm:cxn modelId="{BBF8565A-8861-41C2-8588-6B0EC156EAE3}" type="presParOf" srcId="{13E33970-7E8D-40A0-8CDE-B61B18A95299}" destId="{088E1648-30E2-4B27-9C32-1D0021371D5A}" srcOrd="1" destOrd="0" presId="urn:microsoft.com/office/officeart/2005/8/layout/list1"/>
    <dgm:cxn modelId="{882E3343-DDA4-45A0-85E4-5D22C21F9A11}" type="presParOf" srcId="{BDF2FEB7-6475-4CE9-BFC0-36F34D0DC5A1}" destId="{AD7AC924-49B4-4A3C-928E-CF0ABC2741D2}" srcOrd="21" destOrd="0" presId="urn:microsoft.com/office/officeart/2005/8/layout/list1"/>
    <dgm:cxn modelId="{87A63660-FB5C-4787-83F7-149F46F5934E}" type="presParOf" srcId="{BDF2FEB7-6475-4CE9-BFC0-36F34D0DC5A1}" destId="{B89FC2A5-890C-41B2-BE6E-A2F4195DCDC9}" srcOrd="22" destOrd="0" presId="urn:microsoft.com/office/officeart/2005/8/layout/list1"/>
    <dgm:cxn modelId="{0370EC1D-DB32-4BBA-878A-D31918078D87}" type="presParOf" srcId="{BDF2FEB7-6475-4CE9-BFC0-36F34D0DC5A1}" destId="{06FFDAFC-9A2F-472A-8C8B-F442DE737E9A}" srcOrd="23" destOrd="0" presId="urn:microsoft.com/office/officeart/2005/8/layout/list1"/>
    <dgm:cxn modelId="{D0ECCB88-FCE6-4B95-A94B-F3A0936F6DB7}" type="presParOf" srcId="{BDF2FEB7-6475-4CE9-BFC0-36F34D0DC5A1}" destId="{CA93950B-119A-491C-B346-36F7278FB1B1}" srcOrd="24" destOrd="0" presId="urn:microsoft.com/office/officeart/2005/8/layout/list1"/>
    <dgm:cxn modelId="{E47998B9-DA24-4211-97AF-4EF74D57BF80}" type="presParOf" srcId="{CA93950B-119A-491C-B346-36F7278FB1B1}" destId="{0C18C80B-3E00-4FA5-8534-E540B72A66E9}" srcOrd="0" destOrd="0" presId="urn:microsoft.com/office/officeart/2005/8/layout/list1"/>
    <dgm:cxn modelId="{195C6F1B-A2C7-483D-84D9-612C5E11AD1B}" type="presParOf" srcId="{CA93950B-119A-491C-B346-36F7278FB1B1}" destId="{20794932-9213-4A6D-A021-C1E82DFE2533}" srcOrd="1" destOrd="0" presId="urn:microsoft.com/office/officeart/2005/8/layout/list1"/>
    <dgm:cxn modelId="{7CFA2921-E81A-4638-9013-07A6BEE19C0E}" type="presParOf" srcId="{BDF2FEB7-6475-4CE9-BFC0-36F34D0DC5A1}" destId="{A7CF496D-F4E5-4221-A0FB-9A15B7BBDAFD}" srcOrd="25" destOrd="0" presId="urn:microsoft.com/office/officeart/2005/8/layout/list1"/>
    <dgm:cxn modelId="{BC47F4F5-F369-463E-803E-2C9D5B38A5BA}" type="presParOf" srcId="{BDF2FEB7-6475-4CE9-BFC0-36F34D0DC5A1}" destId="{7B3046DE-0818-42AA-B5BB-EA036CD10998}" srcOrd="26" destOrd="0" presId="urn:microsoft.com/office/officeart/2005/8/layout/list1"/>
    <dgm:cxn modelId="{D199BB0D-9BB0-440D-A3C4-BF0C0F53543A}" type="presParOf" srcId="{BDF2FEB7-6475-4CE9-BFC0-36F34D0DC5A1}" destId="{A7496CCB-3956-4170-8EB3-DDBABD761439}" srcOrd="27" destOrd="0" presId="urn:microsoft.com/office/officeart/2005/8/layout/list1"/>
    <dgm:cxn modelId="{42BDAE9F-92B4-406D-A55A-03BEA93F58C2}" type="presParOf" srcId="{BDF2FEB7-6475-4CE9-BFC0-36F34D0DC5A1}" destId="{C62D896F-0A04-44B2-B253-A50456375C54}" srcOrd="28" destOrd="0" presId="urn:microsoft.com/office/officeart/2005/8/layout/list1"/>
    <dgm:cxn modelId="{A6E00D27-A1CB-424F-912E-0FB3C0D9C00A}" type="presParOf" srcId="{C62D896F-0A04-44B2-B253-A50456375C54}" destId="{DD5710EC-BFE1-45FC-9BAE-51D526D1812E}" srcOrd="0" destOrd="0" presId="urn:microsoft.com/office/officeart/2005/8/layout/list1"/>
    <dgm:cxn modelId="{F2A70BCA-22D7-4A2F-B877-9C8A6ACE6B0B}" type="presParOf" srcId="{C62D896F-0A04-44B2-B253-A50456375C54}" destId="{140DCE94-D06C-45CA-A4E6-E35A7A67A019}" srcOrd="1" destOrd="0" presId="urn:microsoft.com/office/officeart/2005/8/layout/list1"/>
    <dgm:cxn modelId="{F82A56F8-3A70-4689-A9E5-99484D32AB2C}" type="presParOf" srcId="{BDF2FEB7-6475-4CE9-BFC0-36F34D0DC5A1}" destId="{B6B1BD55-F8E8-49FC-9968-DD7F7D9972FF}" srcOrd="29" destOrd="0" presId="urn:microsoft.com/office/officeart/2005/8/layout/list1"/>
    <dgm:cxn modelId="{B5683E92-0EC0-4E4F-BEF5-0292A2875065}" type="presParOf" srcId="{BDF2FEB7-6475-4CE9-BFC0-36F34D0DC5A1}" destId="{A1B816EC-8E27-43A3-B355-4C74DD4C2531}" srcOrd="30" destOrd="0" presId="urn:microsoft.com/office/officeart/2005/8/layout/list1"/>
    <dgm:cxn modelId="{3AC5F7F0-E530-4873-85AF-C1E36DB19B4C}" type="presParOf" srcId="{BDF2FEB7-6475-4CE9-BFC0-36F34D0DC5A1}" destId="{4187B625-C216-4633-844F-11DB3F3BD11F}" srcOrd="31" destOrd="0" presId="urn:microsoft.com/office/officeart/2005/8/layout/list1"/>
    <dgm:cxn modelId="{48FB7AC7-CCE0-498B-BCD1-6CAF97A6FD2F}" type="presParOf" srcId="{BDF2FEB7-6475-4CE9-BFC0-36F34D0DC5A1}" destId="{32D996EF-3AD0-4700-8B54-9254EFD34C1F}" srcOrd="32" destOrd="0" presId="urn:microsoft.com/office/officeart/2005/8/layout/list1"/>
    <dgm:cxn modelId="{B73C4894-8EAB-4ED1-8F18-E352FFEE3B07}" type="presParOf" srcId="{32D996EF-3AD0-4700-8B54-9254EFD34C1F}" destId="{42239B87-B276-4593-AAAB-7B4C0CEB3D6B}" srcOrd="0" destOrd="0" presId="urn:microsoft.com/office/officeart/2005/8/layout/list1"/>
    <dgm:cxn modelId="{F8C98333-151A-4CF1-988C-187CF75C8645}" type="presParOf" srcId="{32D996EF-3AD0-4700-8B54-9254EFD34C1F}" destId="{D567B538-50DE-4761-AF96-2E7BFF05B88E}" srcOrd="1" destOrd="0" presId="urn:microsoft.com/office/officeart/2005/8/layout/list1"/>
    <dgm:cxn modelId="{E0A2D349-8BCF-4468-B238-EB38FB347A1D}" type="presParOf" srcId="{BDF2FEB7-6475-4CE9-BFC0-36F34D0DC5A1}" destId="{9AF777EA-E1DD-4303-AE60-922538FC5914}" srcOrd="33" destOrd="0" presId="urn:microsoft.com/office/officeart/2005/8/layout/list1"/>
    <dgm:cxn modelId="{E461C5E9-9532-4441-86A5-E2D79295B009}" type="presParOf" srcId="{BDF2FEB7-6475-4CE9-BFC0-36F34D0DC5A1}" destId="{706E58CC-2E9F-4CD7-AF8B-47634713A4C9}" srcOrd="3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9/9/2019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Software%20Construction/08.%20Implementation.pptx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../Software%20Construction/08.%20Implementation.pptx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Extreme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105400" cy="4114799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Agile development</a:t>
            </a:r>
            <a:r>
              <a:rPr lang="en-US" sz="2400" dirty="0" smtClean="0"/>
              <a:t> concepts</a:t>
            </a:r>
          </a:p>
          <a:p>
            <a:pPr marL="514350" indent="-514350">
              <a:buFont typeface="Wingdings" pitchFamily="2" charset="2"/>
              <a:buChar char="Ø"/>
            </a:pPr>
            <a:endParaRPr lang="en-US" sz="2400" dirty="0" smtClean="0"/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present XP </a:t>
            </a:r>
            <a:r>
              <a:rPr lang="en-US" sz="2400" i="1" dirty="0" smtClean="0">
                <a:solidFill>
                  <a:srgbClr val="C00000"/>
                </a:solidFill>
              </a:rPr>
              <a:t>roles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present XP </a:t>
            </a:r>
            <a:r>
              <a:rPr lang="en-US" sz="2400" i="1" dirty="0" smtClean="0">
                <a:solidFill>
                  <a:srgbClr val="C00000"/>
                </a:solidFill>
              </a:rPr>
              <a:t>activities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present XP </a:t>
            </a:r>
            <a:r>
              <a:rPr lang="en-US" sz="2400" i="1" dirty="0" smtClean="0">
                <a:solidFill>
                  <a:srgbClr val="C00000"/>
                </a:solidFill>
              </a:rPr>
              <a:t>products</a:t>
            </a:r>
          </a:p>
          <a:p>
            <a:pPr marL="514350" indent="-514350">
              <a:buFont typeface="Wingdings" pitchFamily="2" charset="2"/>
              <a:buChar char="Ø"/>
            </a:pPr>
            <a:endParaRPr lang="en-US" sz="2400" dirty="0" smtClean="0"/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apply</a:t>
            </a:r>
            <a:r>
              <a:rPr lang="en-US" sz="2400" dirty="0" smtClean="0"/>
              <a:t> XP method to develop a software system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Books And Reading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562600" cy="3733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Kent </a:t>
            </a:r>
            <a:r>
              <a:rPr lang="en-US" sz="2400" dirty="0" smtClean="0">
                <a:latin typeface="+mj-lt"/>
              </a:rPr>
              <a:t>Beck and </a:t>
            </a:r>
            <a:r>
              <a:rPr lang="en-US" sz="2400" dirty="0" smtClean="0">
                <a:latin typeface="+mj-lt"/>
              </a:rPr>
              <a:t>Cynthia </a:t>
            </a:r>
            <a:r>
              <a:rPr lang="en-US" sz="2400" dirty="0" smtClean="0">
                <a:latin typeface="+mj-lt"/>
              </a:rPr>
              <a:t>Andres (</a:t>
            </a:r>
            <a:r>
              <a:rPr lang="en-US" sz="2400" dirty="0" smtClean="0">
                <a:latin typeface="+mj-lt"/>
              </a:rPr>
              <a:t>2004). </a:t>
            </a:r>
            <a:r>
              <a:rPr lang="en-US" sz="2400" dirty="0" smtClean="0">
                <a:latin typeface="+mj-lt"/>
              </a:rPr>
              <a:t>Extreme </a:t>
            </a:r>
            <a:r>
              <a:rPr lang="en-US" sz="2400" dirty="0" smtClean="0">
                <a:latin typeface="+mj-lt"/>
              </a:rPr>
              <a:t>Programming Explained: Embrace Change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 smtClean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Craig </a:t>
            </a:r>
            <a:r>
              <a:rPr lang="en-US" sz="2400" dirty="0" err="1" smtClean="0">
                <a:latin typeface="+mj-lt"/>
              </a:rPr>
              <a:t>Larman</a:t>
            </a:r>
            <a:r>
              <a:rPr lang="en-US" sz="2400" dirty="0" smtClean="0">
                <a:latin typeface="+mj-lt"/>
              </a:rPr>
              <a:t> (</a:t>
            </a:r>
            <a:r>
              <a:rPr lang="en-US" sz="2400" dirty="0" smtClean="0">
                <a:latin typeface="+mj-lt"/>
              </a:rPr>
              <a:t>2003)</a:t>
            </a:r>
            <a:r>
              <a:rPr lang="en-US" sz="2400" dirty="0" smtClean="0">
                <a:latin typeface="+mj-lt"/>
              </a:rPr>
              <a:t>.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Agile and Iterative Development: A Manager's Guide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Execute Technical Parts of a SCRUM Project?</a:t>
            </a: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1525" y="2266950"/>
            <a:ext cx="7600950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Current state of the laundry process:</a:t>
            </a:r>
          </a:p>
          <a:p>
            <a:endParaRPr lang="en-US" sz="2600" dirty="0" smtClean="0"/>
          </a:p>
          <a:p>
            <a:endParaRPr lang="en-US" sz="2600" dirty="0" smtClean="0"/>
          </a:p>
          <a:p>
            <a:r>
              <a:rPr lang="en-US" sz="2600" dirty="0" smtClean="0"/>
              <a:t>What is the </a:t>
            </a:r>
            <a:r>
              <a:rPr lang="en-US" sz="2600" i="1" dirty="0" smtClean="0">
                <a:solidFill>
                  <a:srgbClr val="C00000"/>
                </a:solidFill>
              </a:rPr>
              <a:t>bottleneck</a:t>
            </a:r>
            <a:r>
              <a:rPr lang="en-US" sz="2600" dirty="0" smtClean="0"/>
              <a:t> in this system?</a:t>
            </a:r>
          </a:p>
          <a:p>
            <a:r>
              <a:rPr lang="en-US" sz="2600" dirty="0" smtClean="0"/>
              <a:t>Increasing throughput by hanging clothes to dry: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9500" y="2133600"/>
            <a:ext cx="19050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81375" y="4410075"/>
            <a:ext cx="238125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Theory of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Theory of Constraints says that in any system there is one </a:t>
            </a:r>
            <a:r>
              <a:rPr lang="en-US" sz="2400" i="1" dirty="0" smtClean="0">
                <a:solidFill>
                  <a:srgbClr val="C00000"/>
                </a:solidFill>
              </a:rPr>
              <a:t>constraint</a:t>
            </a:r>
            <a:r>
              <a:rPr lang="en-US" sz="2400" dirty="0" smtClean="0"/>
              <a:t> at a time (occasionally two).</a:t>
            </a:r>
          </a:p>
          <a:p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improve</a:t>
            </a:r>
            <a:r>
              <a:rPr lang="en-US" sz="2400" dirty="0" smtClean="0"/>
              <a:t> overall system throughput you have to</a:t>
            </a:r>
          </a:p>
          <a:p>
            <a:pPr lvl="1"/>
            <a:r>
              <a:rPr lang="en-US" sz="2000" dirty="0" smtClean="0"/>
              <a:t>first find the constraint; </a:t>
            </a:r>
          </a:p>
          <a:p>
            <a:pPr lvl="1"/>
            <a:r>
              <a:rPr lang="en-US" sz="2000" dirty="0" smtClean="0"/>
              <a:t>make sure it is working full speed; then </a:t>
            </a:r>
          </a:p>
          <a:p>
            <a:pPr lvl="1"/>
            <a:r>
              <a:rPr lang="en-US" sz="2000" dirty="0" smtClean="0"/>
              <a:t>find ways of either increasing the capacity of the constraint, offloading some of the work onto non-constraints, or eliminating the constraint entirely.</a:t>
            </a:r>
          </a:p>
          <a:p>
            <a:r>
              <a:rPr lang="en-US" sz="2400" dirty="0" smtClean="0"/>
              <a:t>How do you </a:t>
            </a:r>
            <a:r>
              <a:rPr lang="en-US" sz="2400" i="1" dirty="0" smtClean="0">
                <a:solidFill>
                  <a:srgbClr val="C00000"/>
                </a:solidFill>
              </a:rPr>
              <a:t>find</a:t>
            </a:r>
            <a:r>
              <a:rPr lang="en-US" sz="2400" dirty="0" smtClean="0"/>
              <a:t> the constraint in a system? – Work piles up in front of the constraint. </a:t>
            </a:r>
            <a:endParaRPr lang="en-US" sz="2400" dirty="0"/>
          </a:p>
        </p:txBody>
      </p:sp>
      <p:pic>
        <p:nvPicPr>
          <p:cNvPr id="2050" name="Picture 2" descr="http://www.tocinstitute.org/uploads/1/2/7/9/12796657/134335963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5715000"/>
            <a:ext cx="5715000" cy="5524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i="1" dirty="0" smtClean="0">
                <a:solidFill>
                  <a:srgbClr val="C00000"/>
                </a:solidFill>
              </a:rPr>
              <a:t>Push</a:t>
            </a:r>
            <a:r>
              <a:rPr lang="en-US" sz="2600" dirty="0" smtClean="0"/>
              <a:t> model of development:</a:t>
            </a:r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r>
              <a:rPr lang="en-US" sz="2600" i="1" dirty="0" smtClean="0">
                <a:solidFill>
                  <a:srgbClr val="C00000"/>
                </a:solidFill>
              </a:rPr>
              <a:t>Pull</a:t>
            </a:r>
            <a:r>
              <a:rPr lang="en-US" sz="2600" dirty="0" smtClean="0"/>
              <a:t> model of development:</a:t>
            </a:r>
            <a:endParaRPr lang="en-US" sz="2600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209800"/>
            <a:ext cx="381000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4" name="AutoShape 4" descr="mk:@MSITStore:D:\My%20Teaching\Software%20Project%20Management\References\11.%20Extreme%20Programming\Kent%20Beck%20and%20Cynthia%20Andres.%20Extreme%20Programming%20Explained%20Embrace%20Change.%202nd%20Edition.%202004.chm::/0321278658/images/0321278658/graphics/11fig05.gif;380137"/>
          <p:cNvSpPr>
            <a:spLocks noChangeAspect="1" noChangeArrowheads="1"/>
          </p:cNvSpPr>
          <p:nvPr/>
        </p:nvSpPr>
        <p:spPr bwMode="auto">
          <a:xfrm>
            <a:off x="63500" y="-136525"/>
            <a:ext cx="1905000" cy="19240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4191000"/>
            <a:ext cx="1905000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ourcemaking.com/files/sm/images/architec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352800"/>
            <a:ext cx="2419350" cy="25431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Architectural Spike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Architecture spike is exploring </a:t>
            </a:r>
            <a:r>
              <a:rPr lang="en-US" i="1" dirty="0" smtClean="0">
                <a:solidFill>
                  <a:srgbClr val="C00000"/>
                </a:solidFill>
              </a:rPr>
              <a:t>solution elements</a:t>
            </a:r>
            <a:r>
              <a:rPr lang="en-US" dirty="0" smtClean="0"/>
              <a:t> and proceeding </a:t>
            </a:r>
            <a:r>
              <a:rPr lang="en-US" i="1" dirty="0" err="1" smtClean="0">
                <a:solidFill>
                  <a:srgbClr val="C00000"/>
                </a:solidFill>
              </a:rPr>
              <a:t>ModelFirst</a:t>
            </a:r>
            <a:r>
              <a:rPr lang="en-US" dirty="0" smtClean="0"/>
              <a:t> until we have </a:t>
            </a:r>
            <a:r>
              <a:rPr lang="en-US" i="1" dirty="0" smtClean="0">
                <a:solidFill>
                  <a:srgbClr val="C00000"/>
                </a:solidFill>
              </a:rPr>
              <a:t>something that runs and can be iterated</a:t>
            </a:r>
            <a:r>
              <a:rPr lang="en-US" dirty="0" smtClean="0"/>
              <a:t>.</a:t>
            </a:r>
          </a:p>
          <a:p>
            <a:pPr lvl="1"/>
            <a:r>
              <a:rPr lang="en-US" sz="2400" dirty="0" smtClean="0"/>
              <a:t>Problem domain</a:t>
            </a:r>
          </a:p>
          <a:p>
            <a:pPr lvl="1"/>
            <a:r>
              <a:rPr lang="en-US" sz="2400" dirty="0" smtClean="0"/>
              <a:t>Build</a:t>
            </a:r>
          </a:p>
          <a:p>
            <a:pPr lvl="1"/>
            <a:r>
              <a:rPr lang="en-US" sz="2400" dirty="0" smtClean="0"/>
              <a:t>Database</a:t>
            </a:r>
          </a:p>
          <a:p>
            <a:pPr lvl="1"/>
            <a:r>
              <a:rPr lang="en-US" sz="2400" dirty="0" smtClean="0"/>
              <a:t>Source control tools</a:t>
            </a:r>
          </a:p>
          <a:p>
            <a:pPr lvl="1"/>
            <a:r>
              <a:rPr lang="en-US" sz="2400" dirty="0" smtClean="0"/>
              <a:t>System metaphor </a:t>
            </a:r>
          </a:p>
          <a:p>
            <a:pPr lvl="1">
              <a:buNone/>
            </a:pPr>
            <a:r>
              <a:rPr lang="en-US" sz="2400" dirty="0" smtClean="0"/>
              <a:t>	(conceptual framework)</a:t>
            </a:r>
          </a:p>
          <a:p>
            <a:pPr lvl="1"/>
            <a:r>
              <a:rPr lang="en-US" sz="2400" dirty="0" smtClean="0"/>
              <a:t>Prototype</a:t>
            </a:r>
            <a:endParaRPr lang="en-US" sz="2400" dirty="0"/>
          </a:p>
        </p:txBody>
      </p:sp>
      <p:pic>
        <p:nvPicPr>
          <p:cNvPr id="5" name="Picture 4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5200" y="30480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Pick A 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What</a:t>
            </a:r>
            <a:r>
              <a:rPr lang="en-US" dirty="0" smtClean="0"/>
              <a:t> to do with the story?</a:t>
            </a:r>
          </a:p>
          <a:p>
            <a:r>
              <a:rPr lang="en-US" dirty="0" smtClean="0"/>
              <a:t>Too </a:t>
            </a:r>
            <a:r>
              <a:rPr lang="en-US" i="1" dirty="0" smtClean="0">
                <a:solidFill>
                  <a:srgbClr val="C00000"/>
                </a:solidFill>
              </a:rPr>
              <a:t>big</a:t>
            </a:r>
            <a:r>
              <a:rPr lang="en-US" dirty="0" smtClean="0"/>
              <a:t>? – Split it!</a:t>
            </a:r>
          </a:p>
          <a:p>
            <a:r>
              <a:rPr lang="en-US" i="1" dirty="0" smtClean="0">
                <a:solidFill>
                  <a:srgbClr val="C00000"/>
                </a:solidFill>
              </a:rPr>
              <a:t>Vague</a:t>
            </a:r>
            <a:r>
              <a:rPr lang="en-US" dirty="0" smtClean="0"/>
              <a:t> - A </a:t>
            </a:r>
            <a:r>
              <a:rPr lang="en-US" i="1" dirty="0" smtClean="0">
                <a:solidFill>
                  <a:srgbClr val="C00000"/>
                </a:solidFill>
              </a:rPr>
              <a:t>spike</a:t>
            </a:r>
            <a:r>
              <a:rPr lang="en-US" dirty="0" smtClean="0"/>
              <a:t> is an experiment that allows developers to learn just enough about the unknown elements in a user story.</a:t>
            </a:r>
          </a:p>
          <a:p>
            <a:r>
              <a:rPr lang="en-US" dirty="0" smtClean="0"/>
              <a:t>It is clear but </a:t>
            </a:r>
            <a:r>
              <a:rPr lang="en-US" i="1" dirty="0" smtClean="0">
                <a:solidFill>
                  <a:srgbClr val="C00000"/>
                </a:solidFill>
              </a:rPr>
              <a:t>how</a:t>
            </a:r>
            <a:r>
              <a:rPr lang="en-US" dirty="0" smtClean="0"/>
              <a:t> to do it?</a:t>
            </a:r>
          </a:p>
        </p:txBody>
      </p:sp>
      <p:pic>
        <p:nvPicPr>
          <p:cNvPr id="5" name="Picture 4">
            <a:hlinkClick r:id="rId2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3800" y="518160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Use XP?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are in a world of </a:t>
            </a:r>
            <a:r>
              <a:rPr lang="en-US" i="1" dirty="0" smtClean="0">
                <a:solidFill>
                  <a:srgbClr val="C00000"/>
                </a:solidFill>
              </a:rPr>
              <a:t>rapid change</a:t>
            </a:r>
          </a:p>
          <a:p>
            <a:r>
              <a:rPr lang="en-US" dirty="0" smtClean="0"/>
              <a:t>You have </a:t>
            </a:r>
            <a:r>
              <a:rPr lang="en-US" i="1" dirty="0" smtClean="0">
                <a:solidFill>
                  <a:srgbClr val="C00000"/>
                </a:solidFill>
              </a:rPr>
              <a:t>uncertain requirements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048000"/>
            <a:ext cx="605790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Extreme Programming</a:t>
            </a:r>
            <a:endParaRPr lang="en-US" dirty="0"/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381000" y="1295400"/>
            <a:ext cx="8229600" cy="1754326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i="1" dirty="0" smtClean="0">
                <a:solidFill>
                  <a:schemeClr val="bg1"/>
                </a:solidFill>
                <a:latin typeface="+mj-lt"/>
              </a:rPr>
              <a:t>Very simplified XP can be seen as Incremental Development mixed with Prototyping, taken to the extreme. It is a reaction to the rigidity of the more formal traditional development processes available. With XP change is expected and embraced. In practice XP relies on a highly experienced team where programmers work in pairs producing code and having users constantly present to give feedback. Deliveries are very frequent (weekly or even daily).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26" name="AutoShape 2" descr="mk:@MSITStore:D:\Teaching\Software%20Process\Books\2004_ExtremeProgrammingExplained_2nd_edition.chm::/0321278658/images/0321278658/graphics/11fig05.gif;380137"/>
          <p:cNvSpPr>
            <a:spLocks noChangeAspect="1" noChangeArrowheads="1"/>
          </p:cNvSpPr>
          <p:nvPr/>
        </p:nvSpPr>
        <p:spPr bwMode="auto">
          <a:xfrm>
            <a:off x="155575" y="-922338"/>
            <a:ext cx="1905000" cy="19240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9" name="AutoShape 5" descr="mk:@MSITStore:D:\Teaching\Software%20Process\Books\2004_ExtremeProgrammingExplained_2nd_edition.chm::/0321278658/images/0321278658/graphics/11fig04.gif;380137"/>
          <p:cNvSpPr>
            <a:spLocks noChangeAspect="1" noChangeArrowheads="1"/>
          </p:cNvSpPr>
          <p:nvPr/>
        </p:nvSpPr>
        <p:spPr bwMode="auto">
          <a:xfrm>
            <a:off x="155575" y="-479425"/>
            <a:ext cx="3810000" cy="10096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XP Iteration</a:t>
            </a:r>
            <a:endParaRPr lang="en-US" dirty="0"/>
          </a:p>
        </p:txBody>
      </p:sp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905000"/>
            <a:ext cx="5876925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XP Development</a:t>
            </a:r>
            <a:endParaRPr lang="en-US" dirty="0"/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2100" y="1919288"/>
            <a:ext cx="6019800" cy="30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XP Collective Code Ownership</a:t>
            </a:r>
            <a:endParaRPr lang="en-US" dirty="0"/>
          </a:p>
        </p:txBody>
      </p:sp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2100" y="1619250"/>
            <a:ext cx="6019800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Planning/Feedback Loops</a:t>
            </a:r>
            <a:endParaRPr lang="en-US" dirty="0"/>
          </a:p>
        </p:txBody>
      </p:sp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09788" y="1752600"/>
            <a:ext cx="492442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XP Work Products [2]</a:t>
            </a:r>
            <a:endParaRPr lang="en-US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266825"/>
            <a:ext cx="4762500" cy="528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XP Practices</a:t>
            </a:r>
            <a:endParaRPr lang="en-US" dirty="0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295400"/>
            <a:ext cx="47625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XP Values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447800" y="1397000"/>
          <a:ext cx="7010400" cy="515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2286000"/>
            <a:ext cx="3533775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XP Roles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457200" y="1371600"/>
          <a:ext cx="48006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for Your Time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11122</TotalTime>
  <Words>445</Words>
  <Application>Microsoft Office PowerPoint</Application>
  <PresentationFormat>On-screen Show (4:3)</PresentationFormat>
  <Paragraphs>79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Extreme Programming</vt:lpstr>
      <vt:lpstr>Objectives</vt:lpstr>
      <vt:lpstr>Books And Reading</vt:lpstr>
      <vt:lpstr>How to Execute Technical Parts of a SCRUM Project?</vt:lpstr>
      <vt:lpstr>Example [1]</vt:lpstr>
      <vt:lpstr>The Theory of Constraints</vt:lpstr>
      <vt:lpstr>Software Development</vt:lpstr>
      <vt:lpstr>Architectural Spike</vt:lpstr>
      <vt:lpstr>Pick A Story</vt:lpstr>
      <vt:lpstr>Slide 10</vt:lpstr>
      <vt:lpstr>When To Use XP?</vt:lpstr>
      <vt:lpstr>Extreme Programming</vt:lpstr>
      <vt:lpstr>XP Iteration</vt:lpstr>
      <vt:lpstr>XP Development</vt:lpstr>
      <vt:lpstr>XP Collective Code Ownership</vt:lpstr>
      <vt:lpstr>Planning/Feedback Loops</vt:lpstr>
      <vt:lpstr>XP Work Products [2]</vt:lpstr>
      <vt:lpstr>XP Practices</vt:lpstr>
      <vt:lpstr>XP Values</vt:lpstr>
      <vt:lpstr>XP Roles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3846</cp:revision>
  <dcterms:created xsi:type="dcterms:W3CDTF">2007-10-06T08:25:13Z</dcterms:created>
  <dcterms:modified xsi:type="dcterms:W3CDTF">2019-09-09T14:43:03Z</dcterms:modified>
</cp:coreProperties>
</file>