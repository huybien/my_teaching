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diagrams/drawing2.xml" ContentType="application/vnd.ms-office.drawingml.diagramDrawing+xml"/>
  <Override PartName="/ppt/diagrams/quickStyle4.xml" ContentType="application/vnd.openxmlformats-officedocument.drawingml.diagramStyl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diagrams/drawing1.xml" ContentType="application/vnd.ms-office.drawingml.diagramDrawing+xml"/>
  <Override PartName="/ppt/diagrams/quickStyle2.xml" ContentType="application/vnd.openxmlformats-officedocument.drawingml.diagramStyle+xml"/>
  <Override PartName="/ppt/diagrams/quickStyle3.xml" ContentType="application/vnd.openxmlformats-officedocument.drawingml.diagramStyl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diagrams/layout4.xml" ContentType="application/vnd.openxmlformats-officedocument.drawingml.diagramLayout+xml"/>
  <Override PartName="/ppt/slideLayouts/slideLayout10.xml" ContentType="application/vnd.openxmlformats-officedocument.presentationml.slide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data4.xml" ContentType="application/vnd.openxmlformats-officedocument.drawingml.diagramData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ppt/diagrams/colors3.xml" ContentType="application/vnd.openxmlformats-officedocument.drawingml.diagramColors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diagrams/colors2.xml" ContentType="application/vnd.openxmlformats-officedocument.drawingml.diagramColors+xml"/>
  <Override PartName="/ppt/diagrams/drawing3.xml" ContentType="application/vnd.ms-office.drawingml.diagramDrawing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sldIdLst>
    <p:sldId id="532" r:id="rId2"/>
    <p:sldId id="533" r:id="rId3"/>
    <p:sldId id="534" r:id="rId4"/>
    <p:sldId id="535" r:id="rId5"/>
    <p:sldId id="518" r:id="rId6"/>
    <p:sldId id="519" r:id="rId7"/>
    <p:sldId id="520" r:id="rId8"/>
    <p:sldId id="521" r:id="rId9"/>
    <p:sldId id="523" r:id="rId10"/>
    <p:sldId id="524" r:id="rId11"/>
    <p:sldId id="343" r:id="rId1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 horzBarState="maximized">
    <p:restoredLeft sz="21103" autoAdjust="0"/>
    <p:restoredTop sz="94667" autoAdjust="0"/>
  </p:normalViewPr>
  <p:slideViewPr>
    <p:cSldViewPr>
      <p:cViewPr>
        <p:scale>
          <a:sx n="60" d="100"/>
          <a:sy n="60" d="100"/>
        </p:scale>
        <p:origin x="-1186" y="-2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4B901D6-2BFD-4D82-95EB-31A0049B8626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B41CC7C-0082-4C80-81F3-B49F6F7D9202}">
      <dgm:prSet phldrT="[Text]" custT="1"/>
      <dgm:spPr/>
      <dgm:t>
        <a:bodyPr/>
        <a:lstStyle/>
        <a:p>
          <a:r>
            <a:rPr lang="en-US" sz="2400" dirty="0" smtClean="0"/>
            <a:t>Partially Done Work</a:t>
          </a:r>
          <a:endParaRPr lang="en-US" sz="2400" dirty="0"/>
        </a:p>
      </dgm:t>
    </dgm:pt>
    <dgm:pt modelId="{C1AD1ADF-C0F3-4E6C-951F-852DD2D38B03}" type="parTrans" cxnId="{EA6E39D5-00FF-4B84-AF9A-118BC5378045}">
      <dgm:prSet/>
      <dgm:spPr/>
      <dgm:t>
        <a:bodyPr/>
        <a:lstStyle/>
        <a:p>
          <a:endParaRPr lang="en-US"/>
        </a:p>
      </dgm:t>
    </dgm:pt>
    <dgm:pt modelId="{298ED36C-FDC5-4C62-9C77-198ADD137870}" type="sibTrans" cxnId="{EA6E39D5-00FF-4B84-AF9A-118BC5378045}">
      <dgm:prSet/>
      <dgm:spPr/>
      <dgm:t>
        <a:bodyPr/>
        <a:lstStyle/>
        <a:p>
          <a:endParaRPr lang="en-US"/>
        </a:p>
      </dgm:t>
    </dgm:pt>
    <dgm:pt modelId="{BC93DC85-A088-49F8-90F0-9ACBEC1A4492}">
      <dgm:prSet phldrT="[Text]" custT="1"/>
      <dgm:spPr/>
      <dgm:t>
        <a:bodyPr/>
        <a:lstStyle/>
        <a:p>
          <a:r>
            <a:rPr lang="en-US" sz="2400" dirty="0" smtClean="0"/>
            <a:t>Extra Processes</a:t>
          </a:r>
          <a:endParaRPr lang="en-US" sz="2400" dirty="0"/>
        </a:p>
      </dgm:t>
    </dgm:pt>
    <dgm:pt modelId="{D3845D4D-63A5-406D-B4BB-C55B52EB4861}" type="parTrans" cxnId="{83815922-B1DA-457E-BBBB-916DACBD7A38}">
      <dgm:prSet/>
      <dgm:spPr/>
      <dgm:t>
        <a:bodyPr/>
        <a:lstStyle/>
        <a:p>
          <a:endParaRPr lang="en-US"/>
        </a:p>
      </dgm:t>
    </dgm:pt>
    <dgm:pt modelId="{03146C0D-16A4-4DFA-80D5-9A15BE794FF3}" type="sibTrans" cxnId="{83815922-B1DA-457E-BBBB-916DACBD7A38}">
      <dgm:prSet/>
      <dgm:spPr/>
      <dgm:t>
        <a:bodyPr/>
        <a:lstStyle/>
        <a:p>
          <a:endParaRPr lang="en-US"/>
        </a:p>
      </dgm:t>
    </dgm:pt>
    <dgm:pt modelId="{8B7AAB89-A49D-4FFE-8FE3-CE879334775B}">
      <dgm:prSet phldrT="[Text]" custT="1"/>
      <dgm:spPr/>
      <dgm:t>
        <a:bodyPr/>
        <a:lstStyle/>
        <a:p>
          <a:r>
            <a:rPr lang="en-US" sz="2400" dirty="0" smtClean="0"/>
            <a:t>Extra Features</a:t>
          </a:r>
          <a:endParaRPr lang="en-US" sz="2400" dirty="0"/>
        </a:p>
      </dgm:t>
    </dgm:pt>
    <dgm:pt modelId="{F2648778-116E-4618-BD14-6475C5AE3FA9}" type="parTrans" cxnId="{1BB9D7D5-DAC9-4485-B1B7-6331722D245B}">
      <dgm:prSet/>
      <dgm:spPr/>
      <dgm:t>
        <a:bodyPr/>
        <a:lstStyle/>
        <a:p>
          <a:endParaRPr lang="en-US"/>
        </a:p>
      </dgm:t>
    </dgm:pt>
    <dgm:pt modelId="{61250D2F-3752-4652-975E-7BDF3F4318D6}" type="sibTrans" cxnId="{1BB9D7D5-DAC9-4485-B1B7-6331722D245B}">
      <dgm:prSet/>
      <dgm:spPr/>
      <dgm:t>
        <a:bodyPr/>
        <a:lstStyle/>
        <a:p>
          <a:endParaRPr lang="en-US"/>
        </a:p>
      </dgm:t>
    </dgm:pt>
    <dgm:pt modelId="{D176F3AA-70FB-4133-832C-B4D54FEC70D7}">
      <dgm:prSet phldrT="[Text]" custT="1"/>
      <dgm:spPr/>
      <dgm:t>
        <a:bodyPr/>
        <a:lstStyle/>
        <a:p>
          <a:r>
            <a:rPr lang="en-US" sz="2400" dirty="0" smtClean="0"/>
            <a:t>Task Switching</a:t>
          </a:r>
          <a:endParaRPr lang="en-US" sz="2400" dirty="0"/>
        </a:p>
      </dgm:t>
    </dgm:pt>
    <dgm:pt modelId="{733F96D9-7A30-4520-BEE4-47C336C9AF09}" type="parTrans" cxnId="{C4DAC12A-7716-4476-845B-3A37A28C97DA}">
      <dgm:prSet/>
      <dgm:spPr/>
      <dgm:t>
        <a:bodyPr/>
        <a:lstStyle/>
        <a:p>
          <a:endParaRPr lang="en-US"/>
        </a:p>
      </dgm:t>
    </dgm:pt>
    <dgm:pt modelId="{D81DF341-ECC5-47A6-9D43-4291F84204AC}" type="sibTrans" cxnId="{C4DAC12A-7716-4476-845B-3A37A28C97DA}">
      <dgm:prSet/>
      <dgm:spPr/>
      <dgm:t>
        <a:bodyPr/>
        <a:lstStyle/>
        <a:p>
          <a:endParaRPr lang="en-US"/>
        </a:p>
      </dgm:t>
    </dgm:pt>
    <dgm:pt modelId="{F8002905-9E10-400B-BF10-09307591D67E}">
      <dgm:prSet phldrT="[Text]" custT="1"/>
      <dgm:spPr/>
      <dgm:t>
        <a:bodyPr/>
        <a:lstStyle/>
        <a:p>
          <a:r>
            <a:rPr lang="en-US" sz="2400" dirty="0" smtClean="0"/>
            <a:t>Waiting</a:t>
          </a:r>
          <a:endParaRPr lang="en-US" sz="2400" dirty="0"/>
        </a:p>
      </dgm:t>
    </dgm:pt>
    <dgm:pt modelId="{309130E6-B778-4D85-9FDA-1DCB3BD1274F}" type="parTrans" cxnId="{80985697-F513-4085-84DF-548F607BB7BB}">
      <dgm:prSet/>
      <dgm:spPr/>
      <dgm:t>
        <a:bodyPr/>
        <a:lstStyle/>
        <a:p>
          <a:endParaRPr lang="en-US"/>
        </a:p>
      </dgm:t>
    </dgm:pt>
    <dgm:pt modelId="{7B04B34D-FE8E-4AC8-A379-036D3B091306}" type="sibTrans" cxnId="{80985697-F513-4085-84DF-548F607BB7BB}">
      <dgm:prSet/>
      <dgm:spPr/>
      <dgm:t>
        <a:bodyPr/>
        <a:lstStyle/>
        <a:p>
          <a:endParaRPr lang="en-US"/>
        </a:p>
      </dgm:t>
    </dgm:pt>
    <dgm:pt modelId="{666DC813-DD5A-4E27-B900-D6C6A8DEBE1F}">
      <dgm:prSet phldrT="[Text]" custT="1"/>
      <dgm:spPr/>
      <dgm:t>
        <a:bodyPr/>
        <a:lstStyle/>
        <a:p>
          <a:r>
            <a:rPr lang="en-US" sz="2400" dirty="0" smtClean="0"/>
            <a:t>Motion</a:t>
          </a:r>
          <a:endParaRPr lang="en-US" sz="2400" dirty="0"/>
        </a:p>
      </dgm:t>
    </dgm:pt>
    <dgm:pt modelId="{4261F461-E009-445D-BAF4-C4DF1509DC0F}" type="parTrans" cxnId="{264C6D50-F9E9-42F2-A951-66FDFA52B559}">
      <dgm:prSet/>
      <dgm:spPr/>
      <dgm:t>
        <a:bodyPr/>
        <a:lstStyle/>
        <a:p>
          <a:endParaRPr lang="en-US"/>
        </a:p>
      </dgm:t>
    </dgm:pt>
    <dgm:pt modelId="{E32E2A74-0639-4EDB-B97B-A10ECC24E92C}" type="sibTrans" cxnId="{264C6D50-F9E9-42F2-A951-66FDFA52B559}">
      <dgm:prSet/>
      <dgm:spPr/>
      <dgm:t>
        <a:bodyPr/>
        <a:lstStyle/>
        <a:p>
          <a:endParaRPr lang="en-US"/>
        </a:p>
      </dgm:t>
    </dgm:pt>
    <dgm:pt modelId="{2422D6CF-1AEF-4B31-A861-E330B07EE2CF}">
      <dgm:prSet phldrT="[Text]" custT="1"/>
      <dgm:spPr/>
      <dgm:t>
        <a:bodyPr/>
        <a:lstStyle/>
        <a:p>
          <a:r>
            <a:rPr lang="en-US" sz="2400" dirty="0" smtClean="0"/>
            <a:t>Defects</a:t>
          </a:r>
          <a:endParaRPr lang="en-US" sz="2400" dirty="0"/>
        </a:p>
      </dgm:t>
    </dgm:pt>
    <dgm:pt modelId="{892F2BDD-6FF8-4AB3-8CDF-994BA1CC42D9}" type="parTrans" cxnId="{C9E1043F-0369-4E87-BD99-7695BAD94FCB}">
      <dgm:prSet/>
      <dgm:spPr/>
      <dgm:t>
        <a:bodyPr/>
        <a:lstStyle/>
        <a:p>
          <a:endParaRPr lang="en-US"/>
        </a:p>
      </dgm:t>
    </dgm:pt>
    <dgm:pt modelId="{38318897-C04B-4DC3-901E-CE383F0FF06A}" type="sibTrans" cxnId="{C9E1043F-0369-4E87-BD99-7695BAD94FCB}">
      <dgm:prSet/>
      <dgm:spPr/>
      <dgm:t>
        <a:bodyPr/>
        <a:lstStyle/>
        <a:p>
          <a:endParaRPr lang="en-US"/>
        </a:p>
      </dgm:t>
    </dgm:pt>
    <dgm:pt modelId="{33A406C2-2888-462A-93F6-92A1F69A7F0E}" type="pres">
      <dgm:prSet presAssocID="{D4B901D6-2BFD-4D82-95EB-31A0049B8626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DBDCDC9C-1400-4597-A8B7-E7674402E3CC}" type="pres">
      <dgm:prSet presAssocID="{DB41CC7C-0082-4C80-81F3-B49F6F7D9202}" presName="parentLin" presStyleCnt="0"/>
      <dgm:spPr/>
    </dgm:pt>
    <dgm:pt modelId="{F6609892-98BF-4715-B14A-F02A32334774}" type="pres">
      <dgm:prSet presAssocID="{DB41CC7C-0082-4C80-81F3-B49F6F7D9202}" presName="parentLeftMargin" presStyleLbl="node1" presStyleIdx="0" presStyleCnt="7"/>
      <dgm:spPr/>
      <dgm:t>
        <a:bodyPr/>
        <a:lstStyle/>
        <a:p>
          <a:endParaRPr lang="en-US"/>
        </a:p>
      </dgm:t>
    </dgm:pt>
    <dgm:pt modelId="{39660CD6-B0B6-460B-A50F-91879247E8DE}" type="pres">
      <dgm:prSet presAssocID="{DB41CC7C-0082-4C80-81F3-B49F6F7D9202}" presName="parentText" presStyleLbl="node1" presStyleIdx="0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15E2DC8-9EA6-4D06-8779-9C82353AA2F2}" type="pres">
      <dgm:prSet presAssocID="{DB41CC7C-0082-4C80-81F3-B49F6F7D9202}" presName="negativeSpace" presStyleCnt="0"/>
      <dgm:spPr/>
    </dgm:pt>
    <dgm:pt modelId="{93D96493-BD88-4651-8CC3-C2886C3C48F2}" type="pres">
      <dgm:prSet presAssocID="{DB41CC7C-0082-4C80-81F3-B49F6F7D9202}" presName="childText" presStyleLbl="conFgAcc1" presStyleIdx="0" presStyleCnt="7">
        <dgm:presLayoutVars>
          <dgm:bulletEnabled val="1"/>
        </dgm:presLayoutVars>
      </dgm:prSet>
      <dgm:spPr/>
    </dgm:pt>
    <dgm:pt modelId="{70BA4DDA-465B-4D83-910D-11F562697A31}" type="pres">
      <dgm:prSet presAssocID="{298ED36C-FDC5-4C62-9C77-198ADD137870}" presName="spaceBetweenRectangles" presStyleCnt="0"/>
      <dgm:spPr/>
    </dgm:pt>
    <dgm:pt modelId="{5DF71C66-475C-41B0-8D44-147A13D5E827}" type="pres">
      <dgm:prSet presAssocID="{BC93DC85-A088-49F8-90F0-9ACBEC1A4492}" presName="parentLin" presStyleCnt="0"/>
      <dgm:spPr/>
    </dgm:pt>
    <dgm:pt modelId="{0C106683-6A50-4CA1-B3CD-2BA5788B99A9}" type="pres">
      <dgm:prSet presAssocID="{BC93DC85-A088-49F8-90F0-9ACBEC1A4492}" presName="parentLeftMargin" presStyleLbl="node1" presStyleIdx="0" presStyleCnt="7"/>
      <dgm:spPr/>
      <dgm:t>
        <a:bodyPr/>
        <a:lstStyle/>
        <a:p>
          <a:endParaRPr lang="en-US"/>
        </a:p>
      </dgm:t>
    </dgm:pt>
    <dgm:pt modelId="{59F885FB-672F-4F21-9A39-82965518BE95}" type="pres">
      <dgm:prSet presAssocID="{BC93DC85-A088-49F8-90F0-9ACBEC1A4492}" presName="parentText" presStyleLbl="node1" presStyleIdx="1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DA6DBBD-0158-48BA-9904-5D213E7906C3}" type="pres">
      <dgm:prSet presAssocID="{BC93DC85-A088-49F8-90F0-9ACBEC1A4492}" presName="negativeSpace" presStyleCnt="0"/>
      <dgm:spPr/>
    </dgm:pt>
    <dgm:pt modelId="{4B26B4CE-1D20-4A93-9B2E-E244BFBD36BF}" type="pres">
      <dgm:prSet presAssocID="{BC93DC85-A088-49F8-90F0-9ACBEC1A4492}" presName="childText" presStyleLbl="conFgAcc1" presStyleIdx="1" presStyleCnt="7">
        <dgm:presLayoutVars>
          <dgm:bulletEnabled val="1"/>
        </dgm:presLayoutVars>
      </dgm:prSet>
      <dgm:spPr/>
    </dgm:pt>
    <dgm:pt modelId="{9EBC0B5D-0E3D-4E9A-95BA-52D8D857B527}" type="pres">
      <dgm:prSet presAssocID="{03146C0D-16A4-4DFA-80D5-9A15BE794FF3}" presName="spaceBetweenRectangles" presStyleCnt="0"/>
      <dgm:spPr/>
    </dgm:pt>
    <dgm:pt modelId="{EDBF06CB-6854-44EA-89BE-8A445906A7CF}" type="pres">
      <dgm:prSet presAssocID="{8B7AAB89-A49D-4FFE-8FE3-CE879334775B}" presName="parentLin" presStyleCnt="0"/>
      <dgm:spPr/>
    </dgm:pt>
    <dgm:pt modelId="{A4494951-CA9A-4E39-B352-ED441E0EF30B}" type="pres">
      <dgm:prSet presAssocID="{8B7AAB89-A49D-4FFE-8FE3-CE879334775B}" presName="parentLeftMargin" presStyleLbl="node1" presStyleIdx="1" presStyleCnt="7"/>
      <dgm:spPr/>
      <dgm:t>
        <a:bodyPr/>
        <a:lstStyle/>
        <a:p>
          <a:endParaRPr lang="en-US"/>
        </a:p>
      </dgm:t>
    </dgm:pt>
    <dgm:pt modelId="{73C016FC-4E0B-4E51-BB1C-E3653FC0D544}" type="pres">
      <dgm:prSet presAssocID="{8B7AAB89-A49D-4FFE-8FE3-CE879334775B}" presName="parentText" presStyleLbl="node1" presStyleIdx="2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FFA7822-BE42-4D2E-B73A-EA4B369AC615}" type="pres">
      <dgm:prSet presAssocID="{8B7AAB89-A49D-4FFE-8FE3-CE879334775B}" presName="negativeSpace" presStyleCnt="0"/>
      <dgm:spPr/>
    </dgm:pt>
    <dgm:pt modelId="{7EAC4420-1A1D-4F64-9031-163E88DA8BE8}" type="pres">
      <dgm:prSet presAssocID="{8B7AAB89-A49D-4FFE-8FE3-CE879334775B}" presName="childText" presStyleLbl="conFgAcc1" presStyleIdx="2" presStyleCnt="7">
        <dgm:presLayoutVars>
          <dgm:bulletEnabled val="1"/>
        </dgm:presLayoutVars>
      </dgm:prSet>
      <dgm:spPr/>
    </dgm:pt>
    <dgm:pt modelId="{24251AAA-5D65-45FE-848C-457862EC43DA}" type="pres">
      <dgm:prSet presAssocID="{61250D2F-3752-4652-975E-7BDF3F4318D6}" presName="spaceBetweenRectangles" presStyleCnt="0"/>
      <dgm:spPr/>
    </dgm:pt>
    <dgm:pt modelId="{74C2CBCC-553B-4FA1-B034-9960DF3E13BF}" type="pres">
      <dgm:prSet presAssocID="{D176F3AA-70FB-4133-832C-B4D54FEC70D7}" presName="parentLin" presStyleCnt="0"/>
      <dgm:spPr/>
    </dgm:pt>
    <dgm:pt modelId="{1F116D17-7C05-4478-A6A7-BE37D3D995D6}" type="pres">
      <dgm:prSet presAssocID="{D176F3AA-70FB-4133-832C-B4D54FEC70D7}" presName="parentLeftMargin" presStyleLbl="node1" presStyleIdx="2" presStyleCnt="7"/>
      <dgm:spPr/>
      <dgm:t>
        <a:bodyPr/>
        <a:lstStyle/>
        <a:p>
          <a:endParaRPr lang="en-US"/>
        </a:p>
      </dgm:t>
    </dgm:pt>
    <dgm:pt modelId="{B53D78E2-C688-4F7D-95F6-581BE06465CA}" type="pres">
      <dgm:prSet presAssocID="{D176F3AA-70FB-4133-832C-B4D54FEC70D7}" presName="parentText" presStyleLbl="node1" presStyleIdx="3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9BBD75D-43B6-4A4B-BB41-2BC9F6B36010}" type="pres">
      <dgm:prSet presAssocID="{D176F3AA-70FB-4133-832C-B4D54FEC70D7}" presName="negativeSpace" presStyleCnt="0"/>
      <dgm:spPr/>
    </dgm:pt>
    <dgm:pt modelId="{57B426D2-7301-4C32-BB52-26B20AB75257}" type="pres">
      <dgm:prSet presAssocID="{D176F3AA-70FB-4133-832C-B4D54FEC70D7}" presName="childText" presStyleLbl="conFgAcc1" presStyleIdx="3" presStyleCnt="7">
        <dgm:presLayoutVars>
          <dgm:bulletEnabled val="1"/>
        </dgm:presLayoutVars>
      </dgm:prSet>
      <dgm:spPr/>
    </dgm:pt>
    <dgm:pt modelId="{6E903DE4-5A70-48AE-B438-5F4297523AF0}" type="pres">
      <dgm:prSet presAssocID="{D81DF341-ECC5-47A6-9D43-4291F84204AC}" presName="spaceBetweenRectangles" presStyleCnt="0"/>
      <dgm:spPr/>
    </dgm:pt>
    <dgm:pt modelId="{89D184C8-87BA-477F-ACA0-3BC8FB1E9D84}" type="pres">
      <dgm:prSet presAssocID="{F8002905-9E10-400B-BF10-09307591D67E}" presName="parentLin" presStyleCnt="0"/>
      <dgm:spPr/>
    </dgm:pt>
    <dgm:pt modelId="{E5E97849-2DBE-4EFC-874D-BABA74D207F2}" type="pres">
      <dgm:prSet presAssocID="{F8002905-9E10-400B-BF10-09307591D67E}" presName="parentLeftMargin" presStyleLbl="node1" presStyleIdx="3" presStyleCnt="7"/>
      <dgm:spPr/>
      <dgm:t>
        <a:bodyPr/>
        <a:lstStyle/>
        <a:p>
          <a:endParaRPr lang="en-US"/>
        </a:p>
      </dgm:t>
    </dgm:pt>
    <dgm:pt modelId="{D59C4F92-D053-4085-A81E-2B35DB0559C2}" type="pres">
      <dgm:prSet presAssocID="{F8002905-9E10-400B-BF10-09307591D67E}" presName="parentText" presStyleLbl="node1" presStyleIdx="4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0226178-ED4C-410E-8476-B28AA6CD69E6}" type="pres">
      <dgm:prSet presAssocID="{F8002905-9E10-400B-BF10-09307591D67E}" presName="negativeSpace" presStyleCnt="0"/>
      <dgm:spPr/>
    </dgm:pt>
    <dgm:pt modelId="{CC6D93AC-F58E-4EE5-A6B6-4E3639AF9BD7}" type="pres">
      <dgm:prSet presAssocID="{F8002905-9E10-400B-BF10-09307591D67E}" presName="childText" presStyleLbl="conFgAcc1" presStyleIdx="4" presStyleCnt="7">
        <dgm:presLayoutVars>
          <dgm:bulletEnabled val="1"/>
        </dgm:presLayoutVars>
      </dgm:prSet>
      <dgm:spPr/>
    </dgm:pt>
    <dgm:pt modelId="{2F301C5E-31A4-45E8-8C5F-5C1D52157B16}" type="pres">
      <dgm:prSet presAssocID="{7B04B34D-FE8E-4AC8-A379-036D3B091306}" presName="spaceBetweenRectangles" presStyleCnt="0"/>
      <dgm:spPr/>
    </dgm:pt>
    <dgm:pt modelId="{199D279A-229A-48E2-9F4E-F2677B351540}" type="pres">
      <dgm:prSet presAssocID="{666DC813-DD5A-4E27-B900-D6C6A8DEBE1F}" presName="parentLin" presStyleCnt="0"/>
      <dgm:spPr/>
    </dgm:pt>
    <dgm:pt modelId="{796421A7-9774-4C81-850C-FBE5569C7C71}" type="pres">
      <dgm:prSet presAssocID="{666DC813-DD5A-4E27-B900-D6C6A8DEBE1F}" presName="parentLeftMargin" presStyleLbl="node1" presStyleIdx="4" presStyleCnt="7"/>
      <dgm:spPr/>
      <dgm:t>
        <a:bodyPr/>
        <a:lstStyle/>
        <a:p>
          <a:endParaRPr lang="en-US"/>
        </a:p>
      </dgm:t>
    </dgm:pt>
    <dgm:pt modelId="{652C4FAC-E263-46DF-847B-F0054EC1F30B}" type="pres">
      <dgm:prSet presAssocID="{666DC813-DD5A-4E27-B900-D6C6A8DEBE1F}" presName="parentText" presStyleLbl="node1" presStyleIdx="5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D12E191-8DB2-4024-8059-55630E8666A5}" type="pres">
      <dgm:prSet presAssocID="{666DC813-DD5A-4E27-B900-D6C6A8DEBE1F}" presName="negativeSpace" presStyleCnt="0"/>
      <dgm:spPr/>
    </dgm:pt>
    <dgm:pt modelId="{E26C231A-258A-4535-AB5B-BF73A1A0A74C}" type="pres">
      <dgm:prSet presAssocID="{666DC813-DD5A-4E27-B900-D6C6A8DEBE1F}" presName="childText" presStyleLbl="conFgAcc1" presStyleIdx="5" presStyleCnt="7">
        <dgm:presLayoutVars>
          <dgm:bulletEnabled val="1"/>
        </dgm:presLayoutVars>
      </dgm:prSet>
      <dgm:spPr/>
    </dgm:pt>
    <dgm:pt modelId="{C3FA3A32-8D1C-4C50-9922-952BEDB973D7}" type="pres">
      <dgm:prSet presAssocID="{E32E2A74-0639-4EDB-B97B-A10ECC24E92C}" presName="spaceBetweenRectangles" presStyleCnt="0"/>
      <dgm:spPr/>
    </dgm:pt>
    <dgm:pt modelId="{86914E01-318C-47A1-BB8A-35294361D142}" type="pres">
      <dgm:prSet presAssocID="{2422D6CF-1AEF-4B31-A861-E330B07EE2CF}" presName="parentLin" presStyleCnt="0"/>
      <dgm:spPr/>
    </dgm:pt>
    <dgm:pt modelId="{25C4032C-A484-4F50-9479-A29E73AC6FC5}" type="pres">
      <dgm:prSet presAssocID="{2422D6CF-1AEF-4B31-A861-E330B07EE2CF}" presName="parentLeftMargin" presStyleLbl="node1" presStyleIdx="5" presStyleCnt="7"/>
      <dgm:spPr/>
      <dgm:t>
        <a:bodyPr/>
        <a:lstStyle/>
        <a:p>
          <a:endParaRPr lang="en-US"/>
        </a:p>
      </dgm:t>
    </dgm:pt>
    <dgm:pt modelId="{10004143-6D59-4846-B084-0672E1F72518}" type="pres">
      <dgm:prSet presAssocID="{2422D6CF-1AEF-4B31-A861-E330B07EE2CF}" presName="parentText" presStyleLbl="node1" presStyleIdx="6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89ACFB4-E0BA-4C7F-B8B0-7C142ED89C5D}" type="pres">
      <dgm:prSet presAssocID="{2422D6CF-1AEF-4B31-A861-E330B07EE2CF}" presName="negativeSpace" presStyleCnt="0"/>
      <dgm:spPr/>
    </dgm:pt>
    <dgm:pt modelId="{697BB49E-53A5-4721-9377-F0006A22CB3A}" type="pres">
      <dgm:prSet presAssocID="{2422D6CF-1AEF-4B31-A861-E330B07EE2CF}" presName="childText" presStyleLbl="conFgAcc1" presStyleIdx="6" presStyleCnt="7">
        <dgm:presLayoutVars>
          <dgm:bulletEnabled val="1"/>
        </dgm:presLayoutVars>
      </dgm:prSet>
      <dgm:spPr/>
    </dgm:pt>
  </dgm:ptLst>
  <dgm:cxnLst>
    <dgm:cxn modelId="{0AD10469-31C6-4B40-A60F-CB6023BEF42B}" type="presOf" srcId="{F8002905-9E10-400B-BF10-09307591D67E}" destId="{D59C4F92-D053-4085-A81E-2B35DB0559C2}" srcOrd="1" destOrd="0" presId="urn:microsoft.com/office/officeart/2005/8/layout/list1"/>
    <dgm:cxn modelId="{A0D2A906-AD51-4157-B935-EB356E6E6539}" type="presOf" srcId="{666DC813-DD5A-4E27-B900-D6C6A8DEBE1F}" destId="{796421A7-9774-4C81-850C-FBE5569C7C71}" srcOrd="0" destOrd="0" presId="urn:microsoft.com/office/officeart/2005/8/layout/list1"/>
    <dgm:cxn modelId="{83815922-B1DA-457E-BBBB-916DACBD7A38}" srcId="{D4B901D6-2BFD-4D82-95EB-31A0049B8626}" destId="{BC93DC85-A088-49F8-90F0-9ACBEC1A4492}" srcOrd="1" destOrd="0" parTransId="{D3845D4D-63A5-406D-B4BB-C55B52EB4861}" sibTransId="{03146C0D-16A4-4DFA-80D5-9A15BE794FF3}"/>
    <dgm:cxn modelId="{C9E1043F-0369-4E87-BD99-7695BAD94FCB}" srcId="{D4B901D6-2BFD-4D82-95EB-31A0049B8626}" destId="{2422D6CF-1AEF-4B31-A861-E330B07EE2CF}" srcOrd="6" destOrd="0" parTransId="{892F2BDD-6FF8-4AB3-8CDF-994BA1CC42D9}" sibTransId="{38318897-C04B-4DC3-901E-CE383F0FF06A}"/>
    <dgm:cxn modelId="{264C6D50-F9E9-42F2-A951-66FDFA52B559}" srcId="{D4B901D6-2BFD-4D82-95EB-31A0049B8626}" destId="{666DC813-DD5A-4E27-B900-D6C6A8DEBE1F}" srcOrd="5" destOrd="0" parTransId="{4261F461-E009-445D-BAF4-C4DF1509DC0F}" sibTransId="{E32E2A74-0639-4EDB-B97B-A10ECC24E92C}"/>
    <dgm:cxn modelId="{80985697-F513-4085-84DF-548F607BB7BB}" srcId="{D4B901D6-2BFD-4D82-95EB-31A0049B8626}" destId="{F8002905-9E10-400B-BF10-09307591D67E}" srcOrd="4" destOrd="0" parTransId="{309130E6-B778-4D85-9FDA-1DCB3BD1274F}" sibTransId="{7B04B34D-FE8E-4AC8-A379-036D3B091306}"/>
    <dgm:cxn modelId="{304C9AFB-33E8-4B6A-A18F-7F58B46618E5}" type="presOf" srcId="{D176F3AA-70FB-4133-832C-B4D54FEC70D7}" destId="{1F116D17-7C05-4478-A6A7-BE37D3D995D6}" srcOrd="0" destOrd="0" presId="urn:microsoft.com/office/officeart/2005/8/layout/list1"/>
    <dgm:cxn modelId="{A1584706-A6C0-498F-BD16-CF0F83A275ED}" type="presOf" srcId="{BC93DC85-A088-49F8-90F0-9ACBEC1A4492}" destId="{59F885FB-672F-4F21-9A39-82965518BE95}" srcOrd="1" destOrd="0" presId="urn:microsoft.com/office/officeart/2005/8/layout/list1"/>
    <dgm:cxn modelId="{A81E34D6-F21F-4EA4-B2E7-3CAAFC4B096C}" type="presOf" srcId="{D4B901D6-2BFD-4D82-95EB-31A0049B8626}" destId="{33A406C2-2888-462A-93F6-92A1F69A7F0E}" srcOrd="0" destOrd="0" presId="urn:microsoft.com/office/officeart/2005/8/layout/list1"/>
    <dgm:cxn modelId="{C4DAC12A-7716-4476-845B-3A37A28C97DA}" srcId="{D4B901D6-2BFD-4D82-95EB-31A0049B8626}" destId="{D176F3AA-70FB-4133-832C-B4D54FEC70D7}" srcOrd="3" destOrd="0" parTransId="{733F96D9-7A30-4520-BEE4-47C336C9AF09}" sibTransId="{D81DF341-ECC5-47A6-9D43-4291F84204AC}"/>
    <dgm:cxn modelId="{F23EB496-7E60-4B8F-BA51-90CBB04DB78E}" type="presOf" srcId="{666DC813-DD5A-4E27-B900-D6C6A8DEBE1F}" destId="{652C4FAC-E263-46DF-847B-F0054EC1F30B}" srcOrd="1" destOrd="0" presId="urn:microsoft.com/office/officeart/2005/8/layout/list1"/>
    <dgm:cxn modelId="{EA6E39D5-00FF-4B84-AF9A-118BC5378045}" srcId="{D4B901D6-2BFD-4D82-95EB-31A0049B8626}" destId="{DB41CC7C-0082-4C80-81F3-B49F6F7D9202}" srcOrd="0" destOrd="0" parTransId="{C1AD1ADF-C0F3-4E6C-951F-852DD2D38B03}" sibTransId="{298ED36C-FDC5-4C62-9C77-198ADD137870}"/>
    <dgm:cxn modelId="{DFAC4269-6A9B-4DB0-AC3A-C8D19D825642}" type="presOf" srcId="{DB41CC7C-0082-4C80-81F3-B49F6F7D9202}" destId="{F6609892-98BF-4715-B14A-F02A32334774}" srcOrd="0" destOrd="0" presId="urn:microsoft.com/office/officeart/2005/8/layout/list1"/>
    <dgm:cxn modelId="{BB9B048F-4C58-475F-9686-BB35D8BF8F48}" type="presOf" srcId="{8B7AAB89-A49D-4FFE-8FE3-CE879334775B}" destId="{A4494951-CA9A-4E39-B352-ED441E0EF30B}" srcOrd="0" destOrd="0" presId="urn:microsoft.com/office/officeart/2005/8/layout/list1"/>
    <dgm:cxn modelId="{C2C65EFB-0A6E-40F5-9184-24CDE8BABE72}" type="presOf" srcId="{8B7AAB89-A49D-4FFE-8FE3-CE879334775B}" destId="{73C016FC-4E0B-4E51-BB1C-E3653FC0D544}" srcOrd="1" destOrd="0" presId="urn:microsoft.com/office/officeart/2005/8/layout/list1"/>
    <dgm:cxn modelId="{291923EA-4EDB-418D-B44E-3CB000B7036D}" type="presOf" srcId="{BC93DC85-A088-49F8-90F0-9ACBEC1A4492}" destId="{0C106683-6A50-4CA1-B3CD-2BA5788B99A9}" srcOrd="0" destOrd="0" presId="urn:microsoft.com/office/officeart/2005/8/layout/list1"/>
    <dgm:cxn modelId="{B9EE7BA1-C890-488F-8C75-ECC620D0BD70}" type="presOf" srcId="{2422D6CF-1AEF-4B31-A861-E330B07EE2CF}" destId="{10004143-6D59-4846-B084-0672E1F72518}" srcOrd="1" destOrd="0" presId="urn:microsoft.com/office/officeart/2005/8/layout/list1"/>
    <dgm:cxn modelId="{1BB9D7D5-DAC9-4485-B1B7-6331722D245B}" srcId="{D4B901D6-2BFD-4D82-95EB-31A0049B8626}" destId="{8B7AAB89-A49D-4FFE-8FE3-CE879334775B}" srcOrd="2" destOrd="0" parTransId="{F2648778-116E-4618-BD14-6475C5AE3FA9}" sibTransId="{61250D2F-3752-4652-975E-7BDF3F4318D6}"/>
    <dgm:cxn modelId="{631C0F08-69A1-4F10-87E4-1F365B313620}" type="presOf" srcId="{F8002905-9E10-400B-BF10-09307591D67E}" destId="{E5E97849-2DBE-4EFC-874D-BABA74D207F2}" srcOrd="0" destOrd="0" presId="urn:microsoft.com/office/officeart/2005/8/layout/list1"/>
    <dgm:cxn modelId="{9C008C2F-1563-4030-A32D-B803A919043C}" type="presOf" srcId="{2422D6CF-1AEF-4B31-A861-E330B07EE2CF}" destId="{25C4032C-A484-4F50-9479-A29E73AC6FC5}" srcOrd="0" destOrd="0" presId="urn:microsoft.com/office/officeart/2005/8/layout/list1"/>
    <dgm:cxn modelId="{AC9E313A-D9A2-4081-AC4A-608D9B1E7A5C}" type="presOf" srcId="{DB41CC7C-0082-4C80-81F3-B49F6F7D9202}" destId="{39660CD6-B0B6-460B-A50F-91879247E8DE}" srcOrd="1" destOrd="0" presId="urn:microsoft.com/office/officeart/2005/8/layout/list1"/>
    <dgm:cxn modelId="{C2BA7455-B0B9-49F0-80B9-72A043AC12E6}" type="presOf" srcId="{D176F3AA-70FB-4133-832C-B4D54FEC70D7}" destId="{B53D78E2-C688-4F7D-95F6-581BE06465CA}" srcOrd="1" destOrd="0" presId="urn:microsoft.com/office/officeart/2005/8/layout/list1"/>
    <dgm:cxn modelId="{441D181F-105E-42DB-8D2A-5D29E9CE924B}" type="presParOf" srcId="{33A406C2-2888-462A-93F6-92A1F69A7F0E}" destId="{DBDCDC9C-1400-4597-A8B7-E7674402E3CC}" srcOrd="0" destOrd="0" presId="urn:microsoft.com/office/officeart/2005/8/layout/list1"/>
    <dgm:cxn modelId="{E51F0BFD-8C7E-44BD-8962-9190FCFCB06F}" type="presParOf" srcId="{DBDCDC9C-1400-4597-A8B7-E7674402E3CC}" destId="{F6609892-98BF-4715-B14A-F02A32334774}" srcOrd="0" destOrd="0" presId="urn:microsoft.com/office/officeart/2005/8/layout/list1"/>
    <dgm:cxn modelId="{64C2389D-221A-4CA8-B3BB-5BE832E26A08}" type="presParOf" srcId="{DBDCDC9C-1400-4597-A8B7-E7674402E3CC}" destId="{39660CD6-B0B6-460B-A50F-91879247E8DE}" srcOrd="1" destOrd="0" presId="urn:microsoft.com/office/officeart/2005/8/layout/list1"/>
    <dgm:cxn modelId="{C6542751-7038-4AE3-A848-4348003EFB8E}" type="presParOf" srcId="{33A406C2-2888-462A-93F6-92A1F69A7F0E}" destId="{515E2DC8-9EA6-4D06-8779-9C82353AA2F2}" srcOrd="1" destOrd="0" presId="urn:microsoft.com/office/officeart/2005/8/layout/list1"/>
    <dgm:cxn modelId="{F213C448-64BB-4E7A-8825-34CB64D1C32F}" type="presParOf" srcId="{33A406C2-2888-462A-93F6-92A1F69A7F0E}" destId="{93D96493-BD88-4651-8CC3-C2886C3C48F2}" srcOrd="2" destOrd="0" presId="urn:microsoft.com/office/officeart/2005/8/layout/list1"/>
    <dgm:cxn modelId="{E0639A9C-53A2-4117-9B45-B5B130483C63}" type="presParOf" srcId="{33A406C2-2888-462A-93F6-92A1F69A7F0E}" destId="{70BA4DDA-465B-4D83-910D-11F562697A31}" srcOrd="3" destOrd="0" presId="urn:microsoft.com/office/officeart/2005/8/layout/list1"/>
    <dgm:cxn modelId="{0CFA3D30-DDFF-41B8-B466-B6384D0E31EF}" type="presParOf" srcId="{33A406C2-2888-462A-93F6-92A1F69A7F0E}" destId="{5DF71C66-475C-41B0-8D44-147A13D5E827}" srcOrd="4" destOrd="0" presId="urn:microsoft.com/office/officeart/2005/8/layout/list1"/>
    <dgm:cxn modelId="{75CAF570-715E-4DD6-9D16-82189BBDF59A}" type="presParOf" srcId="{5DF71C66-475C-41B0-8D44-147A13D5E827}" destId="{0C106683-6A50-4CA1-B3CD-2BA5788B99A9}" srcOrd="0" destOrd="0" presId="urn:microsoft.com/office/officeart/2005/8/layout/list1"/>
    <dgm:cxn modelId="{383DCA7F-FA87-4C32-976E-D78AC15FFD51}" type="presParOf" srcId="{5DF71C66-475C-41B0-8D44-147A13D5E827}" destId="{59F885FB-672F-4F21-9A39-82965518BE95}" srcOrd="1" destOrd="0" presId="urn:microsoft.com/office/officeart/2005/8/layout/list1"/>
    <dgm:cxn modelId="{8F8F8753-6AFE-4917-BB2C-1FB510D9CE2E}" type="presParOf" srcId="{33A406C2-2888-462A-93F6-92A1F69A7F0E}" destId="{FDA6DBBD-0158-48BA-9904-5D213E7906C3}" srcOrd="5" destOrd="0" presId="urn:microsoft.com/office/officeart/2005/8/layout/list1"/>
    <dgm:cxn modelId="{D4C70487-1477-4344-97B2-3CA26002B65F}" type="presParOf" srcId="{33A406C2-2888-462A-93F6-92A1F69A7F0E}" destId="{4B26B4CE-1D20-4A93-9B2E-E244BFBD36BF}" srcOrd="6" destOrd="0" presId="urn:microsoft.com/office/officeart/2005/8/layout/list1"/>
    <dgm:cxn modelId="{BA978A89-A3B2-4E7F-92EF-F12F733FB368}" type="presParOf" srcId="{33A406C2-2888-462A-93F6-92A1F69A7F0E}" destId="{9EBC0B5D-0E3D-4E9A-95BA-52D8D857B527}" srcOrd="7" destOrd="0" presId="urn:microsoft.com/office/officeart/2005/8/layout/list1"/>
    <dgm:cxn modelId="{58EE2316-DC36-4B0C-B043-D973BB8B4388}" type="presParOf" srcId="{33A406C2-2888-462A-93F6-92A1F69A7F0E}" destId="{EDBF06CB-6854-44EA-89BE-8A445906A7CF}" srcOrd="8" destOrd="0" presId="urn:microsoft.com/office/officeart/2005/8/layout/list1"/>
    <dgm:cxn modelId="{6099C71C-A4EA-4251-9E70-8A9F02274E37}" type="presParOf" srcId="{EDBF06CB-6854-44EA-89BE-8A445906A7CF}" destId="{A4494951-CA9A-4E39-B352-ED441E0EF30B}" srcOrd="0" destOrd="0" presId="urn:microsoft.com/office/officeart/2005/8/layout/list1"/>
    <dgm:cxn modelId="{9C0AF764-2875-4759-ABA8-CD23C713B7E4}" type="presParOf" srcId="{EDBF06CB-6854-44EA-89BE-8A445906A7CF}" destId="{73C016FC-4E0B-4E51-BB1C-E3653FC0D544}" srcOrd="1" destOrd="0" presId="urn:microsoft.com/office/officeart/2005/8/layout/list1"/>
    <dgm:cxn modelId="{67503C39-57C7-49D3-81A8-D1F5B0F69B6D}" type="presParOf" srcId="{33A406C2-2888-462A-93F6-92A1F69A7F0E}" destId="{CFFA7822-BE42-4D2E-B73A-EA4B369AC615}" srcOrd="9" destOrd="0" presId="urn:microsoft.com/office/officeart/2005/8/layout/list1"/>
    <dgm:cxn modelId="{40D681E0-0B98-4CC8-920E-37FD61E99766}" type="presParOf" srcId="{33A406C2-2888-462A-93F6-92A1F69A7F0E}" destId="{7EAC4420-1A1D-4F64-9031-163E88DA8BE8}" srcOrd="10" destOrd="0" presId="urn:microsoft.com/office/officeart/2005/8/layout/list1"/>
    <dgm:cxn modelId="{668DFF9D-D434-4445-98AF-E27EF832468E}" type="presParOf" srcId="{33A406C2-2888-462A-93F6-92A1F69A7F0E}" destId="{24251AAA-5D65-45FE-848C-457862EC43DA}" srcOrd="11" destOrd="0" presId="urn:microsoft.com/office/officeart/2005/8/layout/list1"/>
    <dgm:cxn modelId="{05B4EF76-C3DE-40E8-953A-ECC73FFF69A8}" type="presParOf" srcId="{33A406C2-2888-462A-93F6-92A1F69A7F0E}" destId="{74C2CBCC-553B-4FA1-B034-9960DF3E13BF}" srcOrd="12" destOrd="0" presId="urn:microsoft.com/office/officeart/2005/8/layout/list1"/>
    <dgm:cxn modelId="{0595FBB2-BA48-44F5-9ACF-0689D1B754E2}" type="presParOf" srcId="{74C2CBCC-553B-4FA1-B034-9960DF3E13BF}" destId="{1F116D17-7C05-4478-A6A7-BE37D3D995D6}" srcOrd="0" destOrd="0" presId="urn:microsoft.com/office/officeart/2005/8/layout/list1"/>
    <dgm:cxn modelId="{68D754F6-99C3-4153-9034-B7E1BAEC7A9E}" type="presParOf" srcId="{74C2CBCC-553B-4FA1-B034-9960DF3E13BF}" destId="{B53D78E2-C688-4F7D-95F6-581BE06465CA}" srcOrd="1" destOrd="0" presId="urn:microsoft.com/office/officeart/2005/8/layout/list1"/>
    <dgm:cxn modelId="{23A687EC-4C02-497B-94C1-2157EDF02A6F}" type="presParOf" srcId="{33A406C2-2888-462A-93F6-92A1F69A7F0E}" destId="{19BBD75D-43B6-4A4B-BB41-2BC9F6B36010}" srcOrd="13" destOrd="0" presId="urn:microsoft.com/office/officeart/2005/8/layout/list1"/>
    <dgm:cxn modelId="{D11152AA-54BA-4F08-91CA-E8E0748682E6}" type="presParOf" srcId="{33A406C2-2888-462A-93F6-92A1F69A7F0E}" destId="{57B426D2-7301-4C32-BB52-26B20AB75257}" srcOrd="14" destOrd="0" presId="urn:microsoft.com/office/officeart/2005/8/layout/list1"/>
    <dgm:cxn modelId="{A3A907F9-22E5-4201-8050-A42398CC5CB0}" type="presParOf" srcId="{33A406C2-2888-462A-93F6-92A1F69A7F0E}" destId="{6E903DE4-5A70-48AE-B438-5F4297523AF0}" srcOrd="15" destOrd="0" presId="urn:microsoft.com/office/officeart/2005/8/layout/list1"/>
    <dgm:cxn modelId="{4A230464-52E1-4AED-9873-1AD3C74797EC}" type="presParOf" srcId="{33A406C2-2888-462A-93F6-92A1F69A7F0E}" destId="{89D184C8-87BA-477F-ACA0-3BC8FB1E9D84}" srcOrd="16" destOrd="0" presId="urn:microsoft.com/office/officeart/2005/8/layout/list1"/>
    <dgm:cxn modelId="{CADEF64D-E39F-4ACD-AB77-2BFF22808D39}" type="presParOf" srcId="{89D184C8-87BA-477F-ACA0-3BC8FB1E9D84}" destId="{E5E97849-2DBE-4EFC-874D-BABA74D207F2}" srcOrd="0" destOrd="0" presId="urn:microsoft.com/office/officeart/2005/8/layout/list1"/>
    <dgm:cxn modelId="{A8C0F661-717E-4A3C-AB3B-B851D6687B85}" type="presParOf" srcId="{89D184C8-87BA-477F-ACA0-3BC8FB1E9D84}" destId="{D59C4F92-D053-4085-A81E-2B35DB0559C2}" srcOrd="1" destOrd="0" presId="urn:microsoft.com/office/officeart/2005/8/layout/list1"/>
    <dgm:cxn modelId="{BA0ABB77-51BF-4177-B3D8-CBE94B0C4CB1}" type="presParOf" srcId="{33A406C2-2888-462A-93F6-92A1F69A7F0E}" destId="{B0226178-ED4C-410E-8476-B28AA6CD69E6}" srcOrd="17" destOrd="0" presId="urn:microsoft.com/office/officeart/2005/8/layout/list1"/>
    <dgm:cxn modelId="{B98F93A5-98B9-4C8E-A1EB-4B227B1E2248}" type="presParOf" srcId="{33A406C2-2888-462A-93F6-92A1F69A7F0E}" destId="{CC6D93AC-F58E-4EE5-A6B6-4E3639AF9BD7}" srcOrd="18" destOrd="0" presId="urn:microsoft.com/office/officeart/2005/8/layout/list1"/>
    <dgm:cxn modelId="{A9B6C9E0-3FEA-4B46-B6BE-17E5280C1659}" type="presParOf" srcId="{33A406C2-2888-462A-93F6-92A1F69A7F0E}" destId="{2F301C5E-31A4-45E8-8C5F-5C1D52157B16}" srcOrd="19" destOrd="0" presId="urn:microsoft.com/office/officeart/2005/8/layout/list1"/>
    <dgm:cxn modelId="{F63797FE-0AEF-47D9-9099-770C0D26D0CD}" type="presParOf" srcId="{33A406C2-2888-462A-93F6-92A1F69A7F0E}" destId="{199D279A-229A-48E2-9F4E-F2677B351540}" srcOrd="20" destOrd="0" presId="urn:microsoft.com/office/officeart/2005/8/layout/list1"/>
    <dgm:cxn modelId="{57029432-97F3-4876-97BB-5BD76B551BCE}" type="presParOf" srcId="{199D279A-229A-48E2-9F4E-F2677B351540}" destId="{796421A7-9774-4C81-850C-FBE5569C7C71}" srcOrd="0" destOrd="0" presId="urn:microsoft.com/office/officeart/2005/8/layout/list1"/>
    <dgm:cxn modelId="{71230FBB-3EF1-4F71-9341-653360A72134}" type="presParOf" srcId="{199D279A-229A-48E2-9F4E-F2677B351540}" destId="{652C4FAC-E263-46DF-847B-F0054EC1F30B}" srcOrd="1" destOrd="0" presId="urn:microsoft.com/office/officeart/2005/8/layout/list1"/>
    <dgm:cxn modelId="{4DF1E5DD-197F-4B1B-89C6-2FFB6E319969}" type="presParOf" srcId="{33A406C2-2888-462A-93F6-92A1F69A7F0E}" destId="{DD12E191-8DB2-4024-8059-55630E8666A5}" srcOrd="21" destOrd="0" presId="urn:microsoft.com/office/officeart/2005/8/layout/list1"/>
    <dgm:cxn modelId="{619767D8-CDEB-4332-B0FD-C5AA84913D2E}" type="presParOf" srcId="{33A406C2-2888-462A-93F6-92A1F69A7F0E}" destId="{E26C231A-258A-4535-AB5B-BF73A1A0A74C}" srcOrd="22" destOrd="0" presId="urn:microsoft.com/office/officeart/2005/8/layout/list1"/>
    <dgm:cxn modelId="{0773D8D2-A35C-4A69-8240-82DA0D562574}" type="presParOf" srcId="{33A406C2-2888-462A-93F6-92A1F69A7F0E}" destId="{C3FA3A32-8D1C-4C50-9922-952BEDB973D7}" srcOrd="23" destOrd="0" presId="urn:microsoft.com/office/officeart/2005/8/layout/list1"/>
    <dgm:cxn modelId="{4A6A2A39-2A73-4B7D-A504-364461FDCA98}" type="presParOf" srcId="{33A406C2-2888-462A-93F6-92A1F69A7F0E}" destId="{86914E01-318C-47A1-BB8A-35294361D142}" srcOrd="24" destOrd="0" presId="urn:microsoft.com/office/officeart/2005/8/layout/list1"/>
    <dgm:cxn modelId="{63DBA256-9387-4DF2-99BB-A892095D10DD}" type="presParOf" srcId="{86914E01-318C-47A1-BB8A-35294361D142}" destId="{25C4032C-A484-4F50-9479-A29E73AC6FC5}" srcOrd="0" destOrd="0" presId="urn:microsoft.com/office/officeart/2005/8/layout/list1"/>
    <dgm:cxn modelId="{6B761EBE-7C72-4D8D-BBB8-B2125A54B635}" type="presParOf" srcId="{86914E01-318C-47A1-BB8A-35294361D142}" destId="{10004143-6D59-4846-B084-0672E1F72518}" srcOrd="1" destOrd="0" presId="urn:microsoft.com/office/officeart/2005/8/layout/list1"/>
    <dgm:cxn modelId="{F89E0EED-03D4-40A4-8BB2-BA61DF7787BF}" type="presParOf" srcId="{33A406C2-2888-462A-93F6-92A1F69A7F0E}" destId="{389ACFB4-E0BA-4C7F-B8B0-7C142ED89C5D}" srcOrd="25" destOrd="0" presId="urn:microsoft.com/office/officeart/2005/8/layout/list1"/>
    <dgm:cxn modelId="{36D2AFFA-76C4-4CD7-B046-66D4C02CB76D}" type="presParOf" srcId="{33A406C2-2888-462A-93F6-92A1F69A7F0E}" destId="{697BB49E-53A5-4721-9377-F0006A22CB3A}" srcOrd="2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3C2585C-B2BD-435C-B1E7-5AF5C2C39CB7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D5673EB-8689-4D8C-9EAC-A3925A67DF28}">
      <dgm:prSet phldrT="[Text]" custT="1"/>
      <dgm:spPr/>
      <dgm:t>
        <a:bodyPr/>
        <a:lstStyle/>
        <a:p>
          <a:r>
            <a:rPr lang="en-US" sz="2000" b="1" i="1" dirty="0" smtClean="0"/>
            <a:t>Variability</a:t>
          </a:r>
          <a:r>
            <a:rPr lang="en-US" sz="2000" dirty="0" smtClean="0"/>
            <a:t>: dynamically shifting customer expectations require variation, while in manufacturing, variation is the enemy.</a:t>
          </a:r>
          <a:endParaRPr lang="en-US" sz="2000" dirty="0"/>
        </a:p>
      </dgm:t>
    </dgm:pt>
    <dgm:pt modelId="{AED0F204-C100-4632-9C14-9A4318DAE099}" type="parTrans" cxnId="{A7515759-F178-48EF-9151-E381CB823E2C}">
      <dgm:prSet/>
      <dgm:spPr/>
      <dgm:t>
        <a:bodyPr/>
        <a:lstStyle/>
        <a:p>
          <a:endParaRPr lang="en-US"/>
        </a:p>
      </dgm:t>
    </dgm:pt>
    <dgm:pt modelId="{5C588B16-DDBD-48A0-A385-477583B7247E}" type="sibTrans" cxnId="{A7515759-F178-48EF-9151-E381CB823E2C}">
      <dgm:prSet/>
      <dgm:spPr/>
      <dgm:t>
        <a:bodyPr/>
        <a:lstStyle/>
        <a:p>
          <a:endParaRPr lang="en-US"/>
        </a:p>
      </dgm:t>
    </dgm:pt>
    <dgm:pt modelId="{19BF9BD8-037C-4F35-821A-1A6C1EB2AEE7}">
      <dgm:prSet phldrT="[Text]" custT="1"/>
      <dgm:spPr/>
      <dgm:t>
        <a:bodyPr/>
        <a:lstStyle/>
        <a:p>
          <a:r>
            <a:rPr lang="en-US" sz="2000" b="1" i="1" dirty="0" smtClean="0"/>
            <a:t>Design Cycles</a:t>
          </a:r>
          <a:r>
            <a:rPr lang="en-US" sz="2000" dirty="0" smtClean="0"/>
            <a:t>: short, repeated cycles of investigation, experimentation, and checking the results.</a:t>
          </a:r>
          <a:endParaRPr lang="en-US" sz="2000" dirty="0"/>
        </a:p>
      </dgm:t>
    </dgm:pt>
    <dgm:pt modelId="{ADE44719-2375-4A3E-BE4C-21B37C2D04A8}" type="parTrans" cxnId="{B0CFD550-8BF0-4A9B-BD2F-2A0883A1E4BF}">
      <dgm:prSet/>
      <dgm:spPr/>
      <dgm:t>
        <a:bodyPr/>
        <a:lstStyle/>
        <a:p>
          <a:endParaRPr lang="en-US"/>
        </a:p>
      </dgm:t>
    </dgm:pt>
    <dgm:pt modelId="{D0362E5F-452C-46C5-B684-5F602EC72DD5}" type="sibTrans" cxnId="{B0CFD550-8BF0-4A9B-BD2F-2A0883A1E4BF}">
      <dgm:prSet/>
      <dgm:spPr/>
      <dgm:t>
        <a:bodyPr/>
        <a:lstStyle/>
        <a:p>
          <a:endParaRPr lang="en-US"/>
        </a:p>
      </dgm:t>
    </dgm:pt>
    <dgm:pt modelId="{ADF0EC45-63EA-4854-8DD9-BD7C2A13ACD3}">
      <dgm:prSet phldrT="[Text]" custT="1"/>
      <dgm:spPr/>
      <dgm:t>
        <a:bodyPr/>
        <a:lstStyle/>
        <a:p>
          <a:r>
            <a:rPr lang="en-US" sz="2000" b="1" i="1" dirty="0" smtClean="0"/>
            <a:t>Do It Right the First Time? </a:t>
          </a:r>
          <a:r>
            <a:rPr lang="en-US" sz="2000" dirty="0" smtClean="0"/>
            <a:t>The right the first time approach may work for well-structured problems, but the try-it, test-it, fix-it approach is usually the better approach for ill-structured problems.</a:t>
          </a:r>
          <a:endParaRPr lang="en-US" sz="2000" dirty="0"/>
        </a:p>
      </dgm:t>
    </dgm:pt>
    <dgm:pt modelId="{D815FC46-2F1C-4D98-B6B1-EAF3F17B8AC3}" type="parTrans" cxnId="{6F52CA87-CDAA-43FA-8180-B3019B095777}">
      <dgm:prSet/>
      <dgm:spPr/>
      <dgm:t>
        <a:bodyPr/>
        <a:lstStyle/>
        <a:p>
          <a:endParaRPr lang="en-US"/>
        </a:p>
      </dgm:t>
    </dgm:pt>
    <dgm:pt modelId="{2065EB4C-1402-41D0-97BF-F8B5BBDDF9D8}" type="sibTrans" cxnId="{6F52CA87-CDAA-43FA-8180-B3019B095777}">
      <dgm:prSet/>
      <dgm:spPr/>
      <dgm:t>
        <a:bodyPr/>
        <a:lstStyle/>
        <a:p>
          <a:endParaRPr lang="en-US"/>
        </a:p>
      </dgm:t>
    </dgm:pt>
    <dgm:pt modelId="{21BC4E7A-39E5-4E64-B70C-3D3B70EE6BD7}">
      <dgm:prSet phldrT="[Text]" custT="1"/>
      <dgm:spPr/>
      <dgm:t>
        <a:bodyPr/>
        <a:lstStyle/>
        <a:p>
          <a:r>
            <a:rPr lang="en-US" sz="2000" b="1" i="1" dirty="0" smtClean="0"/>
            <a:t>Learning Cycles: </a:t>
          </a:r>
          <a:r>
            <a:rPr lang="en-US" sz="2000" dirty="0" smtClean="0"/>
            <a:t>working software tends to generate better knowledge faster</a:t>
          </a:r>
          <a:endParaRPr lang="en-US" sz="2000" dirty="0"/>
        </a:p>
      </dgm:t>
    </dgm:pt>
    <dgm:pt modelId="{A742FAAC-EC4E-4EEB-9F7F-35F5817ADF7D}" type="parTrans" cxnId="{87FEB920-A1F3-4D86-B7B5-B4B2675BE44E}">
      <dgm:prSet/>
      <dgm:spPr/>
      <dgm:t>
        <a:bodyPr/>
        <a:lstStyle/>
        <a:p>
          <a:endParaRPr lang="en-US"/>
        </a:p>
      </dgm:t>
    </dgm:pt>
    <dgm:pt modelId="{16CD1E44-D5BC-4957-8C3C-DEFE6A10137C}" type="sibTrans" cxnId="{87FEB920-A1F3-4D86-B7B5-B4B2675BE44E}">
      <dgm:prSet/>
      <dgm:spPr/>
      <dgm:t>
        <a:bodyPr/>
        <a:lstStyle/>
        <a:p>
          <a:endParaRPr lang="en-US"/>
        </a:p>
      </dgm:t>
    </dgm:pt>
    <dgm:pt modelId="{D958C216-F1EC-4A6A-AF93-1CF651846165}" type="pres">
      <dgm:prSet presAssocID="{23C2585C-B2BD-435C-B1E7-5AF5C2C39CB7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0C97184-66FA-44A9-AD14-9936DD9C16CE}" type="pres">
      <dgm:prSet presAssocID="{9D5673EB-8689-4D8C-9EAC-A3925A67DF28}" presName="parentLin" presStyleCnt="0"/>
      <dgm:spPr/>
    </dgm:pt>
    <dgm:pt modelId="{A953D72D-E60B-4263-A5A6-7CFEC04E0FB1}" type="pres">
      <dgm:prSet presAssocID="{9D5673EB-8689-4D8C-9EAC-A3925A67DF28}" presName="parentLeftMargin" presStyleLbl="node1" presStyleIdx="0" presStyleCnt="4"/>
      <dgm:spPr/>
      <dgm:t>
        <a:bodyPr/>
        <a:lstStyle/>
        <a:p>
          <a:endParaRPr lang="en-US"/>
        </a:p>
      </dgm:t>
    </dgm:pt>
    <dgm:pt modelId="{3FEE74F7-22E7-41C7-ABA6-34E2E728686D}" type="pres">
      <dgm:prSet presAssocID="{9D5673EB-8689-4D8C-9EAC-A3925A67DF28}" presName="parentText" presStyleLbl="node1" presStyleIdx="0" presStyleCnt="4" custScaleX="130220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94BBB96-A847-4173-BC14-0FC9C49CA8C6}" type="pres">
      <dgm:prSet presAssocID="{9D5673EB-8689-4D8C-9EAC-A3925A67DF28}" presName="negativeSpace" presStyleCnt="0"/>
      <dgm:spPr/>
    </dgm:pt>
    <dgm:pt modelId="{9CE3013E-6699-4274-9BCE-4AD15A533D11}" type="pres">
      <dgm:prSet presAssocID="{9D5673EB-8689-4D8C-9EAC-A3925A67DF28}" presName="childText" presStyleLbl="conFgAcc1" presStyleIdx="0" presStyleCnt="4">
        <dgm:presLayoutVars>
          <dgm:bulletEnabled val="1"/>
        </dgm:presLayoutVars>
      </dgm:prSet>
      <dgm:spPr/>
    </dgm:pt>
    <dgm:pt modelId="{99CB0171-D78D-451C-894F-C1904D17CA01}" type="pres">
      <dgm:prSet presAssocID="{5C588B16-DDBD-48A0-A385-477583B7247E}" presName="spaceBetweenRectangles" presStyleCnt="0"/>
      <dgm:spPr/>
    </dgm:pt>
    <dgm:pt modelId="{BD445D57-BBE0-43C5-824E-2C465800756D}" type="pres">
      <dgm:prSet presAssocID="{19BF9BD8-037C-4F35-821A-1A6C1EB2AEE7}" presName="parentLin" presStyleCnt="0"/>
      <dgm:spPr/>
    </dgm:pt>
    <dgm:pt modelId="{F8930E31-A31C-40D4-9485-DA9F3445022B}" type="pres">
      <dgm:prSet presAssocID="{19BF9BD8-037C-4F35-821A-1A6C1EB2AEE7}" presName="parentLeftMargin" presStyleLbl="node1" presStyleIdx="0" presStyleCnt="4"/>
      <dgm:spPr/>
      <dgm:t>
        <a:bodyPr/>
        <a:lstStyle/>
        <a:p>
          <a:endParaRPr lang="en-US"/>
        </a:p>
      </dgm:t>
    </dgm:pt>
    <dgm:pt modelId="{2FCF92C9-F346-4F55-BF66-60C36C8D149F}" type="pres">
      <dgm:prSet presAssocID="{19BF9BD8-037C-4F35-821A-1A6C1EB2AEE7}" presName="parentText" presStyleLbl="node1" presStyleIdx="1" presStyleCnt="4" custScaleX="130220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74C077B-13A3-41C6-AFEC-C9E254C147DA}" type="pres">
      <dgm:prSet presAssocID="{19BF9BD8-037C-4F35-821A-1A6C1EB2AEE7}" presName="negativeSpace" presStyleCnt="0"/>
      <dgm:spPr/>
    </dgm:pt>
    <dgm:pt modelId="{7497499B-9424-43B2-9EEB-A74982C53C0C}" type="pres">
      <dgm:prSet presAssocID="{19BF9BD8-037C-4F35-821A-1A6C1EB2AEE7}" presName="childText" presStyleLbl="conFgAcc1" presStyleIdx="1" presStyleCnt="4">
        <dgm:presLayoutVars>
          <dgm:bulletEnabled val="1"/>
        </dgm:presLayoutVars>
      </dgm:prSet>
      <dgm:spPr/>
    </dgm:pt>
    <dgm:pt modelId="{502671AD-B90F-48B4-A274-1D5F9E267643}" type="pres">
      <dgm:prSet presAssocID="{D0362E5F-452C-46C5-B684-5F602EC72DD5}" presName="spaceBetweenRectangles" presStyleCnt="0"/>
      <dgm:spPr/>
    </dgm:pt>
    <dgm:pt modelId="{82021D87-7FE5-4C69-A1D4-BCBEBEE0BE34}" type="pres">
      <dgm:prSet presAssocID="{ADF0EC45-63EA-4854-8DD9-BD7C2A13ACD3}" presName="parentLin" presStyleCnt="0"/>
      <dgm:spPr/>
    </dgm:pt>
    <dgm:pt modelId="{87671156-71E6-4E2F-B5F6-1B3570553DBE}" type="pres">
      <dgm:prSet presAssocID="{ADF0EC45-63EA-4854-8DD9-BD7C2A13ACD3}" presName="parentLeftMargin" presStyleLbl="node1" presStyleIdx="1" presStyleCnt="4"/>
      <dgm:spPr/>
      <dgm:t>
        <a:bodyPr/>
        <a:lstStyle/>
        <a:p>
          <a:endParaRPr lang="en-US"/>
        </a:p>
      </dgm:t>
    </dgm:pt>
    <dgm:pt modelId="{C5D2AF7E-A0E4-4CF0-A054-679F21E3F743}" type="pres">
      <dgm:prSet presAssocID="{ADF0EC45-63EA-4854-8DD9-BD7C2A13ACD3}" presName="parentText" presStyleLbl="node1" presStyleIdx="2" presStyleCnt="4" custScaleX="130220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0E89C4F-EA80-4302-8C3F-044D165A811A}" type="pres">
      <dgm:prSet presAssocID="{ADF0EC45-63EA-4854-8DD9-BD7C2A13ACD3}" presName="negativeSpace" presStyleCnt="0"/>
      <dgm:spPr/>
    </dgm:pt>
    <dgm:pt modelId="{6EA37A7E-0705-45F6-96DA-C2DD6B572DB2}" type="pres">
      <dgm:prSet presAssocID="{ADF0EC45-63EA-4854-8DD9-BD7C2A13ACD3}" presName="childText" presStyleLbl="conFgAcc1" presStyleIdx="2" presStyleCnt="4">
        <dgm:presLayoutVars>
          <dgm:bulletEnabled val="1"/>
        </dgm:presLayoutVars>
      </dgm:prSet>
      <dgm:spPr/>
    </dgm:pt>
    <dgm:pt modelId="{DF04E778-23BC-4139-B631-E9DC21BEF28E}" type="pres">
      <dgm:prSet presAssocID="{2065EB4C-1402-41D0-97BF-F8B5BBDDF9D8}" presName="spaceBetweenRectangles" presStyleCnt="0"/>
      <dgm:spPr/>
    </dgm:pt>
    <dgm:pt modelId="{EB6A7095-0896-449A-BB23-4299AB3E5E72}" type="pres">
      <dgm:prSet presAssocID="{21BC4E7A-39E5-4E64-B70C-3D3B70EE6BD7}" presName="parentLin" presStyleCnt="0"/>
      <dgm:spPr/>
    </dgm:pt>
    <dgm:pt modelId="{BBF1CEA7-CF46-45D6-9C5D-554CF2716758}" type="pres">
      <dgm:prSet presAssocID="{21BC4E7A-39E5-4E64-B70C-3D3B70EE6BD7}" presName="parentLeftMargin" presStyleLbl="node1" presStyleIdx="2" presStyleCnt="4"/>
      <dgm:spPr/>
      <dgm:t>
        <a:bodyPr/>
        <a:lstStyle/>
        <a:p>
          <a:endParaRPr lang="en-US"/>
        </a:p>
      </dgm:t>
    </dgm:pt>
    <dgm:pt modelId="{B4F18516-8F5C-4482-BACA-746AA0707F31}" type="pres">
      <dgm:prSet presAssocID="{21BC4E7A-39E5-4E64-B70C-3D3B70EE6BD7}" presName="parentText" presStyleLbl="node1" presStyleIdx="3" presStyleCnt="4" custScaleX="130220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52B703B-D57B-4697-AF87-08A97E728901}" type="pres">
      <dgm:prSet presAssocID="{21BC4E7A-39E5-4E64-B70C-3D3B70EE6BD7}" presName="negativeSpace" presStyleCnt="0"/>
      <dgm:spPr/>
    </dgm:pt>
    <dgm:pt modelId="{43D3D8AA-826B-4335-AEC5-5A14489C872F}" type="pres">
      <dgm:prSet presAssocID="{21BC4E7A-39E5-4E64-B70C-3D3B70EE6BD7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102B056F-5E65-47C5-95D0-0B3E0E07FA48}" type="presOf" srcId="{9D5673EB-8689-4D8C-9EAC-A3925A67DF28}" destId="{A953D72D-E60B-4263-A5A6-7CFEC04E0FB1}" srcOrd="0" destOrd="0" presId="urn:microsoft.com/office/officeart/2005/8/layout/list1"/>
    <dgm:cxn modelId="{87FEB920-A1F3-4D86-B7B5-B4B2675BE44E}" srcId="{23C2585C-B2BD-435C-B1E7-5AF5C2C39CB7}" destId="{21BC4E7A-39E5-4E64-B70C-3D3B70EE6BD7}" srcOrd="3" destOrd="0" parTransId="{A742FAAC-EC4E-4EEB-9F7F-35F5817ADF7D}" sibTransId="{16CD1E44-D5BC-4957-8C3C-DEFE6A10137C}"/>
    <dgm:cxn modelId="{71EEDA37-0CA8-4896-965E-FE94713E7661}" type="presOf" srcId="{23C2585C-B2BD-435C-B1E7-5AF5C2C39CB7}" destId="{D958C216-F1EC-4A6A-AF93-1CF651846165}" srcOrd="0" destOrd="0" presId="urn:microsoft.com/office/officeart/2005/8/layout/list1"/>
    <dgm:cxn modelId="{A7515759-F178-48EF-9151-E381CB823E2C}" srcId="{23C2585C-B2BD-435C-B1E7-5AF5C2C39CB7}" destId="{9D5673EB-8689-4D8C-9EAC-A3925A67DF28}" srcOrd="0" destOrd="0" parTransId="{AED0F204-C100-4632-9C14-9A4318DAE099}" sibTransId="{5C588B16-DDBD-48A0-A385-477583B7247E}"/>
    <dgm:cxn modelId="{5C6B1090-CD98-4E68-A9BA-0BC3EFD70D5E}" type="presOf" srcId="{19BF9BD8-037C-4F35-821A-1A6C1EB2AEE7}" destId="{2FCF92C9-F346-4F55-BF66-60C36C8D149F}" srcOrd="1" destOrd="0" presId="urn:microsoft.com/office/officeart/2005/8/layout/list1"/>
    <dgm:cxn modelId="{401CE864-7165-457A-8293-9077A2F2EA2D}" type="presOf" srcId="{21BC4E7A-39E5-4E64-B70C-3D3B70EE6BD7}" destId="{B4F18516-8F5C-4482-BACA-746AA0707F31}" srcOrd="1" destOrd="0" presId="urn:microsoft.com/office/officeart/2005/8/layout/list1"/>
    <dgm:cxn modelId="{A24C3B88-B9F5-43C7-935E-F8BB5473A2D5}" type="presOf" srcId="{9D5673EB-8689-4D8C-9EAC-A3925A67DF28}" destId="{3FEE74F7-22E7-41C7-ABA6-34E2E728686D}" srcOrd="1" destOrd="0" presId="urn:microsoft.com/office/officeart/2005/8/layout/list1"/>
    <dgm:cxn modelId="{B0CFD550-8BF0-4A9B-BD2F-2A0883A1E4BF}" srcId="{23C2585C-B2BD-435C-B1E7-5AF5C2C39CB7}" destId="{19BF9BD8-037C-4F35-821A-1A6C1EB2AEE7}" srcOrd="1" destOrd="0" parTransId="{ADE44719-2375-4A3E-BE4C-21B37C2D04A8}" sibTransId="{D0362E5F-452C-46C5-B684-5F602EC72DD5}"/>
    <dgm:cxn modelId="{0F184EF8-DC77-46E8-A98A-8F9DA9498634}" type="presOf" srcId="{19BF9BD8-037C-4F35-821A-1A6C1EB2AEE7}" destId="{F8930E31-A31C-40D4-9485-DA9F3445022B}" srcOrd="0" destOrd="0" presId="urn:microsoft.com/office/officeart/2005/8/layout/list1"/>
    <dgm:cxn modelId="{BAEB2DC4-F603-48FD-8E49-3892150DD9B9}" type="presOf" srcId="{21BC4E7A-39E5-4E64-B70C-3D3B70EE6BD7}" destId="{BBF1CEA7-CF46-45D6-9C5D-554CF2716758}" srcOrd="0" destOrd="0" presId="urn:microsoft.com/office/officeart/2005/8/layout/list1"/>
    <dgm:cxn modelId="{AAB6FFD1-2A92-490B-B284-FACB734E71D2}" type="presOf" srcId="{ADF0EC45-63EA-4854-8DD9-BD7C2A13ACD3}" destId="{87671156-71E6-4E2F-B5F6-1B3570553DBE}" srcOrd="0" destOrd="0" presId="urn:microsoft.com/office/officeart/2005/8/layout/list1"/>
    <dgm:cxn modelId="{5653B608-AB38-497C-96E5-CAC061DC5198}" type="presOf" srcId="{ADF0EC45-63EA-4854-8DD9-BD7C2A13ACD3}" destId="{C5D2AF7E-A0E4-4CF0-A054-679F21E3F743}" srcOrd="1" destOrd="0" presId="urn:microsoft.com/office/officeart/2005/8/layout/list1"/>
    <dgm:cxn modelId="{6F52CA87-CDAA-43FA-8180-B3019B095777}" srcId="{23C2585C-B2BD-435C-B1E7-5AF5C2C39CB7}" destId="{ADF0EC45-63EA-4854-8DD9-BD7C2A13ACD3}" srcOrd="2" destOrd="0" parTransId="{D815FC46-2F1C-4D98-B6B1-EAF3F17B8AC3}" sibTransId="{2065EB4C-1402-41D0-97BF-F8B5BBDDF9D8}"/>
    <dgm:cxn modelId="{D0DF4AD3-14AC-49BA-B9CA-11E1BD60F85D}" type="presParOf" srcId="{D958C216-F1EC-4A6A-AF93-1CF651846165}" destId="{20C97184-66FA-44A9-AD14-9936DD9C16CE}" srcOrd="0" destOrd="0" presId="urn:microsoft.com/office/officeart/2005/8/layout/list1"/>
    <dgm:cxn modelId="{589E137E-FA95-4682-861C-95E77A8D3E6B}" type="presParOf" srcId="{20C97184-66FA-44A9-AD14-9936DD9C16CE}" destId="{A953D72D-E60B-4263-A5A6-7CFEC04E0FB1}" srcOrd="0" destOrd="0" presId="urn:microsoft.com/office/officeart/2005/8/layout/list1"/>
    <dgm:cxn modelId="{859A8DAB-E55C-4D2B-8639-BC2EA5015C03}" type="presParOf" srcId="{20C97184-66FA-44A9-AD14-9936DD9C16CE}" destId="{3FEE74F7-22E7-41C7-ABA6-34E2E728686D}" srcOrd="1" destOrd="0" presId="urn:microsoft.com/office/officeart/2005/8/layout/list1"/>
    <dgm:cxn modelId="{67FDB941-F4F2-493D-9567-3C5E27DB2B6F}" type="presParOf" srcId="{D958C216-F1EC-4A6A-AF93-1CF651846165}" destId="{F94BBB96-A847-4173-BC14-0FC9C49CA8C6}" srcOrd="1" destOrd="0" presId="urn:microsoft.com/office/officeart/2005/8/layout/list1"/>
    <dgm:cxn modelId="{F98A702C-47B0-43A5-A4F2-6658BA2BC6B2}" type="presParOf" srcId="{D958C216-F1EC-4A6A-AF93-1CF651846165}" destId="{9CE3013E-6699-4274-9BCE-4AD15A533D11}" srcOrd="2" destOrd="0" presId="urn:microsoft.com/office/officeart/2005/8/layout/list1"/>
    <dgm:cxn modelId="{241F2EA6-2009-4ED2-8093-D1ACD09FD889}" type="presParOf" srcId="{D958C216-F1EC-4A6A-AF93-1CF651846165}" destId="{99CB0171-D78D-451C-894F-C1904D17CA01}" srcOrd="3" destOrd="0" presId="urn:microsoft.com/office/officeart/2005/8/layout/list1"/>
    <dgm:cxn modelId="{5A885C79-7F70-4ED0-B9F2-F5B6A2560666}" type="presParOf" srcId="{D958C216-F1EC-4A6A-AF93-1CF651846165}" destId="{BD445D57-BBE0-43C5-824E-2C465800756D}" srcOrd="4" destOrd="0" presId="urn:microsoft.com/office/officeart/2005/8/layout/list1"/>
    <dgm:cxn modelId="{A7FB15A9-F8CC-493D-AF7F-30564250079E}" type="presParOf" srcId="{BD445D57-BBE0-43C5-824E-2C465800756D}" destId="{F8930E31-A31C-40D4-9485-DA9F3445022B}" srcOrd="0" destOrd="0" presId="urn:microsoft.com/office/officeart/2005/8/layout/list1"/>
    <dgm:cxn modelId="{7D851DEE-E192-4863-8588-FE08785583BE}" type="presParOf" srcId="{BD445D57-BBE0-43C5-824E-2C465800756D}" destId="{2FCF92C9-F346-4F55-BF66-60C36C8D149F}" srcOrd="1" destOrd="0" presId="urn:microsoft.com/office/officeart/2005/8/layout/list1"/>
    <dgm:cxn modelId="{E8EC9461-1DD0-4546-BF0F-A8D4DE8C8348}" type="presParOf" srcId="{D958C216-F1EC-4A6A-AF93-1CF651846165}" destId="{174C077B-13A3-41C6-AFEC-C9E254C147DA}" srcOrd="5" destOrd="0" presId="urn:microsoft.com/office/officeart/2005/8/layout/list1"/>
    <dgm:cxn modelId="{82408E8E-4CD4-42F7-AB41-B11B90189B9D}" type="presParOf" srcId="{D958C216-F1EC-4A6A-AF93-1CF651846165}" destId="{7497499B-9424-43B2-9EEB-A74982C53C0C}" srcOrd="6" destOrd="0" presId="urn:microsoft.com/office/officeart/2005/8/layout/list1"/>
    <dgm:cxn modelId="{50DAD751-18C8-4410-9A41-8EB310A91346}" type="presParOf" srcId="{D958C216-F1EC-4A6A-AF93-1CF651846165}" destId="{502671AD-B90F-48B4-A274-1D5F9E267643}" srcOrd="7" destOrd="0" presId="urn:microsoft.com/office/officeart/2005/8/layout/list1"/>
    <dgm:cxn modelId="{93E35B5B-4FAD-4F7E-8B7E-FC1D9446668E}" type="presParOf" srcId="{D958C216-F1EC-4A6A-AF93-1CF651846165}" destId="{82021D87-7FE5-4C69-A1D4-BCBEBEE0BE34}" srcOrd="8" destOrd="0" presId="urn:microsoft.com/office/officeart/2005/8/layout/list1"/>
    <dgm:cxn modelId="{9A1BF171-5E84-4E36-A345-513155B74D17}" type="presParOf" srcId="{82021D87-7FE5-4C69-A1D4-BCBEBEE0BE34}" destId="{87671156-71E6-4E2F-B5F6-1B3570553DBE}" srcOrd="0" destOrd="0" presId="urn:microsoft.com/office/officeart/2005/8/layout/list1"/>
    <dgm:cxn modelId="{6FF6877E-F7B0-43CC-8200-461F9AD92E5E}" type="presParOf" srcId="{82021D87-7FE5-4C69-A1D4-BCBEBEE0BE34}" destId="{C5D2AF7E-A0E4-4CF0-A054-679F21E3F743}" srcOrd="1" destOrd="0" presId="urn:microsoft.com/office/officeart/2005/8/layout/list1"/>
    <dgm:cxn modelId="{E9E096A1-914A-4E0F-AB63-9C9EFF8451EA}" type="presParOf" srcId="{D958C216-F1EC-4A6A-AF93-1CF651846165}" destId="{A0E89C4F-EA80-4302-8C3F-044D165A811A}" srcOrd="9" destOrd="0" presId="urn:microsoft.com/office/officeart/2005/8/layout/list1"/>
    <dgm:cxn modelId="{FF9329B8-B243-4F16-94FE-50FF764F964D}" type="presParOf" srcId="{D958C216-F1EC-4A6A-AF93-1CF651846165}" destId="{6EA37A7E-0705-45F6-96DA-C2DD6B572DB2}" srcOrd="10" destOrd="0" presId="urn:microsoft.com/office/officeart/2005/8/layout/list1"/>
    <dgm:cxn modelId="{73B0D522-A4D5-4E87-A30B-24E43F8B2DFF}" type="presParOf" srcId="{D958C216-F1EC-4A6A-AF93-1CF651846165}" destId="{DF04E778-23BC-4139-B631-E9DC21BEF28E}" srcOrd="11" destOrd="0" presId="urn:microsoft.com/office/officeart/2005/8/layout/list1"/>
    <dgm:cxn modelId="{44E2BDAB-8618-4E21-BE56-DD4A82FD1C0D}" type="presParOf" srcId="{D958C216-F1EC-4A6A-AF93-1CF651846165}" destId="{EB6A7095-0896-449A-BB23-4299AB3E5E72}" srcOrd="12" destOrd="0" presId="urn:microsoft.com/office/officeart/2005/8/layout/list1"/>
    <dgm:cxn modelId="{1EC170A7-B9FE-4CB5-B832-938525871898}" type="presParOf" srcId="{EB6A7095-0896-449A-BB23-4299AB3E5E72}" destId="{BBF1CEA7-CF46-45D6-9C5D-554CF2716758}" srcOrd="0" destOrd="0" presId="urn:microsoft.com/office/officeart/2005/8/layout/list1"/>
    <dgm:cxn modelId="{3B07AA67-0FC5-4987-9332-C98F6ABF9F97}" type="presParOf" srcId="{EB6A7095-0896-449A-BB23-4299AB3E5E72}" destId="{B4F18516-8F5C-4482-BACA-746AA0707F31}" srcOrd="1" destOrd="0" presId="urn:microsoft.com/office/officeart/2005/8/layout/list1"/>
    <dgm:cxn modelId="{E5541E2C-FA2F-4D6F-A70A-5F4BFD358E60}" type="presParOf" srcId="{D958C216-F1EC-4A6A-AF93-1CF651846165}" destId="{F52B703B-D57B-4697-AF87-08A97E728901}" srcOrd="13" destOrd="0" presId="urn:microsoft.com/office/officeart/2005/8/layout/list1"/>
    <dgm:cxn modelId="{DBA216F6-58A5-4BE3-B440-0C5903747206}" type="presParOf" srcId="{D958C216-F1EC-4A6A-AF93-1CF651846165}" destId="{43D3D8AA-826B-4335-AEC5-5A14489C872F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CAA4DA2-8850-4808-A30F-DFA15F3EA797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9772BA4-157A-425A-9659-6696BDD97A98}">
      <dgm:prSet phldrT="[Text]" custT="1"/>
      <dgm:spPr/>
      <dgm:t>
        <a:bodyPr/>
        <a:lstStyle/>
        <a:p>
          <a:r>
            <a:rPr lang="en-US" sz="1800" dirty="0" smtClean="0"/>
            <a:t>Instead of letting defects accumulate, </a:t>
          </a:r>
        </a:p>
        <a:p>
          <a:r>
            <a:rPr lang="en-US" sz="1800" dirty="0" smtClean="0"/>
            <a:t>run tests as soon as the code is written.</a:t>
          </a:r>
          <a:endParaRPr lang="en-US" sz="1800" dirty="0"/>
        </a:p>
      </dgm:t>
    </dgm:pt>
    <dgm:pt modelId="{038A0551-8CCD-4353-8DDD-64D99AA22B35}" type="parTrans" cxnId="{83540A47-3927-48D8-A8B0-4F12E3D56E9C}">
      <dgm:prSet/>
      <dgm:spPr/>
      <dgm:t>
        <a:bodyPr/>
        <a:lstStyle/>
        <a:p>
          <a:endParaRPr lang="en-US"/>
        </a:p>
      </dgm:t>
    </dgm:pt>
    <dgm:pt modelId="{59B22D5F-E42D-4F9A-9C65-CA33C9D4CD6B}" type="sibTrans" cxnId="{83540A47-3927-48D8-A8B0-4F12E3D56E9C}">
      <dgm:prSet/>
      <dgm:spPr/>
      <dgm:t>
        <a:bodyPr/>
        <a:lstStyle/>
        <a:p>
          <a:endParaRPr lang="en-US"/>
        </a:p>
      </dgm:t>
    </dgm:pt>
    <dgm:pt modelId="{D06EF990-AECA-42AA-9A66-4337BF9FD09B}">
      <dgm:prSet phldrT="[Text]" custT="1"/>
      <dgm:spPr/>
      <dgm:t>
        <a:bodyPr/>
        <a:lstStyle/>
        <a:p>
          <a:r>
            <a:rPr lang="en-US" sz="1800" dirty="0" smtClean="0"/>
            <a:t>Instead of adding more documentation </a:t>
          </a:r>
        </a:p>
        <a:p>
          <a:r>
            <a:rPr lang="en-US" sz="1800" dirty="0" smtClean="0"/>
            <a:t>or detailed planning, try checking out ideas by writing code.</a:t>
          </a:r>
          <a:endParaRPr lang="en-US" sz="1800" dirty="0"/>
        </a:p>
      </dgm:t>
    </dgm:pt>
    <dgm:pt modelId="{EC37ACED-DEDB-4FCC-B481-E9B8556FA6E4}" type="parTrans" cxnId="{6EBB5CE7-406A-407E-ACD9-4697E8AEEF2F}">
      <dgm:prSet/>
      <dgm:spPr/>
      <dgm:t>
        <a:bodyPr/>
        <a:lstStyle/>
        <a:p>
          <a:endParaRPr lang="en-US"/>
        </a:p>
      </dgm:t>
    </dgm:pt>
    <dgm:pt modelId="{25C5947D-8CD2-4FD5-992A-AFBACD5786EC}" type="sibTrans" cxnId="{6EBB5CE7-406A-407E-ACD9-4697E8AEEF2F}">
      <dgm:prSet/>
      <dgm:spPr/>
      <dgm:t>
        <a:bodyPr/>
        <a:lstStyle/>
        <a:p>
          <a:endParaRPr lang="en-US"/>
        </a:p>
      </dgm:t>
    </dgm:pt>
    <dgm:pt modelId="{19524B78-C588-43AA-8C60-E5CA42D69662}">
      <dgm:prSet phldrT="[Text]" custT="1"/>
      <dgm:spPr/>
      <dgm:t>
        <a:bodyPr/>
        <a:lstStyle/>
        <a:p>
          <a:r>
            <a:rPr lang="en-US" sz="1800" dirty="0" smtClean="0"/>
            <a:t>Instead of gathering more requirements from users, show them an assortment of potential user screens and get their input.</a:t>
          </a:r>
          <a:endParaRPr lang="en-US" sz="1800" dirty="0"/>
        </a:p>
      </dgm:t>
    </dgm:pt>
    <dgm:pt modelId="{E14A5E0B-7D45-48B7-B6B2-F0D65EB08BF2}" type="parTrans" cxnId="{98B7F778-9BC8-454E-A77F-26C68E76FEF5}">
      <dgm:prSet/>
      <dgm:spPr/>
      <dgm:t>
        <a:bodyPr/>
        <a:lstStyle/>
        <a:p>
          <a:endParaRPr lang="en-US"/>
        </a:p>
      </dgm:t>
    </dgm:pt>
    <dgm:pt modelId="{1A63631C-297D-44D6-B152-6CD90A0DFD3D}" type="sibTrans" cxnId="{98B7F778-9BC8-454E-A77F-26C68E76FEF5}">
      <dgm:prSet/>
      <dgm:spPr/>
      <dgm:t>
        <a:bodyPr/>
        <a:lstStyle/>
        <a:p>
          <a:endParaRPr lang="en-US"/>
        </a:p>
      </dgm:t>
    </dgm:pt>
    <dgm:pt modelId="{2EB67B28-9782-4B6F-B74F-F35C0DCBE6B4}">
      <dgm:prSet phldrT="[Text]" custT="1"/>
      <dgm:spPr/>
      <dgm:t>
        <a:bodyPr/>
        <a:lstStyle/>
        <a:p>
          <a:r>
            <a:rPr lang="en-US" sz="1800" smtClean="0"/>
            <a:t>Instead of studying more carefully which tool to use, bring the top three candidates inhouse and test them.</a:t>
          </a:r>
          <a:endParaRPr lang="en-US" sz="1800" dirty="0"/>
        </a:p>
      </dgm:t>
    </dgm:pt>
    <dgm:pt modelId="{E2E95C43-CFD2-4384-A131-E52784549DBA}" type="parTrans" cxnId="{E572B829-39C1-4CDE-BBA0-6ADFEFFB96D7}">
      <dgm:prSet/>
      <dgm:spPr/>
      <dgm:t>
        <a:bodyPr/>
        <a:lstStyle/>
        <a:p>
          <a:endParaRPr lang="en-US"/>
        </a:p>
      </dgm:t>
    </dgm:pt>
    <dgm:pt modelId="{C29515A8-A8E5-4C06-A520-33644213FB65}" type="sibTrans" cxnId="{E572B829-39C1-4CDE-BBA0-6ADFEFFB96D7}">
      <dgm:prSet/>
      <dgm:spPr/>
      <dgm:t>
        <a:bodyPr/>
        <a:lstStyle/>
        <a:p>
          <a:endParaRPr lang="en-US"/>
        </a:p>
      </dgm:t>
    </dgm:pt>
    <dgm:pt modelId="{7A1499FA-C58E-4667-BA02-3B36F17BBEA5}">
      <dgm:prSet phldrT="[Text]" custT="1"/>
      <dgm:spPr/>
      <dgm:t>
        <a:bodyPr/>
        <a:lstStyle/>
        <a:p>
          <a:r>
            <a:rPr lang="en-US" sz="1800" dirty="0" smtClean="0"/>
            <a:t>Instead of trying to figure out how to convert an entire system in a single massive effort, create a Web front end to the legacy system and try the new idea out.</a:t>
          </a:r>
          <a:endParaRPr lang="en-US" sz="1800" dirty="0"/>
        </a:p>
      </dgm:t>
    </dgm:pt>
    <dgm:pt modelId="{A6569EA3-AE64-424E-8A7F-5970BB79D438}" type="parTrans" cxnId="{5AD9ACD7-36B2-4D81-8CE2-5D9645CDDEB9}">
      <dgm:prSet/>
      <dgm:spPr/>
      <dgm:t>
        <a:bodyPr/>
        <a:lstStyle/>
        <a:p>
          <a:endParaRPr lang="en-US"/>
        </a:p>
      </dgm:t>
    </dgm:pt>
    <dgm:pt modelId="{F12C3DAD-4A47-4E61-AE8F-660F9417ACB0}" type="sibTrans" cxnId="{5AD9ACD7-36B2-4D81-8CE2-5D9645CDDEB9}">
      <dgm:prSet/>
      <dgm:spPr/>
      <dgm:t>
        <a:bodyPr/>
        <a:lstStyle/>
        <a:p>
          <a:endParaRPr lang="en-US"/>
        </a:p>
      </dgm:t>
    </dgm:pt>
    <dgm:pt modelId="{9911DC74-6753-40B7-ABBE-E9686E003239}" type="pres">
      <dgm:prSet presAssocID="{7CAA4DA2-8850-4808-A30F-DFA15F3EA797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47015910-B6C0-4A1E-96D8-7245519C6834}" type="pres">
      <dgm:prSet presAssocID="{C9772BA4-157A-425A-9659-6696BDD97A98}" presName="parentLin" presStyleCnt="0"/>
      <dgm:spPr/>
    </dgm:pt>
    <dgm:pt modelId="{959F8665-AF08-40D2-863C-45D67B1289AB}" type="pres">
      <dgm:prSet presAssocID="{C9772BA4-157A-425A-9659-6696BDD97A98}" presName="parentLeftMargin" presStyleLbl="node1" presStyleIdx="0" presStyleCnt="5"/>
      <dgm:spPr/>
      <dgm:t>
        <a:bodyPr/>
        <a:lstStyle/>
        <a:p>
          <a:endParaRPr lang="en-US"/>
        </a:p>
      </dgm:t>
    </dgm:pt>
    <dgm:pt modelId="{B5E8FD46-CFBB-4693-928F-DC1E7444B703}" type="pres">
      <dgm:prSet presAssocID="{C9772BA4-157A-425A-9659-6696BDD97A98}" presName="parentText" presStyleLbl="node1" presStyleIdx="0" presStyleCnt="5" custScaleX="134235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C4D514E-3593-49F8-B642-5AACA334DAC7}" type="pres">
      <dgm:prSet presAssocID="{C9772BA4-157A-425A-9659-6696BDD97A98}" presName="negativeSpace" presStyleCnt="0"/>
      <dgm:spPr/>
    </dgm:pt>
    <dgm:pt modelId="{FF6A516C-C429-4503-9096-E97461140516}" type="pres">
      <dgm:prSet presAssocID="{C9772BA4-157A-425A-9659-6696BDD97A98}" presName="childText" presStyleLbl="conFgAcc1" presStyleIdx="0" presStyleCnt="5">
        <dgm:presLayoutVars>
          <dgm:bulletEnabled val="1"/>
        </dgm:presLayoutVars>
      </dgm:prSet>
      <dgm:spPr/>
    </dgm:pt>
    <dgm:pt modelId="{4017A037-5652-4BCA-883C-9B6893D77BFF}" type="pres">
      <dgm:prSet presAssocID="{59B22D5F-E42D-4F9A-9C65-CA33C9D4CD6B}" presName="spaceBetweenRectangles" presStyleCnt="0"/>
      <dgm:spPr/>
    </dgm:pt>
    <dgm:pt modelId="{6E7E13D0-B4C5-4BD9-95D9-EB9CE35D8D3E}" type="pres">
      <dgm:prSet presAssocID="{D06EF990-AECA-42AA-9A66-4337BF9FD09B}" presName="parentLin" presStyleCnt="0"/>
      <dgm:spPr/>
    </dgm:pt>
    <dgm:pt modelId="{8113072C-16F7-460A-A12E-E6D1828F6C94}" type="pres">
      <dgm:prSet presAssocID="{D06EF990-AECA-42AA-9A66-4337BF9FD09B}" presName="parentLeftMargin" presStyleLbl="node1" presStyleIdx="0" presStyleCnt="5"/>
      <dgm:spPr/>
      <dgm:t>
        <a:bodyPr/>
        <a:lstStyle/>
        <a:p>
          <a:endParaRPr lang="en-US"/>
        </a:p>
      </dgm:t>
    </dgm:pt>
    <dgm:pt modelId="{F2DE8526-1692-483C-A4E9-9D01905DB97D}" type="pres">
      <dgm:prSet presAssocID="{D06EF990-AECA-42AA-9A66-4337BF9FD09B}" presName="parentText" presStyleLbl="node1" presStyleIdx="1" presStyleCnt="5" custScaleX="134235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2109988-7025-454A-9B3D-5F3213B1F9D6}" type="pres">
      <dgm:prSet presAssocID="{D06EF990-AECA-42AA-9A66-4337BF9FD09B}" presName="negativeSpace" presStyleCnt="0"/>
      <dgm:spPr/>
    </dgm:pt>
    <dgm:pt modelId="{68DD28F1-8C78-43C8-8969-8E00CE95A43F}" type="pres">
      <dgm:prSet presAssocID="{D06EF990-AECA-42AA-9A66-4337BF9FD09B}" presName="childText" presStyleLbl="conFgAcc1" presStyleIdx="1" presStyleCnt="5">
        <dgm:presLayoutVars>
          <dgm:bulletEnabled val="1"/>
        </dgm:presLayoutVars>
      </dgm:prSet>
      <dgm:spPr/>
    </dgm:pt>
    <dgm:pt modelId="{5F8582DB-CDD6-4386-88BF-5E9A2C5ABEDC}" type="pres">
      <dgm:prSet presAssocID="{25C5947D-8CD2-4FD5-992A-AFBACD5786EC}" presName="spaceBetweenRectangles" presStyleCnt="0"/>
      <dgm:spPr/>
    </dgm:pt>
    <dgm:pt modelId="{7F20E783-B572-4C14-94EB-3B83B77289E6}" type="pres">
      <dgm:prSet presAssocID="{19524B78-C588-43AA-8C60-E5CA42D69662}" presName="parentLin" presStyleCnt="0"/>
      <dgm:spPr/>
    </dgm:pt>
    <dgm:pt modelId="{5E2611D7-BA57-49F8-91E8-FF929F06FA45}" type="pres">
      <dgm:prSet presAssocID="{19524B78-C588-43AA-8C60-E5CA42D69662}" presName="parentLeftMargin" presStyleLbl="node1" presStyleIdx="1" presStyleCnt="5"/>
      <dgm:spPr/>
      <dgm:t>
        <a:bodyPr/>
        <a:lstStyle/>
        <a:p>
          <a:endParaRPr lang="en-US"/>
        </a:p>
      </dgm:t>
    </dgm:pt>
    <dgm:pt modelId="{636FD74E-F103-4D50-84CF-BF840261C08F}" type="pres">
      <dgm:prSet presAssocID="{19524B78-C588-43AA-8C60-E5CA42D69662}" presName="parentText" presStyleLbl="node1" presStyleIdx="2" presStyleCnt="5" custScaleX="134235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F51D127-97D8-4817-87BF-CAE0D47BF950}" type="pres">
      <dgm:prSet presAssocID="{19524B78-C588-43AA-8C60-E5CA42D69662}" presName="negativeSpace" presStyleCnt="0"/>
      <dgm:spPr/>
    </dgm:pt>
    <dgm:pt modelId="{2F094B3F-B6CC-45AD-9075-7F7ABB30888A}" type="pres">
      <dgm:prSet presAssocID="{19524B78-C588-43AA-8C60-E5CA42D69662}" presName="childText" presStyleLbl="conFgAcc1" presStyleIdx="2" presStyleCnt="5">
        <dgm:presLayoutVars>
          <dgm:bulletEnabled val="1"/>
        </dgm:presLayoutVars>
      </dgm:prSet>
      <dgm:spPr/>
    </dgm:pt>
    <dgm:pt modelId="{C20D233B-26A8-4E3F-879D-629D87ED4A56}" type="pres">
      <dgm:prSet presAssocID="{1A63631C-297D-44D6-B152-6CD90A0DFD3D}" presName="spaceBetweenRectangles" presStyleCnt="0"/>
      <dgm:spPr/>
    </dgm:pt>
    <dgm:pt modelId="{4436E73A-2A47-4AE5-A5BB-1A66EE140D92}" type="pres">
      <dgm:prSet presAssocID="{2EB67B28-9782-4B6F-B74F-F35C0DCBE6B4}" presName="parentLin" presStyleCnt="0"/>
      <dgm:spPr/>
    </dgm:pt>
    <dgm:pt modelId="{48DD317A-ADD6-4028-A229-C4DCB14CFA5F}" type="pres">
      <dgm:prSet presAssocID="{2EB67B28-9782-4B6F-B74F-F35C0DCBE6B4}" presName="parentLeftMargin" presStyleLbl="node1" presStyleIdx="2" presStyleCnt="5"/>
      <dgm:spPr/>
      <dgm:t>
        <a:bodyPr/>
        <a:lstStyle/>
        <a:p>
          <a:endParaRPr lang="en-US"/>
        </a:p>
      </dgm:t>
    </dgm:pt>
    <dgm:pt modelId="{E3FD9491-C8B9-40A4-B0D2-6981EEEC836C}" type="pres">
      <dgm:prSet presAssocID="{2EB67B28-9782-4B6F-B74F-F35C0DCBE6B4}" presName="parentText" presStyleLbl="node1" presStyleIdx="3" presStyleCnt="5" custScaleX="134235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A36E705-15D1-4B65-8A66-182DC1F20D29}" type="pres">
      <dgm:prSet presAssocID="{2EB67B28-9782-4B6F-B74F-F35C0DCBE6B4}" presName="negativeSpace" presStyleCnt="0"/>
      <dgm:spPr/>
    </dgm:pt>
    <dgm:pt modelId="{2503B8BF-49D7-4B13-9EE9-25540B2B6BF0}" type="pres">
      <dgm:prSet presAssocID="{2EB67B28-9782-4B6F-B74F-F35C0DCBE6B4}" presName="childText" presStyleLbl="conFgAcc1" presStyleIdx="3" presStyleCnt="5">
        <dgm:presLayoutVars>
          <dgm:bulletEnabled val="1"/>
        </dgm:presLayoutVars>
      </dgm:prSet>
      <dgm:spPr/>
    </dgm:pt>
    <dgm:pt modelId="{8C820A6D-3A6A-4C6F-ACAD-7116CA6611DC}" type="pres">
      <dgm:prSet presAssocID="{C29515A8-A8E5-4C06-A520-33644213FB65}" presName="spaceBetweenRectangles" presStyleCnt="0"/>
      <dgm:spPr/>
    </dgm:pt>
    <dgm:pt modelId="{C5362955-A0A4-44CB-8DEC-FE115AC64B83}" type="pres">
      <dgm:prSet presAssocID="{7A1499FA-C58E-4667-BA02-3B36F17BBEA5}" presName="parentLin" presStyleCnt="0"/>
      <dgm:spPr/>
    </dgm:pt>
    <dgm:pt modelId="{AC63A988-5F80-498C-87C0-6BDBD24D7CEE}" type="pres">
      <dgm:prSet presAssocID="{7A1499FA-C58E-4667-BA02-3B36F17BBEA5}" presName="parentLeftMargin" presStyleLbl="node1" presStyleIdx="3" presStyleCnt="5"/>
      <dgm:spPr/>
      <dgm:t>
        <a:bodyPr/>
        <a:lstStyle/>
        <a:p>
          <a:endParaRPr lang="en-US"/>
        </a:p>
      </dgm:t>
    </dgm:pt>
    <dgm:pt modelId="{F9650DF8-C4F6-448E-BE5E-8AA6707AE902}" type="pres">
      <dgm:prSet presAssocID="{7A1499FA-C58E-4667-BA02-3B36F17BBEA5}" presName="parentText" presStyleLbl="node1" presStyleIdx="4" presStyleCnt="5" custScaleX="134235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6E5998C-ACB6-4E9F-9737-82D0866B0E90}" type="pres">
      <dgm:prSet presAssocID="{7A1499FA-C58E-4667-BA02-3B36F17BBEA5}" presName="negativeSpace" presStyleCnt="0"/>
      <dgm:spPr/>
    </dgm:pt>
    <dgm:pt modelId="{4D1F1BF6-3649-4170-A909-E3BB7A03EB24}" type="pres">
      <dgm:prSet presAssocID="{7A1499FA-C58E-4667-BA02-3B36F17BBEA5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404807D0-1E64-4606-99DE-521945211015}" type="presOf" srcId="{7CAA4DA2-8850-4808-A30F-DFA15F3EA797}" destId="{9911DC74-6753-40B7-ABBE-E9686E003239}" srcOrd="0" destOrd="0" presId="urn:microsoft.com/office/officeart/2005/8/layout/list1"/>
    <dgm:cxn modelId="{2802F7EB-8958-44FD-AE4B-468B381C9923}" type="presOf" srcId="{D06EF990-AECA-42AA-9A66-4337BF9FD09B}" destId="{F2DE8526-1692-483C-A4E9-9D01905DB97D}" srcOrd="1" destOrd="0" presId="urn:microsoft.com/office/officeart/2005/8/layout/list1"/>
    <dgm:cxn modelId="{6EBB5CE7-406A-407E-ACD9-4697E8AEEF2F}" srcId="{7CAA4DA2-8850-4808-A30F-DFA15F3EA797}" destId="{D06EF990-AECA-42AA-9A66-4337BF9FD09B}" srcOrd="1" destOrd="0" parTransId="{EC37ACED-DEDB-4FCC-B481-E9B8556FA6E4}" sibTransId="{25C5947D-8CD2-4FD5-992A-AFBACD5786EC}"/>
    <dgm:cxn modelId="{7CC03540-EF81-47BA-8CC7-D7867041C829}" type="presOf" srcId="{7A1499FA-C58E-4667-BA02-3B36F17BBEA5}" destId="{AC63A988-5F80-498C-87C0-6BDBD24D7CEE}" srcOrd="0" destOrd="0" presId="urn:microsoft.com/office/officeart/2005/8/layout/list1"/>
    <dgm:cxn modelId="{AE6276DD-5AA9-409C-83B1-E706E88F7AD4}" type="presOf" srcId="{C9772BA4-157A-425A-9659-6696BDD97A98}" destId="{959F8665-AF08-40D2-863C-45D67B1289AB}" srcOrd="0" destOrd="0" presId="urn:microsoft.com/office/officeart/2005/8/layout/list1"/>
    <dgm:cxn modelId="{DB64D551-E7DB-41A7-AC2E-02F8FE722076}" type="presOf" srcId="{C9772BA4-157A-425A-9659-6696BDD97A98}" destId="{B5E8FD46-CFBB-4693-928F-DC1E7444B703}" srcOrd="1" destOrd="0" presId="urn:microsoft.com/office/officeart/2005/8/layout/list1"/>
    <dgm:cxn modelId="{480507CE-A59F-44DE-AD67-D618A9291E58}" type="presOf" srcId="{D06EF990-AECA-42AA-9A66-4337BF9FD09B}" destId="{8113072C-16F7-460A-A12E-E6D1828F6C94}" srcOrd="0" destOrd="0" presId="urn:microsoft.com/office/officeart/2005/8/layout/list1"/>
    <dgm:cxn modelId="{ED399711-4389-4FD1-8F98-727C0089AD83}" type="presOf" srcId="{19524B78-C588-43AA-8C60-E5CA42D69662}" destId="{5E2611D7-BA57-49F8-91E8-FF929F06FA45}" srcOrd="0" destOrd="0" presId="urn:microsoft.com/office/officeart/2005/8/layout/list1"/>
    <dgm:cxn modelId="{5AD9ACD7-36B2-4D81-8CE2-5D9645CDDEB9}" srcId="{7CAA4DA2-8850-4808-A30F-DFA15F3EA797}" destId="{7A1499FA-C58E-4667-BA02-3B36F17BBEA5}" srcOrd="4" destOrd="0" parTransId="{A6569EA3-AE64-424E-8A7F-5970BB79D438}" sibTransId="{F12C3DAD-4A47-4E61-AE8F-660F9417ACB0}"/>
    <dgm:cxn modelId="{AA152407-94FA-4A23-9D85-85A9A0D6EDE4}" type="presOf" srcId="{19524B78-C588-43AA-8C60-E5CA42D69662}" destId="{636FD74E-F103-4D50-84CF-BF840261C08F}" srcOrd="1" destOrd="0" presId="urn:microsoft.com/office/officeart/2005/8/layout/list1"/>
    <dgm:cxn modelId="{EAFD6D98-5A43-4F6C-B346-D2047652E1FB}" type="presOf" srcId="{7A1499FA-C58E-4667-BA02-3B36F17BBEA5}" destId="{F9650DF8-C4F6-448E-BE5E-8AA6707AE902}" srcOrd="1" destOrd="0" presId="urn:microsoft.com/office/officeart/2005/8/layout/list1"/>
    <dgm:cxn modelId="{98B7F778-9BC8-454E-A77F-26C68E76FEF5}" srcId="{7CAA4DA2-8850-4808-A30F-DFA15F3EA797}" destId="{19524B78-C588-43AA-8C60-E5CA42D69662}" srcOrd="2" destOrd="0" parTransId="{E14A5E0B-7D45-48B7-B6B2-F0D65EB08BF2}" sibTransId="{1A63631C-297D-44D6-B152-6CD90A0DFD3D}"/>
    <dgm:cxn modelId="{792C34B5-A74B-4EBE-AE1E-4474776DFADF}" type="presOf" srcId="{2EB67B28-9782-4B6F-B74F-F35C0DCBE6B4}" destId="{48DD317A-ADD6-4028-A229-C4DCB14CFA5F}" srcOrd="0" destOrd="0" presId="urn:microsoft.com/office/officeart/2005/8/layout/list1"/>
    <dgm:cxn modelId="{83540A47-3927-48D8-A8B0-4F12E3D56E9C}" srcId="{7CAA4DA2-8850-4808-A30F-DFA15F3EA797}" destId="{C9772BA4-157A-425A-9659-6696BDD97A98}" srcOrd="0" destOrd="0" parTransId="{038A0551-8CCD-4353-8DDD-64D99AA22B35}" sibTransId="{59B22D5F-E42D-4F9A-9C65-CA33C9D4CD6B}"/>
    <dgm:cxn modelId="{E572B829-39C1-4CDE-BBA0-6ADFEFFB96D7}" srcId="{7CAA4DA2-8850-4808-A30F-DFA15F3EA797}" destId="{2EB67B28-9782-4B6F-B74F-F35C0DCBE6B4}" srcOrd="3" destOrd="0" parTransId="{E2E95C43-CFD2-4384-A131-E52784549DBA}" sibTransId="{C29515A8-A8E5-4C06-A520-33644213FB65}"/>
    <dgm:cxn modelId="{71593135-D5F6-47BC-B3CF-C0E3AB9AFB3E}" type="presOf" srcId="{2EB67B28-9782-4B6F-B74F-F35C0DCBE6B4}" destId="{E3FD9491-C8B9-40A4-B0D2-6981EEEC836C}" srcOrd="1" destOrd="0" presId="urn:microsoft.com/office/officeart/2005/8/layout/list1"/>
    <dgm:cxn modelId="{72E152BF-F3A6-45C8-BC5B-139ADB1FE55F}" type="presParOf" srcId="{9911DC74-6753-40B7-ABBE-E9686E003239}" destId="{47015910-B6C0-4A1E-96D8-7245519C6834}" srcOrd="0" destOrd="0" presId="urn:microsoft.com/office/officeart/2005/8/layout/list1"/>
    <dgm:cxn modelId="{DFBD2EE9-875F-4AC7-8664-432DD23D282F}" type="presParOf" srcId="{47015910-B6C0-4A1E-96D8-7245519C6834}" destId="{959F8665-AF08-40D2-863C-45D67B1289AB}" srcOrd="0" destOrd="0" presId="urn:microsoft.com/office/officeart/2005/8/layout/list1"/>
    <dgm:cxn modelId="{6CA19C72-0124-4740-BFD5-34DA6398AD02}" type="presParOf" srcId="{47015910-B6C0-4A1E-96D8-7245519C6834}" destId="{B5E8FD46-CFBB-4693-928F-DC1E7444B703}" srcOrd="1" destOrd="0" presId="urn:microsoft.com/office/officeart/2005/8/layout/list1"/>
    <dgm:cxn modelId="{C1E85510-8C12-4218-AAC7-D0D358C4D7FD}" type="presParOf" srcId="{9911DC74-6753-40B7-ABBE-E9686E003239}" destId="{FC4D514E-3593-49F8-B642-5AACA334DAC7}" srcOrd="1" destOrd="0" presId="urn:microsoft.com/office/officeart/2005/8/layout/list1"/>
    <dgm:cxn modelId="{72CA324B-2CC6-4684-A2BA-1D26FC08C512}" type="presParOf" srcId="{9911DC74-6753-40B7-ABBE-E9686E003239}" destId="{FF6A516C-C429-4503-9096-E97461140516}" srcOrd="2" destOrd="0" presId="urn:microsoft.com/office/officeart/2005/8/layout/list1"/>
    <dgm:cxn modelId="{1136347D-FCF0-462E-AA6B-C9A6B1964E23}" type="presParOf" srcId="{9911DC74-6753-40B7-ABBE-E9686E003239}" destId="{4017A037-5652-4BCA-883C-9B6893D77BFF}" srcOrd="3" destOrd="0" presId="urn:microsoft.com/office/officeart/2005/8/layout/list1"/>
    <dgm:cxn modelId="{5F12C00B-CC68-4297-990F-26C7F1250264}" type="presParOf" srcId="{9911DC74-6753-40B7-ABBE-E9686E003239}" destId="{6E7E13D0-B4C5-4BD9-95D9-EB9CE35D8D3E}" srcOrd="4" destOrd="0" presId="urn:microsoft.com/office/officeart/2005/8/layout/list1"/>
    <dgm:cxn modelId="{BA87AC57-2769-46D1-B005-8C03B362B71B}" type="presParOf" srcId="{6E7E13D0-B4C5-4BD9-95D9-EB9CE35D8D3E}" destId="{8113072C-16F7-460A-A12E-E6D1828F6C94}" srcOrd="0" destOrd="0" presId="urn:microsoft.com/office/officeart/2005/8/layout/list1"/>
    <dgm:cxn modelId="{E29A446E-50D7-4EA9-B0D9-3E56943B1CF1}" type="presParOf" srcId="{6E7E13D0-B4C5-4BD9-95D9-EB9CE35D8D3E}" destId="{F2DE8526-1692-483C-A4E9-9D01905DB97D}" srcOrd="1" destOrd="0" presId="urn:microsoft.com/office/officeart/2005/8/layout/list1"/>
    <dgm:cxn modelId="{E5B60656-AF11-4A16-B168-F93E0A6DD207}" type="presParOf" srcId="{9911DC74-6753-40B7-ABBE-E9686E003239}" destId="{92109988-7025-454A-9B3D-5F3213B1F9D6}" srcOrd="5" destOrd="0" presId="urn:microsoft.com/office/officeart/2005/8/layout/list1"/>
    <dgm:cxn modelId="{6958E1A4-E764-4A36-9C14-05E326A5A242}" type="presParOf" srcId="{9911DC74-6753-40B7-ABBE-E9686E003239}" destId="{68DD28F1-8C78-43C8-8969-8E00CE95A43F}" srcOrd="6" destOrd="0" presId="urn:microsoft.com/office/officeart/2005/8/layout/list1"/>
    <dgm:cxn modelId="{E8F2F150-E653-4F1B-8681-33F2DB66EF71}" type="presParOf" srcId="{9911DC74-6753-40B7-ABBE-E9686E003239}" destId="{5F8582DB-CDD6-4386-88BF-5E9A2C5ABEDC}" srcOrd="7" destOrd="0" presId="urn:microsoft.com/office/officeart/2005/8/layout/list1"/>
    <dgm:cxn modelId="{93CCBA44-6FC5-4814-A262-72472298397A}" type="presParOf" srcId="{9911DC74-6753-40B7-ABBE-E9686E003239}" destId="{7F20E783-B572-4C14-94EB-3B83B77289E6}" srcOrd="8" destOrd="0" presId="urn:microsoft.com/office/officeart/2005/8/layout/list1"/>
    <dgm:cxn modelId="{736ED98E-399E-4540-BDF4-E168083517E6}" type="presParOf" srcId="{7F20E783-B572-4C14-94EB-3B83B77289E6}" destId="{5E2611D7-BA57-49F8-91E8-FF929F06FA45}" srcOrd="0" destOrd="0" presId="urn:microsoft.com/office/officeart/2005/8/layout/list1"/>
    <dgm:cxn modelId="{CEE11A31-CD3E-4A88-B0E0-E10777EDBC22}" type="presParOf" srcId="{7F20E783-B572-4C14-94EB-3B83B77289E6}" destId="{636FD74E-F103-4D50-84CF-BF840261C08F}" srcOrd="1" destOrd="0" presId="urn:microsoft.com/office/officeart/2005/8/layout/list1"/>
    <dgm:cxn modelId="{AE0845D7-9011-4750-9EBC-6465866AB16B}" type="presParOf" srcId="{9911DC74-6753-40B7-ABBE-E9686E003239}" destId="{3F51D127-97D8-4817-87BF-CAE0D47BF950}" srcOrd="9" destOrd="0" presId="urn:microsoft.com/office/officeart/2005/8/layout/list1"/>
    <dgm:cxn modelId="{7DD314F2-F736-48DE-B1C5-AD070B8B0D26}" type="presParOf" srcId="{9911DC74-6753-40B7-ABBE-E9686E003239}" destId="{2F094B3F-B6CC-45AD-9075-7F7ABB30888A}" srcOrd="10" destOrd="0" presId="urn:microsoft.com/office/officeart/2005/8/layout/list1"/>
    <dgm:cxn modelId="{416A8A14-C15C-41D9-943C-C32166AD2D5A}" type="presParOf" srcId="{9911DC74-6753-40B7-ABBE-E9686E003239}" destId="{C20D233B-26A8-4E3F-879D-629D87ED4A56}" srcOrd="11" destOrd="0" presId="urn:microsoft.com/office/officeart/2005/8/layout/list1"/>
    <dgm:cxn modelId="{19AB0EFD-F4E0-487C-896A-F0F4626A0B43}" type="presParOf" srcId="{9911DC74-6753-40B7-ABBE-E9686E003239}" destId="{4436E73A-2A47-4AE5-A5BB-1A66EE140D92}" srcOrd="12" destOrd="0" presId="urn:microsoft.com/office/officeart/2005/8/layout/list1"/>
    <dgm:cxn modelId="{77A79EA8-2736-4393-A99A-9BF95726372C}" type="presParOf" srcId="{4436E73A-2A47-4AE5-A5BB-1A66EE140D92}" destId="{48DD317A-ADD6-4028-A229-C4DCB14CFA5F}" srcOrd="0" destOrd="0" presId="urn:microsoft.com/office/officeart/2005/8/layout/list1"/>
    <dgm:cxn modelId="{0DEC58ED-F6CA-4A8D-AE1C-94D30DE49F67}" type="presParOf" srcId="{4436E73A-2A47-4AE5-A5BB-1A66EE140D92}" destId="{E3FD9491-C8B9-40A4-B0D2-6981EEEC836C}" srcOrd="1" destOrd="0" presId="urn:microsoft.com/office/officeart/2005/8/layout/list1"/>
    <dgm:cxn modelId="{F789FE05-9CEE-45C0-9C98-D0E992A582F0}" type="presParOf" srcId="{9911DC74-6753-40B7-ABBE-E9686E003239}" destId="{AA36E705-15D1-4B65-8A66-182DC1F20D29}" srcOrd="13" destOrd="0" presId="urn:microsoft.com/office/officeart/2005/8/layout/list1"/>
    <dgm:cxn modelId="{CA62DC57-D8C6-4510-A31A-E6556B921D61}" type="presParOf" srcId="{9911DC74-6753-40B7-ABBE-E9686E003239}" destId="{2503B8BF-49D7-4B13-9EE9-25540B2B6BF0}" srcOrd="14" destOrd="0" presId="urn:microsoft.com/office/officeart/2005/8/layout/list1"/>
    <dgm:cxn modelId="{1198CE32-4E32-423F-B7D5-50C99325A30D}" type="presParOf" srcId="{9911DC74-6753-40B7-ABBE-E9686E003239}" destId="{8C820A6D-3A6A-4C6F-ACAD-7116CA6611DC}" srcOrd="15" destOrd="0" presId="urn:microsoft.com/office/officeart/2005/8/layout/list1"/>
    <dgm:cxn modelId="{054D7A83-603E-4811-AAF6-4E9C2805944C}" type="presParOf" srcId="{9911DC74-6753-40B7-ABBE-E9686E003239}" destId="{C5362955-A0A4-44CB-8DEC-FE115AC64B83}" srcOrd="16" destOrd="0" presId="urn:microsoft.com/office/officeart/2005/8/layout/list1"/>
    <dgm:cxn modelId="{0E9BAB67-55DF-4D93-B90D-8E49B1A0EEC3}" type="presParOf" srcId="{C5362955-A0A4-44CB-8DEC-FE115AC64B83}" destId="{AC63A988-5F80-498C-87C0-6BDBD24D7CEE}" srcOrd="0" destOrd="0" presId="urn:microsoft.com/office/officeart/2005/8/layout/list1"/>
    <dgm:cxn modelId="{12339A97-4E7F-494F-8C3A-9FF270CAF971}" type="presParOf" srcId="{C5362955-A0A4-44CB-8DEC-FE115AC64B83}" destId="{F9650DF8-C4F6-448E-BE5E-8AA6707AE902}" srcOrd="1" destOrd="0" presId="urn:microsoft.com/office/officeart/2005/8/layout/list1"/>
    <dgm:cxn modelId="{09C11C24-EBC8-4E67-9AE4-4971CDE262B7}" type="presParOf" srcId="{9911DC74-6753-40B7-ABBE-E9686E003239}" destId="{76E5998C-ACB6-4E9F-9737-82D0866B0E90}" srcOrd="17" destOrd="0" presId="urn:microsoft.com/office/officeart/2005/8/layout/list1"/>
    <dgm:cxn modelId="{42ACFD6F-77D9-4DDE-9A73-9B532243A255}" type="presParOf" srcId="{9911DC74-6753-40B7-ABBE-E9686E003239}" destId="{4D1F1BF6-3649-4170-A909-E3BB7A03EB24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A01AA37-5AC8-4A17-ACF8-367F04950FCB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135E724-7BB4-4232-827C-6E85177D8DD6}">
      <dgm:prSet phldrT="[Text]"/>
      <dgm:spPr/>
      <dgm:t>
        <a:bodyPr/>
        <a:lstStyle/>
        <a:p>
          <a:r>
            <a:rPr lang="en-US" smtClean="0"/>
            <a:t>Iteration Planning</a:t>
          </a:r>
          <a:endParaRPr lang="en-US"/>
        </a:p>
      </dgm:t>
    </dgm:pt>
    <dgm:pt modelId="{CC482C9B-AB09-41A0-A724-61AED5156B38}" type="parTrans" cxnId="{14B0C8D0-8EB7-4CE4-9773-176E322CF057}">
      <dgm:prSet/>
      <dgm:spPr/>
      <dgm:t>
        <a:bodyPr/>
        <a:lstStyle/>
        <a:p>
          <a:endParaRPr lang="en-US"/>
        </a:p>
      </dgm:t>
    </dgm:pt>
    <dgm:pt modelId="{0D3D0822-7E81-465D-BB3E-4E699663D783}" type="sibTrans" cxnId="{14B0C8D0-8EB7-4CE4-9773-176E322CF057}">
      <dgm:prSet/>
      <dgm:spPr/>
      <dgm:t>
        <a:bodyPr/>
        <a:lstStyle/>
        <a:p>
          <a:endParaRPr lang="en-US"/>
        </a:p>
      </dgm:t>
    </dgm:pt>
    <dgm:pt modelId="{CCAD57BF-B722-4260-A282-888E99B10442}">
      <dgm:prSet phldrT="[Text]"/>
      <dgm:spPr/>
      <dgm:t>
        <a:bodyPr/>
        <a:lstStyle/>
        <a:p>
          <a:r>
            <a:rPr lang="en-US" dirty="0" smtClean="0"/>
            <a:t>Convergence</a:t>
          </a:r>
          <a:endParaRPr lang="en-US" dirty="0"/>
        </a:p>
      </dgm:t>
    </dgm:pt>
    <dgm:pt modelId="{A6B5C49D-1E2D-43A1-A616-6D65F470064D}" type="parTrans" cxnId="{04249572-D8B2-4433-A203-9E04BB99BBA9}">
      <dgm:prSet/>
      <dgm:spPr/>
      <dgm:t>
        <a:bodyPr/>
        <a:lstStyle/>
        <a:p>
          <a:endParaRPr lang="en-US"/>
        </a:p>
      </dgm:t>
    </dgm:pt>
    <dgm:pt modelId="{CBB607CA-B16B-4D13-B97E-1FAAC31C7F2C}" type="sibTrans" cxnId="{04249572-D8B2-4433-A203-9E04BB99BBA9}">
      <dgm:prSet/>
      <dgm:spPr/>
      <dgm:t>
        <a:bodyPr/>
        <a:lstStyle/>
        <a:p>
          <a:endParaRPr lang="en-US"/>
        </a:p>
      </dgm:t>
    </dgm:pt>
    <dgm:pt modelId="{1990830F-6DC9-492E-A92E-A82F31C6149D}">
      <dgm:prSet phldrT="[Text]"/>
      <dgm:spPr/>
      <dgm:t>
        <a:bodyPr/>
        <a:lstStyle/>
        <a:p>
          <a:r>
            <a:rPr lang="en-US" dirty="0" smtClean="0"/>
            <a:t>Negotiable Scope</a:t>
          </a:r>
          <a:endParaRPr lang="en-US" dirty="0"/>
        </a:p>
      </dgm:t>
    </dgm:pt>
    <dgm:pt modelId="{E9919DCD-133E-4DA8-BE22-F57EEE68317D}" type="parTrans" cxnId="{09AD242D-0EFB-49B6-B771-8F193E28C56B}">
      <dgm:prSet/>
      <dgm:spPr/>
      <dgm:t>
        <a:bodyPr/>
        <a:lstStyle/>
        <a:p>
          <a:endParaRPr lang="en-US"/>
        </a:p>
      </dgm:t>
    </dgm:pt>
    <dgm:pt modelId="{43142D1E-B3D1-4B46-A01B-630564F0A260}" type="sibTrans" cxnId="{09AD242D-0EFB-49B6-B771-8F193E28C56B}">
      <dgm:prSet/>
      <dgm:spPr/>
      <dgm:t>
        <a:bodyPr/>
        <a:lstStyle/>
        <a:p>
          <a:endParaRPr lang="en-US"/>
        </a:p>
      </dgm:t>
    </dgm:pt>
    <dgm:pt modelId="{7D5BD452-F268-4602-B6BA-7A5755483868}">
      <dgm:prSet/>
      <dgm:spPr/>
      <dgm:t>
        <a:bodyPr/>
        <a:lstStyle/>
        <a:p>
          <a:r>
            <a:rPr lang="en-US" dirty="0" smtClean="0"/>
            <a:t>Team Commitment</a:t>
          </a:r>
          <a:endParaRPr lang="en-US" dirty="0"/>
        </a:p>
      </dgm:t>
    </dgm:pt>
    <dgm:pt modelId="{8CADBD8F-461F-4DFB-AF97-F44F728F2A8B}" type="parTrans" cxnId="{F5F2B865-3E0C-4F0A-A955-EB7161A15735}">
      <dgm:prSet/>
      <dgm:spPr/>
      <dgm:t>
        <a:bodyPr/>
        <a:lstStyle/>
        <a:p>
          <a:endParaRPr lang="en-US"/>
        </a:p>
      </dgm:t>
    </dgm:pt>
    <dgm:pt modelId="{1A3908FC-4038-4A9B-B44D-B6F69A129F30}" type="sibTrans" cxnId="{F5F2B865-3E0C-4F0A-A955-EB7161A15735}">
      <dgm:prSet/>
      <dgm:spPr/>
      <dgm:t>
        <a:bodyPr/>
        <a:lstStyle/>
        <a:p>
          <a:endParaRPr lang="en-US"/>
        </a:p>
      </dgm:t>
    </dgm:pt>
    <dgm:pt modelId="{0AE9C1F6-3B34-4A0A-98F4-0C9DDBAD151F}" type="pres">
      <dgm:prSet presAssocID="{6A01AA37-5AC8-4A17-ACF8-367F04950FCB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40E6A7C4-6907-4A00-A4AE-46018A691983}" type="pres">
      <dgm:prSet presAssocID="{D135E724-7BB4-4232-827C-6E85177D8DD6}" presName="parentLin" presStyleCnt="0"/>
      <dgm:spPr/>
    </dgm:pt>
    <dgm:pt modelId="{1BA390A5-8D25-454B-BC40-DF6BBF71EC86}" type="pres">
      <dgm:prSet presAssocID="{D135E724-7BB4-4232-827C-6E85177D8DD6}" presName="parentLeftMargin" presStyleLbl="node1" presStyleIdx="0" presStyleCnt="4"/>
      <dgm:spPr/>
      <dgm:t>
        <a:bodyPr/>
        <a:lstStyle/>
        <a:p>
          <a:endParaRPr lang="en-US"/>
        </a:p>
      </dgm:t>
    </dgm:pt>
    <dgm:pt modelId="{D5687429-AA10-4263-8797-0C335D1F5D33}" type="pres">
      <dgm:prSet presAssocID="{D135E724-7BB4-4232-827C-6E85177D8DD6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9AB46FF-BD9C-4654-8C5F-6D808318CA43}" type="pres">
      <dgm:prSet presAssocID="{D135E724-7BB4-4232-827C-6E85177D8DD6}" presName="negativeSpace" presStyleCnt="0"/>
      <dgm:spPr/>
    </dgm:pt>
    <dgm:pt modelId="{EF4D528F-52C8-421C-979A-80ECAB30A84A}" type="pres">
      <dgm:prSet presAssocID="{D135E724-7BB4-4232-827C-6E85177D8DD6}" presName="childText" presStyleLbl="conFgAcc1" presStyleIdx="0" presStyleCnt="4">
        <dgm:presLayoutVars>
          <dgm:bulletEnabled val="1"/>
        </dgm:presLayoutVars>
      </dgm:prSet>
      <dgm:spPr/>
    </dgm:pt>
    <dgm:pt modelId="{BE303726-B351-4473-9AC4-143E45F3FA21}" type="pres">
      <dgm:prSet presAssocID="{0D3D0822-7E81-465D-BB3E-4E699663D783}" presName="spaceBetweenRectangles" presStyleCnt="0"/>
      <dgm:spPr/>
    </dgm:pt>
    <dgm:pt modelId="{13CBE785-58BE-49CA-B73D-C83EC683777F}" type="pres">
      <dgm:prSet presAssocID="{7D5BD452-F268-4602-B6BA-7A5755483868}" presName="parentLin" presStyleCnt="0"/>
      <dgm:spPr/>
    </dgm:pt>
    <dgm:pt modelId="{C3CD9C3F-A7E9-4CD3-834C-F924C5E0B9C2}" type="pres">
      <dgm:prSet presAssocID="{7D5BD452-F268-4602-B6BA-7A5755483868}" presName="parentLeftMargin" presStyleLbl="node1" presStyleIdx="0" presStyleCnt="4"/>
      <dgm:spPr/>
      <dgm:t>
        <a:bodyPr/>
        <a:lstStyle/>
        <a:p>
          <a:endParaRPr lang="en-US"/>
        </a:p>
      </dgm:t>
    </dgm:pt>
    <dgm:pt modelId="{51731ABB-D776-4544-8DB5-DF44AB3F70E7}" type="pres">
      <dgm:prSet presAssocID="{7D5BD452-F268-4602-B6BA-7A5755483868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A15B826-636A-4D43-ABED-870AAEAFE987}" type="pres">
      <dgm:prSet presAssocID="{7D5BD452-F268-4602-B6BA-7A5755483868}" presName="negativeSpace" presStyleCnt="0"/>
      <dgm:spPr/>
    </dgm:pt>
    <dgm:pt modelId="{07403E8A-FE0E-4A68-A3EF-CC9A051A37E1}" type="pres">
      <dgm:prSet presAssocID="{7D5BD452-F268-4602-B6BA-7A5755483868}" presName="childText" presStyleLbl="conFgAcc1" presStyleIdx="1" presStyleCnt="4">
        <dgm:presLayoutVars>
          <dgm:bulletEnabled val="1"/>
        </dgm:presLayoutVars>
      </dgm:prSet>
      <dgm:spPr/>
    </dgm:pt>
    <dgm:pt modelId="{02A4A025-B856-4513-AAE5-35319335B5F3}" type="pres">
      <dgm:prSet presAssocID="{1A3908FC-4038-4A9B-B44D-B6F69A129F30}" presName="spaceBetweenRectangles" presStyleCnt="0"/>
      <dgm:spPr/>
    </dgm:pt>
    <dgm:pt modelId="{4E3531F5-6751-4167-A71C-B601D9E78E87}" type="pres">
      <dgm:prSet presAssocID="{CCAD57BF-B722-4260-A282-888E99B10442}" presName="parentLin" presStyleCnt="0"/>
      <dgm:spPr/>
    </dgm:pt>
    <dgm:pt modelId="{9523CDD9-D60E-44CB-B29D-7042DA8D3621}" type="pres">
      <dgm:prSet presAssocID="{CCAD57BF-B722-4260-A282-888E99B10442}" presName="parentLeftMargin" presStyleLbl="node1" presStyleIdx="1" presStyleCnt="4"/>
      <dgm:spPr/>
      <dgm:t>
        <a:bodyPr/>
        <a:lstStyle/>
        <a:p>
          <a:endParaRPr lang="en-US"/>
        </a:p>
      </dgm:t>
    </dgm:pt>
    <dgm:pt modelId="{AD931C47-954C-4995-8204-0A6FFFFCB695}" type="pres">
      <dgm:prSet presAssocID="{CCAD57BF-B722-4260-A282-888E99B10442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26DB10A-475E-4002-9E64-0FC1A37A3DF9}" type="pres">
      <dgm:prSet presAssocID="{CCAD57BF-B722-4260-A282-888E99B10442}" presName="negativeSpace" presStyleCnt="0"/>
      <dgm:spPr/>
    </dgm:pt>
    <dgm:pt modelId="{1102757B-E5BA-434E-8093-69C5E3709510}" type="pres">
      <dgm:prSet presAssocID="{CCAD57BF-B722-4260-A282-888E99B10442}" presName="childText" presStyleLbl="conFgAcc1" presStyleIdx="2" presStyleCnt="4">
        <dgm:presLayoutVars>
          <dgm:bulletEnabled val="1"/>
        </dgm:presLayoutVars>
      </dgm:prSet>
      <dgm:spPr/>
    </dgm:pt>
    <dgm:pt modelId="{25EE3CA9-A65B-4D0F-9C16-86BF663369E2}" type="pres">
      <dgm:prSet presAssocID="{CBB607CA-B16B-4D13-B97E-1FAAC31C7F2C}" presName="spaceBetweenRectangles" presStyleCnt="0"/>
      <dgm:spPr/>
    </dgm:pt>
    <dgm:pt modelId="{921CF643-6FE7-4EC1-A23A-75DE54858112}" type="pres">
      <dgm:prSet presAssocID="{1990830F-6DC9-492E-A92E-A82F31C6149D}" presName="parentLin" presStyleCnt="0"/>
      <dgm:spPr/>
    </dgm:pt>
    <dgm:pt modelId="{709A42CE-C035-4506-9238-B484C488F9E4}" type="pres">
      <dgm:prSet presAssocID="{1990830F-6DC9-492E-A92E-A82F31C6149D}" presName="parentLeftMargin" presStyleLbl="node1" presStyleIdx="2" presStyleCnt="4"/>
      <dgm:spPr/>
      <dgm:t>
        <a:bodyPr/>
        <a:lstStyle/>
        <a:p>
          <a:endParaRPr lang="en-US"/>
        </a:p>
      </dgm:t>
    </dgm:pt>
    <dgm:pt modelId="{45883C7B-7A87-4B95-8EEF-AD07BF141543}" type="pres">
      <dgm:prSet presAssocID="{1990830F-6DC9-492E-A92E-A82F31C6149D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FC286D9-B58B-4A6D-893D-8C43BC1FB89C}" type="pres">
      <dgm:prSet presAssocID="{1990830F-6DC9-492E-A92E-A82F31C6149D}" presName="negativeSpace" presStyleCnt="0"/>
      <dgm:spPr/>
    </dgm:pt>
    <dgm:pt modelId="{86DD50DC-F256-4B32-B20D-EDD40CD27E88}" type="pres">
      <dgm:prSet presAssocID="{1990830F-6DC9-492E-A92E-A82F31C6149D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F5FD4C49-0F01-41ED-925F-DDCE42AD1A10}" type="presOf" srcId="{6A01AA37-5AC8-4A17-ACF8-367F04950FCB}" destId="{0AE9C1F6-3B34-4A0A-98F4-0C9DDBAD151F}" srcOrd="0" destOrd="0" presId="urn:microsoft.com/office/officeart/2005/8/layout/list1"/>
    <dgm:cxn modelId="{DF2EE528-DBB0-4F51-8329-D7572FBC0199}" type="presOf" srcId="{1990830F-6DC9-492E-A92E-A82F31C6149D}" destId="{45883C7B-7A87-4B95-8EEF-AD07BF141543}" srcOrd="1" destOrd="0" presId="urn:microsoft.com/office/officeart/2005/8/layout/list1"/>
    <dgm:cxn modelId="{72D43238-4302-448F-8334-3B5DF7F495EA}" type="presOf" srcId="{D135E724-7BB4-4232-827C-6E85177D8DD6}" destId="{D5687429-AA10-4263-8797-0C335D1F5D33}" srcOrd="1" destOrd="0" presId="urn:microsoft.com/office/officeart/2005/8/layout/list1"/>
    <dgm:cxn modelId="{F5F2B865-3E0C-4F0A-A955-EB7161A15735}" srcId="{6A01AA37-5AC8-4A17-ACF8-367F04950FCB}" destId="{7D5BD452-F268-4602-B6BA-7A5755483868}" srcOrd="1" destOrd="0" parTransId="{8CADBD8F-461F-4DFB-AF97-F44F728F2A8B}" sibTransId="{1A3908FC-4038-4A9B-B44D-B6F69A129F30}"/>
    <dgm:cxn modelId="{6CCB6418-8ADF-4E7E-BE88-E67E7C08EAFA}" type="presOf" srcId="{7D5BD452-F268-4602-B6BA-7A5755483868}" destId="{C3CD9C3F-A7E9-4CD3-834C-F924C5E0B9C2}" srcOrd="0" destOrd="0" presId="urn:microsoft.com/office/officeart/2005/8/layout/list1"/>
    <dgm:cxn modelId="{B17B0008-CE17-4826-B804-1493248D4EC8}" type="presOf" srcId="{CCAD57BF-B722-4260-A282-888E99B10442}" destId="{AD931C47-954C-4995-8204-0A6FFFFCB695}" srcOrd="1" destOrd="0" presId="urn:microsoft.com/office/officeart/2005/8/layout/list1"/>
    <dgm:cxn modelId="{D827FCDE-4E9A-41B6-9E8B-7B70AEA10BFB}" type="presOf" srcId="{7D5BD452-F268-4602-B6BA-7A5755483868}" destId="{51731ABB-D776-4544-8DB5-DF44AB3F70E7}" srcOrd="1" destOrd="0" presId="urn:microsoft.com/office/officeart/2005/8/layout/list1"/>
    <dgm:cxn modelId="{09AD242D-0EFB-49B6-B771-8F193E28C56B}" srcId="{6A01AA37-5AC8-4A17-ACF8-367F04950FCB}" destId="{1990830F-6DC9-492E-A92E-A82F31C6149D}" srcOrd="3" destOrd="0" parTransId="{E9919DCD-133E-4DA8-BE22-F57EEE68317D}" sibTransId="{43142D1E-B3D1-4B46-A01B-630564F0A260}"/>
    <dgm:cxn modelId="{741BB48D-1C61-4A0D-BADC-721117180563}" type="presOf" srcId="{D135E724-7BB4-4232-827C-6E85177D8DD6}" destId="{1BA390A5-8D25-454B-BC40-DF6BBF71EC86}" srcOrd="0" destOrd="0" presId="urn:microsoft.com/office/officeart/2005/8/layout/list1"/>
    <dgm:cxn modelId="{04249572-D8B2-4433-A203-9E04BB99BBA9}" srcId="{6A01AA37-5AC8-4A17-ACF8-367F04950FCB}" destId="{CCAD57BF-B722-4260-A282-888E99B10442}" srcOrd="2" destOrd="0" parTransId="{A6B5C49D-1E2D-43A1-A616-6D65F470064D}" sibTransId="{CBB607CA-B16B-4D13-B97E-1FAAC31C7F2C}"/>
    <dgm:cxn modelId="{CD5B4051-508B-40A1-96F6-13C780D05A0D}" type="presOf" srcId="{CCAD57BF-B722-4260-A282-888E99B10442}" destId="{9523CDD9-D60E-44CB-B29D-7042DA8D3621}" srcOrd="0" destOrd="0" presId="urn:microsoft.com/office/officeart/2005/8/layout/list1"/>
    <dgm:cxn modelId="{0B0DB168-F6DD-4230-864E-CAC6B2FB6B28}" type="presOf" srcId="{1990830F-6DC9-492E-A92E-A82F31C6149D}" destId="{709A42CE-C035-4506-9238-B484C488F9E4}" srcOrd="0" destOrd="0" presId="urn:microsoft.com/office/officeart/2005/8/layout/list1"/>
    <dgm:cxn modelId="{14B0C8D0-8EB7-4CE4-9773-176E322CF057}" srcId="{6A01AA37-5AC8-4A17-ACF8-367F04950FCB}" destId="{D135E724-7BB4-4232-827C-6E85177D8DD6}" srcOrd="0" destOrd="0" parTransId="{CC482C9B-AB09-41A0-A724-61AED5156B38}" sibTransId="{0D3D0822-7E81-465D-BB3E-4E699663D783}"/>
    <dgm:cxn modelId="{3A732309-680F-47C2-BA00-56E546F1A707}" type="presParOf" srcId="{0AE9C1F6-3B34-4A0A-98F4-0C9DDBAD151F}" destId="{40E6A7C4-6907-4A00-A4AE-46018A691983}" srcOrd="0" destOrd="0" presId="urn:microsoft.com/office/officeart/2005/8/layout/list1"/>
    <dgm:cxn modelId="{51FDF76C-FA89-4D8D-81CE-BB307D6C6CC2}" type="presParOf" srcId="{40E6A7C4-6907-4A00-A4AE-46018A691983}" destId="{1BA390A5-8D25-454B-BC40-DF6BBF71EC86}" srcOrd="0" destOrd="0" presId="urn:microsoft.com/office/officeart/2005/8/layout/list1"/>
    <dgm:cxn modelId="{046BC669-4136-40E0-8D50-4ECA3321A3A1}" type="presParOf" srcId="{40E6A7C4-6907-4A00-A4AE-46018A691983}" destId="{D5687429-AA10-4263-8797-0C335D1F5D33}" srcOrd="1" destOrd="0" presId="urn:microsoft.com/office/officeart/2005/8/layout/list1"/>
    <dgm:cxn modelId="{10B49978-0A60-404D-91C6-66122C89D2B8}" type="presParOf" srcId="{0AE9C1F6-3B34-4A0A-98F4-0C9DDBAD151F}" destId="{F9AB46FF-BD9C-4654-8C5F-6D808318CA43}" srcOrd="1" destOrd="0" presId="urn:microsoft.com/office/officeart/2005/8/layout/list1"/>
    <dgm:cxn modelId="{03F626D2-A0A8-4E20-B5DF-9E201A1907D1}" type="presParOf" srcId="{0AE9C1F6-3B34-4A0A-98F4-0C9DDBAD151F}" destId="{EF4D528F-52C8-421C-979A-80ECAB30A84A}" srcOrd="2" destOrd="0" presId="urn:microsoft.com/office/officeart/2005/8/layout/list1"/>
    <dgm:cxn modelId="{3CD4474B-0262-4EFF-A2C2-0B675B460793}" type="presParOf" srcId="{0AE9C1F6-3B34-4A0A-98F4-0C9DDBAD151F}" destId="{BE303726-B351-4473-9AC4-143E45F3FA21}" srcOrd="3" destOrd="0" presId="urn:microsoft.com/office/officeart/2005/8/layout/list1"/>
    <dgm:cxn modelId="{06684C70-0F36-4ABB-B912-E3706923E4DD}" type="presParOf" srcId="{0AE9C1F6-3B34-4A0A-98F4-0C9DDBAD151F}" destId="{13CBE785-58BE-49CA-B73D-C83EC683777F}" srcOrd="4" destOrd="0" presId="urn:microsoft.com/office/officeart/2005/8/layout/list1"/>
    <dgm:cxn modelId="{EA89B634-0220-4B90-9903-40DE668099B9}" type="presParOf" srcId="{13CBE785-58BE-49CA-B73D-C83EC683777F}" destId="{C3CD9C3F-A7E9-4CD3-834C-F924C5E0B9C2}" srcOrd="0" destOrd="0" presId="urn:microsoft.com/office/officeart/2005/8/layout/list1"/>
    <dgm:cxn modelId="{851042E4-C2B3-41D3-ADD3-BBABAC44897D}" type="presParOf" srcId="{13CBE785-58BE-49CA-B73D-C83EC683777F}" destId="{51731ABB-D776-4544-8DB5-DF44AB3F70E7}" srcOrd="1" destOrd="0" presId="urn:microsoft.com/office/officeart/2005/8/layout/list1"/>
    <dgm:cxn modelId="{F3F01E48-2783-4195-B550-433B0CC56CAD}" type="presParOf" srcId="{0AE9C1F6-3B34-4A0A-98F4-0C9DDBAD151F}" destId="{BA15B826-636A-4D43-ABED-870AAEAFE987}" srcOrd="5" destOrd="0" presId="urn:microsoft.com/office/officeart/2005/8/layout/list1"/>
    <dgm:cxn modelId="{9302330E-3EC1-4351-856C-E8CE7F00AF62}" type="presParOf" srcId="{0AE9C1F6-3B34-4A0A-98F4-0C9DDBAD151F}" destId="{07403E8A-FE0E-4A68-A3EF-CC9A051A37E1}" srcOrd="6" destOrd="0" presId="urn:microsoft.com/office/officeart/2005/8/layout/list1"/>
    <dgm:cxn modelId="{5BF54160-3175-4819-8E0C-3C8620944D99}" type="presParOf" srcId="{0AE9C1F6-3B34-4A0A-98F4-0C9DDBAD151F}" destId="{02A4A025-B856-4513-AAE5-35319335B5F3}" srcOrd="7" destOrd="0" presId="urn:microsoft.com/office/officeart/2005/8/layout/list1"/>
    <dgm:cxn modelId="{32409951-B91B-4FC4-93E1-8D7955765541}" type="presParOf" srcId="{0AE9C1F6-3B34-4A0A-98F4-0C9DDBAD151F}" destId="{4E3531F5-6751-4167-A71C-B601D9E78E87}" srcOrd="8" destOrd="0" presId="urn:microsoft.com/office/officeart/2005/8/layout/list1"/>
    <dgm:cxn modelId="{7386453F-8560-4992-8E55-9B1A3F1A1FD5}" type="presParOf" srcId="{4E3531F5-6751-4167-A71C-B601D9E78E87}" destId="{9523CDD9-D60E-44CB-B29D-7042DA8D3621}" srcOrd="0" destOrd="0" presId="urn:microsoft.com/office/officeart/2005/8/layout/list1"/>
    <dgm:cxn modelId="{63A1D6C9-91A3-4C35-A0F0-2A537A6B7019}" type="presParOf" srcId="{4E3531F5-6751-4167-A71C-B601D9E78E87}" destId="{AD931C47-954C-4995-8204-0A6FFFFCB695}" srcOrd="1" destOrd="0" presId="urn:microsoft.com/office/officeart/2005/8/layout/list1"/>
    <dgm:cxn modelId="{3D2881D1-5E94-4E77-B5FB-EB71A95136E5}" type="presParOf" srcId="{0AE9C1F6-3B34-4A0A-98F4-0C9DDBAD151F}" destId="{B26DB10A-475E-4002-9E64-0FC1A37A3DF9}" srcOrd="9" destOrd="0" presId="urn:microsoft.com/office/officeart/2005/8/layout/list1"/>
    <dgm:cxn modelId="{6A8A5453-BC69-4657-B5CA-455F49E93D8F}" type="presParOf" srcId="{0AE9C1F6-3B34-4A0A-98F4-0C9DDBAD151F}" destId="{1102757B-E5BA-434E-8093-69C5E3709510}" srcOrd="10" destOrd="0" presId="urn:microsoft.com/office/officeart/2005/8/layout/list1"/>
    <dgm:cxn modelId="{E2C4B442-75F3-49D4-9A4D-566DFA393C27}" type="presParOf" srcId="{0AE9C1F6-3B34-4A0A-98F4-0C9DDBAD151F}" destId="{25EE3CA9-A65B-4D0F-9C16-86BF663369E2}" srcOrd="11" destOrd="0" presId="urn:microsoft.com/office/officeart/2005/8/layout/list1"/>
    <dgm:cxn modelId="{CA35B284-514C-489B-BBFE-7283F7996134}" type="presParOf" srcId="{0AE9C1F6-3B34-4A0A-98F4-0C9DDBAD151F}" destId="{921CF643-6FE7-4EC1-A23A-75DE54858112}" srcOrd="12" destOrd="0" presId="urn:microsoft.com/office/officeart/2005/8/layout/list1"/>
    <dgm:cxn modelId="{10DF8F3D-EBD6-42AF-8838-17A54B74163C}" type="presParOf" srcId="{921CF643-6FE7-4EC1-A23A-75DE54858112}" destId="{709A42CE-C035-4506-9238-B484C488F9E4}" srcOrd="0" destOrd="0" presId="urn:microsoft.com/office/officeart/2005/8/layout/list1"/>
    <dgm:cxn modelId="{048D2CE6-0269-41E2-A07F-6EEE915E0421}" type="presParOf" srcId="{921CF643-6FE7-4EC1-A23A-75DE54858112}" destId="{45883C7B-7A87-4B95-8EEF-AD07BF141543}" srcOrd="1" destOrd="0" presId="urn:microsoft.com/office/officeart/2005/8/layout/list1"/>
    <dgm:cxn modelId="{7F8188AE-7A93-41FB-8970-F0E8293E93B6}" type="presParOf" srcId="{0AE9C1F6-3B34-4A0A-98F4-0C9DDBAD151F}" destId="{BFC286D9-B58B-4A6D-893D-8C43BC1FB89C}" srcOrd="13" destOrd="0" presId="urn:microsoft.com/office/officeart/2005/8/layout/list1"/>
    <dgm:cxn modelId="{20785744-0334-49C0-BEBF-497E00679584}" type="presParOf" srcId="{0AE9C1F6-3B34-4A0A-98F4-0C9DDBAD151F}" destId="{86DD50DC-F256-4B32-B20D-EDD40CD27E88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93D96493-BD88-4651-8CC3-C2886C3C48F2}">
      <dsp:nvSpPr>
        <dsp:cNvPr id="0" name=""/>
        <dsp:cNvSpPr/>
      </dsp:nvSpPr>
      <dsp:spPr>
        <a:xfrm>
          <a:off x="0" y="252199"/>
          <a:ext cx="6553200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660CD6-B0B6-460B-A50F-91879247E8DE}">
      <dsp:nvSpPr>
        <dsp:cNvPr id="0" name=""/>
        <dsp:cNvSpPr/>
      </dsp:nvSpPr>
      <dsp:spPr>
        <a:xfrm>
          <a:off x="327660" y="1279"/>
          <a:ext cx="4587240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3387" tIns="0" rIns="173387" bIns="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Partially Done Work</a:t>
          </a:r>
          <a:endParaRPr lang="en-US" sz="2400" kern="1200" dirty="0"/>
        </a:p>
      </dsp:txBody>
      <dsp:txXfrm>
        <a:off x="327660" y="1279"/>
        <a:ext cx="4587240" cy="501840"/>
      </dsp:txXfrm>
    </dsp:sp>
    <dsp:sp modelId="{4B26B4CE-1D20-4A93-9B2E-E244BFBD36BF}">
      <dsp:nvSpPr>
        <dsp:cNvPr id="0" name=""/>
        <dsp:cNvSpPr/>
      </dsp:nvSpPr>
      <dsp:spPr>
        <a:xfrm>
          <a:off x="0" y="1023319"/>
          <a:ext cx="6553200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F885FB-672F-4F21-9A39-82965518BE95}">
      <dsp:nvSpPr>
        <dsp:cNvPr id="0" name=""/>
        <dsp:cNvSpPr/>
      </dsp:nvSpPr>
      <dsp:spPr>
        <a:xfrm>
          <a:off x="327660" y="772399"/>
          <a:ext cx="4587240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3387" tIns="0" rIns="173387" bIns="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Extra Processes</a:t>
          </a:r>
          <a:endParaRPr lang="en-US" sz="2400" kern="1200" dirty="0"/>
        </a:p>
      </dsp:txBody>
      <dsp:txXfrm>
        <a:off x="327660" y="772399"/>
        <a:ext cx="4587240" cy="501840"/>
      </dsp:txXfrm>
    </dsp:sp>
    <dsp:sp modelId="{7EAC4420-1A1D-4F64-9031-163E88DA8BE8}">
      <dsp:nvSpPr>
        <dsp:cNvPr id="0" name=""/>
        <dsp:cNvSpPr/>
      </dsp:nvSpPr>
      <dsp:spPr>
        <a:xfrm>
          <a:off x="0" y="1794439"/>
          <a:ext cx="6553200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C016FC-4E0B-4E51-BB1C-E3653FC0D544}">
      <dsp:nvSpPr>
        <dsp:cNvPr id="0" name=""/>
        <dsp:cNvSpPr/>
      </dsp:nvSpPr>
      <dsp:spPr>
        <a:xfrm>
          <a:off x="327660" y="1543519"/>
          <a:ext cx="4587240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3387" tIns="0" rIns="173387" bIns="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Extra Features</a:t>
          </a:r>
          <a:endParaRPr lang="en-US" sz="2400" kern="1200" dirty="0"/>
        </a:p>
      </dsp:txBody>
      <dsp:txXfrm>
        <a:off x="327660" y="1543519"/>
        <a:ext cx="4587240" cy="501840"/>
      </dsp:txXfrm>
    </dsp:sp>
    <dsp:sp modelId="{57B426D2-7301-4C32-BB52-26B20AB75257}">
      <dsp:nvSpPr>
        <dsp:cNvPr id="0" name=""/>
        <dsp:cNvSpPr/>
      </dsp:nvSpPr>
      <dsp:spPr>
        <a:xfrm>
          <a:off x="0" y="2565560"/>
          <a:ext cx="6553200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3D78E2-C688-4F7D-95F6-581BE06465CA}">
      <dsp:nvSpPr>
        <dsp:cNvPr id="0" name=""/>
        <dsp:cNvSpPr/>
      </dsp:nvSpPr>
      <dsp:spPr>
        <a:xfrm>
          <a:off x="327660" y="2314640"/>
          <a:ext cx="4587240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3387" tIns="0" rIns="173387" bIns="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Task Switching</a:t>
          </a:r>
          <a:endParaRPr lang="en-US" sz="2400" kern="1200" dirty="0"/>
        </a:p>
      </dsp:txBody>
      <dsp:txXfrm>
        <a:off x="327660" y="2314640"/>
        <a:ext cx="4587240" cy="501840"/>
      </dsp:txXfrm>
    </dsp:sp>
    <dsp:sp modelId="{CC6D93AC-F58E-4EE5-A6B6-4E3639AF9BD7}">
      <dsp:nvSpPr>
        <dsp:cNvPr id="0" name=""/>
        <dsp:cNvSpPr/>
      </dsp:nvSpPr>
      <dsp:spPr>
        <a:xfrm>
          <a:off x="0" y="3336680"/>
          <a:ext cx="6553200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9C4F92-D053-4085-A81E-2B35DB0559C2}">
      <dsp:nvSpPr>
        <dsp:cNvPr id="0" name=""/>
        <dsp:cNvSpPr/>
      </dsp:nvSpPr>
      <dsp:spPr>
        <a:xfrm>
          <a:off x="327660" y="3085760"/>
          <a:ext cx="4587240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3387" tIns="0" rIns="173387" bIns="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Waiting</a:t>
          </a:r>
          <a:endParaRPr lang="en-US" sz="2400" kern="1200" dirty="0"/>
        </a:p>
      </dsp:txBody>
      <dsp:txXfrm>
        <a:off x="327660" y="3085760"/>
        <a:ext cx="4587240" cy="501840"/>
      </dsp:txXfrm>
    </dsp:sp>
    <dsp:sp modelId="{E26C231A-258A-4535-AB5B-BF73A1A0A74C}">
      <dsp:nvSpPr>
        <dsp:cNvPr id="0" name=""/>
        <dsp:cNvSpPr/>
      </dsp:nvSpPr>
      <dsp:spPr>
        <a:xfrm>
          <a:off x="0" y="4107800"/>
          <a:ext cx="6553200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2C4FAC-E263-46DF-847B-F0054EC1F30B}">
      <dsp:nvSpPr>
        <dsp:cNvPr id="0" name=""/>
        <dsp:cNvSpPr/>
      </dsp:nvSpPr>
      <dsp:spPr>
        <a:xfrm>
          <a:off x="327660" y="3856880"/>
          <a:ext cx="4587240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3387" tIns="0" rIns="173387" bIns="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Motion</a:t>
          </a:r>
          <a:endParaRPr lang="en-US" sz="2400" kern="1200" dirty="0"/>
        </a:p>
      </dsp:txBody>
      <dsp:txXfrm>
        <a:off x="327660" y="3856880"/>
        <a:ext cx="4587240" cy="501840"/>
      </dsp:txXfrm>
    </dsp:sp>
    <dsp:sp modelId="{697BB49E-53A5-4721-9377-F0006A22CB3A}">
      <dsp:nvSpPr>
        <dsp:cNvPr id="0" name=""/>
        <dsp:cNvSpPr/>
      </dsp:nvSpPr>
      <dsp:spPr>
        <a:xfrm>
          <a:off x="0" y="4878920"/>
          <a:ext cx="6553200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004143-6D59-4846-B084-0672E1F72518}">
      <dsp:nvSpPr>
        <dsp:cNvPr id="0" name=""/>
        <dsp:cNvSpPr/>
      </dsp:nvSpPr>
      <dsp:spPr>
        <a:xfrm>
          <a:off x="327660" y="4627999"/>
          <a:ext cx="4587240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3387" tIns="0" rIns="173387" bIns="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Defects</a:t>
          </a:r>
          <a:endParaRPr lang="en-US" sz="2400" kern="1200" dirty="0"/>
        </a:p>
      </dsp:txBody>
      <dsp:txXfrm>
        <a:off x="327660" y="4627999"/>
        <a:ext cx="4587240" cy="501840"/>
      </dsp:txXfrm>
    </dsp:sp>
  </dsp:spTree>
</dsp:drawing>
</file>

<file path=ppt/diagrams/drawing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9CE3013E-6699-4274-9BCE-4AD15A533D11}">
      <dsp:nvSpPr>
        <dsp:cNvPr id="0" name=""/>
        <dsp:cNvSpPr/>
      </dsp:nvSpPr>
      <dsp:spPr>
        <a:xfrm>
          <a:off x="0" y="507299"/>
          <a:ext cx="8534400" cy="756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EE74F7-22E7-41C7-ABA6-34E2E728686D}">
      <dsp:nvSpPr>
        <dsp:cNvPr id="0" name=""/>
        <dsp:cNvSpPr/>
      </dsp:nvSpPr>
      <dsp:spPr>
        <a:xfrm>
          <a:off x="426720" y="64499"/>
          <a:ext cx="7779446" cy="88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5806" tIns="0" rIns="225806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i="1" kern="1200" dirty="0" smtClean="0"/>
            <a:t>Variability</a:t>
          </a:r>
          <a:r>
            <a:rPr lang="en-US" sz="2000" kern="1200" dirty="0" smtClean="0"/>
            <a:t>: dynamically shifting customer expectations require variation, while in manufacturing, variation is the enemy.</a:t>
          </a:r>
          <a:endParaRPr lang="en-US" sz="2000" kern="1200" dirty="0"/>
        </a:p>
      </dsp:txBody>
      <dsp:txXfrm>
        <a:off x="426720" y="64499"/>
        <a:ext cx="7779446" cy="885600"/>
      </dsp:txXfrm>
    </dsp:sp>
    <dsp:sp modelId="{7497499B-9424-43B2-9EEB-A74982C53C0C}">
      <dsp:nvSpPr>
        <dsp:cNvPr id="0" name=""/>
        <dsp:cNvSpPr/>
      </dsp:nvSpPr>
      <dsp:spPr>
        <a:xfrm>
          <a:off x="0" y="1868099"/>
          <a:ext cx="8534400" cy="756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CF92C9-F346-4F55-BF66-60C36C8D149F}">
      <dsp:nvSpPr>
        <dsp:cNvPr id="0" name=""/>
        <dsp:cNvSpPr/>
      </dsp:nvSpPr>
      <dsp:spPr>
        <a:xfrm>
          <a:off x="426720" y="1425299"/>
          <a:ext cx="7779446" cy="88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5806" tIns="0" rIns="225806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i="1" kern="1200" dirty="0" smtClean="0"/>
            <a:t>Design Cycles</a:t>
          </a:r>
          <a:r>
            <a:rPr lang="en-US" sz="2000" kern="1200" dirty="0" smtClean="0"/>
            <a:t>: short, repeated cycles of investigation, experimentation, and checking the results.</a:t>
          </a:r>
          <a:endParaRPr lang="en-US" sz="2000" kern="1200" dirty="0"/>
        </a:p>
      </dsp:txBody>
      <dsp:txXfrm>
        <a:off x="426720" y="1425299"/>
        <a:ext cx="7779446" cy="885600"/>
      </dsp:txXfrm>
    </dsp:sp>
    <dsp:sp modelId="{6EA37A7E-0705-45F6-96DA-C2DD6B572DB2}">
      <dsp:nvSpPr>
        <dsp:cNvPr id="0" name=""/>
        <dsp:cNvSpPr/>
      </dsp:nvSpPr>
      <dsp:spPr>
        <a:xfrm>
          <a:off x="0" y="3228900"/>
          <a:ext cx="8534400" cy="756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D2AF7E-A0E4-4CF0-A054-679F21E3F743}">
      <dsp:nvSpPr>
        <dsp:cNvPr id="0" name=""/>
        <dsp:cNvSpPr/>
      </dsp:nvSpPr>
      <dsp:spPr>
        <a:xfrm>
          <a:off x="426720" y="2786099"/>
          <a:ext cx="7779446" cy="88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5806" tIns="0" rIns="225806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i="1" kern="1200" dirty="0" smtClean="0"/>
            <a:t>Do It Right the First Time? </a:t>
          </a:r>
          <a:r>
            <a:rPr lang="en-US" sz="2000" kern="1200" dirty="0" smtClean="0"/>
            <a:t>The right the first time approach may work for well-structured problems, but the try-it, test-it, fix-it approach is usually the better approach for ill-structured problems.</a:t>
          </a:r>
          <a:endParaRPr lang="en-US" sz="2000" kern="1200" dirty="0"/>
        </a:p>
      </dsp:txBody>
      <dsp:txXfrm>
        <a:off x="426720" y="2786099"/>
        <a:ext cx="7779446" cy="885600"/>
      </dsp:txXfrm>
    </dsp:sp>
    <dsp:sp modelId="{43D3D8AA-826B-4335-AEC5-5A14489C872F}">
      <dsp:nvSpPr>
        <dsp:cNvPr id="0" name=""/>
        <dsp:cNvSpPr/>
      </dsp:nvSpPr>
      <dsp:spPr>
        <a:xfrm>
          <a:off x="0" y="4589700"/>
          <a:ext cx="8534400" cy="756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F18516-8F5C-4482-BACA-746AA0707F31}">
      <dsp:nvSpPr>
        <dsp:cNvPr id="0" name=""/>
        <dsp:cNvSpPr/>
      </dsp:nvSpPr>
      <dsp:spPr>
        <a:xfrm>
          <a:off x="426720" y="4146900"/>
          <a:ext cx="7779446" cy="88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5806" tIns="0" rIns="225806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i="1" kern="1200" dirty="0" smtClean="0"/>
            <a:t>Learning Cycles: </a:t>
          </a:r>
          <a:r>
            <a:rPr lang="en-US" sz="2000" kern="1200" dirty="0" smtClean="0"/>
            <a:t>working software tends to generate better knowledge faster</a:t>
          </a:r>
          <a:endParaRPr lang="en-US" sz="2000" kern="1200" dirty="0"/>
        </a:p>
      </dsp:txBody>
      <dsp:txXfrm>
        <a:off x="426720" y="4146900"/>
        <a:ext cx="7779446" cy="885600"/>
      </dsp:txXfrm>
    </dsp:sp>
  </dsp:spTree>
</dsp:drawing>
</file>

<file path=ppt/diagrams/drawing3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FF6A516C-C429-4503-9096-E97461140516}">
      <dsp:nvSpPr>
        <dsp:cNvPr id="0" name=""/>
        <dsp:cNvSpPr/>
      </dsp:nvSpPr>
      <dsp:spPr>
        <a:xfrm>
          <a:off x="0" y="429319"/>
          <a:ext cx="8610600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E8FD46-CFBB-4693-928F-DC1E7444B703}">
      <dsp:nvSpPr>
        <dsp:cNvPr id="0" name=""/>
        <dsp:cNvSpPr/>
      </dsp:nvSpPr>
      <dsp:spPr>
        <a:xfrm>
          <a:off x="430530" y="104599"/>
          <a:ext cx="8090907" cy="6494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822" tIns="0" rIns="227822" bIns="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Instead of letting defects accumulate, </a:t>
          </a:r>
        </a:p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run tests as soon as the code is written.</a:t>
          </a:r>
          <a:endParaRPr lang="en-US" sz="1800" kern="1200" dirty="0"/>
        </a:p>
      </dsp:txBody>
      <dsp:txXfrm>
        <a:off x="430530" y="104599"/>
        <a:ext cx="8090907" cy="649440"/>
      </dsp:txXfrm>
    </dsp:sp>
    <dsp:sp modelId="{68DD28F1-8C78-43C8-8969-8E00CE95A43F}">
      <dsp:nvSpPr>
        <dsp:cNvPr id="0" name=""/>
        <dsp:cNvSpPr/>
      </dsp:nvSpPr>
      <dsp:spPr>
        <a:xfrm>
          <a:off x="0" y="1427240"/>
          <a:ext cx="8610600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DE8526-1692-483C-A4E9-9D01905DB97D}">
      <dsp:nvSpPr>
        <dsp:cNvPr id="0" name=""/>
        <dsp:cNvSpPr/>
      </dsp:nvSpPr>
      <dsp:spPr>
        <a:xfrm>
          <a:off x="430530" y="1102520"/>
          <a:ext cx="8090907" cy="6494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822" tIns="0" rIns="227822" bIns="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Instead of adding more documentation </a:t>
          </a:r>
        </a:p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or detailed planning, try checking out ideas by writing code.</a:t>
          </a:r>
          <a:endParaRPr lang="en-US" sz="1800" kern="1200" dirty="0"/>
        </a:p>
      </dsp:txBody>
      <dsp:txXfrm>
        <a:off x="430530" y="1102520"/>
        <a:ext cx="8090907" cy="649440"/>
      </dsp:txXfrm>
    </dsp:sp>
    <dsp:sp modelId="{2F094B3F-B6CC-45AD-9075-7F7ABB30888A}">
      <dsp:nvSpPr>
        <dsp:cNvPr id="0" name=""/>
        <dsp:cNvSpPr/>
      </dsp:nvSpPr>
      <dsp:spPr>
        <a:xfrm>
          <a:off x="0" y="2425160"/>
          <a:ext cx="8610600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6FD74E-F103-4D50-84CF-BF840261C08F}">
      <dsp:nvSpPr>
        <dsp:cNvPr id="0" name=""/>
        <dsp:cNvSpPr/>
      </dsp:nvSpPr>
      <dsp:spPr>
        <a:xfrm>
          <a:off x="430530" y="2100439"/>
          <a:ext cx="8090907" cy="6494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822" tIns="0" rIns="227822" bIns="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Instead of gathering more requirements from users, show them an assortment of potential user screens and get their input.</a:t>
          </a:r>
          <a:endParaRPr lang="en-US" sz="1800" kern="1200" dirty="0"/>
        </a:p>
      </dsp:txBody>
      <dsp:txXfrm>
        <a:off x="430530" y="2100439"/>
        <a:ext cx="8090907" cy="649440"/>
      </dsp:txXfrm>
    </dsp:sp>
    <dsp:sp modelId="{2503B8BF-49D7-4B13-9EE9-25540B2B6BF0}">
      <dsp:nvSpPr>
        <dsp:cNvPr id="0" name=""/>
        <dsp:cNvSpPr/>
      </dsp:nvSpPr>
      <dsp:spPr>
        <a:xfrm>
          <a:off x="0" y="3423080"/>
          <a:ext cx="8610600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FD9491-C8B9-40A4-B0D2-6981EEEC836C}">
      <dsp:nvSpPr>
        <dsp:cNvPr id="0" name=""/>
        <dsp:cNvSpPr/>
      </dsp:nvSpPr>
      <dsp:spPr>
        <a:xfrm>
          <a:off x="430530" y="3098360"/>
          <a:ext cx="8090907" cy="6494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822" tIns="0" rIns="227822" bIns="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smtClean="0"/>
            <a:t>Instead of studying more carefully which tool to use, bring the top three candidates inhouse and test them.</a:t>
          </a:r>
          <a:endParaRPr lang="en-US" sz="1800" kern="1200" dirty="0"/>
        </a:p>
      </dsp:txBody>
      <dsp:txXfrm>
        <a:off x="430530" y="3098360"/>
        <a:ext cx="8090907" cy="649440"/>
      </dsp:txXfrm>
    </dsp:sp>
    <dsp:sp modelId="{4D1F1BF6-3649-4170-A909-E3BB7A03EB24}">
      <dsp:nvSpPr>
        <dsp:cNvPr id="0" name=""/>
        <dsp:cNvSpPr/>
      </dsp:nvSpPr>
      <dsp:spPr>
        <a:xfrm>
          <a:off x="0" y="4421000"/>
          <a:ext cx="8610600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650DF8-C4F6-448E-BE5E-8AA6707AE902}">
      <dsp:nvSpPr>
        <dsp:cNvPr id="0" name=""/>
        <dsp:cNvSpPr/>
      </dsp:nvSpPr>
      <dsp:spPr>
        <a:xfrm>
          <a:off x="430530" y="4096280"/>
          <a:ext cx="8090907" cy="6494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822" tIns="0" rIns="227822" bIns="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Instead of trying to figure out how to convert an entire system in a single massive effort, create a Web front end to the legacy system and try the new idea out.</a:t>
          </a:r>
          <a:endParaRPr lang="en-US" sz="1800" kern="1200" dirty="0"/>
        </a:p>
      </dsp:txBody>
      <dsp:txXfrm>
        <a:off x="430530" y="4096280"/>
        <a:ext cx="8090907" cy="649440"/>
      </dsp:txXfrm>
    </dsp:sp>
  </dsp:spTree>
</dsp:drawing>
</file>

<file path=ppt/diagrams/drawing4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EF4D528F-52C8-421C-979A-80ECAB30A84A}">
      <dsp:nvSpPr>
        <dsp:cNvPr id="0" name=""/>
        <dsp:cNvSpPr/>
      </dsp:nvSpPr>
      <dsp:spPr>
        <a:xfrm>
          <a:off x="0" y="347020"/>
          <a:ext cx="6096000" cy="57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687429-AA10-4263-8797-0C335D1F5D33}">
      <dsp:nvSpPr>
        <dsp:cNvPr id="0" name=""/>
        <dsp:cNvSpPr/>
      </dsp:nvSpPr>
      <dsp:spPr>
        <a:xfrm>
          <a:off x="304800" y="7539"/>
          <a:ext cx="4267200" cy="6789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290" tIns="0" rIns="161290" bIns="0" numCol="1" spcCol="1270" anchor="ctr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smtClean="0"/>
            <a:t>Iteration Planning</a:t>
          </a:r>
          <a:endParaRPr lang="en-US" sz="2300" kern="1200"/>
        </a:p>
      </dsp:txBody>
      <dsp:txXfrm>
        <a:off x="304800" y="7539"/>
        <a:ext cx="4267200" cy="678960"/>
      </dsp:txXfrm>
    </dsp:sp>
    <dsp:sp modelId="{07403E8A-FE0E-4A68-A3EF-CC9A051A37E1}">
      <dsp:nvSpPr>
        <dsp:cNvPr id="0" name=""/>
        <dsp:cNvSpPr/>
      </dsp:nvSpPr>
      <dsp:spPr>
        <a:xfrm>
          <a:off x="0" y="1390300"/>
          <a:ext cx="6096000" cy="57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731ABB-D776-4544-8DB5-DF44AB3F70E7}">
      <dsp:nvSpPr>
        <dsp:cNvPr id="0" name=""/>
        <dsp:cNvSpPr/>
      </dsp:nvSpPr>
      <dsp:spPr>
        <a:xfrm>
          <a:off x="304800" y="1050819"/>
          <a:ext cx="4267200" cy="6789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290" tIns="0" rIns="161290" bIns="0" numCol="1" spcCol="1270" anchor="ctr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Team Commitment</a:t>
          </a:r>
          <a:endParaRPr lang="en-US" sz="2300" kern="1200" dirty="0"/>
        </a:p>
      </dsp:txBody>
      <dsp:txXfrm>
        <a:off x="304800" y="1050819"/>
        <a:ext cx="4267200" cy="678960"/>
      </dsp:txXfrm>
    </dsp:sp>
    <dsp:sp modelId="{1102757B-E5BA-434E-8093-69C5E3709510}">
      <dsp:nvSpPr>
        <dsp:cNvPr id="0" name=""/>
        <dsp:cNvSpPr/>
      </dsp:nvSpPr>
      <dsp:spPr>
        <a:xfrm>
          <a:off x="0" y="2433580"/>
          <a:ext cx="6096000" cy="57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931C47-954C-4995-8204-0A6FFFFCB695}">
      <dsp:nvSpPr>
        <dsp:cNvPr id="0" name=""/>
        <dsp:cNvSpPr/>
      </dsp:nvSpPr>
      <dsp:spPr>
        <a:xfrm>
          <a:off x="304800" y="2094100"/>
          <a:ext cx="4267200" cy="6789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290" tIns="0" rIns="161290" bIns="0" numCol="1" spcCol="1270" anchor="ctr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Convergence</a:t>
          </a:r>
          <a:endParaRPr lang="en-US" sz="2300" kern="1200" dirty="0"/>
        </a:p>
      </dsp:txBody>
      <dsp:txXfrm>
        <a:off x="304800" y="2094100"/>
        <a:ext cx="4267200" cy="678960"/>
      </dsp:txXfrm>
    </dsp:sp>
    <dsp:sp modelId="{86DD50DC-F256-4B32-B20D-EDD40CD27E88}">
      <dsp:nvSpPr>
        <dsp:cNvPr id="0" name=""/>
        <dsp:cNvSpPr/>
      </dsp:nvSpPr>
      <dsp:spPr>
        <a:xfrm>
          <a:off x="0" y="3476860"/>
          <a:ext cx="6096000" cy="57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883C7B-7A87-4B95-8EEF-AD07BF141543}">
      <dsp:nvSpPr>
        <dsp:cNvPr id="0" name=""/>
        <dsp:cNvSpPr/>
      </dsp:nvSpPr>
      <dsp:spPr>
        <a:xfrm>
          <a:off x="304800" y="3137380"/>
          <a:ext cx="4267200" cy="6789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290" tIns="0" rIns="161290" bIns="0" numCol="1" spcCol="1270" anchor="ctr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Negotiable Scope</a:t>
          </a:r>
          <a:endParaRPr lang="en-US" sz="2300" kern="1200" dirty="0"/>
        </a:p>
      </dsp:txBody>
      <dsp:txXfrm>
        <a:off x="304800" y="3137380"/>
        <a:ext cx="4267200" cy="6789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4/24/2021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4/24/2021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4/24/2021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4/24/2021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4/24/2021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4/24/2021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4/24/2021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4/24/2021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4/24/2021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4/24/2021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4/24/2021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4/24/2021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9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diagramLayout" Target="../diagrams/layout4.xml"/><Relationship Id="rId7" Type="http://schemas.openxmlformats.org/officeDocument/2006/relationships/image" Target="../media/image10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dirty="0" smtClean="0"/>
              <a:t>Lean Software Development</a:t>
            </a:r>
            <a:endParaRPr lang="en-US" sz="6000" dirty="0" smtClean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57400"/>
            <a:ext cx="5715000" cy="3276600"/>
          </a:xfrm>
        </p:spPr>
        <p:txBody>
          <a:bodyPr/>
          <a:lstStyle/>
          <a:p>
            <a:pPr marL="514350" indent="-514350">
              <a:buFont typeface="Wingdings" pitchFamily="2" charset="2"/>
              <a:buChar char="Ø"/>
            </a:pPr>
            <a:endParaRPr lang="en-US" sz="2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43600" y="24384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References</a:t>
            </a:r>
            <a:endParaRPr lang="en-US" dirty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1676400"/>
            <a:ext cx="2724150" cy="413385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5638800" cy="46482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200" dirty="0" smtClean="0"/>
              <a:t>Curt </a:t>
            </a:r>
            <a:r>
              <a:rPr lang="en-US" sz="2200" dirty="0" err="1" smtClean="0"/>
              <a:t>Hibbs</a:t>
            </a:r>
            <a:r>
              <a:rPr lang="en-US" sz="2200" dirty="0" smtClean="0"/>
              <a:t>, Steve Jewett, Mike Sullivan (2009). The Art of Lean Software Development  - A Practical and Incremental Approach. O'Reilly </a:t>
            </a:r>
            <a:r>
              <a:rPr lang="en-US" sz="2200" dirty="0" smtClean="0"/>
              <a:t>Media.</a:t>
            </a:r>
            <a:endParaRPr lang="en-US" sz="2200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2200" dirty="0" smtClean="0"/>
              <a:t>Mary </a:t>
            </a:r>
            <a:r>
              <a:rPr lang="en-US" sz="2200" dirty="0" err="1" smtClean="0"/>
              <a:t>Poppendieck</a:t>
            </a:r>
            <a:r>
              <a:rPr lang="en-US" sz="2200" dirty="0" smtClean="0"/>
              <a:t> and Tom </a:t>
            </a:r>
            <a:r>
              <a:rPr lang="en-US" sz="2200" dirty="0" err="1" smtClean="0"/>
              <a:t>Poppendieck</a:t>
            </a:r>
            <a:r>
              <a:rPr lang="en-US" sz="2200" dirty="0" smtClean="0"/>
              <a:t> (2003). Lean Software Development: An Agile Toolkit. Addison Wesley.</a:t>
            </a:r>
            <a:endParaRPr lang="en-US" sz="2200" dirty="0" smtClean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Lean Software </a:t>
            </a:r>
            <a:r>
              <a:rPr lang="en-US" dirty="0" smtClean="0"/>
              <a:t>Development [1]</a:t>
            </a:r>
            <a:endParaRPr lang="en-US" dirty="0"/>
          </a:p>
        </p:txBody>
      </p:sp>
      <p:sp>
        <p:nvSpPr>
          <p:cNvPr id="3" name="TextBox 10"/>
          <p:cNvSpPr txBox="1">
            <a:spLocks noChangeArrowheads="1"/>
          </p:cNvSpPr>
          <p:nvPr/>
        </p:nvSpPr>
        <p:spPr bwMode="auto">
          <a:xfrm>
            <a:off x="457200" y="1219200"/>
            <a:ext cx="8229600" cy="646331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i="1" dirty="0" smtClean="0">
                <a:solidFill>
                  <a:schemeClr val="bg1"/>
                </a:solidFill>
                <a:latin typeface="+mj-lt"/>
              </a:rPr>
              <a:t>Lean is a mindset, a way of thinking about how to deliver value to the customer more quickly by finding and eliminating waste.</a:t>
            </a:r>
            <a:endParaRPr lang="en-US" i="1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81200" y="1981200"/>
            <a:ext cx="4754563" cy="2468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00200" y="4495800"/>
            <a:ext cx="6334125" cy="2085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Tool 1: Seeing </a:t>
            </a:r>
            <a:r>
              <a:rPr lang="en-US" dirty="0" smtClean="0"/>
              <a:t>Waste [2]</a:t>
            </a:r>
            <a:endParaRPr lang="en-US" dirty="0"/>
          </a:p>
        </p:txBody>
      </p:sp>
      <p:graphicFrame>
        <p:nvGraphicFramePr>
          <p:cNvPr id="3" name="Diagram 2"/>
          <p:cNvGraphicFramePr/>
          <p:nvPr/>
        </p:nvGraphicFramePr>
        <p:xfrm>
          <a:off x="1524000" y="1397000"/>
          <a:ext cx="6553200" cy="5308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Tool 2: Value Stream Mapping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3000" y="1143000"/>
            <a:ext cx="4762500" cy="278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29100" y="4419600"/>
            <a:ext cx="4762500" cy="2371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04800" y="3962400"/>
            <a:ext cx="47625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6477000" y="2438400"/>
            <a:ext cx="17997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latin typeface="+mj-lt"/>
              </a:rPr>
              <a:t>319 days/3hours </a:t>
            </a:r>
            <a:endParaRPr lang="en-US" dirty="0">
              <a:latin typeface="+mj-l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Amplify Learning</a:t>
            </a:r>
            <a:endParaRPr lang="en-US" dirty="0"/>
          </a:p>
        </p:txBody>
      </p:sp>
      <p:graphicFrame>
        <p:nvGraphicFramePr>
          <p:cNvPr id="4" name="Diagram 3"/>
          <p:cNvGraphicFramePr/>
          <p:nvPr/>
        </p:nvGraphicFramePr>
        <p:xfrm>
          <a:off x="304800" y="1219200"/>
          <a:ext cx="8534400" cy="5410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Tool 3: Feedback</a:t>
            </a:r>
            <a:endParaRPr lang="en-US" dirty="0"/>
          </a:p>
        </p:txBody>
      </p:sp>
      <p:graphicFrame>
        <p:nvGraphicFramePr>
          <p:cNvPr id="4" name="Diagram 3"/>
          <p:cNvGraphicFramePr/>
          <p:nvPr/>
        </p:nvGraphicFramePr>
        <p:xfrm>
          <a:off x="304800" y="1397000"/>
          <a:ext cx="86106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629400" y="0"/>
            <a:ext cx="2314575" cy="3552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Tool 4: Iterations</a:t>
            </a:r>
            <a:endParaRPr lang="en-US" dirty="0"/>
          </a:p>
        </p:txBody>
      </p:sp>
      <p:graphicFrame>
        <p:nvGraphicFramePr>
          <p:cNvPr id="4" name="Diagram 3"/>
          <p:cNvGraphicFramePr/>
          <p:nvPr/>
        </p:nvGraphicFramePr>
        <p:xfrm>
          <a:off x="228600" y="16764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052" name="AutoShape 4" descr="graphics/02fig07.gif"/>
          <p:cNvSpPr>
            <a:spLocks noChangeAspect="1" noChangeArrowheads="1"/>
          </p:cNvSpPr>
          <p:nvPr/>
        </p:nvSpPr>
        <p:spPr bwMode="auto">
          <a:xfrm>
            <a:off x="155575" y="-1279525"/>
            <a:ext cx="4762500" cy="26765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581400" y="3124200"/>
            <a:ext cx="4762500" cy="267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581400" y="1333500"/>
            <a:ext cx="4762500" cy="1790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  <a:endParaRPr lang="en-US" dirty="0" smtClean="0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9902</TotalTime>
  <Words>348</Words>
  <Application>Microsoft Office PowerPoint</Application>
  <PresentationFormat>On-screen Show (4:3)</PresentationFormat>
  <Paragraphs>43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Lean Software Development</vt:lpstr>
      <vt:lpstr>Objectives</vt:lpstr>
      <vt:lpstr>Contents</vt:lpstr>
      <vt:lpstr>References</vt:lpstr>
      <vt:lpstr>Lean Software Development [1]</vt:lpstr>
      <vt:lpstr>Tool 1: Seeing Waste [2]</vt:lpstr>
      <vt:lpstr>Tool 2: Value Stream Mapping</vt:lpstr>
      <vt:lpstr>Amplify Learning</vt:lpstr>
      <vt:lpstr>Tool 3: Feedback</vt:lpstr>
      <vt:lpstr>Tool 4: Iterations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3264</cp:revision>
  <dcterms:created xsi:type="dcterms:W3CDTF">2007-10-06T08:25:13Z</dcterms:created>
  <dcterms:modified xsi:type="dcterms:W3CDTF">2021-04-24T16:39:24Z</dcterms:modified>
</cp:coreProperties>
</file>