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92" r:id="rId2"/>
    <p:sldId id="293" r:id="rId3"/>
    <p:sldId id="294" r:id="rId4"/>
    <p:sldId id="295" r:id="rId5"/>
    <p:sldId id="296" r:id="rId6"/>
    <p:sldId id="297" r:id="rId7"/>
    <p:sldId id="298" r:id="rId8"/>
    <p:sldId id="299" r:id="rId9"/>
    <p:sldId id="300" r:id="rId10"/>
    <p:sldId id="301" r:id="rId11"/>
    <p:sldId id="302" r:id="rId12"/>
    <p:sldId id="303" r:id="rId13"/>
    <p:sldId id="304" r:id="rId14"/>
    <p:sldId id="305" r:id="rId15"/>
    <p:sldId id="306" r:id="rId16"/>
    <p:sldId id="307" r:id="rId17"/>
    <p:sldId id="308" r:id="rId18"/>
    <p:sldId id="309" r:id="rId19"/>
    <p:sldId id="310" r:id="rId20"/>
    <p:sldId id="281" r:id="rId21"/>
    <p:sldId id="283" r:id="rId22"/>
    <p:sldId id="284" r:id="rId23"/>
    <p:sldId id="285" r:id="rId24"/>
    <p:sldId id="286" r:id="rId25"/>
    <p:sldId id="287" r:id="rId26"/>
    <p:sldId id="288" r:id="rId27"/>
    <p:sldId id="324" r:id="rId28"/>
    <p:sldId id="273" r:id="rId29"/>
    <p:sldId id="314" r:id="rId30"/>
    <p:sldId id="320" r:id="rId31"/>
    <p:sldId id="319" r:id="rId32"/>
    <p:sldId id="321" r:id="rId33"/>
    <p:sldId id="315" r:id="rId34"/>
    <p:sldId id="318" r:id="rId35"/>
    <p:sldId id="317" r:id="rId36"/>
    <p:sldId id="289" r:id="rId37"/>
    <p:sldId id="290" r:id="rId38"/>
    <p:sldId id="291" r:id="rId39"/>
    <p:sldId id="322" r:id="rId40"/>
    <p:sldId id="323" r:id="rId41"/>
    <p:sldId id="279"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042" autoAdjust="0"/>
    <p:restoredTop sz="94660"/>
  </p:normalViewPr>
  <p:slideViewPr>
    <p:cSldViewPr>
      <p:cViewPr>
        <p:scale>
          <a:sx n="50" d="100"/>
          <a:sy n="50" d="100"/>
        </p:scale>
        <p:origin x="-1494" y="-40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03B5D9-9BFE-48CF-BE65-1548FC514BB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41AD12E-ECBE-4DBE-9A76-36FFFEC72216}">
      <dgm:prSet phldrT="[Text]" custT="1"/>
      <dgm:spPr/>
      <dgm:t>
        <a:bodyPr/>
        <a:lstStyle/>
        <a:p>
          <a:r>
            <a:rPr lang="en-US" sz="2400" dirty="0" smtClean="0"/>
            <a:t>Task</a:t>
          </a:r>
          <a:endParaRPr lang="en-US" sz="2400" dirty="0"/>
        </a:p>
      </dgm:t>
    </dgm:pt>
    <dgm:pt modelId="{CFF25869-9E1F-43FB-ACE0-6380DE26EFDE}" type="parTrans" cxnId="{557614FC-B787-4367-ACF8-8F2302C54A0F}">
      <dgm:prSet/>
      <dgm:spPr/>
      <dgm:t>
        <a:bodyPr/>
        <a:lstStyle/>
        <a:p>
          <a:endParaRPr lang="en-US"/>
        </a:p>
      </dgm:t>
    </dgm:pt>
    <dgm:pt modelId="{E9E07A2A-53B2-4FFD-8468-DC2A7816FA9F}" type="sibTrans" cxnId="{557614FC-B787-4367-ACF8-8F2302C54A0F}">
      <dgm:prSet/>
      <dgm:spPr/>
      <dgm:t>
        <a:bodyPr/>
        <a:lstStyle/>
        <a:p>
          <a:endParaRPr lang="en-US"/>
        </a:p>
      </dgm:t>
    </dgm:pt>
    <dgm:pt modelId="{D8D992DE-8E38-48C2-AD22-1860D201B761}">
      <dgm:prSet phldrT="[Text]" custT="1"/>
      <dgm:spPr/>
      <dgm:t>
        <a:bodyPr/>
        <a:lstStyle/>
        <a:p>
          <a:r>
            <a:rPr lang="en-US" sz="2400" dirty="0" smtClean="0"/>
            <a:t>Duration</a:t>
          </a:r>
          <a:endParaRPr lang="en-US" sz="2400" dirty="0"/>
        </a:p>
      </dgm:t>
    </dgm:pt>
    <dgm:pt modelId="{E5A72FF0-5369-4861-AF2F-2958556D978B}" type="parTrans" cxnId="{E5847614-B5E1-4617-9712-3AAC76D07B65}">
      <dgm:prSet/>
      <dgm:spPr/>
      <dgm:t>
        <a:bodyPr/>
        <a:lstStyle/>
        <a:p>
          <a:endParaRPr lang="en-US"/>
        </a:p>
      </dgm:t>
    </dgm:pt>
    <dgm:pt modelId="{9D324F52-D130-4EDD-898A-35802CABB998}" type="sibTrans" cxnId="{E5847614-B5E1-4617-9712-3AAC76D07B65}">
      <dgm:prSet/>
      <dgm:spPr/>
      <dgm:t>
        <a:bodyPr/>
        <a:lstStyle/>
        <a:p>
          <a:endParaRPr lang="en-US"/>
        </a:p>
      </dgm:t>
    </dgm:pt>
    <dgm:pt modelId="{7DC75F3C-EFC1-4261-82FF-A2208C4BBC26}">
      <dgm:prSet phldrT="[Text]" custT="1"/>
      <dgm:spPr/>
      <dgm:t>
        <a:bodyPr/>
        <a:lstStyle/>
        <a:p>
          <a:r>
            <a:rPr lang="en-US" sz="2400" dirty="0" smtClean="0"/>
            <a:t>Start</a:t>
          </a:r>
          <a:endParaRPr lang="en-US" sz="2400" dirty="0"/>
        </a:p>
      </dgm:t>
    </dgm:pt>
    <dgm:pt modelId="{10F88324-A3EF-44C7-BF61-F29595EB3B7E}" type="parTrans" cxnId="{D4C3C3BE-8FC5-4AC1-A636-7C0E93E06972}">
      <dgm:prSet/>
      <dgm:spPr/>
      <dgm:t>
        <a:bodyPr/>
        <a:lstStyle/>
        <a:p>
          <a:endParaRPr lang="en-US"/>
        </a:p>
      </dgm:t>
    </dgm:pt>
    <dgm:pt modelId="{7A622BDB-2F1C-44C2-A260-8D9C71A99118}" type="sibTrans" cxnId="{D4C3C3BE-8FC5-4AC1-A636-7C0E93E06972}">
      <dgm:prSet/>
      <dgm:spPr/>
      <dgm:t>
        <a:bodyPr/>
        <a:lstStyle/>
        <a:p>
          <a:endParaRPr lang="en-US"/>
        </a:p>
      </dgm:t>
    </dgm:pt>
    <dgm:pt modelId="{CEFFB1AC-E0A7-4701-8027-9BFFAAFA93FE}">
      <dgm:prSet phldrT="[Text]" custT="1"/>
      <dgm:spPr/>
      <dgm:t>
        <a:bodyPr/>
        <a:lstStyle/>
        <a:p>
          <a:r>
            <a:rPr lang="en-US" sz="2400" dirty="0" smtClean="0"/>
            <a:t>Finish</a:t>
          </a:r>
          <a:endParaRPr lang="en-US" sz="2400" dirty="0"/>
        </a:p>
      </dgm:t>
    </dgm:pt>
    <dgm:pt modelId="{84FA339E-CA20-42FD-AE28-6B3CA6ADE98F}" type="parTrans" cxnId="{76D9005C-BB67-47B8-AD75-5876B422D11D}">
      <dgm:prSet/>
      <dgm:spPr/>
      <dgm:t>
        <a:bodyPr/>
        <a:lstStyle/>
        <a:p>
          <a:endParaRPr lang="en-US"/>
        </a:p>
      </dgm:t>
    </dgm:pt>
    <dgm:pt modelId="{98BD506E-6146-431E-A3F5-9AF6CB5AFE0E}" type="sibTrans" cxnId="{76D9005C-BB67-47B8-AD75-5876B422D11D}">
      <dgm:prSet/>
      <dgm:spPr/>
      <dgm:t>
        <a:bodyPr/>
        <a:lstStyle/>
        <a:p>
          <a:endParaRPr lang="en-US"/>
        </a:p>
      </dgm:t>
    </dgm:pt>
    <dgm:pt modelId="{E3F68D68-82D8-487C-AEB8-A76CC6E2E16A}">
      <dgm:prSet phldrT="[Text]" custT="1"/>
      <dgm:spPr/>
      <dgm:t>
        <a:bodyPr/>
        <a:lstStyle/>
        <a:p>
          <a:r>
            <a:rPr lang="en-US" sz="2400" dirty="0" smtClean="0"/>
            <a:t>Predecessors</a:t>
          </a:r>
          <a:endParaRPr lang="en-US" sz="2400" dirty="0"/>
        </a:p>
      </dgm:t>
    </dgm:pt>
    <dgm:pt modelId="{821AFB2C-31AC-46A7-B331-7540ED07A9E8}" type="parTrans" cxnId="{6252EA49-453D-4643-B04B-C79CAF7CA906}">
      <dgm:prSet/>
      <dgm:spPr/>
      <dgm:t>
        <a:bodyPr/>
        <a:lstStyle/>
        <a:p>
          <a:endParaRPr lang="en-US"/>
        </a:p>
      </dgm:t>
    </dgm:pt>
    <dgm:pt modelId="{F3644ADE-ABC0-43AB-884E-3AA575F552E7}" type="sibTrans" cxnId="{6252EA49-453D-4643-B04B-C79CAF7CA906}">
      <dgm:prSet/>
      <dgm:spPr/>
      <dgm:t>
        <a:bodyPr/>
        <a:lstStyle/>
        <a:p>
          <a:endParaRPr lang="en-US"/>
        </a:p>
      </dgm:t>
    </dgm:pt>
    <dgm:pt modelId="{711DE7EE-1808-4416-B402-465648A1599A}">
      <dgm:prSet phldrT="[Text]" custT="1"/>
      <dgm:spPr/>
      <dgm:t>
        <a:bodyPr/>
        <a:lstStyle/>
        <a:p>
          <a:r>
            <a:rPr lang="en-US" sz="2400" dirty="0" smtClean="0"/>
            <a:t>Successors</a:t>
          </a:r>
          <a:endParaRPr lang="en-US" sz="2400" dirty="0"/>
        </a:p>
      </dgm:t>
    </dgm:pt>
    <dgm:pt modelId="{EC5F8607-E027-4D31-9A5B-AE6219B4FF0E}" type="parTrans" cxnId="{1171DF09-139C-441D-8815-08EE10438219}">
      <dgm:prSet/>
      <dgm:spPr/>
      <dgm:t>
        <a:bodyPr/>
        <a:lstStyle/>
        <a:p>
          <a:endParaRPr lang="en-US"/>
        </a:p>
      </dgm:t>
    </dgm:pt>
    <dgm:pt modelId="{3D84786A-C950-4796-9DF7-F35DE142DC28}" type="sibTrans" cxnId="{1171DF09-139C-441D-8815-08EE10438219}">
      <dgm:prSet/>
      <dgm:spPr/>
      <dgm:t>
        <a:bodyPr/>
        <a:lstStyle/>
        <a:p>
          <a:endParaRPr lang="en-US"/>
        </a:p>
      </dgm:t>
    </dgm:pt>
    <dgm:pt modelId="{74C0BF00-8134-49CE-9128-E223D2963759}" type="pres">
      <dgm:prSet presAssocID="{C103B5D9-9BFE-48CF-BE65-1548FC514BBD}" presName="linear" presStyleCnt="0">
        <dgm:presLayoutVars>
          <dgm:dir/>
          <dgm:animLvl val="lvl"/>
          <dgm:resizeHandles val="exact"/>
        </dgm:presLayoutVars>
      </dgm:prSet>
      <dgm:spPr/>
      <dgm:t>
        <a:bodyPr/>
        <a:lstStyle/>
        <a:p>
          <a:endParaRPr lang="en-US"/>
        </a:p>
      </dgm:t>
    </dgm:pt>
    <dgm:pt modelId="{BC9E8F3A-7FB4-40E8-B09B-A6A4A9B2DDD8}" type="pres">
      <dgm:prSet presAssocID="{641AD12E-ECBE-4DBE-9A76-36FFFEC72216}" presName="parentLin" presStyleCnt="0"/>
      <dgm:spPr/>
    </dgm:pt>
    <dgm:pt modelId="{350B828C-56DF-4EA7-B135-8F95CE55898A}" type="pres">
      <dgm:prSet presAssocID="{641AD12E-ECBE-4DBE-9A76-36FFFEC72216}" presName="parentLeftMargin" presStyleLbl="node1" presStyleIdx="0" presStyleCnt="6"/>
      <dgm:spPr/>
      <dgm:t>
        <a:bodyPr/>
        <a:lstStyle/>
        <a:p>
          <a:endParaRPr lang="en-US"/>
        </a:p>
      </dgm:t>
    </dgm:pt>
    <dgm:pt modelId="{887601A8-F587-460E-9250-9B2892B5FECE}" type="pres">
      <dgm:prSet presAssocID="{641AD12E-ECBE-4DBE-9A76-36FFFEC72216}" presName="parentText" presStyleLbl="node1" presStyleIdx="0" presStyleCnt="6">
        <dgm:presLayoutVars>
          <dgm:chMax val="0"/>
          <dgm:bulletEnabled val="1"/>
        </dgm:presLayoutVars>
      </dgm:prSet>
      <dgm:spPr/>
      <dgm:t>
        <a:bodyPr/>
        <a:lstStyle/>
        <a:p>
          <a:endParaRPr lang="en-US"/>
        </a:p>
      </dgm:t>
    </dgm:pt>
    <dgm:pt modelId="{070B3E10-5B02-4D44-A551-94A80D52DB2B}" type="pres">
      <dgm:prSet presAssocID="{641AD12E-ECBE-4DBE-9A76-36FFFEC72216}" presName="negativeSpace" presStyleCnt="0"/>
      <dgm:spPr/>
    </dgm:pt>
    <dgm:pt modelId="{B1075E80-CE04-4645-8903-7812A790275A}" type="pres">
      <dgm:prSet presAssocID="{641AD12E-ECBE-4DBE-9A76-36FFFEC72216}" presName="childText" presStyleLbl="conFgAcc1" presStyleIdx="0" presStyleCnt="6">
        <dgm:presLayoutVars>
          <dgm:bulletEnabled val="1"/>
        </dgm:presLayoutVars>
      </dgm:prSet>
      <dgm:spPr/>
    </dgm:pt>
    <dgm:pt modelId="{F2BAF79B-696E-473B-856A-512CE1FE2E23}" type="pres">
      <dgm:prSet presAssocID="{E9E07A2A-53B2-4FFD-8468-DC2A7816FA9F}" presName="spaceBetweenRectangles" presStyleCnt="0"/>
      <dgm:spPr/>
    </dgm:pt>
    <dgm:pt modelId="{D823627F-ABA0-44C5-B34F-DD9392862CD1}" type="pres">
      <dgm:prSet presAssocID="{D8D992DE-8E38-48C2-AD22-1860D201B761}" presName="parentLin" presStyleCnt="0"/>
      <dgm:spPr/>
    </dgm:pt>
    <dgm:pt modelId="{5A55D8A6-B78F-4457-81DC-B601FF8FE1A2}" type="pres">
      <dgm:prSet presAssocID="{D8D992DE-8E38-48C2-AD22-1860D201B761}" presName="parentLeftMargin" presStyleLbl="node1" presStyleIdx="0" presStyleCnt="6"/>
      <dgm:spPr/>
      <dgm:t>
        <a:bodyPr/>
        <a:lstStyle/>
        <a:p>
          <a:endParaRPr lang="en-US"/>
        </a:p>
      </dgm:t>
    </dgm:pt>
    <dgm:pt modelId="{1E9B907B-CAEF-46C5-9001-EE6B29790368}" type="pres">
      <dgm:prSet presAssocID="{D8D992DE-8E38-48C2-AD22-1860D201B761}" presName="parentText" presStyleLbl="node1" presStyleIdx="1" presStyleCnt="6">
        <dgm:presLayoutVars>
          <dgm:chMax val="0"/>
          <dgm:bulletEnabled val="1"/>
        </dgm:presLayoutVars>
      </dgm:prSet>
      <dgm:spPr/>
      <dgm:t>
        <a:bodyPr/>
        <a:lstStyle/>
        <a:p>
          <a:endParaRPr lang="en-US"/>
        </a:p>
      </dgm:t>
    </dgm:pt>
    <dgm:pt modelId="{6FBAC028-86E3-45F0-8987-90863CEE18EF}" type="pres">
      <dgm:prSet presAssocID="{D8D992DE-8E38-48C2-AD22-1860D201B761}" presName="negativeSpace" presStyleCnt="0"/>
      <dgm:spPr/>
    </dgm:pt>
    <dgm:pt modelId="{434D1925-1670-4B4A-B864-361EE2CAD57E}" type="pres">
      <dgm:prSet presAssocID="{D8D992DE-8E38-48C2-AD22-1860D201B761}" presName="childText" presStyleLbl="conFgAcc1" presStyleIdx="1" presStyleCnt="6">
        <dgm:presLayoutVars>
          <dgm:bulletEnabled val="1"/>
        </dgm:presLayoutVars>
      </dgm:prSet>
      <dgm:spPr/>
    </dgm:pt>
    <dgm:pt modelId="{24B4DA75-025C-49E4-97A2-8533C1417922}" type="pres">
      <dgm:prSet presAssocID="{9D324F52-D130-4EDD-898A-35802CABB998}" presName="spaceBetweenRectangles" presStyleCnt="0"/>
      <dgm:spPr/>
    </dgm:pt>
    <dgm:pt modelId="{715A37E7-0B1C-4BCC-A8FC-5AFD6C791753}" type="pres">
      <dgm:prSet presAssocID="{7DC75F3C-EFC1-4261-82FF-A2208C4BBC26}" presName="parentLin" presStyleCnt="0"/>
      <dgm:spPr/>
    </dgm:pt>
    <dgm:pt modelId="{8A8BB12D-2A6C-449C-B9AE-5633056BBEBC}" type="pres">
      <dgm:prSet presAssocID="{7DC75F3C-EFC1-4261-82FF-A2208C4BBC26}" presName="parentLeftMargin" presStyleLbl="node1" presStyleIdx="1" presStyleCnt="6"/>
      <dgm:spPr/>
      <dgm:t>
        <a:bodyPr/>
        <a:lstStyle/>
        <a:p>
          <a:endParaRPr lang="en-US"/>
        </a:p>
      </dgm:t>
    </dgm:pt>
    <dgm:pt modelId="{18601357-2671-4D62-B259-7D352CB2BF2D}" type="pres">
      <dgm:prSet presAssocID="{7DC75F3C-EFC1-4261-82FF-A2208C4BBC26}" presName="parentText" presStyleLbl="node1" presStyleIdx="2" presStyleCnt="6">
        <dgm:presLayoutVars>
          <dgm:chMax val="0"/>
          <dgm:bulletEnabled val="1"/>
        </dgm:presLayoutVars>
      </dgm:prSet>
      <dgm:spPr/>
      <dgm:t>
        <a:bodyPr/>
        <a:lstStyle/>
        <a:p>
          <a:endParaRPr lang="en-US"/>
        </a:p>
      </dgm:t>
    </dgm:pt>
    <dgm:pt modelId="{6A6ED879-2F5D-4E21-A68E-200D1585175C}" type="pres">
      <dgm:prSet presAssocID="{7DC75F3C-EFC1-4261-82FF-A2208C4BBC26}" presName="negativeSpace" presStyleCnt="0"/>
      <dgm:spPr/>
    </dgm:pt>
    <dgm:pt modelId="{CE209B5F-DD9E-4AD2-81C6-975DD59B171D}" type="pres">
      <dgm:prSet presAssocID="{7DC75F3C-EFC1-4261-82FF-A2208C4BBC26}" presName="childText" presStyleLbl="conFgAcc1" presStyleIdx="2" presStyleCnt="6">
        <dgm:presLayoutVars>
          <dgm:bulletEnabled val="1"/>
        </dgm:presLayoutVars>
      </dgm:prSet>
      <dgm:spPr/>
    </dgm:pt>
    <dgm:pt modelId="{6148EA9D-1DB7-4AA4-9FEE-3DE33D0E3ED4}" type="pres">
      <dgm:prSet presAssocID="{7A622BDB-2F1C-44C2-A260-8D9C71A99118}" presName="spaceBetweenRectangles" presStyleCnt="0"/>
      <dgm:spPr/>
    </dgm:pt>
    <dgm:pt modelId="{2FD17EA6-4969-486E-9C05-23EC5D526510}" type="pres">
      <dgm:prSet presAssocID="{CEFFB1AC-E0A7-4701-8027-9BFFAAFA93FE}" presName="parentLin" presStyleCnt="0"/>
      <dgm:spPr/>
    </dgm:pt>
    <dgm:pt modelId="{A5EE084C-90D7-4CF5-8F05-824E6BEA0B98}" type="pres">
      <dgm:prSet presAssocID="{CEFFB1AC-E0A7-4701-8027-9BFFAAFA93FE}" presName="parentLeftMargin" presStyleLbl="node1" presStyleIdx="2" presStyleCnt="6"/>
      <dgm:spPr/>
      <dgm:t>
        <a:bodyPr/>
        <a:lstStyle/>
        <a:p>
          <a:endParaRPr lang="en-US"/>
        </a:p>
      </dgm:t>
    </dgm:pt>
    <dgm:pt modelId="{E71A6D04-D805-4FBF-ACB7-FE61EFDD2497}" type="pres">
      <dgm:prSet presAssocID="{CEFFB1AC-E0A7-4701-8027-9BFFAAFA93FE}" presName="parentText" presStyleLbl="node1" presStyleIdx="3" presStyleCnt="6">
        <dgm:presLayoutVars>
          <dgm:chMax val="0"/>
          <dgm:bulletEnabled val="1"/>
        </dgm:presLayoutVars>
      </dgm:prSet>
      <dgm:spPr/>
      <dgm:t>
        <a:bodyPr/>
        <a:lstStyle/>
        <a:p>
          <a:endParaRPr lang="en-US"/>
        </a:p>
      </dgm:t>
    </dgm:pt>
    <dgm:pt modelId="{66B60B61-22DF-45C3-831B-2BACD916C1F1}" type="pres">
      <dgm:prSet presAssocID="{CEFFB1AC-E0A7-4701-8027-9BFFAAFA93FE}" presName="negativeSpace" presStyleCnt="0"/>
      <dgm:spPr/>
    </dgm:pt>
    <dgm:pt modelId="{5B51F4C2-E11A-4094-839D-32291C45789B}" type="pres">
      <dgm:prSet presAssocID="{CEFFB1AC-E0A7-4701-8027-9BFFAAFA93FE}" presName="childText" presStyleLbl="conFgAcc1" presStyleIdx="3" presStyleCnt="6">
        <dgm:presLayoutVars>
          <dgm:bulletEnabled val="1"/>
        </dgm:presLayoutVars>
      </dgm:prSet>
      <dgm:spPr/>
    </dgm:pt>
    <dgm:pt modelId="{4741E35F-60B6-47EC-AFA1-3A0FD11CE81C}" type="pres">
      <dgm:prSet presAssocID="{98BD506E-6146-431E-A3F5-9AF6CB5AFE0E}" presName="spaceBetweenRectangles" presStyleCnt="0"/>
      <dgm:spPr/>
    </dgm:pt>
    <dgm:pt modelId="{8A8C7A26-CD4A-4C80-8953-6E5E61D894C1}" type="pres">
      <dgm:prSet presAssocID="{E3F68D68-82D8-487C-AEB8-A76CC6E2E16A}" presName="parentLin" presStyleCnt="0"/>
      <dgm:spPr/>
    </dgm:pt>
    <dgm:pt modelId="{4EA1F8A8-2DF8-4B0D-8FD6-9D1589265056}" type="pres">
      <dgm:prSet presAssocID="{E3F68D68-82D8-487C-AEB8-A76CC6E2E16A}" presName="parentLeftMargin" presStyleLbl="node1" presStyleIdx="3" presStyleCnt="6"/>
      <dgm:spPr/>
      <dgm:t>
        <a:bodyPr/>
        <a:lstStyle/>
        <a:p>
          <a:endParaRPr lang="en-US"/>
        </a:p>
      </dgm:t>
    </dgm:pt>
    <dgm:pt modelId="{59A1C9B2-6AD6-442D-B8FE-A90C29FE73F1}" type="pres">
      <dgm:prSet presAssocID="{E3F68D68-82D8-487C-AEB8-A76CC6E2E16A}" presName="parentText" presStyleLbl="node1" presStyleIdx="4" presStyleCnt="6">
        <dgm:presLayoutVars>
          <dgm:chMax val="0"/>
          <dgm:bulletEnabled val="1"/>
        </dgm:presLayoutVars>
      </dgm:prSet>
      <dgm:spPr/>
      <dgm:t>
        <a:bodyPr/>
        <a:lstStyle/>
        <a:p>
          <a:endParaRPr lang="en-US"/>
        </a:p>
      </dgm:t>
    </dgm:pt>
    <dgm:pt modelId="{227D6B52-79B9-45BC-BFFC-E8B0B21844D1}" type="pres">
      <dgm:prSet presAssocID="{E3F68D68-82D8-487C-AEB8-A76CC6E2E16A}" presName="negativeSpace" presStyleCnt="0"/>
      <dgm:spPr/>
    </dgm:pt>
    <dgm:pt modelId="{7FB08EE3-1529-4ED7-819B-55FB7C3A189F}" type="pres">
      <dgm:prSet presAssocID="{E3F68D68-82D8-487C-AEB8-A76CC6E2E16A}" presName="childText" presStyleLbl="conFgAcc1" presStyleIdx="4" presStyleCnt="6">
        <dgm:presLayoutVars>
          <dgm:bulletEnabled val="1"/>
        </dgm:presLayoutVars>
      </dgm:prSet>
      <dgm:spPr/>
    </dgm:pt>
    <dgm:pt modelId="{F2B619B0-010A-41D1-A999-6BBEE1FD3E67}" type="pres">
      <dgm:prSet presAssocID="{F3644ADE-ABC0-43AB-884E-3AA575F552E7}" presName="spaceBetweenRectangles" presStyleCnt="0"/>
      <dgm:spPr/>
    </dgm:pt>
    <dgm:pt modelId="{C301770C-8418-4F5D-B1AC-36AB95B6F5E5}" type="pres">
      <dgm:prSet presAssocID="{711DE7EE-1808-4416-B402-465648A1599A}" presName="parentLin" presStyleCnt="0"/>
      <dgm:spPr/>
    </dgm:pt>
    <dgm:pt modelId="{67399A48-0162-42AC-8792-C1A569BF3B68}" type="pres">
      <dgm:prSet presAssocID="{711DE7EE-1808-4416-B402-465648A1599A}" presName="parentLeftMargin" presStyleLbl="node1" presStyleIdx="4" presStyleCnt="6"/>
      <dgm:spPr/>
      <dgm:t>
        <a:bodyPr/>
        <a:lstStyle/>
        <a:p>
          <a:endParaRPr lang="en-US"/>
        </a:p>
      </dgm:t>
    </dgm:pt>
    <dgm:pt modelId="{39231FBA-324A-41CA-BC43-8B5D3FDEC838}" type="pres">
      <dgm:prSet presAssocID="{711DE7EE-1808-4416-B402-465648A1599A}" presName="parentText" presStyleLbl="node1" presStyleIdx="5" presStyleCnt="6">
        <dgm:presLayoutVars>
          <dgm:chMax val="0"/>
          <dgm:bulletEnabled val="1"/>
        </dgm:presLayoutVars>
      </dgm:prSet>
      <dgm:spPr/>
      <dgm:t>
        <a:bodyPr/>
        <a:lstStyle/>
        <a:p>
          <a:endParaRPr lang="en-US"/>
        </a:p>
      </dgm:t>
    </dgm:pt>
    <dgm:pt modelId="{1230BA2F-CCDB-4C2D-B50C-FC0863F1EF46}" type="pres">
      <dgm:prSet presAssocID="{711DE7EE-1808-4416-B402-465648A1599A}" presName="negativeSpace" presStyleCnt="0"/>
      <dgm:spPr/>
    </dgm:pt>
    <dgm:pt modelId="{4996A166-40C2-4E75-8F6E-1F7F04529C59}" type="pres">
      <dgm:prSet presAssocID="{711DE7EE-1808-4416-B402-465648A1599A}" presName="childText" presStyleLbl="conFgAcc1" presStyleIdx="5" presStyleCnt="6">
        <dgm:presLayoutVars>
          <dgm:bulletEnabled val="1"/>
        </dgm:presLayoutVars>
      </dgm:prSet>
      <dgm:spPr/>
    </dgm:pt>
  </dgm:ptLst>
  <dgm:cxnLst>
    <dgm:cxn modelId="{D31163ED-B072-4AEA-B0CA-EB68B33A20AF}" type="presOf" srcId="{C103B5D9-9BFE-48CF-BE65-1548FC514BBD}" destId="{74C0BF00-8134-49CE-9128-E223D2963759}" srcOrd="0" destOrd="0" presId="urn:microsoft.com/office/officeart/2005/8/layout/list1"/>
    <dgm:cxn modelId="{6846766A-33C0-4CDE-B516-334B713E8260}" type="presOf" srcId="{D8D992DE-8E38-48C2-AD22-1860D201B761}" destId="{1E9B907B-CAEF-46C5-9001-EE6B29790368}" srcOrd="1" destOrd="0" presId="urn:microsoft.com/office/officeart/2005/8/layout/list1"/>
    <dgm:cxn modelId="{E5847614-B5E1-4617-9712-3AAC76D07B65}" srcId="{C103B5D9-9BFE-48CF-BE65-1548FC514BBD}" destId="{D8D992DE-8E38-48C2-AD22-1860D201B761}" srcOrd="1" destOrd="0" parTransId="{E5A72FF0-5369-4861-AF2F-2958556D978B}" sibTransId="{9D324F52-D130-4EDD-898A-35802CABB998}"/>
    <dgm:cxn modelId="{D4C3C3BE-8FC5-4AC1-A636-7C0E93E06972}" srcId="{C103B5D9-9BFE-48CF-BE65-1548FC514BBD}" destId="{7DC75F3C-EFC1-4261-82FF-A2208C4BBC26}" srcOrd="2" destOrd="0" parTransId="{10F88324-A3EF-44C7-BF61-F29595EB3B7E}" sibTransId="{7A622BDB-2F1C-44C2-A260-8D9C71A99118}"/>
    <dgm:cxn modelId="{2F379449-19D3-42D2-A2D1-73C9B340B072}" type="presOf" srcId="{7DC75F3C-EFC1-4261-82FF-A2208C4BBC26}" destId="{18601357-2671-4D62-B259-7D352CB2BF2D}" srcOrd="1" destOrd="0" presId="urn:microsoft.com/office/officeart/2005/8/layout/list1"/>
    <dgm:cxn modelId="{046AAA97-4A03-4B0F-B510-7E27D9236A3D}" type="presOf" srcId="{711DE7EE-1808-4416-B402-465648A1599A}" destId="{39231FBA-324A-41CA-BC43-8B5D3FDEC838}" srcOrd="1" destOrd="0" presId="urn:microsoft.com/office/officeart/2005/8/layout/list1"/>
    <dgm:cxn modelId="{32BD7AED-0043-4211-A29C-0772CC03D44E}" type="presOf" srcId="{7DC75F3C-EFC1-4261-82FF-A2208C4BBC26}" destId="{8A8BB12D-2A6C-449C-B9AE-5633056BBEBC}" srcOrd="0" destOrd="0" presId="urn:microsoft.com/office/officeart/2005/8/layout/list1"/>
    <dgm:cxn modelId="{AAF8D09E-4459-42CF-A5D2-E1D90D87FFB1}" type="presOf" srcId="{641AD12E-ECBE-4DBE-9A76-36FFFEC72216}" destId="{350B828C-56DF-4EA7-B135-8F95CE55898A}" srcOrd="0" destOrd="0" presId="urn:microsoft.com/office/officeart/2005/8/layout/list1"/>
    <dgm:cxn modelId="{4C9DDA76-67AC-4450-8415-E56D7A8D3B26}" type="presOf" srcId="{E3F68D68-82D8-487C-AEB8-A76CC6E2E16A}" destId="{59A1C9B2-6AD6-442D-B8FE-A90C29FE73F1}" srcOrd="1" destOrd="0" presId="urn:microsoft.com/office/officeart/2005/8/layout/list1"/>
    <dgm:cxn modelId="{B065E7B1-5D88-4CBF-B8EB-3302339846CB}" type="presOf" srcId="{641AD12E-ECBE-4DBE-9A76-36FFFEC72216}" destId="{887601A8-F587-460E-9250-9B2892B5FECE}" srcOrd="1" destOrd="0" presId="urn:microsoft.com/office/officeart/2005/8/layout/list1"/>
    <dgm:cxn modelId="{557614FC-B787-4367-ACF8-8F2302C54A0F}" srcId="{C103B5D9-9BFE-48CF-BE65-1548FC514BBD}" destId="{641AD12E-ECBE-4DBE-9A76-36FFFEC72216}" srcOrd="0" destOrd="0" parTransId="{CFF25869-9E1F-43FB-ACE0-6380DE26EFDE}" sibTransId="{E9E07A2A-53B2-4FFD-8468-DC2A7816FA9F}"/>
    <dgm:cxn modelId="{EBA8503B-EBF4-45E4-85E1-61D9D1759DCE}" type="presOf" srcId="{CEFFB1AC-E0A7-4701-8027-9BFFAAFA93FE}" destId="{E71A6D04-D805-4FBF-ACB7-FE61EFDD2497}" srcOrd="1" destOrd="0" presId="urn:microsoft.com/office/officeart/2005/8/layout/list1"/>
    <dgm:cxn modelId="{7B5D290C-856B-4647-8030-B6481A7B673D}" type="presOf" srcId="{D8D992DE-8E38-48C2-AD22-1860D201B761}" destId="{5A55D8A6-B78F-4457-81DC-B601FF8FE1A2}" srcOrd="0" destOrd="0" presId="urn:microsoft.com/office/officeart/2005/8/layout/list1"/>
    <dgm:cxn modelId="{5CC2630B-DFF8-442E-ABFB-FB6885A84C93}" type="presOf" srcId="{E3F68D68-82D8-487C-AEB8-A76CC6E2E16A}" destId="{4EA1F8A8-2DF8-4B0D-8FD6-9D1589265056}" srcOrd="0" destOrd="0" presId="urn:microsoft.com/office/officeart/2005/8/layout/list1"/>
    <dgm:cxn modelId="{6252EA49-453D-4643-B04B-C79CAF7CA906}" srcId="{C103B5D9-9BFE-48CF-BE65-1548FC514BBD}" destId="{E3F68D68-82D8-487C-AEB8-A76CC6E2E16A}" srcOrd="4" destOrd="0" parTransId="{821AFB2C-31AC-46A7-B331-7540ED07A9E8}" sibTransId="{F3644ADE-ABC0-43AB-884E-3AA575F552E7}"/>
    <dgm:cxn modelId="{76D9005C-BB67-47B8-AD75-5876B422D11D}" srcId="{C103B5D9-9BFE-48CF-BE65-1548FC514BBD}" destId="{CEFFB1AC-E0A7-4701-8027-9BFFAAFA93FE}" srcOrd="3" destOrd="0" parTransId="{84FA339E-CA20-42FD-AE28-6B3CA6ADE98F}" sibTransId="{98BD506E-6146-431E-A3F5-9AF6CB5AFE0E}"/>
    <dgm:cxn modelId="{1BE9FC9D-FBFA-42C7-BB0A-A50A25A6AF3F}" type="presOf" srcId="{CEFFB1AC-E0A7-4701-8027-9BFFAAFA93FE}" destId="{A5EE084C-90D7-4CF5-8F05-824E6BEA0B98}" srcOrd="0" destOrd="0" presId="urn:microsoft.com/office/officeart/2005/8/layout/list1"/>
    <dgm:cxn modelId="{1171DF09-139C-441D-8815-08EE10438219}" srcId="{C103B5D9-9BFE-48CF-BE65-1548FC514BBD}" destId="{711DE7EE-1808-4416-B402-465648A1599A}" srcOrd="5" destOrd="0" parTransId="{EC5F8607-E027-4D31-9A5B-AE6219B4FF0E}" sibTransId="{3D84786A-C950-4796-9DF7-F35DE142DC28}"/>
    <dgm:cxn modelId="{F5E1B693-914E-4421-9CE8-F400C1532637}" type="presOf" srcId="{711DE7EE-1808-4416-B402-465648A1599A}" destId="{67399A48-0162-42AC-8792-C1A569BF3B68}" srcOrd="0" destOrd="0" presId="urn:microsoft.com/office/officeart/2005/8/layout/list1"/>
    <dgm:cxn modelId="{2B3DCAE3-BA51-428E-A88A-A58666DE9029}" type="presParOf" srcId="{74C0BF00-8134-49CE-9128-E223D2963759}" destId="{BC9E8F3A-7FB4-40E8-B09B-A6A4A9B2DDD8}" srcOrd="0" destOrd="0" presId="urn:microsoft.com/office/officeart/2005/8/layout/list1"/>
    <dgm:cxn modelId="{120726D4-257A-4461-A624-306874F9ACDD}" type="presParOf" srcId="{BC9E8F3A-7FB4-40E8-B09B-A6A4A9B2DDD8}" destId="{350B828C-56DF-4EA7-B135-8F95CE55898A}" srcOrd="0" destOrd="0" presId="urn:microsoft.com/office/officeart/2005/8/layout/list1"/>
    <dgm:cxn modelId="{60F405C4-4777-4D3F-9929-AFE32259DFE5}" type="presParOf" srcId="{BC9E8F3A-7FB4-40E8-B09B-A6A4A9B2DDD8}" destId="{887601A8-F587-460E-9250-9B2892B5FECE}" srcOrd="1" destOrd="0" presId="urn:microsoft.com/office/officeart/2005/8/layout/list1"/>
    <dgm:cxn modelId="{2A9C66C7-E9E7-4AFE-9FC3-29B5172F2BD7}" type="presParOf" srcId="{74C0BF00-8134-49CE-9128-E223D2963759}" destId="{070B3E10-5B02-4D44-A551-94A80D52DB2B}" srcOrd="1" destOrd="0" presId="urn:microsoft.com/office/officeart/2005/8/layout/list1"/>
    <dgm:cxn modelId="{59F80759-20F2-4190-95E0-6EB94600DB2D}" type="presParOf" srcId="{74C0BF00-8134-49CE-9128-E223D2963759}" destId="{B1075E80-CE04-4645-8903-7812A790275A}" srcOrd="2" destOrd="0" presId="urn:microsoft.com/office/officeart/2005/8/layout/list1"/>
    <dgm:cxn modelId="{B8D81E73-A405-4443-B65D-AE2A8D67026B}" type="presParOf" srcId="{74C0BF00-8134-49CE-9128-E223D2963759}" destId="{F2BAF79B-696E-473B-856A-512CE1FE2E23}" srcOrd="3" destOrd="0" presId="urn:microsoft.com/office/officeart/2005/8/layout/list1"/>
    <dgm:cxn modelId="{EFCC42AB-8369-477A-A6AF-8435C3C0A5EB}" type="presParOf" srcId="{74C0BF00-8134-49CE-9128-E223D2963759}" destId="{D823627F-ABA0-44C5-B34F-DD9392862CD1}" srcOrd="4" destOrd="0" presId="urn:microsoft.com/office/officeart/2005/8/layout/list1"/>
    <dgm:cxn modelId="{3128E55F-9604-453E-9EC9-C11107376869}" type="presParOf" srcId="{D823627F-ABA0-44C5-B34F-DD9392862CD1}" destId="{5A55D8A6-B78F-4457-81DC-B601FF8FE1A2}" srcOrd="0" destOrd="0" presId="urn:microsoft.com/office/officeart/2005/8/layout/list1"/>
    <dgm:cxn modelId="{93BE4B3F-9DFF-4FB6-A0DE-4CFE39BBBC15}" type="presParOf" srcId="{D823627F-ABA0-44C5-B34F-DD9392862CD1}" destId="{1E9B907B-CAEF-46C5-9001-EE6B29790368}" srcOrd="1" destOrd="0" presId="urn:microsoft.com/office/officeart/2005/8/layout/list1"/>
    <dgm:cxn modelId="{3C4CAC68-D9A6-447B-8458-F3ED91775E31}" type="presParOf" srcId="{74C0BF00-8134-49CE-9128-E223D2963759}" destId="{6FBAC028-86E3-45F0-8987-90863CEE18EF}" srcOrd="5" destOrd="0" presId="urn:microsoft.com/office/officeart/2005/8/layout/list1"/>
    <dgm:cxn modelId="{88BC3CC3-D548-484C-9FF4-811F682C9046}" type="presParOf" srcId="{74C0BF00-8134-49CE-9128-E223D2963759}" destId="{434D1925-1670-4B4A-B864-361EE2CAD57E}" srcOrd="6" destOrd="0" presId="urn:microsoft.com/office/officeart/2005/8/layout/list1"/>
    <dgm:cxn modelId="{841F44E0-3E09-47AA-A232-63D54A7C5D31}" type="presParOf" srcId="{74C0BF00-8134-49CE-9128-E223D2963759}" destId="{24B4DA75-025C-49E4-97A2-8533C1417922}" srcOrd="7" destOrd="0" presId="urn:microsoft.com/office/officeart/2005/8/layout/list1"/>
    <dgm:cxn modelId="{2D7B1BC7-FF92-4EF2-8BFC-1C3335882BC1}" type="presParOf" srcId="{74C0BF00-8134-49CE-9128-E223D2963759}" destId="{715A37E7-0B1C-4BCC-A8FC-5AFD6C791753}" srcOrd="8" destOrd="0" presId="urn:microsoft.com/office/officeart/2005/8/layout/list1"/>
    <dgm:cxn modelId="{451BAEA0-ECFD-4B5A-8F60-BB6FA35683A7}" type="presParOf" srcId="{715A37E7-0B1C-4BCC-A8FC-5AFD6C791753}" destId="{8A8BB12D-2A6C-449C-B9AE-5633056BBEBC}" srcOrd="0" destOrd="0" presId="urn:microsoft.com/office/officeart/2005/8/layout/list1"/>
    <dgm:cxn modelId="{CEC4B779-90BE-4FB4-8A4C-AED207C0748B}" type="presParOf" srcId="{715A37E7-0B1C-4BCC-A8FC-5AFD6C791753}" destId="{18601357-2671-4D62-B259-7D352CB2BF2D}" srcOrd="1" destOrd="0" presId="urn:microsoft.com/office/officeart/2005/8/layout/list1"/>
    <dgm:cxn modelId="{F988C468-77C0-47BF-B5A7-E64CECAC2C8D}" type="presParOf" srcId="{74C0BF00-8134-49CE-9128-E223D2963759}" destId="{6A6ED879-2F5D-4E21-A68E-200D1585175C}" srcOrd="9" destOrd="0" presId="urn:microsoft.com/office/officeart/2005/8/layout/list1"/>
    <dgm:cxn modelId="{4B286FE0-ABCA-464F-9A6B-4062FC224685}" type="presParOf" srcId="{74C0BF00-8134-49CE-9128-E223D2963759}" destId="{CE209B5F-DD9E-4AD2-81C6-975DD59B171D}" srcOrd="10" destOrd="0" presId="urn:microsoft.com/office/officeart/2005/8/layout/list1"/>
    <dgm:cxn modelId="{3AA5EE58-CC20-49FB-8645-DA0F560ADE82}" type="presParOf" srcId="{74C0BF00-8134-49CE-9128-E223D2963759}" destId="{6148EA9D-1DB7-4AA4-9FEE-3DE33D0E3ED4}" srcOrd="11" destOrd="0" presId="urn:microsoft.com/office/officeart/2005/8/layout/list1"/>
    <dgm:cxn modelId="{7B9C3858-7227-4B0D-9EBC-D8DE62ECD4F2}" type="presParOf" srcId="{74C0BF00-8134-49CE-9128-E223D2963759}" destId="{2FD17EA6-4969-486E-9C05-23EC5D526510}" srcOrd="12" destOrd="0" presId="urn:microsoft.com/office/officeart/2005/8/layout/list1"/>
    <dgm:cxn modelId="{F455C274-4722-44B8-99A9-9667BD5364B6}" type="presParOf" srcId="{2FD17EA6-4969-486E-9C05-23EC5D526510}" destId="{A5EE084C-90D7-4CF5-8F05-824E6BEA0B98}" srcOrd="0" destOrd="0" presId="urn:microsoft.com/office/officeart/2005/8/layout/list1"/>
    <dgm:cxn modelId="{097D8507-8D25-48DA-B47D-18B6415110FE}" type="presParOf" srcId="{2FD17EA6-4969-486E-9C05-23EC5D526510}" destId="{E71A6D04-D805-4FBF-ACB7-FE61EFDD2497}" srcOrd="1" destOrd="0" presId="urn:microsoft.com/office/officeart/2005/8/layout/list1"/>
    <dgm:cxn modelId="{6D66DE3D-2A17-4197-86C5-23AC5709134C}" type="presParOf" srcId="{74C0BF00-8134-49CE-9128-E223D2963759}" destId="{66B60B61-22DF-45C3-831B-2BACD916C1F1}" srcOrd="13" destOrd="0" presId="urn:microsoft.com/office/officeart/2005/8/layout/list1"/>
    <dgm:cxn modelId="{3B916137-6782-43BC-BEAF-CDFE856E7DE0}" type="presParOf" srcId="{74C0BF00-8134-49CE-9128-E223D2963759}" destId="{5B51F4C2-E11A-4094-839D-32291C45789B}" srcOrd="14" destOrd="0" presId="urn:microsoft.com/office/officeart/2005/8/layout/list1"/>
    <dgm:cxn modelId="{1694C233-8044-4BB0-AC87-F431768FD0CE}" type="presParOf" srcId="{74C0BF00-8134-49CE-9128-E223D2963759}" destId="{4741E35F-60B6-47EC-AFA1-3A0FD11CE81C}" srcOrd="15" destOrd="0" presId="urn:microsoft.com/office/officeart/2005/8/layout/list1"/>
    <dgm:cxn modelId="{4740F027-361C-490A-B92E-60793BDCA6AF}" type="presParOf" srcId="{74C0BF00-8134-49CE-9128-E223D2963759}" destId="{8A8C7A26-CD4A-4C80-8953-6E5E61D894C1}" srcOrd="16" destOrd="0" presId="urn:microsoft.com/office/officeart/2005/8/layout/list1"/>
    <dgm:cxn modelId="{FE0557BC-974A-45A3-83E2-BF17E09479F6}" type="presParOf" srcId="{8A8C7A26-CD4A-4C80-8953-6E5E61D894C1}" destId="{4EA1F8A8-2DF8-4B0D-8FD6-9D1589265056}" srcOrd="0" destOrd="0" presId="urn:microsoft.com/office/officeart/2005/8/layout/list1"/>
    <dgm:cxn modelId="{E0B6986D-E1D6-4C21-88F7-508658766DF2}" type="presParOf" srcId="{8A8C7A26-CD4A-4C80-8953-6E5E61D894C1}" destId="{59A1C9B2-6AD6-442D-B8FE-A90C29FE73F1}" srcOrd="1" destOrd="0" presId="urn:microsoft.com/office/officeart/2005/8/layout/list1"/>
    <dgm:cxn modelId="{929F6566-C0F1-4234-9E5F-838E90E8479E}" type="presParOf" srcId="{74C0BF00-8134-49CE-9128-E223D2963759}" destId="{227D6B52-79B9-45BC-BFFC-E8B0B21844D1}" srcOrd="17" destOrd="0" presId="urn:microsoft.com/office/officeart/2005/8/layout/list1"/>
    <dgm:cxn modelId="{04FA3815-61DA-48F0-B2A3-77B3FE41E3BA}" type="presParOf" srcId="{74C0BF00-8134-49CE-9128-E223D2963759}" destId="{7FB08EE3-1529-4ED7-819B-55FB7C3A189F}" srcOrd="18" destOrd="0" presId="urn:microsoft.com/office/officeart/2005/8/layout/list1"/>
    <dgm:cxn modelId="{CE89A89C-65C1-4FFE-84EF-CE597597FBE4}" type="presParOf" srcId="{74C0BF00-8134-49CE-9128-E223D2963759}" destId="{F2B619B0-010A-41D1-A999-6BBEE1FD3E67}" srcOrd="19" destOrd="0" presId="urn:microsoft.com/office/officeart/2005/8/layout/list1"/>
    <dgm:cxn modelId="{BC15A302-FE64-40A5-9E86-04B29ACC5D2F}" type="presParOf" srcId="{74C0BF00-8134-49CE-9128-E223D2963759}" destId="{C301770C-8418-4F5D-B1AC-36AB95B6F5E5}" srcOrd="20" destOrd="0" presId="urn:microsoft.com/office/officeart/2005/8/layout/list1"/>
    <dgm:cxn modelId="{B8F48978-86FC-404C-AAA7-DF87910D2392}" type="presParOf" srcId="{C301770C-8418-4F5D-B1AC-36AB95B6F5E5}" destId="{67399A48-0162-42AC-8792-C1A569BF3B68}" srcOrd="0" destOrd="0" presId="urn:microsoft.com/office/officeart/2005/8/layout/list1"/>
    <dgm:cxn modelId="{E05ED22C-E2C6-4758-B5C2-E14EB5B8BD9B}" type="presParOf" srcId="{C301770C-8418-4F5D-B1AC-36AB95B6F5E5}" destId="{39231FBA-324A-41CA-BC43-8B5D3FDEC838}" srcOrd="1" destOrd="0" presId="urn:microsoft.com/office/officeart/2005/8/layout/list1"/>
    <dgm:cxn modelId="{9E6FC591-B7BF-42B3-8D9F-DDF351FF7F12}" type="presParOf" srcId="{74C0BF00-8134-49CE-9128-E223D2963759}" destId="{1230BA2F-CCDB-4C2D-B50C-FC0863F1EF46}" srcOrd="21" destOrd="0" presId="urn:microsoft.com/office/officeart/2005/8/layout/list1"/>
    <dgm:cxn modelId="{85A9E3FD-45E4-4CB3-A7BF-57C034182FFE}" type="presParOf" srcId="{74C0BF00-8134-49CE-9128-E223D2963759}" destId="{4996A166-40C2-4E75-8F6E-1F7F04529C59}" srcOrd="22" destOrd="0" presId="urn:microsoft.com/office/officeart/2005/8/layout/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103B5D9-9BFE-48CF-BE65-1548FC514BB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41AD12E-ECBE-4DBE-9A76-36FFFEC72216}">
      <dgm:prSet phldrT="[Text]" custT="1"/>
      <dgm:spPr/>
      <dgm:t>
        <a:bodyPr/>
        <a:lstStyle/>
        <a:p>
          <a:r>
            <a:rPr lang="en-US" sz="2400" dirty="0" smtClean="0"/>
            <a:t>Resource</a:t>
          </a:r>
          <a:endParaRPr lang="en-US" sz="2400" dirty="0"/>
        </a:p>
      </dgm:t>
    </dgm:pt>
    <dgm:pt modelId="{CFF25869-9E1F-43FB-ACE0-6380DE26EFDE}" type="parTrans" cxnId="{557614FC-B787-4367-ACF8-8F2302C54A0F}">
      <dgm:prSet/>
      <dgm:spPr/>
      <dgm:t>
        <a:bodyPr/>
        <a:lstStyle/>
        <a:p>
          <a:endParaRPr lang="en-US"/>
        </a:p>
      </dgm:t>
    </dgm:pt>
    <dgm:pt modelId="{E9E07A2A-53B2-4FFD-8468-DC2A7816FA9F}" type="sibTrans" cxnId="{557614FC-B787-4367-ACF8-8F2302C54A0F}">
      <dgm:prSet/>
      <dgm:spPr/>
      <dgm:t>
        <a:bodyPr/>
        <a:lstStyle/>
        <a:p>
          <a:endParaRPr lang="en-US"/>
        </a:p>
      </dgm:t>
    </dgm:pt>
    <dgm:pt modelId="{D8D992DE-8E38-48C2-AD22-1860D201B761}">
      <dgm:prSet phldrT="[Text]" custT="1"/>
      <dgm:spPr/>
      <dgm:t>
        <a:bodyPr/>
        <a:lstStyle/>
        <a:p>
          <a:r>
            <a:rPr lang="en-US" sz="2400" dirty="0" smtClean="0"/>
            <a:t>Work</a:t>
          </a:r>
          <a:endParaRPr lang="en-US" sz="2400" dirty="0"/>
        </a:p>
      </dgm:t>
    </dgm:pt>
    <dgm:pt modelId="{E5A72FF0-5369-4861-AF2F-2958556D978B}" type="parTrans" cxnId="{E5847614-B5E1-4617-9712-3AAC76D07B65}">
      <dgm:prSet/>
      <dgm:spPr/>
      <dgm:t>
        <a:bodyPr/>
        <a:lstStyle/>
        <a:p>
          <a:endParaRPr lang="en-US"/>
        </a:p>
      </dgm:t>
    </dgm:pt>
    <dgm:pt modelId="{9D324F52-D130-4EDD-898A-35802CABB998}" type="sibTrans" cxnId="{E5847614-B5E1-4617-9712-3AAC76D07B65}">
      <dgm:prSet/>
      <dgm:spPr/>
      <dgm:t>
        <a:bodyPr/>
        <a:lstStyle/>
        <a:p>
          <a:endParaRPr lang="en-US"/>
        </a:p>
      </dgm:t>
    </dgm:pt>
    <dgm:pt modelId="{7DC75F3C-EFC1-4261-82FF-A2208C4BBC26}">
      <dgm:prSet phldrT="[Text]" custT="1"/>
      <dgm:spPr/>
      <dgm:t>
        <a:bodyPr/>
        <a:lstStyle/>
        <a:p>
          <a:r>
            <a:rPr lang="en-US" sz="2400" dirty="0" smtClean="0"/>
            <a:t>Recurring Task</a:t>
          </a:r>
          <a:endParaRPr lang="en-US" sz="2400" dirty="0"/>
        </a:p>
      </dgm:t>
    </dgm:pt>
    <dgm:pt modelId="{10F88324-A3EF-44C7-BF61-F29595EB3B7E}" type="parTrans" cxnId="{D4C3C3BE-8FC5-4AC1-A636-7C0E93E06972}">
      <dgm:prSet/>
      <dgm:spPr/>
      <dgm:t>
        <a:bodyPr/>
        <a:lstStyle/>
        <a:p>
          <a:endParaRPr lang="en-US"/>
        </a:p>
      </dgm:t>
    </dgm:pt>
    <dgm:pt modelId="{7A622BDB-2F1C-44C2-A260-8D9C71A99118}" type="sibTrans" cxnId="{D4C3C3BE-8FC5-4AC1-A636-7C0E93E06972}">
      <dgm:prSet/>
      <dgm:spPr/>
      <dgm:t>
        <a:bodyPr/>
        <a:lstStyle/>
        <a:p>
          <a:endParaRPr lang="en-US"/>
        </a:p>
      </dgm:t>
    </dgm:pt>
    <dgm:pt modelId="{CEFFB1AC-E0A7-4701-8027-9BFFAAFA93FE}">
      <dgm:prSet phldrT="[Text]" custT="1"/>
      <dgm:spPr/>
      <dgm:t>
        <a:bodyPr/>
        <a:lstStyle/>
        <a:p>
          <a:r>
            <a:rPr lang="en-US" sz="2400" dirty="0" smtClean="0"/>
            <a:t>Schedule</a:t>
          </a:r>
          <a:endParaRPr lang="en-US" sz="2400" dirty="0"/>
        </a:p>
      </dgm:t>
    </dgm:pt>
    <dgm:pt modelId="{84FA339E-CA20-42FD-AE28-6B3CA6ADE98F}" type="parTrans" cxnId="{76D9005C-BB67-47B8-AD75-5876B422D11D}">
      <dgm:prSet/>
      <dgm:spPr/>
      <dgm:t>
        <a:bodyPr/>
        <a:lstStyle/>
        <a:p>
          <a:endParaRPr lang="en-US"/>
        </a:p>
      </dgm:t>
    </dgm:pt>
    <dgm:pt modelId="{98BD506E-6146-431E-A3F5-9AF6CB5AFE0E}" type="sibTrans" cxnId="{76D9005C-BB67-47B8-AD75-5876B422D11D}">
      <dgm:prSet/>
      <dgm:spPr/>
      <dgm:t>
        <a:bodyPr/>
        <a:lstStyle/>
        <a:p>
          <a:endParaRPr lang="en-US"/>
        </a:p>
      </dgm:t>
    </dgm:pt>
    <dgm:pt modelId="{2A370DF0-72D6-4C64-A1DE-3B6F15B03E18}">
      <dgm:prSet phldrT="[Text]" custT="1"/>
      <dgm:spPr/>
      <dgm:t>
        <a:bodyPr/>
        <a:lstStyle/>
        <a:p>
          <a:r>
            <a:rPr lang="en-US" sz="2400" dirty="0" smtClean="0"/>
            <a:t>Summary Task</a:t>
          </a:r>
          <a:endParaRPr lang="en-US" sz="2400" dirty="0"/>
        </a:p>
      </dgm:t>
    </dgm:pt>
    <dgm:pt modelId="{312AE873-4270-4EB4-AC38-C7CA33CD6E63}" type="parTrans" cxnId="{5799D3C6-0D79-47C7-9BE5-ADF08B08701A}">
      <dgm:prSet/>
      <dgm:spPr/>
    </dgm:pt>
    <dgm:pt modelId="{EE21B711-248E-4990-BA73-B3A8A87BFAE6}" type="sibTrans" cxnId="{5799D3C6-0D79-47C7-9BE5-ADF08B08701A}">
      <dgm:prSet/>
      <dgm:spPr/>
    </dgm:pt>
    <dgm:pt modelId="{74C0BF00-8134-49CE-9128-E223D2963759}" type="pres">
      <dgm:prSet presAssocID="{C103B5D9-9BFE-48CF-BE65-1548FC514BBD}" presName="linear" presStyleCnt="0">
        <dgm:presLayoutVars>
          <dgm:dir/>
          <dgm:animLvl val="lvl"/>
          <dgm:resizeHandles val="exact"/>
        </dgm:presLayoutVars>
      </dgm:prSet>
      <dgm:spPr/>
      <dgm:t>
        <a:bodyPr/>
        <a:lstStyle/>
        <a:p>
          <a:endParaRPr lang="en-US"/>
        </a:p>
      </dgm:t>
    </dgm:pt>
    <dgm:pt modelId="{BC9E8F3A-7FB4-40E8-B09B-A6A4A9B2DDD8}" type="pres">
      <dgm:prSet presAssocID="{641AD12E-ECBE-4DBE-9A76-36FFFEC72216}" presName="parentLin" presStyleCnt="0"/>
      <dgm:spPr/>
    </dgm:pt>
    <dgm:pt modelId="{350B828C-56DF-4EA7-B135-8F95CE55898A}" type="pres">
      <dgm:prSet presAssocID="{641AD12E-ECBE-4DBE-9A76-36FFFEC72216}" presName="parentLeftMargin" presStyleLbl="node1" presStyleIdx="0" presStyleCnt="5"/>
      <dgm:spPr/>
      <dgm:t>
        <a:bodyPr/>
        <a:lstStyle/>
        <a:p>
          <a:endParaRPr lang="en-US"/>
        </a:p>
      </dgm:t>
    </dgm:pt>
    <dgm:pt modelId="{887601A8-F587-460E-9250-9B2892B5FECE}" type="pres">
      <dgm:prSet presAssocID="{641AD12E-ECBE-4DBE-9A76-36FFFEC72216}" presName="parentText" presStyleLbl="node1" presStyleIdx="0" presStyleCnt="5">
        <dgm:presLayoutVars>
          <dgm:chMax val="0"/>
          <dgm:bulletEnabled val="1"/>
        </dgm:presLayoutVars>
      </dgm:prSet>
      <dgm:spPr/>
      <dgm:t>
        <a:bodyPr/>
        <a:lstStyle/>
        <a:p>
          <a:endParaRPr lang="en-US"/>
        </a:p>
      </dgm:t>
    </dgm:pt>
    <dgm:pt modelId="{070B3E10-5B02-4D44-A551-94A80D52DB2B}" type="pres">
      <dgm:prSet presAssocID="{641AD12E-ECBE-4DBE-9A76-36FFFEC72216}" presName="negativeSpace" presStyleCnt="0"/>
      <dgm:spPr/>
    </dgm:pt>
    <dgm:pt modelId="{B1075E80-CE04-4645-8903-7812A790275A}" type="pres">
      <dgm:prSet presAssocID="{641AD12E-ECBE-4DBE-9A76-36FFFEC72216}" presName="childText" presStyleLbl="conFgAcc1" presStyleIdx="0" presStyleCnt="5">
        <dgm:presLayoutVars>
          <dgm:bulletEnabled val="1"/>
        </dgm:presLayoutVars>
      </dgm:prSet>
      <dgm:spPr/>
    </dgm:pt>
    <dgm:pt modelId="{F2BAF79B-696E-473B-856A-512CE1FE2E23}" type="pres">
      <dgm:prSet presAssocID="{E9E07A2A-53B2-4FFD-8468-DC2A7816FA9F}" presName="spaceBetweenRectangles" presStyleCnt="0"/>
      <dgm:spPr/>
    </dgm:pt>
    <dgm:pt modelId="{D823627F-ABA0-44C5-B34F-DD9392862CD1}" type="pres">
      <dgm:prSet presAssocID="{D8D992DE-8E38-48C2-AD22-1860D201B761}" presName="parentLin" presStyleCnt="0"/>
      <dgm:spPr/>
    </dgm:pt>
    <dgm:pt modelId="{5A55D8A6-B78F-4457-81DC-B601FF8FE1A2}" type="pres">
      <dgm:prSet presAssocID="{D8D992DE-8E38-48C2-AD22-1860D201B761}" presName="parentLeftMargin" presStyleLbl="node1" presStyleIdx="0" presStyleCnt="5"/>
      <dgm:spPr/>
      <dgm:t>
        <a:bodyPr/>
        <a:lstStyle/>
        <a:p>
          <a:endParaRPr lang="en-US"/>
        </a:p>
      </dgm:t>
    </dgm:pt>
    <dgm:pt modelId="{1E9B907B-CAEF-46C5-9001-EE6B29790368}" type="pres">
      <dgm:prSet presAssocID="{D8D992DE-8E38-48C2-AD22-1860D201B761}" presName="parentText" presStyleLbl="node1" presStyleIdx="1" presStyleCnt="5">
        <dgm:presLayoutVars>
          <dgm:chMax val="0"/>
          <dgm:bulletEnabled val="1"/>
        </dgm:presLayoutVars>
      </dgm:prSet>
      <dgm:spPr/>
      <dgm:t>
        <a:bodyPr/>
        <a:lstStyle/>
        <a:p>
          <a:endParaRPr lang="en-US"/>
        </a:p>
      </dgm:t>
    </dgm:pt>
    <dgm:pt modelId="{6FBAC028-86E3-45F0-8987-90863CEE18EF}" type="pres">
      <dgm:prSet presAssocID="{D8D992DE-8E38-48C2-AD22-1860D201B761}" presName="negativeSpace" presStyleCnt="0"/>
      <dgm:spPr/>
    </dgm:pt>
    <dgm:pt modelId="{434D1925-1670-4B4A-B864-361EE2CAD57E}" type="pres">
      <dgm:prSet presAssocID="{D8D992DE-8E38-48C2-AD22-1860D201B761}" presName="childText" presStyleLbl="conFgAcc1" presStyleIdx="1" presStyleCnt="5">
        <dgm:presLayoutVars>
          <dgm:bulletEnabled val="1"/>
        </dgm:presLayoutVars>
      </dgm:prSet>
      <dgm:spPr/>
    </dgm:pt>
    <dgm:pt modelId="{24B4DA75-025C-49E4-97A2-8533C1417922}" type="pres">
      <dgm:prSet presAssocID="{9D324F52-D130-4EDD-898A-35802CABB998}" presName="spaceBetweenRectangles" presStyleCnt="0"/>
      <dgm:spPr/>
    </dgm:pt>
    <dgm:pt modelId="{715A37E7-0B1C-4BCC-A8FC-5AFD6C791753}" type="pres">
      <dgm:prSet presAssocID="{7DC75F3C-EFC1-4261-82FF-A2208C4BBC26}" presName="parentLin" presStyleCnt="0"/>
      <dgm:spPr/>
    </dgm:pt>
    <dgm:pt modelId="{8A8BB12D-2A6C-449C-B9AE-5633056BBEBC}" type="pres">
      <dgm:prSet presAssocID="{7DC75F3C-EFC1-4261-82FF-A2208C4BBC26}" presName="parentLeftMargin" presStyleLbl="node1" presStyleIdx="1" presStyleCnt="5"/>
      <dgm:spPr/>
      <dgm:t>
        <a:bodyPr/>
        <a:lstStyle/>
        <a:p>
          <a:endParaRPr lang="en-US"/>
        </a:p>
      </dgm:t>
    </dgm:pt>
    <dgm:pt modelId="{18601357-2671-4D62-B259-7D352CB2BF2D}" type="pres">
      <dgm:prSet presAssocID="{7DC75F3C-EFC1-4261-82FF-A2208C4BBC26}" presName="parentText" presStyleLbl="node1" presStyleIdx="2" presStyleCnt="5">
        <dgm:presLayoutVars>
          <dgm:chMax val="0"/>
          <dgm:bulletEnabled val="1"/>
        </dgm:presLayoutVars>
      </dgm:prSet>
      <dgm:spPr/>
      <dgm:t>
        <a:bodyPr/>
        <a:lstStyle/>
        <a:p>
          <a:endParaRPr lang="en-US"/>
        </a:p>
      </dgm:t>
    </dgm:pt>
    <dgm:pt modelId="{6A6ED879-2F5D-4E21-A68E-200D1585175C}" type="pres">
      <dgm:prSet presAssocID="{7DC75F3C-EFC1-4261-82FF-A2208C4BBC26}" presName="negativeSpace" presStyleCnt="0"/>
      <dgm:spPr/>
    </dgm:pt>
    <dgm:pt modelId="{CE209B5F-DD9E-4AD2-81C6-975DD59B171D}" type="pres">
      <dgm:prSet presAssocID="{7DC75F3C-EFC1-4261-82FF-A2208C4BBC26}" presName="childText" presStyleLbl="conFgAcc1" presStyleIdx="2" presStyleCnt="5">
        <dgm:presLayoutVars>
          <dgm:bulletEnabled val="1"/>
        </dgm:presLayoutVars>
      </dgm:prSet>
      <dgm:spPr/>
    </dgm:pt>
    <dgm:pt modelId="{6148EA9D-1DB7-4AA4-9FEE-3DE33D0E3ED4}" type="pres">
      <dgm:prSet presAssocID="{7A622BDB-2F1C-44C2-A260-8D9C71A99118}" presName="spaceBetweenRectangles" presStyleCnt="0"/>
      <dgm:spPr/>
    </dgm:pt>
    <dgm:pt modelId="{D583D925-4872-4D40-8104-5608ACA05F62}" type="pres">
      <dgm:prSet presAssocID="{2A370DF0-72D6-4C64-A1DE-3B6F15B03E18}" presName="parentLin" presStyleCnt="0"/>
      <dgm:spPr/>
    </dgm:pt>
    <dgm:pt modelId="{EAB79120-2437-4B39-BB42-A1C2A63F63FD}" type="pres">
      <dgm:prSet presAssocID="{2A370DF0-72D6-4C64-A1DE-3B6F15B03E18}" presName="parentLeftMargin" presStyleLbl="node1" presStyleIdx="2" presStyleCnt="5"/>
      <dgm:spPr/>
      <dgm:t>
        <a:bodyPr/>
        <a:lstStyle/>
        <a:p>
          <a:endParaRPr lang="en-US"/>
        </a:p>
      </dgm:t>
    </dgm:pt>
    <dgm:pt modelId="{1F6D2F9A-52C7-41F8-A759-E7E8C8844D15}" type="pres">
      <dgm:prSet presAssocID="{2A370DF0-72D6-4C64-A1DE-3B6F15B03E18}" presName="parentText" presStyleLbl="node1" presStyleIdx="3" presStyleCnt="5">
        <dgm:presLayoutVars>
          <dgm:chMax val="0"/>
          <dgm:bulletEnabled val="1"/>
        </dgm:presLayoutVars>
      </dgm:prSet>
      <dgm:spPr/>
      <dgm:t>
        <a:bodyPr/>
        <a:lstStyle/>
        <a:p>
          <a:endParaRPr lang="en-US"/>
        </a:p>
      </dgm:t>
    </dgm:pt>
    <dgm:pt modelId="{2CB997BE-4B68-462E-9D68-7365ECA5C65A}" type="pres">
      <dgm:prSet presAssocID="{2A370DF0-72D6-4C64-A1DE-3B6F15B03E18}" presName="negativeSpace" presStyleCnt="0"/>
      <dgm:spPr/>
    </dgm:pt>
    <dgm:pt modelId="{4DA5CAC4-AB6B-4182-88E2-0E310EE74C3E}" type="pres">
      <dgm:prSet presAssocID="{2A370DF0-72D6-4C64-A1DE-3B6F15B03E18}" presName="childText" presStyleLbl="conFgAcc1" presStyleIdx="3" presStyleCnt="5">
        <dgm:presLayoutVars>
          <dgm:bulletEnabled val="1"/>
        </dgm:presLayoutVars>
      </dgm:prSet>
      <dgm:spPr/>
    </dgm:pt>
    <dgm:pt modelId="{23CEDF6A-330D-4598-B19A-F990FD419538}" type="pres">
      <dgm:prSet presAssocID="{EE21B711-248E-4990-BA73-B3A8A87BFAE6}" presName="spaceBetweenRectangles" presStyleCnt="0"/>
      <dgm:spPr/>
    </dgm:pt>
    <dgm:pt modelId="{2FD17EA6-4969-486E-9C05-23EC5D526510}" type="pres">
      <dgm:prSet presAssocID="{CEFFB1AC-E0A7-4701-8027-9BFFAAFA93FE}" presName="parentLin" presStyleCnt="0"/>
      <dgm:spPr/>
    </dgm:pt>
    <dgm:pt modelId="{A5EE084C-90D7-4CF5-8F05-824E6BEA0B98}" type="pres">
      <dgm:prSet presAssocID="{CEFFB1AC-E0A7-4701-8027-9BFFAAFA93FE}" presName="parentLeftMargin" presStyleLbl="node1" presStyleIdx="3" presStyleCnt="5"/>
      <dgm:spPr/>
      <dgm:t>
        <a:bodyPr/>
        <a:lstStyle/>
        <a:p>
          <a:endParaRPr lang="en-US"/>
        </a:p>
      </dgm:t>
    </dgm:pt>
    <dgm:pt modelId="{E71A6D04-D805-4FBF-ACB7-FE61EFDD2497}" type="pres">
      <dgm:prSet presAssocID="{CEFFB1AC-E0A7-4701-8027-9BFFAAFA93FE}" presName="parentText" presStyleLbl="node1" presStyleIdx="4" presStyleCnt="5">
        <dgm:presLayoutVars>
          <dgm:chMax val="0"/>
          <dgm:bulletEnabled val="1"/>
        </dgm:presLayoutVars>
      </dgm:prSet>
      <dgm:spPr/>
      <dgm:t>
        <a:bodyPr/>
        <a:lstStyle/>
        <a:p>
          <a:endParaRPr lang="en-US"/>
        </a:p>
      </dgm:t>
    </dgm:pt>
    <dgm:pt modelId="{66B60B61-22DF-45C3-831B-2BACD916C1F1}" type="pres">
      <dgm:prSet presAssocID="{CEFFB1AC-E0A7-4701-8027-9BFFAAFA93FE}" presName="negativeSpace" presStyleCnt="0"/>
      <dgm:spPr/>
    </dgm:pt>
    <dgm:pt modelId="{5B51F4C2-E11A-4094-839D-32291C45789B}" type="pres">
      <dgm:prSet presAssocID="{CEFFB1AC-E0A7-4701-8027-9BFFAAFA93FE}" presName="childText" presStyleLbl="conFgAcc1" presStyleIdx="4" presStyleCnt="5">
        <dgm:presLayoutVars>
          <dgm:bulletEnabled val="1"/>
        </dgm:presLayoutVars>
      </dgm:prSet>
      <dgm:spPr/>
    </dgm:pt>
  </dgm:ptLst>
  <dgm:cxnLst>
    <dgm:cxn modelId="{3E1D60B6-94B1-4736-B845-CFDE40AC0A47}" type="presOf" srcId="{C103B5D9-9BFE-48CF-BE65-1548FC514BBD}" destId="{74C0BF00-8134-49CE-9128-E223D2963759}" srcOrd="0" destOrd="0" presId="urn:microsoft.com/office/officeart/2005/8/layout/list1"/>
    <dgm:cxn modelId="{E5847614-B5E1-4617-9712-3AAC76D07B65}" srcId="{C103B5D9-9BFE-48CF-BE65-1548FC514BBD}" destId="{D8D992DE-8E38-48C2-AD22-1860D201B761}" srcOrd="1" destOrd="0" parTransId="{E5A72FF0-5369-4861-AF2F-2958556D978B}" sibTransId="{9D324F52-D130-4EDD-898A-35802CABB998}"/>
    <dgm:cxn modelId="{D4C3C3BE-8FC5-4AC1-A636-7C0E93E06972}" srcId="{C103B5D9-9BFE-48CF-BE65-1548FC514BBD}" destId="{7DC75F3C-EFC1-4261-82FF-A2208C4BBC26}" srcOrd="2" destOrd="0" parTransId="{10F88324-A3EF-44C7-BF61-F29595EB3B7E}" sibTransId="{7A622BDB-2F1C-44C2-A260-8D9C71A99118}"/>
    <dgm:cxn modelId="{57EA6022-8B93-4CCC-B5A0-D4BA65BD028F}" type="presOf" srcId="{7DC75F3C-EFC1-4261-82FF-A2208C4BBC26}" destId="{18601357-2671-4D62-B259-7D352CB2BF2D}" srcOrd="1" destOrd="0" presId="urn:microsoft.com/office/officeart/2005/8/layout/list1"/>
    <dgm:cxn modelId="{64999494-385A-4AD2-9072-F8F3163E68FA}" type="presOf" srcId="{2A370DF0-72D6-4C64-A1DE-3B6F15B03E18}" destId="{1F6D2F9A-52C7-41F8-A759-E7E8C8844D15}" srcOrd="1" destOrd="0" presId="urn:microsoft.com/office/officeart/2005/8/layout/list1"/>
    <dgm:cxn modelId="{F20020E6-A667-4837-BAE3-4C23E896F8C1}" type="presOf" srcId="{641AD12E-ECBE-4DBE-9A76-36FFFEC72216}" destId="{350B828C-56DF-4EA7-B135-8F95CE55898A}" srcOrd="0" destOrd="0" presId="urn:microsoft.com/office/officeart/2005/8/layout/list1"/>
    <dgm:cxn modelId="{4B11980A-01BE-42F3-80B8-EB0587489234}" type="presOf" srcId="{CEFFB1AC-E0A7-4701-8027-9BFFAAFA93FE}" destId="{A5EE084C-90D7-4CF5-8F05-824E6BEA0B98}" srcOrd="0" destOrd="0" presId="urn:microsoft.com/office/officeart/2005/8/layout/list1"/>
    <dgm:cxn modelId="{557614FC-B787-4367-ACF8-8F2302C54A0F}" srcId="{C103B5D9-9BFE-48CF-BE65-1548FC514BBD}" destId="{641AD12E-ECBE-4DBE-9A76-36FFFEC72216}" srcOrd="0" destOrd="0" parTransId="{CFF25869-9E1F-43FB-ACE0-6380DE26EFDE}" sibTransId="{E9E07A2A-53B2-4FFD-8468-DC2A7816FA9F}"/>
    <dgm:cxn modelId="{588DB9DE-8569-4A3B-8E60-F5BEF27F075F}" type="presOf" srcId="{CEFFB1AC-E0A7-4701-8027-9BFFAAFA93FE}" destId="{E71A6D04-D805-4FBF-ACB7-FE61EFDD2497}" srcOrd="1" destOrd="0" presId="urn:microsoft.com/office/officeart/2005/8/layout/list1"/>
    <dgm:cxn modelId="{5FE6D7F2-A34B-4E72-8493-37A74AF80A1C}" type="presOf" srcId="{D8D992DE-8E38-48C2-AD22-1860D201B761}" destId="{5A55D8A6-B78F-4457-81DC-B601FF8FE1A2}" srcOrd="0" destOrd="0" presId="urn:microsoft.com/office/officeart/2005/8/layout/list1"/>
    <dgm:cxn modelId="{76D9005C-BB67-47B8-AD75-5876B422D11D}" srcId="{C103B5D9-9BFE-48CF-BE65-1548FC514BBD}" destId="{CEFFB1AC-E0A7-4701-8027-9BFFAAFA93FE}" srcOrd="4" destOrd="0" parTransId="{84FA339E-CA20-42FD-AE28-6B3CA6ADE98F}" sibTransId="{98BD506E-6146-431E-A3F5-9AF6CB5AFE0E}"/>
    <dgm:cxn modelId="{671EC30A-3119-4365-8A54-EED1897D301A}" type="presOf" srcId="{2A370DF0-72D6-4C64-A1DE-3B6F15B03E18}" destId="{EAB79120-2437-4B39-BB42-A1C2A63F63FD}" srcOrd="0" destOrd="0" presId="urn:microsoft.com/office/officeart/2005/8/layout/list1"/>
    <dgm:cxn modelId="{5799D3C6-0D79-47C7-9BE5-ADF08B08701A}" srcId="{C103B5D9-9BFE-48CF-BE65-1548FC514BBD}" destId="{2A370DF0-72D6-4C64-A1DE-3B6F15B03E18}" srcOrd="3" destOrd="0" parTransId="{312AE873-4270-4EB4-AC38-C7CA33CD6E63}" sibTransId="{EE21B711-248E-4990-BA73-B3A8A87BFAE6}"/>
    <dgm:cxn modelId="{E552D149-68DD-4381-90C8-24B267531E1D}" type="presOf" srcId="{641AD12E-ECBE-4DBE-9A76-36FFFEC72216}" destId="{887601A8-F587-460E-9250-9B2892B5FECE}" srcOrd="1" destOrd="0" presId="urn:microsoft.com/office/officeart/2005/8/layout/list1"/>
    <dgm:cxn modelId="{AED12D91-036A-4426-BF3C-CA7633495C56}" type="presOf" srcId="{D8D992DE-8E38-48C2-AD22-1860D201B761}" destId="{1E9B907B-CAEF-46C5-9001-EE6B29790368}" srcOrd="1" destOrd="0" presId="urn:microsoft.com/office/officeart/2005/8/layout/list1"/>
    <dgm:cxn modelId="{9B79EF24-5066-413E-B3C6-EE74B2D96BE4}" type="presOf" srcId="{7DC75F3C-EFC1-4261-82FF-A2208C4BBC26}" destId="{8A8BB12D-2A6C-449C-B9AE-5633056BBEBC}" srcOrd="0" destOrd="0" presId="urn:microsoft.com/office/officeart/2005/8/layout/list1"/>
    <dgm:cxn modelId="{BAA99BF9-0B84-40CA-8875-CF8EF478DD61}" type="presParOf" srcId="{74C0BF00-8134-49CE-9128-E223D2963759}" destId="{BC9E8F3A-7FB4-40E8-B09B-A6A4A9B2DDD8}" srcOrd="0" destOrd="0" presId="urn:microsoft.com/office/officeart/2005/8/layout/list1"/>
    <dgm:cxn modelId="{EC48FBD2-0806-4351-9519-A70CAC20218B}" type="presParOf" srcId="{BC9E8F3A-7FB4-40E8-B09B-A6A4A9B2DDD8}" destId="{350B828C-56DF-4EA7-B135-8F95CE55898A}" srcOrd="0" destOrd="0" presId="urn:microsoft.com/office/officeart/2005/8/layout/list1"/>
    <dgm:cxn modelId="{929A2632-6DBB-4405-98C8-0FD81B54F42A}" type="presParOf" srcId="{BC9E8F3A-7FB4-40E8-B09B-A6A4A9B2DDD8}" destId="{887601A8-F587-460E-9250-9B2892B5FECE}" srcOrd="1" destOrd="0" presId="urn:microsoft.com/office/officeart/2005/8/layout/list1"/>
    <dgm:cxn modelId="{BD6ECC8A-7A51-48A7-83F5-2B4CCDAAB396}" type="presParOf" srcId="{74C0BF00-8134-49CE-9128-E223D2963759}" destId="{070B3E10-5B02-4D44-A551-94A80D52DB2B}" srcOrd="1" destOrd="0" presId="urn:microsoft.com/office/officeart/2005/8/layout/list1"/>
    <dgm:cxn modelId="{F6EF9544-7306-4EC0-AFEB-4EAC816AB1C2}" type="presParOf" srcId="{74C0BF00-8134-49CE-9128-E223D2963759}" destId="{B1075E80-CE04-4645-8903-7812A790275A}" srcOrd="2" destOrd="0" presId="urn:microsoft.com/office/officeart/2005/8/layout/list1"/>
    <dgm:cxn modelId="{5129D157-26F8-457C-8F6E-BBE0DA0ABD4C}" type="presParOf" srcId="{74C0BF00-8134-49CE-9128-E223D2963759}" destId="{F2BAF79B-696E-473B-856A-512CE1FE2E23}" srcOrd="3" destOrd="0" presId="urn:microsoft.com/office/officeart/2005/8/layout/list1"/>
    <dgm:cxn modelId="{46A5BB5E-21D0-4807-A5E0-F56246248E0B}" type="presParOf" srcId="{74C0BF00-8134-49CE-9128-E223D2963759}" destId="{D823627F-ABA0-44C5-B34F-DD9392862CD1}" srcOrd="4" destOrd="0" presId="urn:microsoft.com/office/officeart/2005/8/layout/list1"/>
    <dgm:cxn modelId="{D991719A-B3CB-4BDF-8F80-86615F27496B}" type="presParOf" srcId="{D823627F-ABA0-44C5-B34F-DD9392862CD1}" destId="{5A55D8A6-B78F-4457-81DC-B601FF8FE1A2}" srcOrd="0" destOrd="0" presId="urn:microsoft.com/office/officeart/2005/8/layout/list1"/>
    <dgm:cxn modelId="{593D4452-608E-4079-822B-DEA4B35DFB5B}" type="presParOf" srcId="{D823627F-ABA0-44C5-B34F-DD9392862CD1}" destId="{1E9B907B-CAEF-46C5-9001-EE6B29790368}" srcOrd="1" destOrd="0" presId="urn:microsoft.com/office/officeart/2005/8/layout/list1"/>
    <dgm:cxn modelId="{BC66C9F7-1301-4137-BCF5-8E458504F3A7}" type="presParOf" srcId="{74C0BF00-8134-49CE-9128-E223D2963759}" destId="{6FBAC028-86E3-45F0-8987-90863CEE18EF}" srcOrd="5" destOrd="0" presId="urn:microsoft.com/office/officeart/2005/8/layout/list1"/>
    <dgm:cxn modelId="{90A3D436-2B43-4CE6-BA0B-605A53E5EB9F}" type="presParOf" srcId="{74C0BF00-8134-49CE-9128-E223D2963759}" destId="{434D1925-1670-4B4A-B864-361EE2CAD57E}" srcOrd="6" destOrd="0" presId="urn:microsoft.com/office/officeart/2005/8/layout/list1"/>
    <dgm:cxn modelId="{0B83F5C4-B9DE-4AA8-9EA6-99466217E2A5}" type="presParOf" srcId="{74C0BF00-8134-49CE-9128-E223D2963759}" destId="{24B4DA75-025C-49E4-97A2-8533C1417922}" srcOrd="7" destOrd="0" presId="urn:microsoft.com/office/officeart/2005/8/layout/list1"/>
    <dgm:cxn modelId="{3567061F-4ED5-4B1F-BFCB-CD2DC1E0D698}" type="presParOf" srcId="{74C0BF00-8134-49CE-9128-E223D2963759}" destId="{715A37E7-0B1C-4BCC-A8FC-5AFD6C791753}" srcOrd="8" destOrd="0" presId="urn:microsoft.com/office/officeart/2005/8/layout/list1"/>
    <dgm:cxn modelId="{EA86B807-F570-40A5-BD54-0EE5A39841A8}" type="presParOf" srcId="{715A37E7-0B1C-4BCC-A8FC-5AFD6C791753}" destId="{8A8BB12D-2A6C-449C-B9AE-5633056BBEBC}" srcOrd="0" destOrd="0" presId="urn:microsoft.com/office/officeart/2005/8/layout/list1"/>
    <dgm:cxn modelId="{F3EB4C5E-9EB2-4C5D-B24F-84FC08052AA3}" type="presParOf" srcId="{715A37E7-0B1C-4BCC-A8FC-5AFD6C791753}" destId="{18601357-2671-4D62-B259-7D352CB2BF2D}" srcOrd="1" destOrd="0" presId="urn:microsoft.com/office/officeart/2005/8/layout/list1"/>
    <dgm:cxn modelId="{4F14B2BA-58D9-4AEA-8142-B50FBB570DE4}" type="presParOf" srcId="{74C0BF00-8134-49CE-9128-E223D2963759}" destId="{6A6ED879-2F5D-4E21-A68E-200D1585175C}" srcOrd="9" destOrd="0" presId="urn:microsoft.com/office/officeart/2005/8/layout/list1"/>
    <dgm:cxn modelId="{134E8323-40FB-447D-9D90-E7E701FFB258}" type="presParOf" srcId="{74C0BF00-8134-49CE-9128-E223D2963759}" destId="{CE209B5F-DD9E-4AD2-81C6-975DD59B171D}" srcOrd="10" destOrd="0" presId="urn:microsoft.com/office/officeart/2005/8/layout/list1"/>
    <dgm:cxn modelId="{F474286E-9EF2-4D84-8C30-2F001A10D952}" type="presParOf" srcId="{74C0BF00-8134-49CE-9128-E223D2963759}" destId="{6148EA9D-1DB7-4AA4-9FEE-3DE33D0E3ED4}" srcOrd="11" destOrd="0" presId="urn:microsoft.com/office/officeart/2005/8/layout/list1"/>
    <dgm:cxn modelId="{4B36BE51-3630-4992-906D-08C94D9028D2}" type="presParOf" srcId="{74C0BF00-8134-49CE-9128-E223D2963759}" destId="{D583D925-4872-4D40-8104-5608ACA05F62}" srcOrd="12" destOrd="0" presId="urn:microsoft.com/office/officeart/2005/8/layout/list1"/>
    <dgm:cxn modelId="{F7ACB545-7F6D-4DFD-8DC4-45907244A0E3}" type="presParOf" srcId="{D583D925-4872-4D40-8104-5608ACA05F62}" destId="{EAB79120-2437-4B39-BB42-A1C2A63F63FD}" srcOrd="0" destOrd="0" presId="urn:microsoft.com/office/officeart/2005/8/layout/list1"/>
    <dgm:cxn modelId="{223DA806-B399-4DFD-ACB8-D269AECC4399}" type="presParOf" srcId="{D583D925-4872-4D40-8104-5608ACA05F62}" destId="{1F6D2F9A-52C7-41F8-A759-E7E8C8844D15}" srcOrd="1" destOrd="0" presId="urn:microsoft.com/office/officeart/2005/8/layout/list1"/>
    <dgm:cxn modelId="{386E3F94-14E6-41F1-8226-C0E568FCF937}" type="presParOf" srcId="{74C0BF00-8134-49CE-9128-E223D2963759}" destId="{2CB997BE-4B68-462E-9D68-7365ECA5C65A}" srcOrd="13" destOrd="0" presId="urn:microsoft.com/office/officeart/2005/8/layout/list1"/>
    <dgm:cxn modelId="{70344D47-050B-435F-8D30-86FA09E9E35E}" type="presParOf" srcId="{74C0BF00-8134-49CE-9128-E223D2963759}" destId="{4DA5CAC4-AB6B-4182-88E2-0E310EE74C3E}" srcOrd="14" destOrd="0" presId="urn:microsoft.com/office/officeart/2005/8/layout/list1"/>
    <dgm:cxn modelId="{474C5BBB-B172-44CE-B81D-41CB93046721}" type="presParOf" srcId="{74C0BF00-8134-49CE-9128-E223D2963759}" destId="{23CEDF6A-330D-4598-B19A-F990FD419538}" srcOrd="15" destOrd="0" presId="urn:microsoft.com/office/officeart/2005/8/layout/list1"/>
    <dgm:cxn modelId="{BDBAAA77-4C85-4C93-AE05-D45A7B275490}" type="presParOf" srcId="{74C0BF00-8134-49CE-9128-E223D2963759}" destId="{2FD17EA6-4969-486E-9C05-23EC5D526510}" srcOrd="16" destOrd="0" presId="urn:microsoft.com/office/officeart/2005/8/layout/list1"/>
    <dgm:cxn modelId="{AD4879B6-6AD1-4688-BE09-035DAA2BBB4C}" type="presParOf" srcId="{2FD17EA6-4969-486E-9C05-23EC5D526510}" destId="{A5EE084C-90D7-4CF5-8F05-824E6BEA0B98}" srcOrd="0" destOrd="0" presId="urn:microsoft.com/office/officeart/2005/8/layout/list1"/>
    <dgm:cxn modelId="{C0F1C8E3-13E2-4CB4-B91E-682B6A8993CD}" type="presParOf" srcId="{2FD17EA6-4969-486E-9C05-23EC5D526510}" destId="{E71A6D04-D805-4FBF-ACB7-FE61EFDD2497}" srcOrd="1" destOrd="0" presId="urn:microsoft.com/office/officeart/2005/8/layout/list1"/>
    <dgm:cxn modelId="{654601DB-3763-4FC5-BD05-A42DDFF8D2EB}" type="presParOf" srcId="{74C0BF00-8134-49CE-9128-E223D2963759}" destId="{66B60B61-22DF-45C3-831B-2BACD916C1F1}" srcOrd="17" destOrd="0" presId="urn:microsoft.com/office/officeart/2005/8/layout/list1"/>
    <dgm:cxn modelId="{8CE22A7A-A565-41DE-A1AB-B35C06C25D16}" type="presParOf" srcId="{74C0BF00-8134-49CE-9128-E223D2963759}" destId="{5B51F4C2-E11A-4094-839D-32291C45789B}" srcOrd="18" destOrd="0" presId="urn:microsoft.com/office/officeart/2005/8/layout/list1"/>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1075E80-CE04-4645-8903-7812A790275A}">
      <dsp:nvSpPr>
        <dsp:cNvPr id="0" name=""/>
        <dsp:cNvSpPr/>
      </dsp:nvSpPr>
      <dsp:spPr>
        <a:xfrm>
          <a:off x="0" y="252699"/>
          <a:ext cx="3200400" cy="378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87601A8-F587-460E-9250-9B2892B5FECE}">
      <dsp:nvSpPr>
        <dsp:cNvPr id="0" name=""/>
        <dsp:cNvSpPr/>
      </dsp:nvSpPr>
      <dsp:spPr>
        <a:xfrm>
          <a:off x="160020" y="31299"/>
          <a:ext cx="2240280"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677" tIns="0" rIns="84677" bIns="0" numCol="1" spcCol="1270" anchor="ctr" anchorCtr="0">
          <a:noAutofit/>
        </a:bodyPr>
        <a:lstStyle/>
        <a:p>
          <a:pPr lvl="0" algn="l" defTabSz="1066800">
            <a:lnSpc>
              <a:spcPct val="90000"/>
            </a:lnSpc>
            <a:spcBef>
              <a:spcPct val="0"/>
            </a:spcBef>
            <a:spcAft>
              <a:spcPct val="35000"/>
            </a:spcAft>
          </a:pPr>
          <a:r>
            <a:rPr lang="en-US" sz="2400" kern="1200" dirty="0" smtClean="0"/>
            <a:t>Task</a:t>
          </a:r>
          <a:endParaRPr lang="en-US" sz="2400" kern="1200" dirty="0"/>
        </a:p>
      </dsp:txBody>
      <dsp:txXfrm>
        <a:off x="160020" y="31299"/>
        <a:ext cx="2240280" cy="442800"/>
      </dsp:txXfrm>
    </dsp:sp>
    <dsp:sp modelId="{434D1925-1670-4B4A-B864-361EE2CAD57E}">
      <dsp:nvSpPr>
        <dsp:cNvPr id="0" name=""/>
        <dsp:cNvSpPr/>
      </dsp:nvSpPr>
      <dsp:spPr>
        <a:xfrm>
          <a:off x="0" y="933100"/>
          <a:ext cx="3200400" cy="378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9B907B-CAEF-46C5-9001-EE6B29790368}">
      <dsp:nvSpPr>
        <dsp:cNvPr id="0" name=""/>
        <dsp:cNvSpPr/>
      </dsp:nvSpPr>
      <dsp:spPr>
        <a:xfrm>
          <a:off x="160020" y="711699"/>
          <a:ext cx="2240280"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677" tIns="0" rIns="84677" bIns="0" numCol="1" spcCol="1270" anchor="ctr" anchorCtr="0">
          <a:noAutofit/>
        </a:bodyPr>
        <a:lstStyle/>
        <a:p>
          <a:pPr lvl="0" algn="l" defTabSz="1066800">
            <a:lnSpc>
              <a:spcPct val="90000"/>
            </a:lnSpc>
            <a:spcBef>
              <a:spcPct val="0"/>
            </a:spcBef>
            <a:spcAft>
              <a:spcPct val="35000"/>
            </a:spcAft>
          </a:pPr>
          <a:r>
            <a:rPr lang="en-US" sz="2400" kern="1200" dirty="0" smtClean="0"/>
            <a:t>Duration</a:t>
          </a:r>
          <a:endParaRPr lang="en-US" sz="2400" kern="1200" dirty="0"/>
        </a:p>
      </dsp:txBody>
      <dsp:txXfrm>
        <a:off x="160020" y="711699"/>
        <a:ext cx="2240280" cy="442800"/>
      </dsp:txXfrm>
    </dsp:sp>
    <dsp:sp modelId="{CE209B5F-DD9E-4AD2-81C6-975DD59B171D}">
      <dsp:nvSpPr>
        <dsp:cNvPr id="0" name=""/>
        <dsp:cNvSpPr/>
      </dsp:nvSpPr>
      <dsp:spPr>
        <a:xfrm>
          <a:off x="0" y="1613500"/>
          <a:ext cx="3200400" cy="378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601357-2671-4D62-B259-7D352CB2BF2D}">
      <dsp:nvSpPr>
        <dsp:cNvPr id="0" name=""/>
        <dsp:cNvSpPr/>
      </dsp:nvSpPr>
      <dsp:spPr>
        <a:xfrm>
          <a:off x="160020" y="1392100"/>
          <a:ext cx="2240280"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677" tIns="0" rIns="84677" bIns="0" numCol="1" spcCol="1270" anchor="ctr" anchorCtr="0">
          <a:noAutofit/>
        </a:bodyPr>
        <a:lstStyle/>
        <a:p>
          <a:pPr lvl="0" algn="l" defTabSz="1066800">
            <a:lnSpc>
              <a:spcPct val="90000"/>
            </a:lnSpc>
            <a:spcBef>
              <a:spcPct val="0"/>
            </a:spcBef>
            <a:spcAft>
              <a:spcPct val="35000"/>
            </a:spcAft>
          </a:pPr>
          <a:r>
            <a:rPr lang="en-US" sz="2400" kern="1200" dirty="0" smtClean="0"/>
            <a:t>Start</a:t>
          </a:r>
          <a:endParaRPr lang="en-US" sz="2400" kern="1200" dirty="0"/>
        </a:p>
      </dsp:txBody>
      <dsp:txXfrm>
        <a:off x="160020" y="1392100"/>
        <a:ext cx="2240280" cy="442800"/>
      </dsp:txXfrm>
    </dsp:sp>
    <dsp:sp modelId="{5B51F4C2-E11A-4094-839D-32291C45789B}">
      <dsp:nvSpPr>
        <dsp:cNvPr id="0" name=""/>
        <dsp:cNvSpPr/>
      </dsp:nvSpPr>
      <dsp:spPr>
        <a:xfrm>
          <a:off x="0" y="2293900"/>
          <a:ext cx="3200400" cy="378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71A6D04-D805-4FBF-ACB7-FE61EFDD2497}">
      <dsp:nvSpPr>
        <dsp:cNvPr id="0" name=""/>
        <dsp:cNvSpPr/>
      </dsp:nvSpPr>
      <dsp:spPr>
        <a:xfrm>
          <a:off x="160020" y="2072500"/>
          <a:ext cx="2240280"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677" tIns="0" rIns="84677" bIns="0" numCol="1" spcCol="1270" anchor="ctr" anchorCtr="0">
          <a:noAutofit/>
        </a:bodyPr>
        <a:lstStyle/>
        <a:p>
          <a:pPr lvl="0" algn="l" defTabSz="1066800">
            <a:lnSpc>
              <a:spcPct val="90000"/>
            </a:lnSpc>
            <a:spcBef>
              <a:spcPct val="0"/>
            </a:spcBef>
            <a:spcAft>
              <a:spcPct val="35000"/>
            </a:spcAft>
          </a:pPr>
          <a:r>
            <a:rPr lang="en-US" sz="2400" kern="1200" dirty="0" smtClean="0"/>
            <a:t>Finish</a:t>
          </a:r>
          <a:endParaRPr lang="en-US" sz="2400" kern="1200" dirty="0"/>
        </a:p>
      </dsp:txBody>
      <dsp:txXfrm>
        <a:off x="160020" y="2072500"/>
        <a:ext cx="2240280" cy="442800"/>
      </dsp:txXfrm>
    </dsp:sp>
    <dsp:sp modelId="{7FB08EE3-1529-4ED7-819B-55FB7C3A189F}">
      <dsp:nvSpPr>
        <dsp:cNvPr id="0" name=""/>
        <dsp:cNvSpPr/>
      </dsp:nvSpPr>
      <dsp:spPr>
        <a:xfrm>
          <a:off x="0" y="2974300"/>
          <a:ext cx="3200400" cy="378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9A1C9B2-6AD6-442D-B8FE-A90C29FE73F1}">
      <dsp:nvSpPr>
        <dsp:cNvPr id="0" name=""/>
        <dsp:cNvSpPr/>
      </dsp:nvSpPr>
      <dsp:spPr>
        <a:xfrm>
          <a:off x="160020" y="2752900"/>
          <a:ext cx="2240280"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677" tIns="0" rIns="84677" bIns="0" numCol="1" spcCol="1270" anchor="ctr" anchorCtr="0">
          <a:noAutofit/>
        </a:bodyPr>
        <a:lstStyle/>
        <a:p>
          <a:pPr lvl="0" algn="l" defTabSz="1066800">
            <a:lnSpc>
              <a:spcPct val="90000"/>
            </a:lnSpc>
            <a:spcBef>
              <a:spcPct val="0"/>
            </a:spcBef>
            <a:spcAft>
              <a:spcPct val="35000"/>
            </a:spcAft>
          </a:pPr>
          <a:r>
            <a:rPr lang="en-US" sz="2400" kern="1200" dirty="0" smtClean="0"/>
            <a:t>Predecessors</a:t>
          </a:r>
          <a:endParaRPr lang="en-US" sz="2400" kern="1200" dirty="0"/>
        </a:p>
      </dsp:txBody>
      <dsp:txXfrm>
        <a:off x="160020" y="2752900"/>
        <a:ext cx="2240280" cy="442800"/>
      </dsp:txXfrm>
    </dsp:sp>
    <dsp:sp modelId="{4996A166-40C2-4E75-8F6E-1F7F04529C59}">
      <dsp:nvSpPr>
        <dsp:cNvPr id="0" name=""/>
        <dsp:cNvSpPr/>
      </dsp:nvSpPr>
      <dsp:spPr>
        <a:xfrm>
          <a:off x="0" y="3654700"/>
          <a:ext cx="3200400" cy="378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9231FBA-324A-41CA-BC43-8B5D3FDEC838}">
      <dsp:nvSpPr>
        <dsp:cNvPr id="0" name=""/>
        <dsp:cNvSpPr/>
      </dsp:nvSpPr>
      <dsp:spPr>
        <a:xfrm>
          <a:off x="160020" y="3433300"/>
          <a:ext cx="2240280"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677" tIns="0" rIns="84677" bIns="0" numCol="1" spcCol="1270" anchor="ctr" anchorCtr="0">
          <a:noAutofit/>
        </a:bodyPr>
        <a:lstStyle/>
        <a:p>
          <a:pPr lvl="0" algn="l" defTabSz="1066800">
            <a:lnSpc>
              <a:spcPct val="90000"/>
            </a:lnSpc>
            <a:spcBef>
              <a:spcPct val="0"/>
            </a:spcBef>
            <a:spcAft>
              <a:spcPct val="35000"/>
            </a:spcAft>
          </a:pPr>
          <a:r>
            <a:rPr lang="en-US" sz="2400" kern="1200" dirty="0" smtClean="0"/>
            <a:t>Successors</a:t>
          </a:r>
          <a:endParaRPr lang="en-US" sz="2400" kern="1200" dirty="0"/>
        </a:p>
      </dsp:txBody>
      <dsp:txXfrm>
        <a:off x="160020" y="3433300"/>
        <a:ext cx="2240280" cy="442800"/>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1075E80-CE04-4645-8903-7812A790275A}">
      <dsp:nvSpPr>
        <dsp:cNvPr id="0" name=""/>
        <dsp:cNvSpPr/>
      </dsp:nvSpPr>
      <dsp:spPr>
        <a:xfrm>
          <a:off x="0" y="305079"/>
          <a:ext cx="3200400"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87601A8-F587-460E-9250-9B2892B5FECE}">
      <dsp:nvSpPr>
        <dsp:cNvPr id="0" name=""/>
        <dsp:cNvSpPr/>
      </dsp:nvSpPr>
      <dsp:spPr>
        <a:xfrm>
          <a:off x="160020" y="39399"/>
          <a:ext cx="2240280"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677" tIns="0" rIns="84677" bIns="0" numCol="1" spcCol="1270" anchor="ctr" anchorCtr="0">
          <a:noAutofit/>
        </a:bodyPr>
        <a:lstStyle/>
        <a:p>
          <a:pPr lvl="0" algn="l" defTabSz="1066800">
            <a:lnSpc>
              <a:spcPct val="90000"/>
            </a:lnSpc>
            <a:spcBef>
              <a:spcPct val="0"/>
            </a:spcBef>
            <a:spcAft>
              <a:spcPct val="35000"/>
            </a:spcAft>
          </a:pPr>
          <a:r>
            <a:rPr lang="en-US" sz="2400" kern="1200" dirty="0" smtClean="0"/>
            <a:t>Resource</a:t>
          </a:r>
          <a:endParaRPr lang="en-US" sz="2400" kern="1200" dirty="0"/>
        </a:p>
      </dsp:txBody>
      <dsp:txXfrm>
        <a:off x="160020" y="39399"/>
        <a:ext cx="2240280" cy="531360"/>
      </dsp:txXfrm>
    </dsp:sp>
    <dsp:sp modelId="{434D1925-1670-4B4A-B864-361EE2CAD57E}">
      <dsp:nvSpPr>
        <dsp:cNvPr id="0" name=""/>
        <dsp:cNvSpPr/>
      </dsp:nvSpPr>
      <dsp:spPr>
        <a:xfrm>
          <a:off x="0" y="1121559"/>
          <a:ext cx="3200400"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9B907B-CAEF-46C5-9001-EE6B29790368}">
      <dsp:nvSpPr>
        <dsp:cNvPr id="0" name=""/>
        <dsp:cNvSpPr/>
      </dsp:nvSpPr>
      <dsp:spPr>
        <a:xfrm>
          <a:off x="160020" y="855879"/>
          <a:ext cx="2240280"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677" tIns="0" rIns="84677" bIns="0" numCol="1" spcCol="1270" anchor="ctr" anchorCtr="0">
          <a:noAutofit/>
        </a:bodyPr>
        <a:lstStyle/>
        <a:p>
          <a:pPr lvl="0" algn="l" defTabSz="1066800">
            <a:lnSpc>
              <a:spcPct val="90000"/>
            </a:lnSpc>
            <a:spcBef>
              <a:spcPct val="0"/>
            </a:spcBef>
            <a:spcAft>
              <a:spcPct val="35000"/>
            </a:spcAft>
          </a:pPr>
          <a:r>
            <a:rPr lang="en-US" sz="2400" kern="1200" dirty="0" smtClean="0"/>
            <a:t>Work</a:t>
          </a:r>
          <a:endParaRPr lang="en-US" sz="2400" kern="1200" dirty="0"/>
        </a:p>
      </dsp:txBody>
      <dsp:txXfrm>
        <a:off x="160020" y="855879"/>
        <a:ext cx="2240280" cy="531360"/>
      </dsp:txXfrm>
    </dsp:sp>
    <dsp:sp modelId="{CE209B5F-DD9E-4AD2-81C6-975DD59B171D}">
      <dsp:nvSpPr>
        <dsp:cNvPr id="0" name=""/>
        <dsp:cNvSpPr/>
      </dsp:nvSpPr>
      <dsp:spPr>
        <a:xfrm>
          <a:off x="0" y="1938039"/>
          <a:ext cx="3200400"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601357-2671-4D62-B259-7D352CB2BF2D}">
      <dsp:nvSpPr>
        <dsp:cNvPr id="0" name=""/>
        <dsp:cNvSpPr/>
      </dsp:nvSpPr>
      <dsp:spPr>
        <a:xfrm>
          <a:off x="160020" y="1672359"/>
          <a:ext cx="2240280"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677" tIns="0" rIns="84677" bIns="0" numCol="1" spcCol="1270" anchor="ctr" anchorCtr="0">
          <a:noAutofit/>
        </a:bodyPr>
        <a:lstStyle/>
        <a:p>
          <a:pPr lvl="0" algn="l" defTabSz="1066800">
            <a:lnSpc>
              <a:spcPct val="90000"/>
            </a:lnSpc>
            <a:spcBef>
              <a:spcPct val="0"/>
            </a:spcBef>
            <a:spcAft>
              <a:spcPct val="35000"/>
            </a:spcAft>
          </a:pPr>
          <a:r>
            <a:rPr lang="en-US" sz="2400" kern="1200" dirty="0" smtClean="0"/>
            <a:t>Recurring Task</a:t>
          </a:r>
          <a:endParaRPr lang="en-US" sz="2400" kern="1200" dirty="0"/>
        </a:p>
      </dsp:txBody>
      <dsp:txXfrm>
        <a:off x="160020" y="1672359"/>
        <a:ext cx="2240280" cy="531360"/>
      </dsp:txXfrm>
    </dsp:sp>
    <dsp:sp modelId="{4DA5CAC4-AB6B-4182-88E2-0E310EE74C3E}">
      <dsp:nvSpPr>
        <dsp:cNvPr id="0" name=""/>
        <dsp:cNvSpPr/>
      </dsp:nvSpPr>
      <dsp:spPr>
        <a:xfrm>
          <a:off x="0" y="2754520"/>
          <a:ext cx="3200400"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F6D2F9A-52C7-41F8-A759-E7E8C8844D15}">
      <dsp:nvSpPr>
        <dsp:cNvPr id="0" name=""/>
        <dsp:cNvSpPr/>
      </dsp:nvSpPr>
      <dsp:spPr>
        <a:xfrm>
          <a:off x="160020" y="2488840"/>
          <a:ext cx="2240280"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677" tIns="0" rIns="84677" bIns="0" numCol="1" spcCol="1270" anchor="ctr" anchorCtr="0">
          <a:noAutofit/>
        </a:bodyPr>
        <a:lstStyle/>
        <a:p>
          <a:pPr lvl="0" algn="l" defTabSz="1066800">
            <a:lnSpc>
              <a:spcPct val="90000"/>
            </a:lnSpc>
            <a:spcBef>
              <a:spcPct val="0"/>
            </a:spcBef>
            <a:spcAft>
              <a:spcPct val="35000"/>
            </a:spcAft>
          </a:pPr>
          <a:r>
            <a:rPr lang="en-US" sz="2400" kern="1200" dirty="0" smtClean="0"/>
            <a:t>Summary Task</a:t>
          </a:r>
          <a:endParaRPr lang="en-US" sz="2400" kern="1200" dirty="0"/>
        </a:p>
      </dsp:txBody>
      <dsp:txXfrm>
        <a:off x="160020" y="2488840"/>
        <a:ext cx="2240280" cy="531360"/>
      </dsp:txXfrm>
    </dsp:sp>
    <dsp:sp modelId="{5B51F4C2-E11A-4094-839D-32291C45789B}">
      <dsp:nvSpPr>
        <dsp:cNvPr id="0" name=""/>
        <dsp:cNvSpPr/>
      </dsp:nvSpPr>
      <dsp:spPr>
        <a:xfrm>
          <a:off x="0" y="3571000"/>
          <a:ext cx="3200400"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71A6D04-D805-4FBF-ACB7-FE61EFDD2497}">
      <dsp:nvSpPr>
        <dsp:cNvPr id="0" name=""/>
        <dsp:cNvSpPr/>
      </dsp:nvSpPr>
      <dsp:spPr>
        <a:xfrm>
          <a:off x="160020" y="3305320"/>
          <a:ext cx="2240280"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677" tIns="0" rIns="84677" bIns="0" numCol="1" spcCol="1270" anchor="ctr" anchorCtr="0">
          <a:noAutofit/>
        </a:bodyPr>
        <a:lstStyle/>
        <a:p>
          <a:pPr lvl="0" algn="l" defTabSz="1066800">
            <a:lnSpc>
              <a:spcPct val="90000"/>
            </a:lnSpc>
            <a:spcBef>
              <a:spcPct val="0"/>
            </a:spcBef>
            <a:spcAft>
              <a:spcPct val="35000"/>
            </a:spcAft>
          </a:pPr>
          <a:r>
            <a:rPr lang="en-US" sz="2400" kern="1200" dirty="0" smtClean="0"/>
            <a:t>Schedule</a:t>
          </a:r>
          <a:endParaRPr lang="en-US" sz="2400" kern="1200" dirty="0"/>
        </a:p>
      </dsp:txBody>
      <dsp:txXfrm>
        <a:off x="160020" y="3305320"/>
        <a:ext cx="2240280" cy="53136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F74688-041D-4FC9-902F-D5E3D355A780}" type="datetimeFigureOut">
              <a:rPr lang="en-US" smtClean="0"/>
              <a:pPr/>
              <a:t>12/9/2021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FF8F4A-5E88-493E-905F-12CD3520EA5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vi-VN" dirty="0"/>
          </a:p>
        </p:txBody>
      </p:sp>
      <p:sp>
        <p:nvSpPr>
          <p:cNvPr id="4" name="Slide Number Placeholder 3"/>
          <p:cNvSpPr>
            <a:spLocks noGrp="1"/>
          </p:cNvSpPr>
          <p:nvPr>
            <p:ph type="sldNum" sz="quarter" idx="10"/>
          </p:nvPr>
        </p:nvSpPr>
        <p:spPr/>
        <p:txBody>
          <a:bodyPr/>
          <a:lstStyle/>
          <a:p>
            <a:fld id="{AC178477-3A7F-46B4-B8E5-FEA979F7C6DC}" type="slidenum">
              <a:rPr lang="vi-VN" smtClean="0"/>
              <a:pPr/>
              <a:t>5</a:t>
            </a:fld>
            <a:endParaRPr lang="vi-V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35C43B9-1B5B-487E-9475-53D990437C3F}" type="datetimeFigureOut">
              <a:rPr lang="en-US" smtClean="0"/>
              <a:pPr/>
              <a:t>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5C43B9-1B5B-487E-9475-53D990437C3F}" type="datetimeFigureOut">
              <a:rPr lang="en-US" smtClean="0"/>
              <a:pPr/>
              <a:t>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35C43B9-1B5B-487E-9475-53D990437C3F}" type="datetimeFigureOut">
              <a:rPr lang="en-US" smtClean="0"/>
              <a:pPr/>
              <a:t>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35C43B9-1B5B-487E-9475-53D990437C3F}" type="datetimeFigureOut">
              <a:rPr lang="en-US" smtClean="0"/>
              <a:pPr/>
              <a:t>12/9/2021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35C43B9-1B5B-487E-9475-53D990437C3F}" type="datetimeFigureOut">
              <a:rPr lang="en-US" smtClean="0"/>
              <a:pPr/>
              <a:t>12/9/2021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35C43B9-1B5B-487E-9475-53D990437C3F}" type="datetimeFigureOut">
              <a:rPr lang="en-US" smtClean="0"/>
              <a:pPr/>
              <a:t>12/9/2021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5C43B9-1B5B-487E-9475-53D990437C3F}" type="datetimeFigureOut">
              <a:rPr lang="en-US" smtClean="0"/>
              <a:pPr/>
              <a:t>12/9/2021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5C43B9-1B5B-487E-9475-53D990437C3F}" type="datetimeFigureOut">
              <a:rPr lang="en-US" smtClean="0"/>
              <a:pPr/>
              <a:t>12/9/2021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5C43B9-1B5B-487E-9475-53D990437C3F}" type="datetimeFigureOut">
              <a:rPr lang="en-US" smtClean="0"/>
              <a:pPr/>
              <a:t>12/9/2021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5C43B9-1B5B-487E-9475-53D990437C3F}" type="datetimeFigureOut">
              <a:rPr lang="en-US" smtClean="0"/>
              <a:pPr/>
              <a:t>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5C43B9-1B5B-487E-9475-53D990437C3F}" type="datetimeFigureOut">
              <a:rPr lang="en-US" smtClean="0"/>
              <a:pPr/>
              <a:t>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5C43B9-1B5B-487E-9475-53D990437C3F}" type="datetimeFigureOut">
              <a:rPr lang="en-US" smtClean="0"/>
              <a:pPr/>
              <a:t>12/9/2021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1BC74E-99FC-4AD3-80E3-205DCB542E0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support.microsoft.com/en-us/office/change-the-default-time-unit-for-work-ce6dab74-d91e-4069-912a-8ca754bd9183"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support.microsoft.com/en-us/office/actual-work-fields-24a92558-1d3f-4013-975e-7b2842fa0d2b"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support.microsoft.com/en-us/office/actual-cost-fields-b4edba82-9f2c-43a3-8e3a-43076b679fce"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support.microsoft.com/en-us/office/bcws-fields-db87915c-6090-4650-a4d8-511996989a1d"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support.microsoft.com/en-us/office/bcwp-earned-value-or-ev-fields-e0c570ea-9c7b-4864-8a6b-920ed0f7b847"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support.microsoft.com/en-us/office/acwp-fields-710a1c21-b9f1-4516-9c78-986e87345277"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r>
              <a:rPr lang="en-US" sz="6000" dirty="0" smtClean="0"/>
              <a:t>MS Project</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6000750" y="2381250"/>
            <a:ext cx="2762250" cy="211455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0"/>
            <a:ext cx="5562600" cy="4191000"/>
          </a:xfrm>
        </p:spPr>
        <p:txBody>
          <a:bodyPr/>
          <a:lstStyle/>
          <a:p>
            <a:pPr>
              <a:buFont typeface="Wingdings" pitchFamily="2" charset="2"/>
              <a:buChar char="Ø"/>
            </a:pPr>
            <a:endParaRPr lang="en-US" sz="2200" i="1" dirty="0" smtClean="0">
              <a:solidFill>
                <a:srgbClr val="C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54864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638800" cy="4525963"/>
          </a:xfrm>
        </p:spPr>
        <p:txBody>
          <a:bodyPr/>
          <a:lstStyle/>
          <a:p>
            <a:pPr marL="457200" indent="-457200">
              <a:buFont typeface="+mj-lt"/>
              <a:buAutoNum type="arabicPeriod"/>
            </a:pPr>
            <a:endParaRPr lang="en-US" sz="2400" dirty="0" smtClean="0">
              <a:latin typeface="+mj-lt"/>
            </a:endParaRP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Terms</a:t>
            </a:r>
            <a:endParaRPr lang="vi-VN" dirty="0">
              <a:latin typeface="Arial" pitchFamily="34" charset="0"/>
              <a:cs typeface="Arial" pitchFamily="34" charset="0"/>
            </a:endParaRPr>
          </a:p>
        </p:txBody>
      </p:sp>
      <p:graphicFrame>
        <p:nvGraphicFramePr>
          <p:cNvPr id="4" name="Diagram 3"/>
          <p:cNvGraphicFramePr/>
          <p:nvPr/>
        </p:nvGraphicFramePr>
        <p:xfrm>
          <a:off x="685800" y="1752600"/>
          <a:ext cx="32004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p:cNvGraphicFramePr/>
          <p:nvPr/>
        </p:nvGraphicFramePr>
        <p:xfrm>
          <a:off x="4953000" y="1752600"/>
          <a:ext cx="3200400" cy="4064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Edit Project Information (I)</a:t>
            </a:r>
            <a:endParaRPr lang="en-US" dirty="0"/>
          </a:p>
        </p:txBody>
      </p:sp>
      <p:pic>
        <p:nvPicPr>
          <p:cNvPr id="4" name="Picture 6"/>
          <p:cNvPicPr>
            <a:picLocks noChangeAspect="1" noChangeArrowheads="1"/>
          </p:cNvPicPr>
          <p:nvPr/>
        </p:nvPicPr>
        <p:blipFill>
          <a:blip r:embed="rId2" cstate="print"/>
          <a:srcRect/>
          <a:stretch>
            <a:fillRect/>
          </a:stretch>
        </p:blipFill>
        <p:spPr bwMode="auto">
          <a:xfrm>
            <a:off x="1981200" y="2438400"/>
            <a:ext cx="4667250" cy="2943225"/>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Edit Project Information (II)</a:t>
            </a:r>
            <a:endParaRPr lang="en-US" dirty="0"/>
          </a:p>
        </p:txBody>
      </p:sp>
      <p:pic>
        <p:nvPicPr>
          <p:cNvPr id="9" name="Picture 5"/>
          <p:cNvPicPr>
            <a:picLocks noChangeAspect="1" noChangeArrowheads="1"/>
          </p:cNvPicPr>
          <p:nvPr/>
        </p:nvPicPr>
        <p:blipFill>
          <a:blip r:embed="rId2" cstate="print"/>
          <a:srcRect/>
          <a:stretch>
            <a:fillRect/>
          </a:stretch>
        </p:blipFill>
        <p:spPr bwMode="auto">
          <a:xfrm>
            <a:off x="1828800" y="2209800"/>
            <a:ext cx="5314950" cy="35433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Enter a Task</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95300" y="2371725"/>
            <a:ext cx="8153400" cy="258127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Insert a </a:t>
            </a:r>
            <a:r>
              <a:rPr lang="en-US" dirty="0" smtClean="0"/>
              <a:t>Task</a:t>
            </a:r>
            <a:endParaRPr lang="en-US" dirty="0"/>
          </a:p>
        </p:txBody>
      </p:sp>
      <p:pic>
        <p:nvPicPr>
          <p:cNvPr id="3075" name="Picture 3"/>
          <p:cNvPicPr>
            <a:picLocks noChangeAspect="1" noChangeArrowheads="1"/>
          </p:cNvPicPr>
          <p:nvPr/>
        </p:nvPicPr>
        <p:blipFill>
          <a:blip r:embed="rId2" cstate="print"/>
          <a:srcRect/>
          <a:stretch>
            <a:fillRect/>
          </a:stretch>
        </p:blipFill>
        <p:spPr bwMode="auto">
          <a:xfrm>
            <a:off x="457200" y="2057400"/>
            <a:ext cx="8143875" cy="402907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Eslaped Duration</a:t>
            </a:r>
            <a:endParaRPr lang="en-US" dirty="0"/>
          </a:p>
        </p:txBody>
      </p:sp>
      <p:pic>
        <p:nvPicPr>
          <p:cNvPr id="4099" name="Picture 3"/>
          <p:cNvPicPr>
            <a:picLocks noChangeAspect="1" noChangeArrowheads="1"/>
          </p:cNvPicPr>
          <p:nvPr/>
        </p:nvPicPr>
        <p:blipFill>
          <a:blip r:embed="rId2" cstate="print"/>
          <a:srcRect/>
          <a:stretch>
            <a:fillRect/>
          </a:stretch>
        </p:blipFill>
        <p:spPr bwMode="auto">
          <a:xfrm>
            <a:off x="990600" y="1676400"/>
            <a:ext cx="7096125" cy="46482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Calendar Option</a:t>
            </a:r>
            <a:endParaRPr lang="en-US" dirty="0"/>
          </a:p>
        </p:txBody>
      </p:sp>
      <p:pic>
        <p:nvPicPr>
          <p:cNvPr id="5123" name="Picture 3"/>
          <p:cNvPicPr>
            <a:picLocks noChangeAspect="1" noChangeArrowheads="1"/>
          </p:cNvPicPr>
          <p:nvPr/>
        </p:nvPicPr>
        <p:blipFill>
          <a:blip r:embed="rId2" cstate="print"/>
          <a:srcRect/>
          <a:stretch>
            <a:fillRect/>
          </a:stretch>
        </p:blipFill>
        <p:spPr bwMode="auto">
          <a:xfrm>
            <a:off x="1981200" y="2209800"/>
            <a:ext cx="5200650" cy="367665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Milestone</a:t>
            </a:r>
            <a:endParaRPr lang="en-US" dirty="0"/>
          </a:p>
        </p:txBody>
      </p:sp>
      <p:pic>
        <p:nvPicPr>
          <p:cNvPr id="6146" name="Picture 2"/>
          <p:cNvPicPr>
            <a:picLocks noChangeAspect="1" noChangeArrowheads="1"/>
          </p:cNvPicPr>
          <p:nvPr/>
        </p:nvPicPr>
        <p:blipFill>
          <a:blip r:embed="rId2" cstate="print"/>
          <a:srcRect/>
          <a:stretch>
            <a:fillRect/>
          </a:stretch>
        </p:blipFill>
        <p:spPr bwMode="auto">
          <a:xfrm>
            <a:off x="1609725" y="1619250"/>
            <a:ext cx="5924550" cy="36195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Tasks</a:t>
            </a:r>
            <a:endParaRPr lang="en-US" dirty="0"/>
          </a:p>
        </p:txBody>
      </p:sp>
      <p:pic>
        <p:nvPicPr>
          <p:cNvPr id="7171" name="Picture 3"/>
          <p:cNvPicPr>
            <a:picLocks noChangeAspect="1" noChangeArrowheads="1"/>
          </p:cNvPicPr>
          <p:nvPr/>
        </p:nvPicPr>
        <p:blipFill>
          <a:blip r:embed="rId2" cstate="print"/>
          <a:srcRect/>
          <a:stretch>
            <a:fillRect/>
          </a:stretch>
        </p:blipFill>
        <p:spPr bwMode="auto">
          <a:xfrm>
            <a:off x="1371600" y="1676400"/>
            <a:ext cx="6429375" cy="466725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Link Tasks</a:t>
            </a:r>
            <a:endParaRPr lang="en-US" dirty="0"/>
          </a:p>
        </p:txBody>
      </p:sp>
      <p:pic>
        <p:nvPicPr>
          <p:cNvPr id="8195" name="Picture 3"/>
          <p:cNvPicPr>
            <a:picLocks noChangeAspect="1" noChangeArrowheads="1"/>
          </p:cNvPicPr>
          <p:nvPr/>
        </p:nvPicPr>
        <p:blipFill>
          <a:blip r:embed="rId2" cstate="print"/>
          <a:srcRect/>
          <a:stretch>
            <a:fillRect/>
          </a:stretch>
        </p:blipFill>
        <p:spPr bwMode="auto">
          <a:xfrm>
            <a:off x="957263" y="1481138"/>
            <a:ext cx="7229475" cy="389572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Working Time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533400" y="1752600"/>
            <a:ext cx="8115300" cy="4676775"/>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Setting Up People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457200" y="1219200"/>
            <a:ext cx="7048500" cy="4505325"/>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lum bright="-20000"/>
          </a:blip>
          <a:srcRect/>
          <a:stretch>
            <a:fillRect/>
          </a:stretch>
        </p:blipFill>
        <p:spPr bwMode="auto">
          <a:xfrm>
            <a:off x="1676400" y="4495800"/>
            <a:ext cx="7067550" cy="18288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Assign Resource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095375" y="1771650"/>
            <a:ext cx="6953250" cy="455295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Recurring Task</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2605088" y="1676400"/>
            <a:ext cx="3933825" cy="35052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 Unit and Duration</a:t>
            </a:r>
            <a:endParaRPr lang="en-US" dirty="0"/>
          </a:p>
        </p:txBody>
      </p:sp>
      <p:sp>
        <p:nvSpPr>
          <p:cNvPr id="4" name="Rectangle 3"/>
          <p:cNvSpPr/>
          <p:nvPr/>
        </p:nvSpPr>
        <p:spPr>
          <a:xfrm>
            <a:off x="6096000" y="1219200"/>
            <a:ext cx="2514600" cy="369332"/>
          </a:xfrm>
          <a:prstGeom prst="rect">
            <a:avLst/>
          </a:prstGeom>
          <a:solidFill>
            <a:schemeClr val="accent1"/>
          </a:solidFill>
        </p:spPr>
        <p:txBody>
          <a:bodyPr wrap="square">
            <a:spAutoFit/>
          </a:bodyPr>
          <a:lstStyle/>
          <a:p>
            <a:r>
              <a:rPr lang="en-US" i="1" dirty="0" smtClean="0">
                <a:solidFill>
                  <a:schemeClr val="bg1"/>
                </a:solidFill>
              </a:rPr>
              <a:t>Work  = </a:t>
            </a:r>
            <a:r>
              <a:rPr lang="en-US" i="1" dirty="0" smtClean="0">
                <a:solidFill>
                  <a:schemeClr val="bg1"/>
                </a:solidFill>
                <a:latin typeface="+mj-lt"/>
              </a:rPr>
              <a:t>Duration X Units</a:t>
            </a:r>
            <a:endParaRPr lang="en-US" i="1" dirty="0">
              <a:solidFill>
                <a:schemeClr val="bg1"/>
              </a:solidFill>
              <a:latin typeface="+mj-lt"/>
            </a:endParaRPr>
          </a:p>
        </p:txBody>
      </p:sp>
      <p:pic>
        <p:nvPicPr>
          <p:cNvPr id="1026" name="Picture 2"/>
          <p:cNvPicPr>
            <a:picLocks noChangeAspect="1" noChangeArrowheads="1"/>
          </p:cNvPicPr>
          <p:nvPr/>
        </p:nvPicPr>
        <p:blipFill>
          <a:blip r:embed="rId2" cstate="print"/>
          <a:srcRect/>
          <a:stretch>
            <a:fillRect/>
          </a:stretch>
        </p:blipFill>
        <p:spPr bwMode="auto">
          <a:xfrm>
            <a:off x="933450" y="2152650"/>
            <a:ext cx="7277100" cy="356235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Enable Entry Bar</a:t>
            </a:r>
            <a:endParaRPr lang="en-US" dirty="0"/>
          </a:p>
        </p:txBody>
      </p:sp>
      <p:sp>
        <p:nvSpPr>
          <p:cNvPr id="4" name="Content Placeholder 2"/>
          <p:cNvSpPr>
            <a:spLocks noGrp="1"/>
          </p:cNvSpPr>
          <p:nvPr>
            <p:ph idx="1"/>
          </p:nvPr>
        </p:nvSpPr>
        <p:spPr>
          <a:xfrm>
            <a:off x="457200" y="1600201"/>
            <a:ext cx="8229600" cy="457200"/>
          </a:xfrm>
        </p:spPr>
        <p:txBody>
          <a:bodyPr>
            <a:normAutofit/>
          </a:bodyPr>
          <a:lstStyle/>
          <a:p>
            <a:r>
              <a:rPr lang="en-US" sz="2400" dirty="0" smtClean="0"/>
              <a:t>File &gt; Options &gt; Display &gt; Entry bar</a:t>
            </a:r>
            <a:endParaRPr lang="en-US" sz="2400" dirty="0"/>
          </a:p>
        </p:txBody>
      </p:sp>
      <p:pic>
        <p:nvPicPr>
          <p:cNvPr id="3" name="Picture 2"/>
          <p:cNvPicPr>
            <a:picLocks noChangeAspect="1" noChangeArrowheads="1"/>
          </p:cNvPicPr>
          <p:nvPr/>
        </p:nvPicPr>
        <p:blipFill>
          <a:blip r:embed="rId2" cstate="print"/>
          <a:srcRect/>
          <a:stretch>
            <a:fillRect/>
          </a:stretch>
        </p:blipFill>
        <p:spPr bwMode="auto">
          <a:xfrm>
            <a:off x="1752600" y="2133600"/>
            <a:ext cx="5821680" cy="43434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 Schedule – 1</a:t>
            </a:r>
            <a:endParaRPr lang="en-US" dirty="0"/>
          </a:p>
        </p:txBody>
      </p:sp>
      <p:sp>
        <p:nvSpPr>
          <p:cNvPr id="3" name="Content Placeholder 2"/>
          <p:cNvSpPr>
            <a:spLocks noGrp="1"/>
          </p:cNvSpPr>
          <p:nvPr>
            <p:ph idx="1"/>
          </p:nvPr>
        </p:nvSpPr>
        <p:spPr/>
        <p:txBody>
          <a:bodyPr/>
          <a:lstStyle/>
          <a:p>
            <a:r>
              <a:rPr lang="en-US" dirty="0" smtClean="0"/>
              <a:t>Remove resources</a:t>
            </a:r>
          </a:p>
        </p:txBody>
      </p:sp>
      <p:pic>
        <p:nvPicPr>
          <p:cNvPr id="1026" name="Picture 2"/>
          <p:cNvPicPr>
            <a:picLocks noChangeAspect="1" noChangeArrowheads="1"/>
          </p:cNvPicPr>
          <p:nvPr/>
        </p:nvPicPr>
        <p:blipFill>
          <a:blip r:embed="rId2" cstate="print"/>
          <a:srcRect/>
          <a:stretch>
            <a:fillRect/>
          </a:stretch>
        </p:blipFill>
        <p:spPr bwMode="auto">
          <a:xfrm>
            <a:off x="338328" y="2463800"/>
            <a:ext cx="8500872" cy="3267456"/>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 Schedule – 2</a:t>
            </a:r>
            <a:endParaRPr lang="en-US" dirty="0"/>
          </a:p>
        </p:txBody>
      </p:sp>
      <p:sp>
        <p:nvSpPr>
          <p:cNvPr id="3" name="Content Placeholder 2"/>
          <p:cNvSpPr>
            <a:spLocks noGrp="1"/>
          </p:cNvSpPr>
          <p:nvPr>
            <p:ph idx="1"/>
          </p:nvPr>
        </p:nvSpPr>
        <p:spPr/>
        <p:txBody>
          <a:bodyPr/>
          <a:lstStyle/>
          <a:p>
            <a:r>
              <a:rPr lang="en-US" dirty="0" smtClean="0"/>
              <a:t>Unlink all tasks</a:t>
            </a:r>
          </a:p>
        </p:txBody>
      </p:sp>
      <p:pic>
        <p:nvPicPr>
          <p:cNvPr id="2050" name="Picture 2"/>
          <p:cNvPicPr>
            <a:picLocks noChangeAspect="1" noChangeArrowheads="1"/>
          </p:cNvPicPr>
          <p:nvPr/>
        </p:nvPicPr>
        <p:blipFill>
          <a:blip r:embed="rId2" cstate="print"/>
          <a:srcRect/>
          <a:stretch>
            <a:fillRect/>
          </a:stretch>
        </p:blipFill>
        <p:spPr bwMode="auto">
          <a:xfrm>
            <a:off x="693738" y="2413000"/>
            <a:ext cx="7756525" cy="36830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 Schedule – 3</a:t>
            </a:r>
            <a:endParaRPr lang="en-US" dirty="0"/>
          </a:p>
        </p:txBody>
      </p:sp>
      <p:sp>
        <p:nvSpPr>
          <p:cNvPr id="3" name="Content Placeholder 2"/>
          <p:cNvSpPr>
            <a:spLocks noGrp="1"/>
          </p:cNvSpPr>
          <p:nvPr>
            <p:ph idx="1"/>
          </p:nvPr>
        </p:nvSpPr>
        <p:spPr/>
        <p:txBody>
          <a:bodyPr/>
          <a:lstStyle/>
          <a:p>
            <a:r>
              <a:rPr lang="en-US" dirty="0" smtClean="0"/>
              <a:t>Link the first group of tasks.</a:t>
            </a:r>
            <a:endParaRPr lang="en-US" dirty="0"/>
          </a:p>
        </p:txBody>
      </p:sp>
      <p:pic>
        <p:nvPicPr>
          <p:cNvPr id="3075" name="Picture 3"/>
          <p:cNvPicPr>
            <a:picLocks noChangeAspect="1" noChangeArrowheads="1"/>
          </p:cNvPicPr>
          <p:nvPr/>
        </p:nvPicPr>
        <p:blipFill>
          <a:blip r:embed="rId2" cstate="print"/>
          <a:srcRect/>
          <a:stretch>
            <a:fillRect/>
          </a:stretch>
        </p:blipFill>
        <p:spPr bwMode="auto">
          <a:xfrm>
            <a:off x="635000" y="2463800"/>
            <a:ext cx="7874000" cy="370840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 Schedule – 4</a:t>
            </a:r>
            <a:endParaRPr lang="en-US" dirty="0"/>
          </a:p>
        </p:txBody>
      </p:sp>
      <p:sp>
        <p:nvSpPr>
          <p:cNvPr id="3" name="Content Placeholder 2"/>
          <p:cNvSpPr>
            <a:spLocks noGrp="1"/>
          </p:cNvSpPr>
          <p:nvPr>
            <p:ph idx="1"/>
          </p:nvPr>
        </p:nvSpPr>
        <p:spPr/>
        <p:txBody>
          <a:bodyPr/>
          <a:lstStyle/>
          <a:p>
            <a:r>
              <a:rPr lang="en-US" dirty="0" smtClean="0"/>
              <a:t>Link the second group of tasks.</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596900" y="2486025"/>
            <a:ext cx="7950200" cy="338137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 Schedule – 5</a:t>
            </a:r>
            <a:endParaRPr lang="en-US" dirty="0"/>
          </a:p>
        </p:txBody>
      </p:sp>
      <p:sp>
        <p:nvSpPr>
          <p:cNvPr id="3" name="Content Placeholder 2"/>
          <p:cNvSpPr>
            <a:spLocks noGrp="1"/>
          </p:cNvSpPr>
          <p:nvPr>
            <p:ph idx="1"/>
          </p:nvPr>
        </p:nvSpPr>
        <p:spPr/>
        <p:txBody>
          <a:bodyPr/>
          <a:lstStyle/>
          <a:p>
            <a:r>
              <a:rPr lang="en-US" dirty="0" smtClean="0"/>
              <a:t>Adjust the </a:t>
            </a:r>
            <a:r>
              <a:rPr lang="en-US" i="1" dirty="0" smtClean="0">
                <a:solidFill>
                  <a:srgbClr val="C00000"/>
                </a:solidFill>
              </a:rPr>
              <a:t>Predecessor</a:t>
            </a:r>
            <a:r>
              <a:rPr lang="en-US" dirty="0" smtClean="0"/>
              <a:t> of the first task of the second group of tasks.</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431800" y="2879725"/>
            <a:ext cx="8280400" cy="3368675"/>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 Schedule – 6</a:t>
            </a:r>
            <a:endParaRPr lang="en-US" dirty="0"/>
          </a:p>
        </p:txBody>
      </p:sp>
      <p:sp>
        <p:nvSpPr>
          <p:cNvPr id="3" name="Content Placeholder 2"/>
          <p:cNvSpPr>
            <a:spLocks noGrp="1"/>
          </p:cNvSpPr>
          <p:nvPr>
            <p:ph idx="1"/>
          </p:nvPr>
        </p:nvSpPr>
        <p:spPr/>
        <p:txBody>
          <a:bodyPr/>
          <a:lstStyle/>
          <a:p>
            <a:r>
              <a:rPr lang="en-US" dirty="0" smtClean="0"/>
              <a:t>Assign </a:t>
            </a:r>
            <a:r>
              <a:rPr lang="en-US" i="1" dirty="0" smtClean="0">
                <a:solidFill>
                  <a:srgbClr val="C00000"/>
                </a:solidFill>
              </a:rPr>
              <a:t>Resources</a:t>
            </a:r>
            <a:r>
              <a:rPr lang="en-US" dirty="0" smtClean="0"/>
              <a:t> to lowest level tasks.</a:t>
            </a:r>
          </a:p>
          <a:p>
            <a:r>
              <a:rPr lang="en-US" dirty="0" smtClean="0"/>
              <a:t>Ensure that no conflicts appear.</a:t>
            </a:r>
            <a:endParaRPr lang="en-US" dirty="0"/>
          </a:p>
        </p:txBody>
      </p:sp>
      <p:pic>
        <p:nvPicPr>
          <p:cNvPr id="6147" name="Picture 3"/>
          <p:cNvPicPr>
            <a:picLocks noChangeAspect="1" noChangeArrowheads="1"/>
          </p:cNvPicPr>
          <p:nvPr/>
        </p:nvPicPr>
        <p:blipFill>
          <a:blip r:embed="rId2" cstate="print"/>
          <a:srcRect/>
          <a:stretch>
            <a:fillRect/>
          </a:stretch>
        </p:blipFill>
        <p:spPr bwMode="auto">
          <a:xfrm>
            <a:off x="307848" y="3008376"/>
            <a:ext cx="8607552" cy="3544824"/>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Baseline</a:t>
            </a:r>
            <a:endParaRPr lang="en-US" dirty="0"/>
          </a:p>
        </p:txBody>
      </p:sp>
      <p:sp>
        <p:nvSpPr>
          <p:cNvPr id="3" name="Content Placeholder 2"/>
          <p:cNvSpPr>
            <a:spLocks noGrp="1"/>
          </p:cNvSpPr>
          <p:nvPr>
            <p:ph idx="1"/>
          </p:nvPr>
        </p:nvSpPr>
        <p:spPr>
          <a:xfrm>
            <a:off x="457200" y="1600200"/>
            <a:ext cx="4114800" cy="4525963"/>
          </a:xfrm>
        </p:spPr>
        <p:txBody>
          <a:bodyPr>
            <a:noAutofit/>
          </a:bodyPr>
          <a:lstStyle/>
          <a:p>
            <a:r>
              <a:rPr lang="en-US" sz="2200" dirty="0" smtClean="0"/>
              <a:t>When your boss asks how your project is doing </a:t>
            </a:r>
            <a:r>
              <a:rPr lang="en-US" sz="2200" i="1" dirty="0" smtClean="0">
                <a:solidFill>
                  <a:srgbClr val="C00000"/>
                </a:solidFill>
              </a:rPr>
              <a:t>compared to</a:t>
            </a:r>
            <a:r>
              <a:rPr lang="en-US" sz="2200" dirty="0" smtClean="0"/>
              <a:t> your original plan, the last thing you want to say is “I don’t know.” </a:t>
            </a:r>
          </a:p>
          <a:p>
            <a:r>
              <a:rPr lang="en-US" sz="2200" dirty="0" smtClean="0"/>
              <a:t>You can avoid that fate by setting and saving a baseline as </a:t>
            </a:r>
            <a:r>
              <a:rPr lang="en-US" sz="2200" i="1" dirty="0" smtClean="0">
                <a:solidFill>
                  <a:srgbClr val="C00000"/>
                </a:solidFill>
              </a:rPr>
              <a:t>a snapshot</a:t>
            </a:r>
            <a:r>
              <a:rPr lang="en-US" sz="2200" dirty="0" smtClean="0"/>
              <a:t> of your original schedule before your project gets rolling.</a:t>
            </a:r>
          </a:p>
          <a:p>
            <a:r>
              <a:rPr lang="en-US" sz="2200" dirty="0" smtClean="0"/>
              <a:t>The baseline is nothing else than a </a:t>
            </a:r>
            <a:r>
              <a:rPr lang="en-US" sz="2200" i="1" dirty="0" smtClean="0">
                <a:solidFill>
                  <a:srgbClr val="C00000"/>
                </a:solidFill>
              </a:rPr>
              <a:t>frozen picture</a:t>
            </a:r>
            <a:r>
              <a:rPr lang="en-US" sz="2200" dirty="0" smtClean="0"/>
              <a:t> of your project at a certain point time.</a:t>
            </a:r>
            <a:endParaRPr lang="en-US" sz="2200" dirty="0"/>
          </a:p>
        </p:txBody>
      </p:sp>
      <p:pic>
        <p:nvPicPr>
          <p:cNvPr id="1027" name="Picture 3"/>
          <p:cNvPicPr>
            <a:picLocks noChangeAspect="1" noChangeArrowheads="1"/>
          </p:cNvPicPr>
          <p:nvPr/>
        </p:nvPicPr>
        <p:blipFill>
          <a:blip r:embed="rId2" cstate="print"/>
          <a:srcRect/>
          <a:stretch>
            <a:fillRect/>
          </a:stretch>
        </p:blipFill>
        <p:spPr bwMode="auto">
          <a:xfrm>
            <a:off x="4800600" y="1600200"/>
            <a:ext cx="4210050" cy="436245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Enable Earned Value</a:t>
            </a:r>
            <a:endParaRPr lang="en-US" dirty="0"/>
          </a:p>
        </p:txBody>
      </p:sp>
      <p:sp>
        <p:nvSpPr>
          <p:cNvPr id="3" name="Content Placeholder 2"/>
          <p:cNvSpPr>
            <a:spLocks noGrp="1"/>
          </p:cNvSpPr>
          <p:nvPr>
            <p:ph idx="1"/>
          </p:nvPr>
        </p:nvSpPr>
        <p:spPr/>
        <p:txBody>
          <a:bodyPr>
            <a:normAutofit/>
          </a:bodyPr>
          <a:lstStyle/>
          <a:p>
            <a:r>
              <a:rPr lang="en-US" sz="2400" dirty="0" smtClean="0"/>
              <a:t>Set Baseline (Create Baseline).</a:t>
            </a:r>
          </a:p>
          <a:p>
            <a:r>
              <a:rPr lang="en-US" sz="2400" dirty="0" smtClean="0"/>
              <a:t>Set Status Date.</a:t>
            </a:r>
          </a:p>
          <a:p>
            <a:endParaRPr lang="en-US" sz="2400" dirty="0"/>
          </a:p>
        </p:txBody>
      </p:sp>
      <p:pic>
        <p:nvPicPr>
          <p:cNvPr id="1032" name="Picture 8"/>
          <p:cNvPicPr>
            <a:picLocks noChangeAspect="1" noChangeArrowheads="1"/>
          </p:cNvPicPr>
          <p:nvPr/>
        </p:nvPicPr>
        <p:blipFill>
          <a:blip r:embed="rId2" cstate="print"/>
          <a:srcRect/>
          <a:stretch>
            <a:fillRect/>
          </a:stretch>
        </p:blipFill>
        <p:spPr bwMode="auto">
          <a:xfrm>
            <a:off x="638175" y="2771775"/>
            <a:ext cx="7867650" cy="3476625"/>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Show Work in Days</a:t>
            </a:r>
            <a:endParaRPr lang="en-US" dirty="0"/>
          </a:p>
        </p:txBody>
      </p:sp>
      <p:sp>
        <p:nvSpPr>
          <p:cNvPr id="3" name="Content Placeholder 2"/>
          <p:cNvSpPr>
            <a:spLocks noGrp="1"/>
          </p:cNvSpPr>
          <p:nvPr>
            <p:ph idx="1"/>
          </p:nvPr>
        </p:nvSpPr>
        <p:spPr>
          <a:xfrm>
            <a:off x="381000" y="1600200"/>
            <a:ext cx="2667000" cy="4525963"/>
          </a:xfrm>
        </p:spPr>
        <p:txBody>
          <a:bodyPr>
            <a:normAutofit/>
          </a:bodyPr>
          <a:lstStyle/>
          <a:p>
            <a:r>
              <a:rPr lang="en-US" sz="1800" dirty="0" smtClean="0">
                <a:hlinkClick r:id="rId2"/>
              </a:rPr>
              <a:t>https://support.microsoft.com/en-us/office/change-the-default-time-unit-for-work-ce6dab74-d91e-4069-912a-8ca754bd9183</a:t>
            </a:r>
            <a:endParaRPr lang="en-US" sz="1800" dirty="0" smtClean="0"/>
          </a:p>
          <a:p>
            <a:r>
              <a:rPr lang="en-US" sz="1800" dirty="0" smtClean="0"/>
              <a:t>Choose </a:t>
            </a:r>
            <a:r>
              <a:rPr lang="en-US" sz="1800" b="1" dirty="0" smtClean="0"/>
              <a:t>File</a:t>
            </a:r>
            <a:r>
              <a:rPr lang="en-US" sz="1800" dirty="0" smtClean="0"/>
              <a:t> &gt; </a:t>
            </a:r>
            <a:r>
              <a:rPr lang="en-US" sz="1800" b="1" dirty="0" smtClean="0"/>
              <a:t>Options</a:t>
            </a:r>
            <a:r>
              <a:rPr lang="en-US" sz="1800" dirty="0" smtClean="0"/>
              <a:t>.</a:t>
            </a:r>
          </a:p>
          <a:p>
            <a:r>
              <a:rPr lang="en-US" sz="1800" dirty="0" smtClean="0"/>
              <a:t>In the </a:t>
            </a:r>
            <a:r>
              <a:rPr lang="en-US" sz="1800" b="1" dirty="0" smtClean="0"/>
              <a:t>Project Options</a:t>
            </a:r>
            <a:r>
              <a:rPr lang="en-US" sz="1800" dirty="0" smtClean="0"/>
              <a:t> dialog box, choose </a:t>
            </a:r>
            <a:r>
              <a:rPr lang="en-US" sz="1800" b="1" dirty="0" smtClean="0"/>
              <a:t>Schedule</a:t>
            </a:r>
            <a:r>
              <a:rPr lang="en-US" sz="1800" dirty="0" smtClean="0"/>
              <a:t>.</a:t>
            </a:r>
          </a:p>
          <a:p>
            <a:r>
              <a:rPr lang="en-US" sz="1800" dirty="0" smtClean="0"/>
              <a:t>In the </a:t>
            </a:r>
            <a:r>
              <a:rPr lang="en-US" sz="1800" b="1" dirty="0" smtClean="0"/>
              <a:t>Work is entered in</a:t>
            </a:r>
            <a:r>
              <a:rPr lang="en-US" sz="1800" dirty="0" smtClean="0"/>
              <a:t> list, choose the time unit that you want.</a:t>
            </a:r>
            <a:endParaRPr lang="en-US" sz="1800" dirty="0"/>
          </a:p>
        </p:txBody>
      </p:sp>
      <p:pic>
        <p:nvPicPr>
          <p:cNvPr id="2051" name="Picture 3"/>
          <p:cNvPicPr>
            <a:picLocks noChangeAspect="1" noChangeArrowheads="1"/>
          </p:cNvPicPr>
          <p:nvPr/>
        </p:nvPicPr>
        <p:blipFill>
          <a:blip r:embed="rId3" cstate="print"/>
          <a:srcRect/>
          <a:stretch>
            <a:fillRect/>
          </a:stretch>
        </p:blipFill>
        <p:spPr bwMode="auto">
          <a:xfrm>
            <a:off x="3276600" y="1671637"/>
            <a:ext cx="5534025" cy="4500563"/>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Actual Work Fields</a:t>
            </a:r>
            <a:endParaRPr lang="en-US" dirty="0"/>
          </a:p>
        </p:txBody>
      </p:sp>
      <p:sp>
        <p:nvSpPr>
          <p:cNvPr id="3" name="Content Placeholder 2"/>
          <p:cNvSpPr>
            <a:spLocks noGrp="1"/>
          </p:cNvSpPr>
          <p:nvPr>
            <p:ph idx="1"/>
          </p:nvPr>
        </p:nvSpPr>
        <p:spPr/>
        <p:txBody>
          <a:bodyPr>
            <a:normAutofit/>
          </a:bodyPr>
          <a:lstStyle/>
          <a:p>
            <a:r>
              <a:rPr lang="en-US" sz="2400" dirty="0" smtClean="0">
                <a:hlinkClick r:id="rId2"/>
              </a:rPr>
              <a:t>https://support.microsoft.com/en-us/office/actual-work-fields-24a92558-1d3f-4013-975e-7b2842fa0d2b</a:t>
            </a:r>
            <a:endParaRPr lang="en-US" sz="2400" dirty="0" smtClean="0"/>
          </a:p>
          <a:p>
            <a:r>
              <a:rPr lang="en-US" sz="2400" dirty="0" smtClean="0"/>
              <a:t>The </a:t>
            </a:r>
            <a:r>
              <a:rPr lang="en-US" sz="2400" i="1" dirty="0" smtClean="0">
                <a:solidFill>
                  <a:srgbClr val="C00000"/>
                </a:solidFill>
              </a:rPr>
              <a:t>Actual Work</a:t>
            </a:r>
            <a:r>
              <a:rPr lang="en-US" sz="2400" dirty="0" smtClean="0"/>
              <a:t> fields show the amount of work that has already been done by resources assigned to tasks.</a:t>
            </a:r>
          </a:p>
          <a:p>
            <a:r>
              <a:rPr lang="en-US" sz="2400" dirty="0" smtClean="0"/>
              <a:t>When you first create a task, the Actual Work field contains "0 hrs" until you begin tracking the project by entering percent complete or actual work. As you enter percent complete, percent work complete, or actual work information, Microsoft Project updates actual work for the task.</a:t>
            </a:r>
          </a:p>
          <a:p>
            <a:r>
              <a:rPr lang="en-US" sz="2400" dirty="0" smtClean="0"/>
              <a:t>If you enter a value in the Actual Work field for the task, Project divides the actual work you enter among the assigned resources.</a:t>
            </a:r>
          </a:p>
          <a:p>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Actual Cost Fields</a:t>
            </a:r>
            <a:endParaRPr lang="en-US" dirty="0"/>
          </a:p>
        </p:txBody>
      </p:sp>
      <p:sp>
        <p:nvSpPr>
          <p:cNvPr id="3" name="Content Placeholder 2"/>
          <p:cNvSpPr>
            <a:spLocks noGrp="1"/>
          </p:cNvSpPr>
          <p:nvPr>
            <p:ph idx="1"/>
          </p:nvPr>
        </p:nvSpPr>
        <p:spPr/>
        <p:txBody>
          <a:bodyPr>
            <a:normAutofit/>
          </a:bodyPr>
          <a:lstStyle/>
          <a:p>
            <a:r>
              <a:rPr lang="en-US" sz="2400" dirty="0" smtClean="0">
                <a:hlinkClick r:id="rId2"/>
              </a:rPr>
              <a:t>https://support.microsoft.com/en-us/office/actual-cost-fields-b4edba82-9f2c-43a3-8e3a-43076b679fce</a:t>
            </a:r>
            <a:endParaRPr lang="en-US" sz="2400" dirty="0" smtClean="0"/>
          </a:p>
          <a:p>
            <a:r>
              <a:rPr lang="en-US" sz="2400" dirty="0" smtClean="0"/>
              <a:t>The </a:t>
            </a:r>
            <a:r>
              <a:rPr lang="en-US" sz="2400" i="1" dirty="0" smtClean="0">
                <a:solidFill>
                  <a:srgbClr val="C00000"/>
                </a:solidFill>
              </a:rPr>
              <a:t>Actual Cost</a:t>
            </a:r>
            <a:r>
              <a:rPr lang="en-US" sz="2400" dirty="0" smtClean="0"/>
              <a:t> fields show costs incurred for work already performed by resources on their tasks, along with any other recorded costs associated with the task.</a:t>
            </a:r>
          </a:p>
          <a:p>
            <a:r>
              <a:rPr lang="en-US" sz="2400" dirty="0" smtClean="0"/>
              <a:t>Until </a:t>
            </a:r>
            <a:r>
              <a:rPr lang="en-US" sz="2400" i="1" dirty="0" smtClean="0">
                <a:solidFill>
                  <a:srgbClr val="C00000"/>
                </a:solidFill>
              </a:rPr>
              <a:t>actual work</a:t>
            </a:r>
            <a:r>
              <a:rPr lang="en-US" sz="2400" dirty="0" smtClean="0"/>
              <a:t> is reported on a task, the Actual Cost field contains 0.00.</a:t>
            </a:r>
          </a:p>
          <a:p>
            <a:r>
              <a:rPr lang="en-US" sz="2400" dirty="0" smtClean="0"/>
              <a:t>You can choose to calculate all the actual costs as actual work is reported by each resource assigned to the task.</a:t>
            </a:r>
          </a:p>
          <a:p>
            <a:r>
              <a:rPr lang="en-US" sz="2400" dirty="0" smtClean="0"/>
              <a:t>This is the cost of actual work plus any fixed costs for the task to date. </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BCWS Fields</a:t>
            </a:r>
          </a:p>
        </p:txBody>
      </p:sp>
      <p:sp>
        <p:nvSpPr>
          <p:cNvPr id="3" name="Content Placeholder 2"/>
          <p:cNvSpPr>
            <a:spLocks noGrp="1"/>
          </p:cNvSpPr>
          <p:nvPr>
            <p:ph idx="1"/>
          </p:nvPr>
        </p:nvSpPr>
        <p:spPr/>
        <p:txBody>
          <a:bodyPr>
            <a:normAutofit/>
          </a:bodyPr>
          <a:lstStyle/>
          <a:p>
            <a:r>
              <a:rPr lang="en-US" sz="2400" dirty="0" smtClean="0">
                <a:hlinkClick r:id="rId2"/>
              </a:rPr>
              <a:t>https://support.microsoft.com/en-us/office/bcws-fields-db87915c-6090-4650-a4d8-511996989a1d</a:t>
            </a:r>
            <a:endParaRPr lang="en-US" sz="2400" dirty="0" smtClean="0"/>
          </a:p>
          <a:p>
            <a:r>
              <a:rPr lang="en-US" sz="2400" dirty="0" smtClean="0"/>
              <a:t>The </a:t>
            </a:r>
            <a:r>
              <a:rPr lang="en-US" sz="2400" i="1" dirty="0" smtClean="0">
                <a:solidFill>
                  <a:srgbClr val="C00000"/>
                </a:solidFill>
              </a:rPr>
              <a:t>BCWS (budgeted cost of work scheduled)</a:t>
            </a:r>
            <a:r>
              <a:rPr lang="en-US" sz="2400" dirty="0" smtClean="0"/>
              <a:t> fields contain the </a:t>
            </a:r>
            <a:r>
              <a:rPr lang="en-US" sz="2400" i="1" dirty="0" smtClean="0">
                <a:solidFill>
                  <a:srgbClr val="C00000"/>
                </a:solidFill>
              </a:rPr>
              <a:t>cumulative</a:t>
            </a:r>
            <a:r>
              <a:rPr lang="en-US" sz="2400" dirty="0" smtClean="0"/>
              <a:t> </a:t>
            </a:r>
            <a:r>
              <a:rPr lang="en-US" sz="2400" dirty="0" err="1" smtClean="0"/>
              <a:t>timephased</a:t>
            </a:r>
            <a:r>
              <a:rPr lang="en-US" sz="2400" dirty="0" smtClean="0"/>
              <a:t> baseline costs up to the status date or today's date.</a:t>
            </a:r>
          </a:p>
          <a:p>
            <a:r>
              <a:rPr lang="en-US" sz="2400" dirty="0" smtClean="0"/>
              <a:t>To calculate BCWS for a task, Microsoft Office Project adds the </a:t>
            </a:r>
            <a:r>
              <a:rPr lang="en-US" sz="2400" dirty="0" err="1" smtClean="0"/>
              <a:t>timephased</a:t>
            </a:r>
            <a:r>
              <a:rPr lang="en-US" sz="2400" dirty="0" smtClean="0"/>
              <a:t> </a:t>
            </a:r>
            <a:r>
              <a:rPr lang="en-US" sz="2400" i="1" dirty="0" smtClean="0">
                <a:solidFill>
                  <a:srgbClr val="C00000"/>
                </a:solidFill>
              </a:rPr>
              <a:t>baseline costs</a:t>
            </a:r>
            <a:r>
              <a:rPr lang="en-US" sz="2400" dirty="0" smtClean="0"/>
              <a:t> of the task up to the status date.</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BCWP </a:t>
            </a:r>
            <a:r>
              <a:rPr lang="en-US" dirty="0" smtClean="0"/>
              <a:t>(Earned Value or EV) Fields</a:t>
            </a:r>
            <a:endParaRPr lang="en-US" dirty="0" smtClean="0"/>
          </a:p>
        </p:txBody>
      </p:sp>
      <p:sp>
        <p:nvSpPr>
          <p:cNvPr id="3" name="Content Placeholder 2"/>
          <p:cNvSpPr>
            <a:spLocks noGrp="1"/>
          </p:cNvSpPr>
          <p:nvPr>
            <p:ph idx="1"/>
          </p:nvPr>
        </p:nvSpPr>
        <p:spPr/>
        <p:txBody>
          <a:bodyPr>
            <a:noAutofit/>
          </a:bodyPr>
          <a:lstStyle/>
          <a:p>
            <a:r>
              <a:rPr lang="en-US" sz="1800" dirty="0" smtClean="0">
                <a:hlinkClick r:id="rId2"/>
              </a:rPr>
              <a:t>https://support.microsoft.com/en-us/office/bcwp-earned-value-or-ev-fields-e0c570ea-9c7b-4864-8a6b-920ed0f7b847</a:t>
            </a:r>
            <a:endParaRPr lang="en-US" sz="1800" dirty="0" smtClean="0"/>
          </a:p>
          <a:p>
            <a:r>
              <a:rPr lang="en-US" sz="1800" dirty="0" smtClean="0"/>
              <a:t>The </a:t>
            </a:r>
            <a:r>
              <a:rPr lang="en-US" sz="1800" i="1" dirty="0" smtClean="0">
                <a:solidFill>
                  <a:srgbClr val="C00000"/>
                </a:solidFill>
              </a:rPr>
              <a:t>BCWP (budgeted cost of work performed)</a:t>
            </a:r>
            <a:r>
              <a:rPr lang="en-US" sz="1800" dirty="0" smtClean="0"/>
              <a:t> fields contain the cumulative value of the task's, resource's, or </a:t>
            </a:r>
            <a:r>
              <a:rPr lang="en-US" sz="1800" dirty="0" err="1" smtClean="0"/>
              <a:t>assignments's</a:t>
            </a:r>
            <a:r>
              <a:rPr lang="en-US" sz="1800" dirty="0" smtClean="0"/>
              <a:t> percent complete multiplied by the </a:t>
            </a:r>
            <a:r>
              <a:rPr lang="en-US" sz="1800" dirty="0" err="1" smtClean="0"/>
              <a:t>timephased</a:t>
            </a:r>
            <a:r>
              <a:rPr lang="en-US" sz="1800" dirty="0" smtClean="0"/>
              <a:t> baseline costs. BCWP is calculated up to the status date or today's date.</a:t>
            </a:r>
            <a:endParaRPr lang="en-US" sz="1800" dirty="0" smtClean="0"/>
          </a:p>
          <a:p>
            <a:r>
              <a:rPr lang="en-US" sz="1800" dirty="0" smtClean="0"/>
              <a:t>When </a:t>
            </a:r>
            <a:r>
              <a:rPr lang="en-US" sz="1800" dirty="0" smtClean="0"/>
              <a:t>a task is first created, the BCWP is 0.00.</a:t>
            </a:r>
          </a:p>
          <a:p>
            <a:r>
              <a:rPr lang="en-US" sz="1800" dirty="0" smtClean="0"/>
              <a:t>As soon as a baseline is saved and progress is reported for the task (as actual work, actual duration, or percentage of work complete), Microsoft Office Project calculates BCWP.</a:t>
            </a:r>
          </a:p>
          <a:p>
            <a:r>
              <a:rPr lang="en-US" sz="1800" dirty="0" smtClean="0"/>
              <a:t>This calculation is based on </a:t>
            </a:r>
            <a:r>
              <a:rPr lang="en-US" sz="1800" i="1" dirty="0" smtClean="0">
                <a:solidFill>
                  <a:srgbClr val="C00000"/>
                </a:solidFill>
              </a:rPr>
              <a:t>the percentage of work complete</a:t>
            </a:r>
            <a:r>
              <a:rPr lang="en-US" sz="1800" dirty="0" smtClean="0"/>
              <a:t>, as compared with the task's baseline duration.</a:t>
            </a:r>
          </a:p>
          <a:p>
            <a:r>
              <a:rPr lang="en-US" sz="1800" dirty="0" smtClean="0"/>
              <a:t>Project then calculates the cumulative baseline cost and provides the value of what the task's </a:t>
            </a:r>
            <a:r>
              <a:rPr lang="en-US" sz="1800" i="1" dirty="0" smtClean="0">
                <a:solidFill>
                  <a:srgbClr val="C00000"/>
                </a:solidFill>
              </a:rPr>
              <a:t>actual costs</a:t>
            </a:r>
            <a:r>
              <a:rPr lang="en-US" sz="1800" dirty="0" smtClean="0"/>
              <a:t> should be, given the task's progress to that point in the task's baseline duration.</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ACWP Fields</a:t>
            </a:r>
            <a:endParaRPr lang="en-US" dirty="0"/>
          </a:p>
        </p:txBody>
      </p:sp>
      <p:sp>
        <p:nvSpPr>
          <p:cNvPr id="3" name="Content Placeholder 2"/>
          <p:cNvSpPr>
            <a:spLocks noGrp="1"/>
          </p:cNvSpPr>
          <p:nvPr>
            <p:ph idx="1"/>
          </p:nvPr>
        </p:nvSpPr>
        <p:spPr/>
        <p:txBody>
          <a:bodyPr>
            <a:normAutofit/>
          </a:bodyPr>
          <a:lstStyle/>
          <a:p>
            <a:r>
              <a:rPr lang="en-US" sz="2400" dirty="0" smtClean="0">
                <a:hlinkClick r:id="rId2"/>
              </a:rPr>
              <a:t>https://support.microsoft.com/en-us/office/acwp-fields-710a1c21-b9f1-4516-9c78-986e87345277</a:t>
            </a:r>
            <a:endParaRPr lang="en-US" sz="2400" dirty="0" smtClean="0"/>
          </a:p>
          <a:p>
            <a:r>
              <a:rPr lang="en-US" sz="2400" dirty="0" smtClean="0"/>
              <a:t>The </a:t>
            </a:r>
            <a:r>
              <a:rPr lang="en-US" sz="2400" i="1" dirty="0" smtClean="0">
                <a:solidFill>
                  <a:srgbClr val="C00000"/>
                </a:solidFill>
              </a:rPr>
              <a:t>ACWP (actual cost of work performed)</a:t>
            </a:r>
            <a:r>
              <a:rPr lang="en-US" sz="2400" dirty="0" smtClean="0"/>
              <a:t> fields show costs incurred for work already done on a task, up to the project status date or today's date.</a:t>
            </a:r>
          </a:p>
          <a:p>
            <a:r>
              <a:rPr lang="en-US" sz="2400" dirty="0" smtClean="0"/>
              <a:t>When a task is first created, the ACWP field contains 0.00.</a:t>
            </a:r>
          </a:p>
          <a:p>
            <a:r>
              <a:rPr lang="en-US" sz="2400" dirty="0" smtClean="0"/>
              <a:t>As progress (percentage of completion or actual work) is reported on the task, Microsoft Office Project calculates the actual cost of work performed (ACWP).</a:t>
            </a:r>
          </a:p>
          <a:p>
            <a:r>
              <a:rPr lang="en-US" sz="2400" dirty="0" smtClean="0"/>
              <a:t>This is the cost of </a:t>
            </a:r>
            <a:r>
              <a:rPr lang="en-US" sz="2400" i="1" dirty="0" smtClean="0">
                <a:solidFill>
                  <a:srgbClr val="C00000"/>
                </a:solidFill>
              </a:rPr>
              <a:t>actual work</a:t>
            </a:r>
            <a:r>
              <a:rPr lang="en-US" sz="2400" dirty="0" smtClean="0"/>
              <a:t> plus any </a:t>
            </a:r>
            <a:r>
              <a:rPr lang="en-US" sz="2400" i="1" dirty="0" smtClean="0">
                <a:solidFill>
                  <a:srgbClr val="C00000"/>
                </a:solidFill>
              </a:rPr>
              <a:t>fixed costs</a:t>
            </a:r>
            <a:r>
              <a:rPr lang="en-US" sz="2400" dirty="0" smtClean="0"/>
              <a:t> for the task to date.</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Earned Value Tables (I)</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133475" y="1676400"/>
            <a:ext cx="6877050" cy="434340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Earned Value Tables (II)</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3170238" y="2371725"/>
            <a:ext cx="2803525" cy="2733675"/>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Earned Value Tables (III)</a:t>
            </a:r>
            <a:endParaRPr lang="en-US" dirty="0"/>
          </a:p>
        </p:txBody>
      </p:sp>
      <p:pic>
        <p:nvPicPr>
          <p:cNvPr id="3" name="Picture 2"/>
          <p:cNvPicPr>
            <a:picLocks noChangeAspect="1" noChangeArrowheads="1"/>
          </p:cNvPicPr>
          <p:nvPr/>
        </p:nvPicPr>
        <p:blipFill>
          <a:blip r:embed="rId2" cstate="print"/>
          <a:srcRect/>
          <a:stretch>
            <a:fillRect/>
          </a:stretch>
        </p:blipFill>
        <p:spPr bwMode="auto">
          <a:xfrm>
            <a:off x="795338" y="2130425"/>
            <a:ext cx="7553325" cy="3432175"/>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Show Earned Value Report (I)</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808038" y="2057400"/>
            <a:ext cx="7527925" cy="335280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Show Earned Value Report (II)</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533400" y="1752600"/>
            <a:ext cx="8098790" cy="4316095"/>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610</TotalTime>
  <Words>830</Words>
  <Application>Microsoft Office PowerPoint</Application>
  <PresentationFormat>On-screen Show (4:3)</PresentationFormat>
  <Paragraphs>99</Paragraphs>
  <Slides>41</Slides>
  <Notes>1</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MS Project</vt:lpstr>
      <vt:lpstr>Objectives</vt:lpstr>
      <vt:lpstr>Contents</vt:lpstr>
      <vt:lpstr>References</vt:lpstr>
      <vt:lpstr>Terms</vt:lpstr>
      <vt:lpstr>Edit Project Information (I)</vt:lpstr>
      <vt:lpstr>Edit Project Information (II)</vt:lpstr>
      <vt:lpstr>Enter a Task</vt:lpstr>
      <vt:lpstr>Insert a Task</vt:lpstr>
      <vt:lpstr>Eslaped Duration</vt:lpstr>
      <vt:lpstr>Calendar Option</vt:lpstr>
      <vt:lpstr>Milestone</vt:lpstr>
      <vt:lpstr>Summary Tasks</vt:lpstr>
      <vt:lpstr>Link Tasks</vt:lpstr>
      <vt:lpstr>Working Time</vt:lpstr>
      <vt:lpstr>Setting Up People</vt:lpstr>
      <vt:lpstr>Assign Resource</vt:lpstr>
      <vt:lpstr>Recurring Task</vt:lpstr>
      <vt:lpstr>Work, Unit and Duration</vt:lpstr>
      <vt:lpstr>Enable Entry Bar</vt:lpstr>
      <vt:lpstr>Auto Schedule – 1</vt:lpstr>
      <vt:lpstr>Auto Schedule – 2</vt:lpstr>
      <vt:lpstr>Auto Schedule – 3</vt:lpstr>
      <vt:lpstr>Auto Schedule – 4</vt:lpstr>
      <vt:lpstr>Auto Schedule – 5</vt:lpstr>
      <vt:lpstr>Auto Schedule – 6</vt:lpstr>
      <vt:lpstr>Slide 27</vt:lpstr>
      <vt:lpstr>Baseline</vt:lpstr>
      <vt:lpstr>Enable Earned Value</vt:lpstr>
      <vt:lpstr>Show Work in Days</vt:lpstr>
      <vt:lpstr>Actual Work Fields</vt:lpstr>
      <vt:lpstr>Actual Cost Fields</vt:lpstr>
      <vt:lpstr>BCWS Fields</vt:lpstr>
      <vt:lpstr>BCWP (Earned Value or EV) Fields</vt:lpstr>
      <vt:lpstr>ACWP Fields</vt:lpstr>
      <vt:lpstr>Open Earned Value Tables (I)</vt:lpstr>
      <vt:lpstr>Open Earned Value Tables (II)</vt:lpstr>
      <vt:lpstr>Open Earned Value Tables (III)</vt:lpstr>
      <vt:lpstr>Show Earned Value Report (I)</vt:lpstr>
      <vt:lpstr>Show Earned Value Report (II)</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 Project</dc:title>
  <dc:creator>Huy Bien</dc:creator>
  <cp:lastModifiedBy>Ngo Huy Bien</cp:lastModifiedBy>
  <cp:revision>302</cp:revision>
  <dcterms:created xsi:type="dcterms:W3CDTF">2009-01-06T14:34:07Z</dcterms:created>
  <dcterms:modified xsi:type="dcterms:W3CDTF">2021-12-08T20:09:51Z</dcterms:modified>
</cp:coreProperties>
</file>