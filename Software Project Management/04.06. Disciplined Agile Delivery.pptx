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08" r:id="rId1"/>
  </p:sldMasterIdLst>
  <p:notesMasterIdLst>
    <p:notesMasterId r:id="rId9"/>
  </p:notesMasterIdLst>
  <p:sldIdLst>
    <p:sldId id="256" r:id="rId2"/>
    <p:sldId id="624" r:id="rId3"/>
    <p:sldId id="756" r:id="rId4"/>
    <p:sldId id="564" r:id="rId5"/>
    <p:sldId id="693" r:id="rId6"/>
    <p:sldId id="694" r:id="rId7"/>
    <p:sldId id="34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75" autoAdjust="0"/>
    <p:restoredTop sz="88989" autoAdjust="0"/>
  </p:normalViewPr>
  <p:slideViewPr>
    <p:cSldViewPr>
      <p:cViewPr>
        <p:scale>
          <a:sx n="60" d="100"/>
          <a:sy n="60" d="100"/>
        </p:scale>
        <p:origin x="-1208" y="-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689CC-1D6A-4DEE-80EF-F38DBDD31587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E6FAD-75CF-4B99-B663-5876D41FD9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Disciplined Agile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5715000" cy="3276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648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>
                <a:latin typeface="+mj-lt"/>
              </a:rPr>
              <a:t>Scott W. Ambler and Mark Lines (2012). Disciplined Agile Delivery (DAD): A Practitioner’s Guide to Agile Software Delivery in the Enterprise.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Scrum &amp; Enterprise Projects? </a:t>
            </a:r>
            <a:r>
              <a:rPr lang="en-US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Our experience is that “core” agile methods such as Scrum work wonderfully for small project teams addressing straightforward problems in which there is </a:t>
            </a:r>
            <a:r>
              <a:rPr lang="en-US" sz="2600" i="1" dirty="0" smtClean="0">
                <a:solidFill>
                  <a:srgbClr val="C00000"/>
                </a:solidFill>
              </a:rPr>
              <a:t>little risk</a:t>
            </a:r>
            <a:r>
              <a:rPr lang="en-US" sz="2600" dirty="0" smtClean="0"/>
              <a:t> or </a:t>
            </a:r>
            <a:r>
              <a:rPr lang="en-US" sz="2600" i="1" dirty="0" smtClean="0">
                <a:solidFill>
                  <a:srgbClr val="C00000"/>
                </a:solidFill>
              </a:rPr>
              <a:t>consequence of failure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However, “out of the box,” these methods do not give adequate consideration to the risks associated with delivering solutions on </a:t>
            </a:r>
            <a:r>
              <a:rPr lang="en-US" sz="2600" i="1" dirty="0" smtClean="0">
                <a:solidFill>
                  <a:srgbClr val="C00000"/>
                </a:solidFill>
              </a:rPr>
              <a:t>larger enterprise projects</a:t>
            </a:r>
            <a:r>
              <a:rPr lang="en-US" sz="2600" dirty="0" smtClean="0"/>
              <a:t>, and as a result we’re seeing organizations investing a lot of effort creating </a:t>
            </a:r>
            <a:r>
              <a:rPr lang="en-US" sz="2600" u="sng" dirty="0" smtClean="0"/>
              <a:t>hybrid</a:t>
            </a:r>
            <a:r>
              <a:rPr lang="en-US" sz="2600" dirty="0" smtClean="0"/>
              <a:t> methodologies combining techniques from many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Disciplined Agile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Disciplined Agile Delivery (DAD) process framework, as described in this book, is a </a:t>
            </a:r>
            <a:r>
              <a:rPr lang="en-US" sz="2400" i="1" dirty="0" smtClean="0">
                <a:solidFill>
                  <a:srgbClr val="C00000"/>
                </a:solidFill>
              </a:rPr>
              <a:t>hybrid approach</a:t>
            </a:r>
            <a:r>
              <a:rPr lang="en-US" sz="2400" dirty="0" smtClean="0"/>
              <a:t> which extends Scrum with proven strategies from Agile Modeling (AM), Extreme Programming (XP), and Unified Process (UP), amongst other methods.</a:t>
            </a:r>
          </a:p>
          <a:p>
            <a:r>
              <a:rPr lang="en-US" sz="2400" dirty="0" smtClean="0"/>
              <a:t>DAD extends the </a:t>
            </a:r>
            <a:r>
              <a:rPr lang="en-US" sz="2400" u="sng" dirty="0" smtClean="0"/>
              <a:t>construction-focused</a:t>
            </a:r>
            <a:r>
              <a:rPr lang="en-US" sz="2400" dirty="0" smtClean="0"/>
              <a:t> lifecycle of Scrum to address the full, </a:t>
            </a:r>
            <a:r>
              <a:rPr lang="en-US" sz="2400" i="1" dirty="0" smtClean="0">
                <a:solidFill>
                  <a:srgbClr val="C00000"/>
                </a:solidFill>
              </a:rPr>
              <a:t>end-to-end</a:t>
            </a:r>
            <a:r>
              <a:rPr lang="en-US" sz="2400" dirty="0" smtClean="0"/>
              <a:t> delivery lifecycle from project initiation all the way to delivering the solution to its end users.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for Your Time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16725</TotalTime>
  <Words>231</Words>
  <Application>Microsoft Office PowerPoint</Application>
  <PresentationFormat>On-screen Show (4:3)</PresentationFormat>
  <Paragraphs>18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Disciplined Agile Delivery</vt:lpstr>
      <vt:lpstr>Objectives</vt:lpstr>
      <vt:lpstr>Contents</vt:lpstr>
      <vt:lpstr>References</vt:lpstr>
      <vt:lpstr>Scrum &amp; Enterprise Projects? [1]</vt:lpstr>
      <vt:lpstr>The Disciplined Agile Delivery</vt:lpstr>
      <vt:lpstr>Thank You for Your Time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5576</cp:revision>
  <dcterms:created xsi:type="dcterms:W3CDTF">2007-10-06T08:25:13Z</dcterms:created>
  <dcterms:modified xsi:type="dcterms:W3CDTF">2023-05-25T11:47:48Z</dcterms:modified>
</cp:coreProperties>
</file>