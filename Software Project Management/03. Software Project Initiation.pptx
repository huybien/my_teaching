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5"/>
  </p:notesMasterIdLst>
  <p:handoutMasterIdLst>
    <p:handoutMasterId r:id="rId26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75" r:id="rId19"/>
    <p:sldId id="876" r:id="rId20"/>
    <p:sldId id="877" r:id="rId21"/>
    <p:sldId id="843" r:id="rId22"/>
    <p:sldId id="830" r:id="rId23"/>
    <p:sldId id="343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29216</TotalTime>
  <Words>632</Words>
  <Application>Microsoft Office PowerPoint</Application>
  <PresentationFormat>On-screen Show (4:3)</PresentationFormat>
  <Paragraphs>122</Paragraphs>
  <Slides>23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Finalizing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Charter</vt:lpstr>
      <vt:lpstr>Responsibility Assignment Matrix</vt:lpstr>
      <vt:lpstr>Checklist</vt:lpstr>
      <vt:lpstr>Slide 21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9150</cp:revision>
  <dcterms:created xsi:type="dcterms:W3CDTF">2007-10-06T08:25:13Z</dcterms:created>
  <dcterms:modified xsi:type="dcterms:W3CDTF">2026-06-20T18:03:32Z</dcterms:modified>
</cp:coreProperties>
</file>