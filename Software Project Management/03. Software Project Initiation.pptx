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6"/>
  </p:notesMasterIdLst>
  <p:handoutMasterIdLst>
    <p:handoutMasterId r:id="rId27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9" r:id="rId9"/>
    <p:sldId id="888" r:id="rId10"/>
    <p:sldId id="884" r:id="rId11"/>
    <p:sldId id="886" r:id="rId12"/>
    <p:sldId id="887" r:id="rId13"/>
    <p:sldId id="855" r:id="rId14"/>
    <p:sldId id="872" r:id="rId15"/>
    <p:sldId id="879" r:id="rId16"/>
    <p:sldId id="873" r:id="rId17"/>
    <p:sldId id="874" r:id="rId18"/>
    <p:sldId id="842" r:id="rId19"/>
    <p:sldId id="875" r:id="rId20"/>
    <p:sldId id="876" r:id="rId21"/>
    <p:sldId id="877" r:id="rId22"/>
    <p:sldId id="843" r:id="rId23"/>
    <p:sldId id="830" r:id="rId24"/>
    <p:sldId id="343" r:id="rId2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1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</a:t>
            </a:r>
            <a:r>
              <a:rPr lang="en-US" dirty="0" smtClean="0"/>
              <a:t>Agents.</a:t>
            </a:r>
            <a:endParaRPr lang="en-US" dirty="0" smtClean="0"/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</a:t>
            </a:r>
            <a:r>
              <a:rPr lang="en-US" dirty="0" smtClean="0"/>
              <a:t>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Team Project Idea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29270</TotalTime>
  <Words>650</Words>
  <Application>Microsoft Office PowerPoint</Application>
  <PresentationFormat>On-screen Show (4:3)</PresentationFormat>
  <Paragraphs>125</Paragraphs>
  <Slides>24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2026</vt:lpstr>
      <vt:lpstr>Evaluating the Project Ideas</vt:lpstr>
      <vt:lpstr>Team Project Idea Selection</vt:lpstr>
      <vt:lpstr>Finalizing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18</vt:lpstr>
      <vt:lpstr>Project Charter</vt:lpstr>
      <vt:lpstr>Responsibility Assignment Matrix</vt:lpstr>
      <vt:lpstr>Checklist</vt:lpstr>
      <vt:lpstr>Slide 22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9161</cp:revision>
  <dcterms:created xsi:type="dcterms:W3CDTF">2007-10-06T08:25:13Z</dcterms:created>
  <dcterms:modified xsi:type="dcterms:W3CDTF">2026-07-02T13:05:00Z</dcterms:modified>
</cp:coreProperties>
</file>