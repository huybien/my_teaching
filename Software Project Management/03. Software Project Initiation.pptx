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diagrams/drawing2.xml" ContentType="application/vnd.ms-office.drawingml.diagramDrawing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diagrams/quickStyle2.xml" ContentType="application/vnd.openxmlformats-officedocument.drawingml.diagramStyl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6"/>
  </p:notesMasterIdLst>
  <p:handoutMasterIdLst>
    <p:handoutMasterId r:id="rId37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8" r:id="rId9"/>
    <p:sldId id="884" r:id="rId10"/>
    <p:sldId id="886" r:id="rId11"/>
    <p:sldId id="887" r:id="rId12"/>
    <p:sldId id="855" r:id="rId13"/>
    <p:sldId id="872" r:id="rId14"/>
    <p:sldId id="879" r:id="rId15"/>
    <p:sldId id="873" r:id="rId16"/>
    <p:sldId id="874" r:id="rId17"/>
    <p:sldId id="842" r:id="rId18"/>
    <p:sldId id="835" r:id="rId19"/>
    <p:sldId id="836" r:id="rId20"/>
    <p:sldId id="852" r:id="rId21"/>
    <p:sldId id="853" r:id="rId22"/>
    <p:sldId id="854" r:id="rId23"/>
    <p:sldId id="869" r:id="rId24"/>
    <p:sldId id="867" r:id="rId25"/>
    <p:sldId id="868" r:id="rId26"/>
    <p:sldId id="837" r:id="rId27"/>
    <p:sldId id="838" r:id="rId28"/>
    <p:sldId id="878" r:id="rId29"/>
    <p:sldId id="875" r:id="rId30"/>
    <p:sldId id="876" r:id="rId31"/>
    <p:sldId id="877" r:id="rId32"/>
    <p:sldId id="843" r:id="rId33"/>
    <p:sldId id="830" r:id="rId34"/>
    <p:sldId id="343" r:id="rId3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0CA3979B-5F60-4F39-B1F8-37FF98BA710A}" type="presOf" srcId="{0100315B-D429-4EAC-8AA1-BEFCB3B6B2D9}" destId="{AD646C37-0DDC-40B6-BFF6-68C35C41D431}" srcOrd="1" destOrd="0" presId="urn:microsoft.com/office/officeart/2005/8/layout/list1"/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00668819-1062-4358-9E19-D7FA3D8829C7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3952E35B-D671-42D0-AD9E-B1B8A9FA6682}" type="presOf" srcId="{17F78D15-90A9-4321-80C0-7F95643E32E1}" destId="{0ABD91B7-67D8-4835-9472-249FD879718E}" srcOrd="1" destOrd="0" presId="urn:microsoft.com/office/officeart/2005/8/layout/list1"/>
    <dgm:cxn modelId="{1BE4B6A6-3051-4DA4-9004-476A08922F47}" type="presOf" srcId="{BE2D09AC-4CBB-4424-A502-FFF2C66BDC24}" destId="{1F9781A0-24EF-4D22-863B-387A9EB35B5D}" srcOrd="1" destOrd="0" presId="urn:microsoft.com/office/officeart/2005/8/layout/list1"/>
    <dgm:cxn modelId="{E4A59397-E674-412A-8895-5A4E59F0B2C2}" type="presOf" srcId="{700EE0F2-D2BF-46CD-ABAB-85E8CD19E387}" destId="{AE055BEC-1FF1-49C3-AC9E-0EE2DBDEE993}" srcOrd="0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0DB0ADA4-0654-4709-A70C-E8C645B3CF70}" type="presOf" srcId="{F14627D2-99F3-4BB9-ACF0-9B3757D4BA23}" destId="{90065A47-6053-496C-B292-B863C5F1C893}" srcOrd="1" destOrd="0" presId="urn:microsoft.com/office/officeart/2005/8/layout/list1"/>
    <dgm:cxn modelId="{F4A2D41C-7F53-47CD-B3D0-685F66E00791}" type="presOf" srcId="{8CA78F25-E4A0-4965-A658-0084AB99CA1F}" destId="{4F622BEB-62C0-41FB-AA25-3807F8F602A7}" srcOrd="1" destOrd="0" presId="urn:microsoft.com/office/officeart/2005/8/layout/list1"/>
    <dgm:cxn modelId="{84493C6D-D9C2-4796-A942-81D7A87FDEF1}" type="presOf" srcId="{F14627D2-99F3-4BB9-ACF0-9B3757D4BA23}" destId="{1599F2CB-C4E6-4818-A1E7-E4DBD180D586}" srcOrd="0" destOrd="0" presId="urn:microsoft.com/office/officeart/2005/8/layout/list1"/>
    <dgm:cxn modelId="{B2E67F94-3BF8-4BAF-94F1-F2730CBDE085}" type="presOf" srcId="{FD345B50-5AD1-478C-8BEE-7B1273750DCB}" destId="{9EFE8DBD-3349-4550-A4EC-39766CB04F86}" srcOrd="0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51D5BAA3-6F45-4159-A29B-7411169D207E}" type="presOf" srcId="{8CA78F25-E4A0-4965-A658-0084AB99CA1F}" destId="{5C1DC1E6-7DCB-43E0-BA21-A8A0AB80CD78}" srcOrd="0" destOrd="0" presId="urn:microsoft.com/office/officeart/2005/8/layout/list1"/>
    <dgm:cxn modelId="{1B1F194C-4FFE-46E1-9D74-02CAF4921504}" type="presOf" srcId="{BE2D09AC-4CBB-4424-A502-FFF2C66BDC24}" destId="{757F47A7-B9B2-4985-A0DB-301ED68CBB06}" srcOrd="0" destOrd="0" presId="urn:microsoft.com/office/officeart/2005/8/layout/list1"/>
    <dgm:cxn modelId="{02AF92E4-BADA-41AF-BEA2-4F2658F673FB}" type="presOf" srcId="{0100315B-D429-4EAC-8AA1-BEFCB3B6B2D9}" destId="{4290549B-C467-406D-AC08-B83AFD29D973}" srcOrd="0" destOrd="0" presId="urn:microsoft.com/office/officeart/2005/8/layout/list1"/>
    <dgm:cxn modelId="{E7C567CB-BB56-48B8-9A15-3ACDE38AFAD4}" type="presOf" srcId="{17F78D15-90A9-4321-80C0-7F95643E32E1}" destId="{A5CDB8F0-A3D9-4691-8832-2F348E9FEF4B}" srcOrd="0" destOrd="0" presId="urn:microsoft.com/office/officeart/2005/8/layout/list1"/>
    <dgm:cxn modelId="{C69FE8EE-66FC-48D3-A6A8-C1434CF23095}" type="presParOf" srcId="{9EFE8DBD-3349-4550-A4EC-39766CB04F86}" destId="{DF23568B-F979-44DF-84C3-ADBBD77DD4B6}" srcOrd="0" destOrd="0" presId="urn:microsoft.com/office/officeart/2005/8/layout/list1"/>
    <dgm:cxn modelId="{10643998-E1DA-4564-925A-3AD2F67DBEC5}" type="presParOf" srcId="{DF23568B-F979-44DF-84C3-ADBBD77DD4B6}" destId="{5C1DC1E6-7DCB-43E0-BA21-A8A0AB80CD78}" srcOrd="0" destOrd="0" presId="urn:microsoft.com/office/officeart/2005/8/layout/list1"/>
    <dgm:cxn modelId="{EBE2F32B-8ECC-4495-A251-14F1E4205103}" type="presParOf" srcId="{DF23568B-F979-44DF-84C3-ADBBD77DD4B6}" destId="{4F622BEB-62C0-41FB-AA25-3807F8F602A7}" srcOrd="1" destOrd="0" presId="urn:microsoft.com/office/officeart/2005/8/layout/list1"/>
    <dgm:cxn modelId="{D3ADFDEB-893B-49D7-A6D8-1057F9071EBB}" type="presParOf" srcId="{9EFE8DBD-3349-4550-A4EC-39766CB04F86}" destId="{F112E137-4C01-4626-80BD-8612A623F0E4}" srcOrd="1" destOrd="0" presId="urn:microsoft.com/office/officeart/2005/8/layout/list1"/>
    <dgm:cxn modelId="{CD15EDC0-A04C-475F-A1F9-54B4D2326401}" type="presParOf" srcId="{9EFE8DBD-3349-4550-A4EC-39766CB04F86}" destId="{56CABD1B-944E-49F7-866A-C6598132C0E2}" srcOrd="2" destOrd="0" presId="urn:microsoft.com/office/officeart/2005/8/layout/list1"/>
    <dgm:cxn modelId="{597026C1-B20D-4B77-AEFD-9A4659956933}" type="presParOf" srcId="{9EFE8DBD-3349-4550-A4EC-39766CB04F86}" destId="{81ACD076-1FCC-4FF6-A274-B3BD90DC9978}" srcOrd="3" destOrd="0" presId="urn:microsoft.com/office/officeart/2005/8/layout/list1"/>
    <dgm:cxn modelId="{042584E0-9DA7-4574-A321-CA930C4AEA17}" type="presParOf" srcId="{9EFE8DBD-3349-4550-A4EC-39766CB04F86}" destId="{EAA56398-F73A-4FE2-B746-BD84BFC141F8}" srcOrd="4" destOrd="0" presId="urn:microsoft.com/office/officeart/2005/8/layout/list1"/>
    <dgm:cxn modelId="{5DC087C0-01A6-4F65-B6AA-C04622BF54D9}" type="presParOf" srcId="{EAA56398-F73A-4FE2-B746-BD84BFC141F8}" destId="{A5CDB8F0-A3D9-4691-8832-2F348E9FEF4B}" srcOrd="0" destOrd="0" presId="urn:microsoft.com/office/officeart/2005/8/layout/list1"/>
    <dgm:cxn modelId="{123C87CE-662C-4544-8EAC-8C58FA82EAF0}" type="presParOf" srcId="{EAA56398-F73A-4FE2-B746-BD84BFC141F8}" destId="{0ABD91B7-67D8-4835-9472-249FD879718E}" srcOrd="1" destOrd="0" presId="urn:microsoft.com/office/officeart/2005/8/layout/list1"/>
    <dgm:cxn modelId="{CAE7D2CD-D94B-4E2C-ABDD-FDC68F230F9E}" type="presParOf" srcId="{9EFE8DBD-3349-4550-A4EC-39766CB04F86}" destId="{46C1D4E5-54DD-4F5D-8B65-D8E3491AED12}" srcOrd="5" destOrd="0" presId="urn:microsoft.com/office/officeart/2005/8/layout/list1"/>
    <dgm:cxn modelId="{FF6081B0-1BAF-44EE-A8FF-E966E4B0FCDA}" type="presParOf" srcId="{9EFE8DBD-3349-4550-A4EC-39766CB04F86}" destId="{8B5298D1-CF53-49BC-9023-0EE6E258E573}" srcOrd="6" destOrd="0" presId="urn:microsoft.com/office/officeart/2005/8/layout/list1"/>
    <dgm:cxn modelId="{6D6ED370-E510-4058-A283-C5232E38B5F4}" type="presParOf" srcId="{9EFE8DBD-3349-4550-A4EC-39766CB04F86}" destId="{AB539887-6226-438A-9686-BCE467EC5E8D}" srcOrd="7" destOrd="0" presId="urn:microsoft.com/office/officeart/2005/8/layout/list1"/>
    <dgm:cxn modelId="{7A7E0C2E-B7B7-4612-B3B0-492B107C478A}" type="presParOf" srcId="{9EFE8DBD-3349-4550-A4EC-39766CB04F86}" destId="{D0E10FBA-41A3-4B5B-B01A-D81B69CB9BA2}" srcOrd="8" destOrd="0" presId="urn:microsoft.com/office/officeart/2005/8/layout/list1"/>
    <dgm:cxn modelId="{130DC2D7-5A6B-4C36-9F17-3973BE979BDC}" type="presParOf" srcId="{D0E10FBA-41A3-4B5B-B01A-D81B69CB9BA2}" destId="{4290549B-C467-406D-AC08-B83AFD29D973}" srcOrd="0" destOrd="0" presId="urn:microsoft.com/office/officeart/2005/8/layout/list1"/>
    <dgm:cxn modelId="{745DBD57-EC79-4AC9-A9D4-0261EEB0ED23}" type="presParOf" srcId="{D0E10FBA-41A3-4B5B-B01A-D81B69CB9BA2}" destId="{AD646C37-0DDC-40B6-BFF6-68C35C41D431}" srcOrd="1" destOrd="0" presId="urn:microsoft.com/office/officeart/2005/8/layout/list1"/>
    <dgm:cxn modelId="{371BA7B2-B30E-49A2-8E74-2ABEE7ADE1BB}" type="presParOf" srcId="{9EFE8DBD-3349-4550-A4EC-39766CB04F86}" destId="{BD781924-C0DF-43D6-B614-711C5553AD2F}" srcOrd="9" destOrd="0" presId="urn:microsoft.com/office/officeart/2005/8/layout/list1"/>
    <dgm:cxn modelId="{0EF55432-EB76-401B-89D4-9379FCF83E0D}" type="presParOf" srcId="{9EFE8DBD-3349-4550-A4EC-39766CB04F86}" destId="{8011D070-568F-4A84-BD56-7ABA35D47A61}" srcOrd="10" destOrd="0" presId="urn:microsoft.com/office/officeart/2005/8/layout/list1"/>
    <dgm:cxn modelId="{14E2AD86-09F0-43EE-B528-3037EADA6ABE}" type="presParOf" srcId="{9EFE8DBD-3349-4550-A4EC-39766CB04F86}" destId="{75BE8DB7-21DB-46A5-9B89-C43D3257A63A}" srcOrd="11" destOrd="0" presId="urn:microsoft.com/office/officeart/2005/8/layout/list1"/>
    <dgm:cxn modelId="{598F67C0-173B-4FB4-89C0-CC531BD5806B}" type="presParOf" srcId="{9EFE8DBD-3349-4550-A4EC-39766CB04F86}" destId="{22B3EFEA-0ED8-4B23-A002-30559B3EF99F}" srcOrd="12" destOrd="0" presId="urn:microsoft.com/office/officeart/2005/8/layout/list1"/>
    <dgm:cxn modelId="{4624E1E7-51C8-42F9-8EA2-AD649F511DFF}" type="presParOf" srcId="{22B3EFEA-0ED8-4B23-A002-30559B3EF99F}" destId="{1599F2CB-C4E6-4818-A1E7-E4DBD180D586}" srcOrd="0" destOrd="0" presId="urn:microsoft.com/office/officeart/2005/8/layout/list1"/>
    <dgm:cxn modelId="{5FD048C2-2360-46E0-B229-5FF3C53FECDD}" type="presParOf" srcId="{22B3EFEA-0ED8-4B23-A002-30559B3EF99F}" destId="{90065A47-6053-496C-B292-B863C5F1C893}" srcOrd="1" destOrd="0" presId="urn:microsoft.com/office/officeart/2005/8/layout/list1"/>
    <dgm:cxn modelId="{965293CC-2425-46D8-93E2-F2015A133BB0}" type="presParOf" srcId="{9EFE8DBD-3349-4550-A4EC-39766CB04F86}" destId="{92641813-5179-4554-A4AA-CE9C7A39B4EC}" srcOrd="13" destOrd="0" presId="urn:microsoft.com/office/officeart/2005/8/layout/list1"/>
    <dgm:cxn modelId="{D227D435-2BB8-431D-A0E2-7F08232FDD1A}" type="presParOf" srcId="{9EFE8DBD-3349-4550-A4EC-39766CB04F86}" destId="{2CC94E98-C2BC-40BA-BA2C-53E02A202477}" srcOrd="14" destOrd="0" presId="urn:microsoft.com/office/officeart/2005/8/layout/list1"/>
    <dgm:cxn modelId="{13BC27B6-676A-4D9D-84C7-871384C4B31A}" type="presParOf" srcId="{9EFE8DBD-3349-4550-A4EC-39766CB04F86}" destId="{030C9054-684D-4B3C-A5A3-8C45E7C47894}" srcOrd="15" destOrd="0" presId="urn:microsoft.com/office/officeart/2005/8/layout/list1"/>
    <dgm:cxn modelId="{018437EE-892A-4E6B-B6D5-A5C378B1A638}" type="presParOf" srcId="{9EFE8DBD-3349-4550-A4EC-39766CB04F86}" destId="{588861EA-FE8F-4D0F-96CC-889C27A7F9A5}" srcOrd="16" destOrd="0" presId="urn:microsoft.com/office/officeart/2005/8/layout/list1"/>
    <dgm:cxn modelId="{464ED95F-D56E-48CF-999D-E2A795736156}" type="presParOf" srcId="{588861EA-FE8F-4D0F-96CC-889C27A7F9A5}" destId="{757F47A7-B9B2-4985-A0DB-301ED68CBB06}" srcOrd="0" destOrd="0" presId="urn:microsoft.com/office/officeart/2005/8/layout/list1"/>
    <dgm:cxn modelId="{9B984194-D77E-4633-B009-12DA9C1DD137}" type="presParOf" srcId="{588861EA-FE8F-4D0F-96CC-889C27A7F9A5}" destId="{1F9781A0-24EF-4D22-863B-387A9EB35B5D}" srcOrd="1" destOrd="0" presId="urn:microsoft.com/office/officeart/2005/8/layout/list1"/>
    <dgm:cxn modelId="{8EDCAF60-4D69-4A5D-B917-5218D43A8F0F}" type="presParOf" srcId="{9EFE8DBD-3349-4550-A4EC-39766CB04F86}" destId="{481254B0-7198-4BFC-A80D-3CB26DB1F0A8}" srcOrd="17" destOrd="0" presId="urn:microsoft.com/office/officeart/2005/8/layout/list1"/>
    <dgm:cxn modelId="{CA50795D-2889-4890-B969-0BE2C46350F5}" type="presParOf" srcId="{9EFE8DBD-3349-4550-A4EC-39766CB04F86}" destId="{10C80C59-D601-4AD4-9AE0-F459A2AD1F9A}" srcOrd="18" destOrd="0" presId="urn:microsoft.com/office/officeart/2005/8/layout/list1"/>
    <dgm:cxn modelId="{B4ADB81E-3266-4097-AC00-CEB558458607}" type="presParOf" srcId="{9EFE8DBD-3349-4550-A4EC-39766CB04F86}" destId="{B4C4D495-AE16-4121-BE91-32BFC1BEEEB5}" srcOrd="19" destOrd="0" presId="urn:microsoft.com/office/officeart/2005/8/layout/list1"/>
    <dgm:cxn modelId="{0B6A862E-0615-4D34-959B-BD14E1D89D61}" type="presParOf" srcId="{9EFE8DBD-3349-4550-A4EC-39766CB04F86}" destId="{2CD3D00A-2FB7-418E-9441-8C7E48C07CC2}" srcOrd="20" destOrd="0" presId="urn:microsoft.com/office/officeart/2005/8/layout/list1"/>
    <dgm:cxn modelId="{77653E6D-09BE-428E-A9A9-D7C7B2D7FAE5}" type="presParOf" srcId="{2CD3D00A-2FB7-418E-9441-8C7E48C07CC2}" destId="{AE055BEC-1FF1-49C3-AC9E-0EE2DBDEE993}" srcOrd="0" destOrd="0" presId="urn:microsoft.com/office/officeart/2005/8/layout/list1"/>
    <dgm:cxn modelId="{2C4D03E8-A7EA-4006-9755-CAB261F6E5B1}" type="presParOf" srcId="{2CD3D00A-2FB7-418E-9441-8C7E48C07CC2}" destId="{D321BBAD-41C6-45AB-9362-3E65DEBF3BC5}" srcOrd="1" destOrd="0" presId="urn:microsoft.com/office/officeart/2005/8/layout/list1"/>
    <dgm:cxn modelId="{FEFA731B-6424-4FDA-850D-BB1F2FF24BE2}" type="presParOf" srcId="{9EFE8DBD-3349-4550-A4EC-39766CB04F86}" destId="{2A10BBF1-7B96-4E5C-BC0C-EF1FEDDF9610}" srcOrd="21" destOrd="0" presId="urn:microsoft.com/office/officeart/2005/8/layout/list1"/>
    <dgm:cxn modelId="{54488F8C-B9D9-433F-BB7F-9DFA17D2D923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A32E1DD6-6EB8-4375-98D1-9F1DF23C2C6B}" type="presOf" srcId="{EE8CF9E2-D057-449B-9F77-989BF0A428D5}" destId="{DE21590D-5DE3-41E9-874A-72B6B165BD0F}" srcOrd="1" destOrd="0" presId="urn:microsoft.com/office/officeart/2005/8/layout/list1"/>
    <dgm:cxn modelId="{D700E2AE-0110-40D2-9911-62EB76F12524}" type="presOf" srcId="{FD345B50-5AD1-478C-8BEE-7B1273750DCB}" destId="{9EFE8DBD-3349-4550-A4EC-39766CB04F86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81B554D5-14AF-4C6F-A736-14E0E3447238}" type="presOf" srcId="{A18431F4-AB3C-4FFE-A51F-640AA583A75E}" destId="{5FAA833E-6D98-490D-A6E4-DC5E02D539A9}" srcOrd="1" destOrd="0" presId="urn:microsoft.com/office/officeart/2005/8/layout/list1"/>
    <dgm:cxn modelId="{EC14072B-B5A8-4DF5-8055-4614353FBBFA}" type="presOf" srcId="{751FA402-92B1-4F34-A9A9-21D2D327DD3D}" destId="{64CA6F2C-D3F3-4B3E-B7DB-188235DAC2AC}" srcOrd="0" destOrd="0" presId="urn:microsoft.com/office/officeart/2005/8/layout/list1"/>
    <dgm:cxn modelId="{C2735C53-482E-4184-A99A-E5D142B195DB}" type="presOf" srcId="{2937DDEE-C3F9-4543-9F3A-E8259D957669}" destId="{C264362E-209D-4D40-9D36-3FDCF2274E08}" srcOrd="1" destOrd="0" presId="urn:microsoft.com/office/officeart/2005/8/layout/list1"/>
    <dgm:cxn modelId="{4863E6F6-4C1F-4819-B0D8-47891457E469}" type="presOf" srcId="{751FA402-92B1-4F34-A9A9-21D2D327DD3D}" destId="{06AF805B-F6F3-4E8C-87A7-7C5E13722586}" srcOrd="1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712A1435-D920-4237-8870-835A52895986}" type="presOf" srcId="{2937DDEE-C3F9-4543-9F3A-E8259D957669}" destId="{E71A77D1-0C64-45EC-A638-B21F18F784D2}" srcOrd="0" destOrd="0" presId="urn:microsoft.com/office/officeart/2005/8/layout/list1"/>
    <dgm:cxn modelId="{324A4E70-B8AE-49B2-B149-5531720289B8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37000585-4EE7-4257-ACC9-9866F3A30075}" type="presOf" srcId="{EE8CF9E2-D057-449B-9F77-989BF0A428D5}" destId="{867F3D5F-57B6-4767-A5FE-FB4D9BE1412F}" srcOrd="0" destOrd="0" presId="urn:microsoft.com/office/officeart/2005/8/layout/list1"/>
    <dgm:cxn modelId="{17266A12-82A0-49AE-99BD-CB575DA22B05}" type="presParOf" srcId="{9EFE8DBD-3349-4550-A4EC-39766CB04F86}" destId="{E770DFFA-8742-4762-A4C6-461D9EEBF452}" srcOrd="0" destOrd="0" presId="urn:microsoft.com/office/officeart/2005/8/layout/list1"/>
    <dgm:cxn modelId="{9484CDFE-4363-4544-80FA-2D2A90E8770B}" type="presParOf" srcId="{E770DFFA-8742-4762-A4C6-461D9EEBF452}" destId="{867F3D5F-57B6-4767-A5FE-FB4D9BE1412F}" srcOrd="0" destOrd="0" presId="urn:microsoft.com/office/officeart/2005/8/layout/list1"/>
    <dgm:cxn modelId="{9CB9995D-D53E-4CDE-AF8D-18F033C1892E}" type="presParOf" srcId="{E770DFFA-8742-4762-A4C6-461D9EEBF452}" destId="{DE21590D-5DE3-41E9-874A-72B6B165BD0F}" srcOrd="1" destOrd="0" presId="urn:microsoft.com/office/officeart/2005/8/layout/list1"/>
    <dgm:cxn modelId="{7375E139-56D0-416A-8564-8E0DB5EF5FD0}" type="presParOf" srcId="{9EFE8DBD-3349-4550-A4EC-39766CB04F86}" destId="{5D10A079-3CEA-4429-AB9B-66A255F21ED3}" srcOrd="1" destOrd="0" presId="urn:microsoft.com/office/officeart/2005/8/layout/list1"/>
    <dgm:cxn modelId="{A4B6CD19-8A14-44A0-A5B7-4B80B61D7093}" type="presParOf" srcId="{9EFE8DBD-3349-4550-A4EC-39766CB04F86}" destId="{00169986-F2F3-4B85-8ED4-5DAA51E975C1}" srcOrd="2" destOrd="0" presId="urn:microsoft.com/office/officeart/2005/8/layout/list1"/>
    <dgm:cxn modelId="{EC63F8C3-07ED-4FA0-9833-36846C2E7F3B}" type="presParOf" srcId="{9EFE8DBD-3349-4550-A4EC-39766CB04F86}" destId="{587EF223-F6DC-4691-AFC8-9D18FB663BB5}" srcOrd="3" destOrd="0" presId="urn:microsoft.com/office/officeart/2005/8/layout/list1"/>
    <dgm:cxn modelId="{D04444FD-3B58-473D-945C-6F9A6A8E25BF}" type="presParOf" srcId="{9EFE8DBD-3349-4550-A4EC-39766CB04F86}" destId="{CE8F38E6-3CE4-4C9A-871B-93560FB7BFEB}" srcOrd="4" destOrd="0" presId="urn:microsoft.com/office/officeart/2005/8/layout/list1"/>
    <dgm:cxn modelId="{F048367C-E991-40E2-B3B6-4C4F8B54274A}" type="presParOf" srcId="{CE8F38E6-3CE4-4C9A-871B-93560FB7BFEB}" destId="{E71A77D1-0C64-45EC-A638-B21F18F784D2}" srcOrd="0" destOrd="0" presId="urn:microsoft.com/office/officeart/2005/8/layout/list1"/>
    <dgm:cxn modelId="{4C68C0D5-29BE-4CD2-9B43-5FDA892ED290}" type="presParOf" srcId="{CE8F38E6-3CE4-4C9A-871B-93560FB7BFEB}" destId="{C264362E-209D-4D40-9D36-3FDCF2274E08}" srcOrd="1" destOrd="0" presId="urn:microsoft.com/office/officeart/2005/8/layout/list1"/>
    <dgm:cxn modelId="{1683B142-F208-431D-8B0F-5CDCB6D6B824}" type="presParOf" srcId="{9EFE8DBD-3349-4550-A4EC-39766CB04F86}" destId="{6CE0A26B-7211-4925-9375-4897FB1E0F56}" srcOrd="5" destOrd="0" presId="urn:microsoft.com/office/officeart/2005/8/layout/list1"/>
    <dgm:cxn modelId="{8676EF92-95DF-4551-885A-4E544434ABE0}" type="presParOf" srcId="{9EFE8DBD-3349-4550-A4EC-39766CB04F86}" destId="{0ED62FB5-CD8C-4E35-9A42-1C6E2E6D9675}" srcOrd="6" destOrd="0" presId="urn:microsoft.com/office/officeart/2005/8/layout/list1"/>
    <dgm:cxn modelId="{7734851F-94ED-4240-9032-4B96C6DCC34C}" type="presParOf" srcId="{9EFE8DBD-3349-4550-A4EC-39766CB04F86}" destId="{253570E9-9F37-4E7B-8AFD-41C6C8C939E2}" srcOrd="7" destOrd="0" presId="urn:microsoft.com/office/officeart/2005/8/layout/list1"/>
    <dgm:cxn modelId="{8230B7D1-36AE-46B0-8877-A56080773FA6}" type="presParOf" srcId="{9EFE8DBD-3349-4550-A4EC-39766CB04F86}" destId="{B8898AE1-27C2-4A59-8D6B-60BCA6D3B817}" srcOrd="8" destOrd="0" presId="urn:microsoft.com/office/officeart/2005/8/layout/list1"/>
    <dgm:cxn modelId="{1219789C-F9AC-4AB9-AB6E-18356800541C}" type="presParOf" srcId="{B8898AE1-27C2-4A59-8D6B-60BCA6D3B817}" destId="{64CA6F2C-D3F3-4B3E-B7DB-188235DAC2AC}" srcOrd="0" destOrd="0" presId="urn:microsoft.com/office/officeart/2005/8/layout/list1"/>
    <dgm:cxn modelId="{018839BB-CB37-4362-8A97-295F33D3CD38}" type="presParOf" srcId="{B8898AE1-27C2-4A59-8D6B-60BCA6D3B817}" destId="{06AF805B-F6F3-4E8C-87A7-7C5E13722586}" srcOrd="1" destOrd="0" presId="urn:microsoft.com/office/officeart/2005/8/layout/list1"/>
    <dgm:cxn modelId="{A3FB45B0-F18A-4CE8-AB54-7A3370CFA80B}" type="presParOf" srcId="{9EFE8DBD-3349-4550-A4EC-39766CB04F86}" destId="{19D48958-94FF-48AC-B7F5-539EE35ABDB5}" srcOrd="9" destOrd="0" presId="urn:microsoft.com/office/officeart/2005/8/layout/list1"/>
    <dgm:cxn modelId="{978955C2-855A-450E-B75A-FE85C7931911}" type="presParOf" srcId="{9EFE8DBD-3349-4550-A4EC-39766CB04F86}" destId="{3EB6538B-407D-401A-B5D9-4166DB5DE084}" srcOrd="10" destOrd="0" presId="urn:microsoft.com/office/officeart/2005/8/layout/list1"/>
    <dgm:cxn modelId="{65F689BC-A68E-44C9-AA72-85173722A446}" type="presParOf" srcId="{9EFE8DBD-3349-4550-A4EC-39766CB04F86}" destId="{6248AB87-84DD-410D-A491-32DBA78CB015}" srcOrd="11" destOrd="0" presId="urn:microsoft.com/office/officeart/2005/8/layout/list1"/>
    <dgm:cxn modelId="{D51F6289-966F-4238-9169-3CF5A6AF7A12}" type="presParOf" srcId="{9EFE8DBD-3349-4550-A4EC-39766CB04F86}" destId="{CE7F436F-93F5-410F-B734-B200F60627A9}" srcOrd="12" destOrd="0" presId="urn:microsoft.com/office/officeart/2005/8/layout/list1"/>
    <dgm:cxn modelId="{0A7FA6BA-5C71-477F-A847-2850FB0B4DB9}" type="presParOf" srcId="{CE7F436F-93F5-410F-B734-B200F60627A9}" destId="{EEF9B4A1-0A47-4614-A3E7-8E12595AAAD2}" srcOrd="0" destOrd="0" presId="urn:microsoft.com/office/officeart/2005/8/layout/list1"/>
    <dgm:cxn modelId="{506CF3BC-57CB-423D-8B3A-05CEA84A1DA7}" type="presParOf" srcId="{CE7F436F-93F5-410F-B734-B200F60627A9}" destId="{5FAA833E-6D98-490D-A6E4-DC5E02D539A9}" srcOrd="1" destOrd="0" presId="urn:microsoft.com/office/officeart/2005/8/layout/list1"/>
    <dgm:cxn modelId="{3C1BB48D-45F8-4C5E-A8F4-B71F221E3AFD}" type="presParOf" srcId="{9EFE8DBD-3349-4550-A4EC-39766CB04F86}" destId="{74085ECF-BEB8-4148-8092-8544F5301924}" srcOrd="13" destOrd="0" presId="urn:microsoft.com/office/officeart/2005/8/layout/list1"/>
    <dgm:cxn modelId="{9C78B10F-4F29-4D3E-BA64-C7531F5766D7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29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30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4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4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6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47.png"/><Relationship Id="rId4" Type="http://schemas.openxmlformats.org/officeDocument/2006/relationships/hyperlink" Target="14.%20The%20Rational%20Unified%20Process.pptx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</a:t>
            </a:r>
            <a:r>
              <a:rPr lang="en-US" sz="2200" smtClean="0"/>
              <a:t>an </a:t>
            </a:r>
            <a:r>
              <a:rPr lang="en-US" sz="2200" i="1" smtClean="0">
                <a:solidFill>
                  <a:srgbClr val="C00000"/>
                </a:solidFill>
              </a:rPr>
              <a:t>architecture</a:t>
            </a:r>
            <a:r>
              <a:rPr lang="en-US" sz="220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Jessica Keyes (2008). Leading IT Projects: The IT Manager's Guide. Taylor &amp; Francis Group.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</a:t>
            </a:r>
            <a:r>
              <a:rPr lang="en-US" sz="2000" dirty="0" smtClean="0"/>
              <a:t>Origins? Sponsor</a:t>
            </a:r>
            <a:r>
              <a:rPr lang="en-US" sz="2000" dirty="0" smtClean="0"/>
              <a:t>? Client?</a:t>
            </a:r>
          </a:p>
          <a:p>
            <a:pPr lvl="1"/>
            <a:r>
              <a:rPr lang="en-US" sz="1800" dirty="0" smtClean="0"/>
              <a:t>Name, address, phone number?</a:t>
            </a:r>
            <a:endParaRPr lang="en-US" sz="1800" dirty="0" smtClean="0"/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</a:t>
            </a:r>
            <a:r>
              <a:rPr lang="en-US" sz="1800" dirty="0" smtClean="0"/>
              <a:t>yourself?</a:t>
            </a:r>
            <a:endParaRPr lang="en-US" sz="1800" dirty="0" smtClean="0"/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</a:t>
            </a:r>
          </a:p>
          <a:p>
            <a:r>
              <a:rPr lang="en-US" sz="2000" dirty="0" smtClean="0"/>
              <a:t>Cost?</a:t>
            </a:r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25146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0" y="2362200"/>
            <a:ext cx="19050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724400" y="1600200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4478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</a:t>
            </a: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problems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676400" y="39084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Documenting Team Project Idea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Group number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X (1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Project name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ABC (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1 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Sponsor, customers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Problems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 (</a:t>
            </a:r>
            <a:r>
              <a:rPr lang="en-US" sz="2400" u="sng" dirty="0" smtClean="0">
                <a:latin typeface="Calibri" pitchFamily="34" charset="0"/>
                <a:cs typeface="Calibri" pitchFamily="34" charset="0"/>
              </a:rPr>
              <a:t>NOT features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pain points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Solution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The core business use case (The real world scenario or workflow).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Reason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to solve the problems.</a:t>
            </a:r>
          </a:p>
          <a:p>
            <a:r>
              <a:rPr lang="vi-VN" sz="2400" dirty="0" smtClean="0">
                <a:latin typeface="Calibri" pitchFamily="34" charset="0"/>
                <a:cs typeface="Calibri" pitchFamily="34" charset="0"/>
              </a:rPr>
              <a:t>Competitors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(minimum 3)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Your d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ifferentiators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[2]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29038</TotalTime>
  <Words>915</Words>
  <Application>Microsoft Office PowerPoint</Application>
  <PresentationFormat>On-screen Show (4:3)</PresentationFormat>
  <Paragraphs>168</Paragraphs>
  <Slides>34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5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Evaluating the Project Ideas</vt:lpstr>
      <vt:lpstr>Team Project Idea Selection</vt:lpstr>
      <vt:lpstr>Documenting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17</vt:lpstr>
      <vt:lpstr>Project Feasibility?</vt:lpstr>
      <vt:lpstr>Feasibility Study [2]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28</vt:lpstr>
      <vt:lpstr>Project Charter</vt:lpstr>
      <vt:lpstr>Responsibility Assignment Matrix</vt:lpstr>
      <vt:lpstr>Checklist</vt:lpstr>
      <vt:lpstr>Slide 32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9140</cp:revision>
  <dcterms:created xsi:type="dcterms:W3CDTF">2007-10-06T08:25:13Z</dcterms:created>
  <dcterms:modified xsi:type="dcterms:W3CDTF">2026-06-07T15:35:17Z</dcterms:modified>
</cp:coreProperties>
</file>