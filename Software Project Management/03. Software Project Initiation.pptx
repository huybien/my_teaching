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2"/>
  </p:notesMasterIdLst>
  <p:handoutMasterIdLst>
    <p:handoutMasterId r:id="rId33"/>
  </p:handoutMasterIdLst>
  <p:sldIdLst>
    <p:sldId id="256" r:id="rId2"/>
    <p:sldId id="499" r:id="rId3"/>
    <p:sldId id="671" r:id="rId4"/>
    <p:sldId id="839" r:id="rId5"/>
    <p:sldId id="880" r:id="rId6"/>
    <p:sldId id="851" r:id="rId7"/>
    <p:sldId id="833" r:id="rId8"/>
    <p:sldId id="855" r:id="rId9"/>
    <p:sldId id="872" r:id="rId10"/>
    <p:sldId id="879" r:id="rId11"/>
    <p:sldId id="873" r:id="rId12"/>
    <p:sldId id="874" r:id="rId13"/>
    <p:sldId id="842" r:id="rId14"/>
    <p:sldId id="835" r:id="rId15"/>
    <p:sldId id="836" r:id="rId16"/>
    <p:sldId id="852" r:id="rId17"/>
    <p:sldId id="853" r:id="rId18"/>
    <p:sldId id="854" r:id="rId19"/>
    <p:sldId id="869" r:id="rId20"/>
    <p:sldId id="867" r:id="rId21"/>
    <p:sldId id="868" r:id="rId22"/>
    <p:sldId id="837" r:id="rId23"/>
    <p:sldId id="838" r:id="rId24"/>
    <p:sldId id="878" r:id="rId25"/>
    <p:sldId id="875" r:id="rId26"/>
    <p:sldId id="876" r:id="rId27"/>
    <p:sldId id="877" r:id="rId28"/>
    <p:sldId id="843" r:id="rId29"/>
    <p:sldId id="830" r:id="rId30"/>
    <p:sldId id="343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4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345B50-5AD1-478C-8BEE-7B1273750DC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A78F25-E4A0-4965-A658-0084AB99CA1F}">
      <dgm:prSet phldrT="[Text]" custT="1"/>
      <dgm:spPr/>
      <dgm:t>
        <a:bodyPr/>
        <a:lstStyle/>
        <a:p>
          <a:r>
            <a:rPr lang="en-US" sz="2200" dirty="0" smtClean="0"/>
            <a:t>Purpose</a:t>
          </a:r>
          <a:endParaRPr lang="en-US" sz="2200" dirty="0"/>
        </a:p>
      </dgm:t>
    </dgm:pt>
    <dgm:pt modelId="{2276D278-2A6B-416B-83EB-6F9D11A1587D}" type="parTrans" cxnId="{EF286308-48AB-46EF-B1DF-DCC2ECE74862}">
      <dgm:prSet/>
      <dgm:spPr/>
      <dgm:t>
        <a:bodyPr/>
        <a:lstStyle/>
        <a:p>
          <a:endParaRPr lang="en-US"/>
        </a:p>
      </dgm:t>
    </dgm:pt>
    <dgm:pt modelId="{1C2299ED-875C-4AAF-9A51-9AFB85C9EB7C}" type="sibTrans" cxnId="{EF286308-48AB-46EF-B1DF-DCC2ECE74862}">
      <dgm:prSet/>
      <dgm:spPr/>
      <dgm:t>
        <a:bodyPr/>
        <a:lstStyle/>
        <a:p>
          <a:endParaRPr lang="en-US"/>
        </a:p>
      </dgm:t>
    </dgm:pt>
    <dgm:pt modelId="{17F78D15-90A9-4321-80C0-7F95643E32E1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Reason</a:t>
          </a:r>
          <a:endParaRPr lang="en-US" sz="2200" dirty="0"/>
        </a:p>
      </dgm:t>
    </dgm:pt>
    <dgm:pt modelId="{2D735C95-75E5-4BBE-97EF-B0901070C931}" type="parTrans" cxnId="{5B3739E5-13D4-4099-938B-7C5F29A12EC1}">
      <dgm:prSet/>
      <dgm:spPr/>
      <dgm:t>
        <a:bodyPr/>
        <a:lstStyle/>
        <a:p>
          <a:endParaRPr lang="en-US"/>
        </a:p>
      </dgm:t>
    </dgm:pt>
    <dgm:pt modelId="{2C28AF82-B4B5-4FD7-B94F-BCF13943E541}" type="sibTrans" cxnId="{5B3739E5-13D4-4099-938B-7C5F29A12EC1}">
      <dgm:prSet/>
      <dgm:spPr/>
      <dgm:t>
        <a:bodyPr/>
        <a:lstStyle/>
        <a:p>
          <a:endParaRPr lang="en-US"/>
        </a:p>
      </dgm:t>
    </dgm:pt>
    <dgm:pt modelId="{F14627D2-99F3-4BB9-ACF0-9B3757D4BA23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The evaluation criteria</a:t>
          </a:r>
          <a:endParaRPr lang="en-US" sz="2200" dirty="0"/>
        </a:p>
      </dgm:t>
    </dgm:pt>
    <dgm:pt modelId="{D0C48550-9AD0-477C-BC8B-C1F7314E24CF}" type="parTrans" cxnId="{1BF9344A-9CDC-4EEE-B226-8D9F4E47A0E6}">
      <dgm:prSet/>
      <dgm:spPr/>
      <dgm:t>
        <a:bodyPr/>
        <a:lstStyle/>
        <a:p>
          <a:endParaRPr lang="en-US"/>
        </a:p>
      </dgm:t>
    </dgm:pt>
    <dgm:pt modelId="{BC2FB94A-0519-4109-B86D-1185FC588AD9}" type="sibTrans" cxnId="{1BF9344A-9CDC-4EEE-B226-8D9F4E47A0E6}">
      <dgm:prSet/>
      <dgm:spPr/>
      <dgm:t>
        <a:bodyPr/>
        <a:lstStyle/>
        <a:p>
          <a:endParaRPr lang="en-US"/>
        </a:p>
      </dgm:t>
    </dgm:pt>
    <dgm:pt modelId="{BE2D09AC-4CBB-4424-A502-FFF2C66BDC24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200" dirty="0" smtClean="0"/>
            <a:t>The study findings</a:t>
          </a:r>
          <a:endParaRPr lang="en-US" sz="2200" dirty="0"/>
        </a:p>
      </dgm:t>
    </dgm:pt>
    <dgm:pt modelId="{E5366607-D931-467B-8B18-B07F15C0B1C9}" type="parTrans" cxnId="{668A54BA-3784-42F1-9F39-8C2FC1623344}">
      <dgm:prSet/>
      <dgm:spPr/>
      <dgm:t>
        <a:bodyPr/>
        <a:lstStyle/>
        <a:p>
          <a:endParaRPr lang="en-US"/>
        </a:p>
      </dgm:t>
    </dgm:pt>
    <dgm:pt modelId="{D40DD221-2846-496B-8E8B-A849F60C0C47}" type="sibTrans" cxnId="{668A54BA-3784-42F1-9F39-8C2FC1623344}">
      <dgm:prSet/>
      <dgm:spPr/>
      <dgm:t>
        <a:bodyPr/>
        <a:lstStyle/>
        <a:p>
          <a:endParaRPr lang="en-US"/>
        </a:p>
      </dgm:t>
    </dgm:pt>
    <dgm:pt modelId="{700EE0F2-D2BF-46CD-ABAB-85E8CD19E387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2200" dirty="0" smtClean="0"/>
            <a:t>The recommendations</a:t>
          </a:r>
          <a:endParaRPr lang="en-US" sz="2200" dirty="0"/>
        </a:p>
      </dgm:t>
    </dgm:pt>
    <dgm:pt modelId="{B29AB8E3-4DBF-4361-A563-941D6FF583AA}" type="parTrans" cxnId="{0AB6244E-E6D1-4603-8608-7786CE568958}">
      <dgm:prSet/>
      <dgm:spPr/>
      <dgm:t>
        <a:bodyPr/>
        <a:lstStyle/>
        <a:p>
          <a:endParaRPr lang="en-US"/>
        </a:p>
      </dgm:t>
    </dgm:pt>
    <dgm:pt modelId="{F27186F8-E82E-4AD8-ADC6-D28CDC967827}" type="sibTrans" cxnId="{0AB6244E-E6D1-4603-8608-7786CE568958}">
      <dgm:prSet/>
      <dgm:spPr/>
      <dgm:t>
        <a:bodyPr/>
        <a:lstStyle/>
        <a:p>
          <a:endParaRPr lang="en-US"/>
        </a:p>
      </dgm:t>
    </dgm:pt>
    <dgm:pt modelId="{0100315B-D429-4EAC-8AA1-BEFCB3B6B2D9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Background information</a:t>
          </a:r>
          <a:endParaRPr lang="en-US" sz="2200" dirty="0"/>
        </a:p>
      </dgm:t>
    </dgm:pt>
    <dgm:pt modelId="{DBA45244-1A55-431F-9254-F51FEE3E1101}" type="parTrans" cxnId="{CE57512A-58E2-42DA-B069-996FF30E4A1C}">
      <dgm:prSet/>
      <dgm:spPr/>
    </dgm:pt>
    <dgm:pt modelId="{D24FC51D-FCC1-4684-B9BB-807CB7CF9A0A}" type="sibTrans" cxnId="{CE57512A-58E2-42DA-B069-996FF30E4A1C}">
      <dgm:prSet/>
      <dgm:spPr/>
    </dgm:pt>
    <dgm:pt modelId="{9EFE8DBD-3349-4550-A4EC-39766CB04F86}" type="pres">
      <dgm:prSet presAssocID="{FD345B50-5AD1-478C-8BEE-7B1273750DC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F23568B-F979-44DF-84C3-ADBBD77DD4B6}" type="pres">
      <dgm:prSet presAssocID="{8CA78F25-E4A0-4965-A658-0084AB99CA1F}" presName="parentLin" presStyleCnt="0"/>
      <dgm:spPr/>
    </dgm:pt>
    <dgm:pt modelId="{5C1DC1E6-7DCB-43E0-BA21-A8A0AB80CD78}" type="pres">
      <dgm:prSet presAssocID="{8CA78F25-E4A0-4965-A658-0084AB99CA1F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4F622BEB-62C0-41FB-AA25-3807F8F602A7}" type="pres">
      <dgm:prSet presAssocID="{8CA78F25-E4A0-4965-A658-0084AB99CA1F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12E137-4C01-4626-80BD-8612A623F0E4}" type="pres">
      <dgm:prSet presAssocID="{8CA78F25-E4A0-4965-A658-0084AB99CA1F}" presName="negativeSpace" presStyleCnt="0"/>
      <dgm:spPr/>
    </dgm:pt>
    <dgm:pt modelId="{56CABD1B-944E-49F7-866A-C6598132C0E2}" type="pres">
      <dgm:prSet presAssocID="{8CA78F25-E4A0-4965-A658-0084AB99CA1F}" presName="childText" presStyleLbl="conFgAcc1" presStyleIdx="0" presStyleCnt="6">
        <dgm:presLayoutVars>
          <dgm:bulletEnabled val="1"/>
        </dgm:presLayoutVars>
      </dgm:prSet>
      <dgm:spPr/>
    </dgm:pt>
    <dgm:pt modelId="{81ACD076-1FCC-4FF6-A274-B3BD90DC9978}" type="pres">
      <dgm:prSet presAssocID="{1C2299ED-875C-4AAF-9A51-9AFB85C9EB7C}" presName="spaceBetweenRectangles" presStyleCnt="0"/>
      <dgm:spPr/>
    </dgm:pt>
    <dgm:pt modelId="{EAA56398-F73A-4FE2-B746-BD84BFC141F8}" type="pres">
      <dgm:prSet presAssocID="{17F78D15-90A9-4321-80C0-7F95643E32E1}" presName="parentLin" presStyleCnt="0"/>
      <dgm:spPr/>
    </dgm:pt>
    <dgm:pt modelId="{A5CDB8F0-A3D9-4691-8832-2F348E9FEF4B}" type="pres">
      <dgm:prSet presAssocID="{17F78D15-90A9-4321-80C0-7F95643E32E1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0ABD91B7-67D8-4835-9472-249FD879718E}" type="pres">
      <dgm:prSet presAssocID="{17F78D15-90A9-4321-80C0-7F95643E32E1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C1D4E5-54DD-4F5D-8B65-D8E3491AED12}" type="pres">
      <dgm:prSet presAssocID="{17F78D15-90A9-4321-80C0-7F95643E32E1}" presName="negativeSpace" presStyleCnt="0"/>
      <dgm:spPr/>
    </dgm:pt>
    <dgm:pt modelId="{8B5298D1-CF53-49BC-9023-0EE6E258E573}" type="pres">
      <dgm:prSet presAssocID="{17F78D15-90A9-4321-80C0-7F95643E32E1}" presName="childText" presStyleLbl="conFgAcc1" presStyleIdx="1" presStyleCnt="6">
        <dgm:presLayoutVars>
          <dgm:bulletEnabled val="1"/>
        </dgm:presLayoutVars>
      </dgm:prSet>
      <dgm:spPr/>
    </dgm:pt>
    <dgm:pt modelId="{AB539887-6226-438A-9686-BCE467EC5E8D}" type="pres">
      <dgm:prSet presAssocID="{2C28AF82-B4B5-4FD7-B94F-BCF13943E541}" presName="spaceBetweenRectangles" presStyleCnt="0"/>
      <dgm:spPr/>
    </dgm:pt>
    <dgm:pt modelId="{D0E10FBA-41A3-4B5B-B01A-D81B69CB9BA2}" type="pres">
      <dgm:prSet presAssocID="{0100315B-D429-4EAC-8AA1-BEFCB3B6B2D9}" presName="parentLin" presStyleCnt="0"/>
      <dgm:spPr/>
    </dgm:pt>
    <dgm:pt modelId="{4290549B-C467-406D-AC08-B83AFD29D973}" type="pres">
      <dgm:prSet presAssocID="{0100315B-D429-4EAC-8AA1-BEFCB3B6B2D9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AD646C37-0DDC-40B6-BFF6-68C35C41D431}" type="pres">
      <dgm:prSet presAssocID="{0100315B-D429-4EAC-8AA1-BEFCB3B6B2D9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781924-C0DF-43D6-B614-711C5553AD2F}" type="pres">
      <dgm:prSet presAssocID="{0100315B-D429-4EAC-8AA1-BEFCB3B6B2D9}" presName="negativeSpace" presStyleCnt="0"/>
      <dgm:spPr/>
    </dgm:pt>
    <dgm:pt modelId="{8011D070-568F-4A84-BD56-7ABA35D47A61}" type="pres">
      <dgm:prSet presAssocID="{0100315B-D429-4EAC-8AA1-BEFCB3B6B2D9}" presName="childText" presStyleLbl="conFgAcc1" presStyleIdx="2" presStyleCnt="6">
        <dgm:presLayoutVars>
          <dgm:bulletEnabled val="1"/>
        </dgm:presLayoutVars>
      </dgm:prSet>
      <dgm:spPr/>
    </dgm:pt>
    <dgm:pt modelId="{75BE8DB7-21DB-46A5-9B89-C43D3257A63A}" type="pres">
      <dgm:prSet presAssocID="{D24FC51D-FCC1-4684-B9BB-807CB7CF9A0A}" presName="spaceBetweenRectangles" presStyleCnt="0"/>
      <dgm:spPr/>
    </dgm:pt>
    <dgm:pt modelId="{22B3EFEA-0ED8-4B23-A002-30559B3EF99F}" type="pres">
      <dgm:prSet presAssocID="{F14627D2-99F3-4BB9-ACF0-9B3757D4BA23}" presName="parentLin" presStyleCnt="0"/>
      <dgm:spPr/>
    </dgm:pt>
    <dgm:pt modelId="{1599F2CB-C4E6-4818-A1E7-E4DBD180D586}" type="pres">
      <dgm:prSet presAssocID="{F14627D2-99F3-4BB9-ACF0-9B3757D4BA23}" presName="parentLeftMargin" presStyleLbl="node1" presStyleIdx="2" presStyleCnt="6" custScaleX="119481"/>
      <dgm:spPr/>
      <dgm:t>
        <a:bodyPr/>
        <a:lstStyle/>
        <a:p>
          <a:endParaRPr lang="en-US"/>
        </a:p>
      </dgm:t>
    </dgm:pt>
    <dgm:pt modelId="{90065A47-6053-496C-B292-B863C5F1C893}" type="pres">
      <dgm:prSet presAssocID="{F14627D2-99F3-4BB9-ACF0-9B3757D4BA23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641813-5179-4554-A4AA-CE9C7A39B4EC}" type="pres">
      <dgm:prSet presAssocID="{F14627D2-99F3-4BB9-ACF0-9B3757D4BA23}" presName="negativeSpace" presStyleCnt="0"/>
      <dgm:spPr/>
    </dgm:pt>
    <dgm:pt modelId="{2CC94E98-C2BC-40BA-BA2C-53E02A202477}" type="pres">
      <dgm:prSet presAssocID="{F14627D2-99F3-4BB9-ACF0-9B3757D4BA23}" presName="childText" presStyleLbl="conFgAcc1" presStyleIdx="3" presStyleCnt="6">
        <dgm:presLayoutVars>
          <dgm:bulletEnabled val="1"/>
        </dgm:presLayoutVars>
      </dgm:prSet>
      <dgm:spPr/>
    </dgm:pt>
    <dgm:pt modelId="{030C9054-684D-4B3C-A5A3-8C45E7C47894}" type="pres">
      <dgm:prSet presAssocID="{BC2FB94A-0519-4109-B86D-1185FC588AD9}" presName="spaceBetweenRectangles" presStyleCnt="0"/>
      <dgm:spPr/>
    </dgm:pt>
    <dgm:pt modelId="{588861EA-FE8F-4D0F-96CC-889C27A7F9A5}" type="pres">
      <dgm:prSet presAssocID="{BE2D09AC-4CBB-4424-A502-FFF2C66BDC24}" presName="parentLin" presStyleCnt="0"/>
      <dgm:spPr/>
    </dgm:pt>
    <dgm:pt modelId="{757F47A7-B9B2-4985-A0DB-301ED68CBB06}" type="pres">
      <dgm:prSet presAssocID="{BE2D09AC-4CBB-4424-A502-FFF2C66BDC24}" presName="parentLeftMargin" presStyleLbl="node1" presStyleIdx="3" presStyleCnt="6" custScaleX="119481"/>
      <dgm:spPr/>
      <dgm:t>
        <a:bodyPr/>
        <a:lstStyle/>
        <a:p>
          <a:endParaRPr lang="en-US"/>
        </a:p>
      </dgm:t>
    </dgm:pt>
    <dgm:pt modelId="{1F9781A0-24EF-4D22-863B-387A9EB35B5D}" type="pres">
      <dgm:prSet presAssocID="{BE2D09AC-4CBB-4424-A502-FFF2C66BDC24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1254B0-7198-4BFC-A80D-3CB26DB1F0A8}" type="pres">
      <dgm:prSet presAssocID="{BE2D09AC-4CBB-4424-A502-FFF2C66BDC24}" presName="negativeSpace" presStyleCnt="0"/>
      <dgm:spPr/>
    </dgm:pt>
    <dgm:pt modelId="{10C80C59-D601-4AD4-9AE0-F459A2AD1F9A}" type="pres">
      <dgm:prSet presAssocID="{BE2D09AC-4CBB-4424-A502-FFF2C66BDC24}" presName="childText" presStyleLbl="conFgAcc1" presStyleIdx="4" presStyleCnt="6">
        <dgm:presLayoutVars>
          <dgm:bulletEnabled val="1"/>
        </dgm:presLayoutVars>
      </dgm:prSet>
      <dgm:spPr/>
    </dgm:pt>
    <dgm:pt modelId="{B4C4D495-AE16-4121-BE91-32BFC1BEEEB5}" type="pres">
      <dgm:prSet presAssocID="{D40DD221-2846-496B-8E8B-A849F60C0C47}" presName="spaceBetweenRectangles" presStyleCnt="0"/>
      <dgm:spPr/>
    </dgm:pt>
    <dgm:pt modelId="{2CD3D00A-2FB7-418E-9441-8C7E48C07CC2}" type="pres">
      <dgm:prSet presAssocID="{700EE0F2-D2BF-46CD-ABAB-85E8CD19E387}" presName="parentLin" presStyleCnt="0"/>
      <dgm:spPr/>
    </dgm:pt>
    <dgm:pt modelId="{AE055BEC-1FF1-49C3-AC9E-0EE2DBDEE993}" type="pres">
      <dgm:prSet presAssocID="{700EE0F2-D2BF-46CD-ABAB-85E8CD19E387}" presName="parentLeftMargin" presStyleLbl="node1" presStyleIdx="4" presStyleCnt="6" custScaleX="119481"/>
      <dgm:spPr/>
      <dgm:t>
        <a:bodyPr/>
        <a:lstStyle/>
        <a:p>
          <a:endParaRPr lang="en-US"/>
        </a:p>
      </dgm:t>
    </dgm:pt>
    <dgm:pt modelId="{D321BBAD-41C6-45AB-9362-3E65DEBF3BC5}" type="pres">
      <dgm:prSet presAssocID="{700EE0F2-D2BF-46CD-ABAB-85E8CD19E387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10BBF1-7B96-4E5C-BC0C-EF1FEDDF9610}" type="pres">
      <dgm:prSet presAssocID="{700EE0F2-D2BF-46CD-ABAB-85E8CD19E387}" presName="negativeSpace" presStyleCnt="0"/>
      <dgm:spPr/>
    </dgm:pt>
    <dgm:pt modelId="{ECAED0D9-0A7B-453D-970D-A96E8C7059E3}" type="pres">
      <dgm:prSet presAssocID="{700EE0F2-D2BF-46CD-ABAB-85E8CD19E387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0CA3979B-5F60-4F39-B1F8-37FF98BA710A}" type="presOf" srcId="{0100315B-D429-4EAC-8AA1-BEFCB3B6B2D9}" destId="{AD646C37-0DDC-40B6-BFF6-68C35C41D431}" srcOrd="1" destOrd="0" presId="urn:microsoft.com/office/officeart/2005/8/layout/list1"/>
    <dgm:cxn modelId="{1BF9344A-9CDC-4EEE-B226-8D9F4E47A0E6}" srcId="{FD345B50-5AD1-478C-8BEE-7B1273750DCB}" destId="{F14627D2-99F3-4BB9-ACF0-9B3757D4BA23}" srcOrd="3" destOrd="0" parTransId="{D0C48550-9AD0-477C-BC8B-C1F7314E24CF}" sibTransId="{BC2FB94A-0519-4109-B86D-1185FC588AD9}"/>
    <dgm:cxn modelId="{00668819-1062-4358-9E19-D7FA3D8829C7}" type="presOf" srcId="{700EE0F2-D2BF-46CD-ABAB-85E8CD19E387}" destId="{D321BBAD-41C6-45AB-9362-3E65DEBF3BC5}" srcOrd="1" destOrd="0" presId="urn:microsoft.com/office/officeart/2005/8/layout/list1"/>
    <dgm:cxn modelId="{5B3739E5-13D4-4099-938B-7C5F29A12EC1}" srcId="{FD345B50-5AD1-478C-8BEE-7B1273750DCB}" destId="{17F78D15-90A9-4321-80C0-7F95643E32E1}" srcOrd="1" destOrd="0" parTransId="{2D735C95-75E5-4BBE-97EF-B0901070C931}" sibTransId="{2C28AF82-B4B5-4FD7-B94F-BCF13943E541}"/>
    <dgm:cxn modelId="{CE57512A-58E2-42DA-B069-996FF30E4A1C}" srcId="{FD345B50-5AD1-478C-8BEE-7B1273750DCB}" destId="{0100315B-D429-4EAC-8AA1-BEFCB3B6B2D9}" srcOrd="2" destOrd="0" parTransId="{DBA45244-1A55-431F-9254-F51FEE3E1101}" sibTransId="{D24FC51D-FCC1-4684-B9BB-807CB7CF9A0A}"/>
    <dgm:cxn modelId="{3952E35B-D671-42D0-AD9E-B1B8A9FA6682}" type="presOf" srcId="{17F78D15-90A9-4321-80C0-7F95643E32E1}" destId="{0ABD91B7-67D8-4835-9472-249FD879718E}" srcOrd="1" destOrd="0" presId="urn:microsoft.com/office/officeart/2005/8/layout/list1"/>
    <dgm:cxn modelId="{1BE4B6A6-3051-4DA4-9004-476A08922F47}" type="presOf" srcId="{BE2D09AC-4CBB-4424-A502-FFF2C66BDC24}" destId="{1F9781A0-24EF-4D22-863B-387A9EB35B5D}" srcOrd="1" destOrd="0" presId="urn:microsoft.com/office/officeart/2005/8/layout/list1"/>
    <dgm:cxn modelId="{E4A59397-E674-412A-8895-5A4E59F0B2C2}" type="presOf" srcId="{700EE0F2-D2BF-46CD-ABAB-85E8CD19E387}" destId="{AE055BEC-1FF1-49C3-AC9E-0EE2DBDEE993}" srcOrd="0" destOrd="0" presId="urn:microsoft.com/office/officeart/2005/8/layout/list1"/>
    <dgm:cxn modelId="{0AB6244E-E6D1-4603-8608-7786CE568958}" srcId="{FD345B50-5AD1-478C-8BEE-7B1273750DCB}" destId="{700EE0F2-D2BF-46CD-ABAB-85E8CD19E387}" srcOrd="5" destOrd="0" parTransId="{B29AB8E3-4DBF-4361-A563-941D6FF583AA}" sibTransId="{F27186F8-E82E-4AD8-ADC6-D28CDC967827}"/>
    <dgm:cxn modelId="{0DB0ADA4-0654-4709-A70C-E8C645B3CF70}" type="presOf" srcId="{F14627D2-99F3-4BB9-ACF0-9B3757D4BA23}" destId="{90065A47-6053-496C-B292-B863C5F1C893}" srcOrd="1" destOrd="0" presId="urn:microsoft.com/office/officeart/2005/8/layout/list1"/>
    <dgm:cxn modelId="{F4A2D41C-7F53-47CD-B3D0-685F66E00791}" type="presOf" srcId="{8CA78F25-E4A0-4965-A658-0084AB99CA1F}" destId="{4F622BEB-62C0-41FB-AA25-3807F8F602A7}" srcOrd="1" destOrd="0" presId="urn:microsoft.com/office/officeart/2005/8/layout/list1"/>
    <dgm:cxn modelId="{84493C6D-D9C2-4796-A942-81D7A87FDEF1}" type="presOf" srcId="{F14627D2-99F3-4BB9-ACF0-9B3757D4BA23}" destId="{1599F2CB-C4E6-4818-A1E7-E4DBD180D586}" srcOrd="0" destOrd="0" presId="urn:microsoft.com/office/officeart/2005/8/layout/list1"/>
    <dgm:cxn modelId="{B2E67F94-3BF8-4BAF-94F1-F2730CBDE085}" type="presOf" srcId="{FD345B50-5AD1-478C-8BEE-7B1273750DCB}" destId="{9EFE8DBD-3349-4550-A4EC-39766CB04F86}" srcOrd="0" destOrd="0" presId="urn:microsoft.com/office/officeart/2005/8/layout/list1"/>
    <dgm:cxn modelId="{EF286308-48AB-46EF-B1DF-DCC2ECE74862}" srcId="{FD345B50-5AD1-478C-8BEE-7B1273750DCB}" destId="{8CA78F25-E4A0-4965-A658-0084AB99CA1F}" srcOrd="0" destOrd="0" parTransId="{2276D278-2A6B-416B-83EB-6F9D11A1587D}" sibTransId="{1C2299ED-875C-4AAF-9A51-9AFB85C9EB7C}"/>
    <dgm:cxn modelId="{668A54BA-3784-42F1-9F39-8C2FC1623344}" srcId="{FD345B50-5AD1-478C-8BEE-7B1273750DCB}" destId="{BE2D09AC-4CBB-4424-A502-FFF2C66BDC24}" srcOrd="4" destOrd="0" parTransId="{E5366607-D931-467B-8B18-B07F15C0B1C9}" sibTransId="{D40DD221-2846-496B-8E8B-A849F60C0C47}"/>
    <dgm:cxn modelId="{51D5BAA3-6F45-4159-A29B-7411169D207E}" type="presOf" srcId="{8CA78F25-E4A0-4965-A658-0084AB99CA1F}" destId="{5C1DC1E6-7DCB-43E0-BA21-A8A0AB80CD78}" srcOrd="0" destOrd="0" presId="urn:microsoft.com/office/officeart/2005/8/layout/list1"/>
    <dgm:cxn modelId="{1B1F194C-4FFE-46E1-9D74-02CAF4921504}" type="presOf" srcId="{BE2D09AC-4CBB-4424-A502-FFF2C66BDC24}" destId="{757F47A7-B9B2-4985-A0DB-301ED68CBB06}" srcOrd="0" destOrd="0" presId="urn:microsoft.com/office/officeart/2005/8/layout/list1"/>
    <dgm:cxn modelId="{02AF92E4-BADA-41AF-BEA2-4F2658F673FB}" type="presOf" srcId="{0100315B-D429-4EAC-8AA1-BEFCB3B6B2D9}" destId="{4290549B-C467-406D-AC08-B83AFD29D973}" srcOrd="0" destOrd="0" presId="urn:microsoft.com/office/officeart/2005/8/layout/list1"/>
    <dgm:cxn modelId="{E7C567CB-BB56-48B8-9A15-3ACDE38AFAD4}" type="presOf" srcId="{17F78D15-90A9-4321-80C0-7F95643E32E1}" destId="{A5CDB8F0-A3D9-4691-8832-2F348E9FEF4B}" srcOrd="0" destOrd="0" presId="urn:microsoft.com/office/officeart/2005/8/layout/list1"/>
    <dgm:cxn modelId="{C69FE8EE-66FC-48D3-A6A8-C1434CF23095}" type="presParOf" srcId="{9EFE8DBD-3349-4550-A4EC-39766CB04F86}" destId="{DF23568B-F979-44DF-84C3-ADBBD77DD4B6}" srcOrd="0" destOrd="0" presId="urn:microsoft.com/office/officeart/2005/8/layout/list1"/>
    <dgm:cxn modelId="{10643998-E1DA-4564-925A-3AD2F67DBEC5}" type="presParOf" srcId="{DF23568B-F979-44DF-84C3-ADBBD77DD4B6}" destId="{5C1DC1E6-7DCB-43E0-BA21-A8A0AB80CD78}" srcOrd="0" destOrd="0" presId="urn:microsoft.com/office/officeart/2005/8/layout/list1"/>
    <dgm:cxn modelId="{EBE2F32B-8ECC-4495-A251-14F1E4205103}" type="presParOf" srcId="{DF23568B-F979-44DF-84C3-ADBBD77DD4B6}" destId="{4F622BEB-62C0-41FB-AA25-3807F8F602A7}" srcOrd="1" destOrd="0" presId="urn:microsoft.com/office/officeart/2005/8/layout/list1"/>
    <dgm:cxn modelId="{D3ADFDEB-893B-49D7-A6D8-1057F9071EBB}" type="presParOf" srcId="{9EFE8DBD-3349-4550-A4EC-39766CB04F86}" destId="{F112E137-4C01-4626-80BD-8612A623F0E4}" srcOrd="1" destOrd="0" presId="urn:microsoft.com/office/officeart/2005/8/layout/list1"/>
    <dgm:cxn modelId="{CD15EDC0-A04C-475F-A1F9-54B4D2326401}" type="presParOf" srcId="{9EFE8DBD-3349-4550-A4EC-39766CB04F86}" destId="{56CABD1B-944E-49F7-866A-C6598132C0E2}" srcOrd="2" destOrd="0" presId="urn:microsoft.com/office/officeart/2005/8/layout/list1"/>
    <dgm:cxn modelId="{597026C1-B20D-4B77-AEFD-9A4659956933}" type="presParOf" srcId="{9EFE8DBD-3349-4550-A4EC-39766CB04F86}" destId="{81ACD076-1FCC-4FF6-A274-B3BD90DC9978}" srcOrd="3" destOrd="0" presId="urn:microsoft.com/office/officeart/2005/8/layout/list1"/>
    <dgm:cxn modelId="{042584E0-9DA7-4574-A321-CA930C4AEA17}" type="presParOf" srcId="{9EFE8DBD-3349-4550-A4EC-39766CB04F86}" destId="{EAA56398-F73A-4FE2-B746-BD84BFC141F8}" srcOrd="4" destOrd="0" presId="urn:microsoft.com/office/officeart/2005/8/layout/list1"/>
    <dgm:cxn modelId="{5DC087C0-01A6-4F65-B6AA-C04622BF54D9}" type="presParOf" srcId="{EAA56398-F73A-4FE2-B746-BD84BFC141F8}" destId="{A5CDB8F0-A3D9-4691-8832-2F348E9FEF4B}" srcOrd="0" destOrd="0" presId="urn:microsoft.com/office/officeart/2005/8/layout/list1"/>
    <dgm:cxn modelId="{123C87CE-662C-4544-8EAC-8C58FA82EAF0}" type="presParOf" srcId="{EAA56398-F73A-4FE2-B746-BD84BFC141F8}" destId="{0ABD91B7-67D8-4835-9472-249FD879718E}" srcOrd="1" destOrd="0" presId="urn:microsoft.com/office/officeart/2005/8/layout/list1"/>
    <dgm:cxn modelId="{CAE7D2CD-D94B-4E2C-ABDD-FDC68F230F9E}" type="presParOf" srcId="{9EFE8DBD-3349-4550-A4EC-39766CB04F86}" destId="{46C1D4E5-54DD-4F5D-8B65-D8E3491AED12}" srcOrd="5" destOrd="0" presId="urn:microsoft.com/office/officeart/2005/8/layout/list1"/>
    <dgm:cxn modelId="{FF6081B0-1BAF-44EE-A8FF-E966E4B0FCDA}" type="presParOf" srcId="{9EFE8DBD-3349-4550-A4EC-39766CB04F86}" destId="{8B5298D1-CF53-49BC-9023-0EE6E258E573}" srcOrd="6" destOrd="0" presId="urn:microsoft.com/office/officeart/2005/8/layout/list1"/>
    <dgm:cxn modelId="{6D6ED370-E510-4058-A283-C5232E38B5F4}" type="presParOf" srcId="{9EFE8DBD-3349-4550-A4EC-39766CB04F86}" destId="{AB539887-6226-438A-9686-BCE467EC5E8D}" srcOrd="7" destOrd="0" presId="urn:microsoft.com/office/officeart/2005/8/layout/list1"/>
    <dgm:cxn modelId="{7A7E0C2E-B7B7-4612-B3B0-492B107C478A}" type="presParOf" srcId="{9EFE8DBD-3349-4550-A4EC-39766CB04F86}" destId="{D0E10FBA-41A3-4B5B-B01A-D81B69CB9BA2}" srcOrd="8" destOrd="0" presId="urn:microsoft.com/office/officeart/2005/8/layout/list1"/>
    <dgm:cxn modelId="{130DC2D7-5A6B-4C36-9F17-3973BE979BDC}" type="presParOf" srcId="{D0E10FBA-41A3-4B5B-B01A-D81B69CB9BA2}" destId="{4290549B-C467-406D-AC08-B83AFD29D973}" srcOrd="0" destOrd="0" presId="urn:microsoft.com/office/officeart/2005/8/layout/list1"/>
    <dgm:cxn modelId="{745DBD57-EC79-4AC9-A9D4-0261EEB0ED23}" type="presParOf" srcId="{D0E10FBA-41A3-4B5B-B01A-D81B69CB9BA2}" destId="{AD646C37-0DDC-40B6-BFF6-68C35C41D431}" srcOrd="1" destOrd="0" presId="urn:microsoft.com/office/officeart/2005/8/layout/list1"/>
    <dgm:cxn modelId="{371BA7B2-B30E-49A2-8E74-2ABEE7ADE1BB}" type="presParOf" srcId="{9EFE8DBD-3349-4550-A4EC-39766CB04F86}" destId="{BD781924-C0DF-43D6-B614-711C5553AD2F}" srcOrd="9" destOrd="0" presId="urn:microsoft.com/office/officeart/2005/8/layout/list1"/>
    <dgm:cxn modelId="{0EF55432-EB76-401B-89D4-9379FCF83E0D}" type="presParOf" srcId="{9EFE8DBD-3349-4550-A4EC-39766CB04F86}" destId="{8011D070-568F-4A84-BD56-7ABA35D47A61}" srcOrd="10" destOrd="0" presId="urn:microsoft.com/office/officeart/2005/8/layout/list1"/>
    <dgm:cxn modelId="{14E2AD86-09F0-43EE-B528-3037EADA6ABE}" type="presParOf" srcId="{9EFE8DBD-3349-4550-A4EC-39766CB04F86}" destId="{75BE8DB7-21DB-46A5-9B89-C43D3257A63A}" srcOrd="11" destOrd="0" presId="urn:microsoft.com/office/officeart/2005/8/layout/list1"/>
    <dgm:cxn modelId="{598F67C0-173B-4FB4-89C0-CC531BD5806B}" type="presParOf" srcId="{9EFE8DBD-3349-4550-A4EC-39766CB04F86}" destId="{22B3EFEA-0ED8-4B23-A002-30559B3EF99F}" srcOrd="12" destOrd="0" presId="urn:microsoft.com/office/officeart/2005/8/layout/list1"/>
    <dgm:cxn modelId="{4624E1E7-51C8-42F9-8EA2-AD649F511DFF}" type="presParOf" srcId="{22B3EFEA-0ED8-4B23-A002-30559B3EF99F}" destId="{1599F2CB-C4E6-4818-A1E7-E4DBD180D586}" srcOrd="0" destOrd="0" presId="urn:microsoft.com/office/officeart/2005/8/layout/list1"/>
    <dgm:cxn modelId="{5FD048C2-2360-46E0-B229-5FF3C53FECDD}" type="presParOf" srcId="{22B3EFEA-0ED8-4B23-A002-30559B3EF99F}" destId="{90065A47-6053-496C-B292-B863C5F1C893}" srcOrd="1" destOrd="0" presId="urn:microsoft.com/office/officeart/2005/8/layout/list1"/>
    <dgm:cxn modelId="{965293CC-2425-46D8-93E2-F2015A133BB0}" type="presParOf" srcId="{9EFE8DBD-3349-4550-A4EC-39766CB04F86}" destId="{92641813-5179-4554-A4AA-CE9C7A39B4EC}" srcOrd="13" destOrd="0" presId="urn:microsoft.com/office/officeart/2005/8/layout/list1"/>
    <dgm:cxn modelId="{D227D435-2BB8-431D-A0E2-7F08232FDD1A}" type="presParOf" srcId="{9EFE8DBD-3349-4550-A4EC-39766CB04F86}" destId="{2CC94E98-C2BC-40BA-BA2C-53E02A202477}" srcOrd="14" destOrd="0" presId="urn:microsoft.com/office/officeart/2005/8/layout/list1"/>
    <dgm:cxn modelId="{13BC27B6-676A-4D9D-84C7-871384C4B31A}" type="presParOf" srcId="{9EFE8DBD-3349-4550-A4EC-39766CB04F86}" destId="{030C9054-684D-4B3C-A5A3-8C45E7C47894}" srcOrd="15" destOrd="0" presId="urn:microsoft.com/office/officeart/2005/8/layout/list1"/>
    <dgm:cxn modelId="{018437EE-892A-4E6B-B6D5-A5C378B1A638}" type="presParOf" srcId="{9EFE8DBD-3349-4550-A4EC-39766CB04F86}" destId="{588861EA-FE8F-4D0F-96CC-889C27A7F9A5}" srcOrd="16" destOrd="0" presId="urn:microsoft.com/office/officeart/2005/8/layout/list1"/>
    <dgm:cxn modelId="{464ED95F-D56E-48CF-999D-E2A795736156}" type="presParOf" srcId="{588861EA-FE8F-4D0F-96CC-889C27A7F9A5}" destId="{757F47A7-B9B2-4985-A0DB-301ED68CBB06}" srcOrd="0" destOrd="0" presId="urn:microsoft.com/office/officeart/2005/8/layout/list1"/>
    <dgm:cxn modelId="{9B984194-D77E-4633-B009-12DA9C1DD137}" type="presParOf" srcId="{588861EA-FE8F-4D0F-96CC-889C27A7F9A5}" destId="{1F9781A0-24EF-4D22-863B-387A9EB35B5D}" srcOrd="1" destOrd="0" presId="urn:microsoft.com/office/officeart/2005/8/layout/list1"/>
    <dgm:cxn modelId="{8EDCAF60-4D69-4A5D-B917-5218D43A8F0F}" type="presParOf" srcId="{9EFE8DBD-3349-4550-A4EC-39766CB04F86}" destId="{481254B0-7198-4BFC-A80D-3CB26DB1F0A8}" srcOrd="17" destOrd="0" presId="urn:microsoft.com/office/officeart/2005/8/layout/list1"/>
    <dgm:cxn modelId="{CA50795D-2889-4890-B969-0BE2C46350F5}" type="presParOf" srcId="{9EFE8DBD-3349-4550-A4EC-39766CB04F86}" destId="{10C80C59-D601-4AD4-9AE0-F459A2AD1F9A}" srcOrd="18" destOrd="0" presId="urn:microsoft.com/office/officeart/2005/8/layout/list1"/>
    <dgm:cxn modelId="{B4ADB81E-3266-4097-AC00-CEB558458607}" type="presParOf" srcId="{9EFE8DBD-3349-4550-A4EC-39766CB04F86}" destId="{B4C4D495-AE16-4121-BE91-32BFC1BEEEB5}" srcOrd="19" destOrd="0" presId="urn:microsoft.com/office/officeart/2005/8/layout/list1"/>
    <dgm:cxn modelId="{0B6A862E-0615-4D34-959B-BD14E1D89D61}" type="presParOf" srcId="{9EFE8DBD-3349-4550-A4EC-39766CB04F86}" destId="{2CD3D00A-2FB7-418E-9441-8C7E48C07CC2}" srcOrd="20" destOrd="0" presId="urn:microsoft.com/office/officeart/2005/8/layout/list1"/>
    <dgm:cxn modelId="{77653E6D-09BE-428E-A9A9-D7C7B2D7FAE5}" type="presParOf" srcId="{2CD3D00A-2FB7-418E-9441-8C7E48C07CC2}" destId="{AE055BEC-1FF1-49C3-AC9E-0EE2DBDEE993}" srcOrd="0" destOrd="0" presId="urn:microsoft.com/office/officeart/2005/8/layout/list1"/>
    <dgm:cxn modelId="{2C4D03E8-A7EA-4006-9755-CAB261F6E5B1}" type="presParOf" srcId="{2CD3D00A-2FB7-418E-9441-8C7E48C07CC2}" destId="{D321BBAD-41C6-45AB-9362-3E65DEBF3BC5}" srcOrd="1" destOrd="0" presId="urn:microsoft.com/office/officeart/2005/8/layout/list1"/>
    <dgm:cxn modelId="{FEFA731B-6424-4FDA-850D-BB1F2FF24BE2}" type="presParOf" srcId="{9EFE8DBD-3349-4550-A4EC-39766CB04F86}" destId="{2A10BBF1-7B96-4E5C-BC0C-EF1FEDDF9610}" srcOrd="21" destOrd="0" presId="urn:microsoft.com/office/officeart/2005/8/layout/list1"/>
    <dgm:cxn modelId="{54488F8C-B9D9-433F-BB7F-9DFA17D2D923}" type="presParOf" srcId="{9EFE8DBD-3349-4550-A4EC-39766CB04F86}" destId="{ECAED0D9-0A7B-453D-970D-A96E8C7059E3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345B50-5AD1-478C-8BEE-7B1273750DC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8CF9E2-D057-449B-9F77-989BF0A428D5}">
      <dgm:prSet phldrT="[Text]" custT="1"/>
      <dgm:spPr/>
      <dgm:t>
        <a:bodyPr/>
        <a:lstStyle/>
        <a:p>
          <a:r>
            <a:rPr lang="en-US" sz="2200" dirty="0" smtClean="0"/>
            <a:t>Helps in analyzing requirements completely</a:t>
          </a:r>
          <a:endParaRPr lang="en-US" sz="2200" dirty="0"/>
        </a:p>
      </dgm:t>
    </dgm:pt>
    <dgm:pt modelId="{FBD8D5A9-F2B9-40DE-8570-070238AC5CE6}" type="parTrans" cxnId="{ADF3DC53-C732-439B-9C09-9C02D4311673}">
      <dgm:prSet/>
      <dgm:spPr/>
      <dgm:t>
        <a:bodyPr/>
        <a:lstStyle/>
        <a:p>
          <a:endParaRPr lang="en-US"/>
        </a:p>
      </dgm:t>
    </dgm:pt>
    <dgm:pt modelId="{6AED833E-5DD9-45E9-B046-2AFCE6E21C09}" type="sibTrans" cxnId="{ADF3DC53-C732-439B-9C09-9C02D4311673}">
      <dgm:prSet/>
      <dgm:spPr/>
      <dgm:t>
        <a:bodyPr/>
        <a:lstStyle/>
        <a:p>
          <a:endParaRPr lang="en-US"/>
        </a:p>
      </dgm:t>
    </dgm:pt>
    <dgm:pt modelId="{2937DDEE-C3F9-4543-9F3A-E8259D957669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Helps in indentifying and planning for risks</a:t>
          </a:r>
          <a:endParaRPr lang="en-US" sz="2200" dirty="0"/>
        </a:p>
      </dgm:t>
    </dgm:pt>
    <dgm:pt modelId="{978DF0AD-B587-450B-A22A-20F55C6C5537}" type="parTrans" cxnId="{D01C8BBA-AD48-4098-9656-1C4528CAD923}">
      <dgm:prSet/>
      <dgm:spPr/>
      <dgm:t>
        <a:bodyPr/>
        <a:lstStyle/>
        <a:p>
          <a:endParaRPr lang="en-US"/>
        </a:p>
      </dgm:t>
    </dgm:pt>
    <dgm:pt modelId="{89B47748-A16A-4DFF-8A4E-8B3A2E0AC180}" type="sibTrans" cxnId="{D01C8BBA-AD48-4098-9656-1C4528CAD923}">
      <dgm:prSet/>
      <dgm:spPr/>
      <dgm:t>
        <a:bodyPr/>
        <a:lstStyle/>
        <a:p>
          <a:endParaRPr lang="en-US"/>
        </a:p>
      </dgm:t>
    </dgm:pt>
    <dgm:pt modelId="{751FA402-92B1-4F34-A9A9-21D2D327DD3D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Helps in making cost/benefit analysis</a:t>
          </a:r>
          <a:endParaRPr lang="en-US" sz="2200" dirty="0"/>
        </a:p>
      </dgm:t>
    </dgm:pt>
    <dgm:pt modelId="{8360F6A5-75C1-4CCB-8253-B49AA6046ED6}" type="parTrans" cxnId="{107C8E7F-6B30-46F2-9211-DEDB030404C7}">
      <dgm:prSet/>
      <dgm:spPr/>
      <dgm:t>
        <a:bodyPr/>
        <a:lstStyle/>
        <a:p>
          <a:endParaRPr lang="en-US"/>
        </a:p>
      </dgm:t>
    </dgm:pt>
    <dgm:pt modelId="{D28EDD0D-3827-43F3-9316-5C550EF82CD6}" type="sibTrans" cxnId="{107C8E7F-6B30-46F2-9211-DEDB030404C7}">
      <dgm:prSet/>
      <dgm:spPr/>
      <dgm:t>
        <a:bodyPr/>
        <a:lstStyle/>
        <a:p>
          <a:endParaRPr lang="en-US"/>
        </a:p>
      </dgm:t>
    </dgm:pt>
    <dgm:pt modelId="{A18431F4-AB3C-4FFE-A51F-640AA583A75E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Helps in making plan for training developers for implementing the system.</a:t>
          </a:r>
          <a:endParaRPr lang="en-US" sz="2200" dirty="0"/>
        </a:p>
      </dgm:t>
    </dgm:pt>
    <dgm:pt modelId="{AAE997E7-E755-4142-9CC9-7A3DDBB27FFC}" type="parTrans" cxnId="{3D5E3CF4-F29F-40DB-8D18-4BC59E001249}">
      <dgm:prSet/>
      <dgm:spPr/>
      <dgm:t>
        <a:bodyPr/>
        <a:lstStyle/>
        <a:p>
          <a:endParaRPr lang="en-US"/>
        </a:p>
      </dgm:t>
    </dgm:pt>
    <dgm:pt modelId="{C67756B9-9363-48E5-A856-EBEA3F1B0500}" type="sibTrans" cxnId="{3D5E3CF4-F29F-40DB-8D18-4BC59E001249}">
      <dgm:prSet/>
      <dgm:spPr/>
      <dgm:t>
        <a:bodyPr/>
        <a:lstStyle/>
        <a:p>
          <a:endParaRPr lang="en-US"/>
        </a:p>
      </dgm:t>
    </dgm:pt>
    <dgm:pt modelId="{9EFE8DBD-3349-4550-A4EC-39766CB04F86}" type="pres">
      <dgm:prSet presAssocID="{FD345B50-5AD1-478C-8BEE-7B1273750DC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70DFFA-8742-4762-A4C6-461D9EEBF452}" type="pres">
      <dgm:prSet presAssocID="{EE8CF9E2-D057-449B-9F77-989BF0A428D5}" presName="parentLin" presStyleCnt="0"/>
      <dgm:spPr/>
    </dgm:pt>
    <dgm:pt modelId="{867F3D5F-57B6-4767-A5FE-FB4D9BE1412F}" type="pres">
      <dgm:prSet presAssocID="{EE8CF9E2-D057-449B-9F77-989BF0A428D5}" presName="parentLeftMargin" presStyleLbl="node1" presStyleIdx="0" presStyleCnt="4" custScaleX="119481"/>
      <dgm:spPr/>
      <dgm:t>
        <a:bodyPr/>
        <a:lstStyle/>
        <a:p>
          <a:endParaRPr lang="en-US"/>
        </a:p>
      </dgm:t>
    </dgm:pt>
    <dgm:pt modelId="{DE21590D-5DE3-41E9-874A-72B6B165BD0F}" type="pres">
      <dgm:prSet presAssocID="{EE8CF9E2-D057-449B-9F77-989BF0A428D5}" presName="parentText" presStyleLbl="node1" presStyleIdx="0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10A079-3CEA-4429-AB9B-66A255F21ED3}" type="pres">
      <dgm:prSet presAssocID="{EE8CF9E2-D057-449B-9F77-989BF0A428D5}" presName="negativeSpace" presStyleCnt="0"/>
      <dgm:spPr/>
    </dgm:pt>
    <dgm:pt modelId="{00169986-F2F3-4B85-8ED4-5DAA51E975C1}" type="pres">
      <dgm:prSet presAssocID="{EE8CF9E2-D057-449B-9F77-989BF0A428D5}" presName="childText" presStyleLbl="conFgAcc1" presStyleIdx="0" presStyleCnt="4">
        <dgm:presLayoutVars>
          <dgm:bulletEnabled val="1"/>
        </dgm:presLayoutVars>
      </dgm:prSet>
      <dgm:spPr/>
    </dgm:pt>
    <dgm:pt modelId="{587EF223-F6DC-4691-AFC8-9D18FB663BB5}" type="pres">
      <dgm:prSet presAssocID="{6AED833E-5DD9-45E9-B046-2AFCE6E21C09}" presName="spaceBetweenRectangles" presStyleCnt="0"/>
      <dgm:spPr/>
    </dgm:pt>
    <dgm:pt modelId="{CE8F38E6-3CE4-4C9A-871B-93560FB7BFEB}" type="pres">
      <dgm:prSet presAssocID="{2937DDEE-C3F9-4543-9F3A-E8259D957669}" presName="parentLin" presStyleCnt="0"/>
      <dgm:spPr/>
    </dgm:pt>
    <dgm:pt modelId="{E71A77D1-0C64-45EC-A638-B21F18F784D2}" type="pres">
      <dgm:prSet presAssocID="{2937DDEE-C3F9-4543-9F3A-E8259D957669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C264362E-209D-4D40-9D36-3FDCF2274E08}" type="pres">
      <dgm:prSet presAssocID="{2937DDEE-C3F9-4543-9F3A-E8259D957669}" presName="parentText" presStyleLbl="node1" presStyleIdx="1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E0A26B-7211-4925-9375-4897FB1E0F56}" type="pres">
      <dgm:prSet presAssocID="{2937DDEE-C3F9-4543-9F3A-E8259D957669}" presName="negativeSpace" presStyleCnt="0"/>
      <dgm:spPr/>
    </dgm:pt>
    <dgm:pt modelId="{0ED62FB5-CD8C-4E35-9A42-1C6E2E6D9675}" type="pres">
      <dgm:prSet presAssocID="{2937DDEE-C3F9-4543-9F3A-E8259D957669}" presName="childText" presStyleLbl="conFgAcc1" presStyleIdx="1" presStyleCnt="4">
        <dgm:presLayoutVars>
          <dgm:bulletEnabled val="1"/>
        </dgm:presLayoutVars>
      </dgm:prSet>
      <dgm:spPr/>
    </dgm:pt>
    <dgm:pt modelId="{253570E9-9F37-4E7B-8AFD-41C6C8C939E2}" type="pres">
      <dgm:prSet presAssocID="{89B47748-A16A-4DFF-8A4E-8B3A2E0AC180}" presName="spaceBetweenRectangles" presStyleCnt="0"/>
      <dgm:spPr/>
    </dgm:pt>
    <dgm:pt modelId="{B8898AE1-27C2-4A59-8D6B-60BCA6D3B817}" type="pres">
      <dgm:prSet presAssocID="{751FA402-92B1-4F34-A9A9-21D2D327DD3D}" presName="parentLin" presStyleCnt="0"/>
      <dgm:spPr/>
    </dgm:pt>
    <dgm:pt modelId="{64CA6F2C-D3F3-4B3E-B7DB-188235DAC2AC}" type="pres">
      <dgm:prSet presAssocID="{751FA402-92B1-4F34-A9A9-21D2D327DD3D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06AF805B-F6F3-4E8C-87A7-7C5E13722586}" type="pres">
      <dgm:prSet presAssocID="{751FA402-92B1-4F34-A9A9-21D2D327DD3D}" presName="parentText" presStyleLbl="node1" presStyleIdx="2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D48958-94FF-48AC-B7F5-539EE35ABDB5}" type="pres">
      <dgm:prSet presAssocID="{751FA402-92B1-4F34-A9A9-21D2D327DD3D}" presName="negativeSpace" presStyleCnt="0"/>
      <dgm:spPr/>
    </dgm:pt>
    <dgm:pt modelId="{3EB6538B-407D-401A-B5D9-4166DB5DE084}" type="pres">
      <dgm:prSet presAssocID="{751FA402-92B1-4F34-A9A9-21D2D327DD3D}" presName="childText" presStyleLbl="conFgAcc1" presStyleIdx="2" presStyleCnt="4">
        <dgm:presLayoutVars>
          <dgm:bulletEnabled val="1"/>
        </dgm:presLayoutVars>
      </dgm:prSet>
      <dgm:spPr/>
    </dgm:pt>
    <dgm:pt modelId="{6248AB87-84DD-410D-A491-32DBA78CB015}" type="pres">
      <dgm:prSet presAssocID="{D28EDD0D-3827-43F3-9316-5C550EF82CD6}" presName="spaceBetweenRectangles" presStyleCnt="0"/>
      <dgm:spPr/>
    </dgm:pt>
    <dgm:pt modelId="{CE7F436F-93F5-410F-B734-B200F60627A9}" type="pres">
      <dgm:prSet presAssocID="{A18431F4-AB3C-4FFE-A51F-640AA583A75E}" presName="parentLin" presStyleCnt="0"/>
      <dgm:spPr/>
    </dgm:pt>
    <dgm:pt modelId="{EEF9B4A1-0A47-4614-A3E7-8E12595AAAD2}" type="pres">
      <dgm:prSet presAssocID="{A18431F4-AB3C-4FFE-A51F-640AA583A75E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5FAA833E-6D98-490D-A6E4-DC5E02D539A9}" type="pres">
      <dgm:prSet presAssocID="{A18431F4-AB3C-4FFE-A51F-640AA583A75E}" presName="parentText" presStyleLbl="node1" presStyleIdx="3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085ECF-BEB8-4148-8092-8544F5301924}" type="pres">
      <dgm:prSet presAssocID="{A18431F4-AB3C-4FFE-A51F-640AA583A75E}" presName="negativeSpace" presStyleCnt="0"/>
      <dgm:spPr/>
    </dgm:pt>
    <dgm:pt modelId="{961EFD2A-04EA-415C-8C6D-9CC07418E6C7}" type="pres">
      <dgm:prSet presAssocID="{A18431F4-AB3C-4FFE-A51F-640AA583A75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32E1DD6-6EB8-4375-98D1-9F1DF23C2C6B}" type="presOf" srcId="{EE8CF9E2-D057-449B-9F77-989BF0A428D5}" destId="{DE21590D-5DE3-41E9-874A-72B6B165BD0F}" srcOrd="1" destOrd="0" presId="urn:microsoft.com/office/officeart/2005/8/layout/list1"/>
    <dgm:cxn modelId="{D700E2AE-0110-40D2-9911-62EB76F12524}" type="presOf" srcId="{FD345B50-5AD1-478C-8BEE-7B1273750DCB}" destId="{9EFE8DBD-3349-4550-A4EC-39766CB04F86}" srcOrd="0" destOrd="0" presId="urn:microsoft.com/office/officeart/2005/8/layout/list1"/>
    <dgm:cxn modelId="{107C8E7F-6B30-46F2-9211-DEDB030404C7}" srcId="{FD345B50-5AD1-478C-8BEE-7B1273750DCB}" destId="{751FA402-92B1-4F34-A9A9-21D2D327DD3D}" srcOrd="2" destOrd="0" parTransId="{8360F6A5-75C1-4CCB-8253-B49AA6046ED6}" sibTransId="{D28EDD0D-3827-43F3-9316-5C550EF82CD6}"/>
    <dgm:cxn modelId="{81B554D5-14AF-4C6F-A736-14E0E3447238}" type="presOf" srcId="{A18431F4-AB3C-4FFE-A51F-640AA583A75E}" destId="{5FAA833E-6D98-490D-A6E4-DC5E02D539A9}" srcOrd="1" destOrd="0" presId="urn:microsoft.com/office/officeart/2005/8/layout/list1"/>
    <dgm:cxn modelId="{EC14072B-B5A8-4DF5-8055-4614353FBBFA}" type="presOf" srcId="{751FA402-92B1-4F34-A9A9-21D2D327DD3D}" destId="{64CA6F2C-D3F3-4B3E-B7DB-188235DAC2AC}" srcOrd="0" destOrd="0" presId="urn:microsoft.com/office/officeart/2005/8/layout/list1"/>
    <dgm:cxn modelId="{C2735C53-482E-4184-A99A-E5D142B195DB}" type="presOf" srcId="{2937DDEE-C3F9-4543-9F3A-E8259D957669}" destId="{C264362E-209D-4D40-9D36-3FDCF2274E08}" srcOrd="1" destOrd="0" presId="urn:microsoft.com/office/officeart/2005/8/layout/list1"/>
    <dgm:cxn modelId="{4863E6F6-4C1F-4819-B0D8-47891457E469}" type="presOf" srcId="{751FA402-92B1-4F34-A9A9-21D2D327DD3D}" destId="{06AF805B-F6F3-4E8C-87A7-7C5E13722586}" srcOrd="1" destOrd="0" presId="urn:microsoft.com/office/officeart/2005/8/layout/list1"/>
    <dgm:cxn modelId="{3D5E3CF4-F29F-40DB-8D18-4BC59E001249}" srcId="{FD345B50-5AD1-478C-8BEE-7B1273750DCB}" destId="{A18431F4-AB3C-4FFE-A51F-640AA583A75E}" srcOrd="3" destOrd="0" parTransId="{AAE997E7-E755-4142-9CC9-7A3DDBB27FFC}" sibTransId="{C67756B9-9363-48E5-A856-EBEA3F1B0500}"/>
    <dgm:cxn modelId="{712A1435-D920-4237-8870-835A52895986}" type="presOf" srcId="{2937DDEE-C3F9-4543-9F3A-E8259D957669}" destId="{E71A77D1-0C64-45EC-A638-B21F18F784D2}" srcOrd="0" destOrd="0" presId="urn:microsoft.com/office/officeart/2005/8/layout/list1"/>
    <dgm:cxn modelId="{324A4E70-B8AE-49B2-B149-5531720289B8}" type="presOf" srcId="{A18431F4-AB3C-4FFE-A51F-640AA583A75E}" destId="{EEF9B4A1-0A47-4614-A3E7-8E12595AAAD2}" srcOrd="0" destOrd="0" presId="urn:microsoft.com/office/officeart/2005/8/layout/list1"/>
    <dgm:cxn modelId="{ADF3DC53-C732-439B-9C09-9C02D4311673}" srcId="{FD345B50-5AD1-478C-8BEE-7B1273750DCB}" destId="{EE8CF9E2-D057-449B-9F77-989BF0A428D5}" srcOrd="0" destOrd="0" parTransId="{FBD8D5A9-F2B9-40DE-8570-070238AC5CE6}" sibTransId="{6AED833E-5DD9-45E9-B046-2AFCE6E21C09}"/>
    <dgm:cxn modelId="{D01C8BBA-AD48-4098-9656-1C4528CAD923}" srcId="{FD345B50-5AD1-478C-8BEE-7B1273750DCB}" destId="{2937DDEE-C3F9-4543-9F3A-E8259D957669}" srcOrd="1" destOrd="0" parTransId="{978DF0AD-B587-450B-A22A-20F55C6C5537}" sibTransId="{89B47748-A16A-4DFF-8A4E-8B3A2E0AC180}"/>
    <dgm:cxn modelId="{37000585-4EE7-4257-ACC9-9866F3A30075}" type="presOf" srcId="{EE8CF9E2-D057-449B-9F77-989BF0A428D5}" destId="{867F3D5F-57B6-4767-A5FE-FB4D9BE1412F}" srcOrd="0" destOrd="0" presId="urn:microsoft.com/office/officeart/2005/8/layout/list1"/>
    <dgm:cxn modelId="{17266A12-82A0-49AE-99BD-CB575DA22B05}" type="presParOf" srcId="{9EFE8DBD-3349-4550-A4EC-39766CB04F86}" destId="{E770DFFA-8742-4762-A4C6-461D9EEBF452}" srcOrd="0" destOrd="0" presId="urn:microsoft.com/office/officeart/2005/8/layout/list1"/>
    <dgm:cxn modelId="{9484CDFE-4363-4544-80FA-2D2A90E8770B}" type="presParOf" srcId="{E770DFFA-8742-4762-A4C6-461D9EEBF452}" destId="{867F3D5F-57B6-4767-A5FE-FB4D9BE1412F}" srcOrd="0" destOrd="0" presId="urn:microsoft.com/office/officeart/2005/8/layout/list1"/>
    <dgm:cxn modelId="{9CB9995D-D53E-4CDE-AF8D-18F033C1892E}" type="presParOf" srcId="{E770DFFA-8742-4762-A4C6-461D9EEBF452}" destId="{DE21590D-5DE3-41E9-874A-72B6B165BD0F}" srcOrd="1" destOrd="0" presId="urn:microsoft.com/office/officeart/2005/8/layout/list1"/>
    <dgm:cxn modelId="{7375E139-56D0-416A-8564-8E0DB5EF5FD0}" type="presParOf" srcId="{9EFE8DBD-3349-4550-A4EC-39766CB04F86}" destId="{5D10A079-3CEA-4429-AB9B-66A255F21ED3}" srcOrd="1" destOrd="0" presId="urn:microsoft.com/office/officeart/2005/8/layout/list1"/>
    <dgm:cxn modelId="{A4B6CD19-8A14-44A0-A5B7-4B80B61D7093}" type="presParOf" srcId="{9EFE8DBD-3349-4550-A4EC-39766CB04F86}" destId="{00169986-F2F3-4B85-8ED4-5DAA51E975C1}" srcOrd="2" destOrd="0" presId="urn:microsoft.com/office/officeart/2005/8/layout/list1"/>
    <dgm:cxn modelId="{EC63F8C3-07ED-4FA0-9833-36846C2E7F3B}" type="presParOf" srcId="{9EFE8DBD-3349-4550-A4EC-39766CB04F86}" destId="{587EF223-F6DC-4691-AFC8-9D18FB663BB5}" srcOrd="3" destOrd="0" presId="urn:microsoft.com/office/officeart/2005/8/layout/list1"/>
    <dgm:cxn modelId="{D04444FD-3B58-473D-945C-6F9A6A8E25BF}" type="presParOf" srcId="{9EFE8DBD-3349-4550-A4EC-39766CB04F86}" destId="{CE8F38E6-3CE4-4C9A-871B-93560FB7BFEB}" srcOrd="4" destOrd="0" presId="urn:microsoft.com/office/officeart/2005/8/layout/list1"/>
    <dgm:cxn modelId="{F048367C-E991-40E2-B3B6-4C4F8B54274A}" type="presParOf" srcId="{CE8F38E6-3CE4-4C9A-871B-93560FB7BFEB}" destId="{E71A77D1-0C64-45EC-A638-B21F18F784D2}" srcOrd="0" destOrd="0" presId="urn:microsoft.com/office/officeart/2005/8/layout/list1"/>
    <dgm:cxn modelId="{4C68C0D5-29BE-4CD2-9B43-5FDA892ED290}" type="presParOf" srcId="{CE8F38E6-3CE4-4C9A-871B-93560FB7BFEB}" destId="{C264362E-209D-4D40-9D36-3FDCF2274E08}" srcOrd="1" destOrd="0" presId="urn:microsoft.com/office/officeart/2005/8/layout/list1"/>
    <dgm:cxn modelId="{1683B142-F208-431D-8B0F-5CDCB6D6B824}" type="presParOf" srcId="{9EFE8DBD-3349-4550-A4EC-39766CB04F86}" destId="{6CE0A26B-7211-4925-9375-4897FB1E0F56}" srcOrd="5" destOrd="0" presId="urn:microsoft.com/office/officeart/2005/8/layout/list1"/>
    <dgm:cxn modelId="{8676EF92-95DF-4551-885A-4E544434ABE0}" type="presParOf" srcId="{9EFE8DBD-3349-4550-A4EC-39766CB04F86}" destId="{0ED62FB5-CD8C-4E35-9A42-1C6E2E6D9675}" srcOrd="6" destOrd="0" presId="urn:microsoft.com/office/officeart/2005/8/layout/list1"/>
    <dgm:cxn modelId="{7734851F-94ED-4240-9032-4B96C6DCC34C}" type="presParOf" srcId="{9EFE8DBD-3349-4550-A4EC-39766CB04F86}" destId="{253570E9-9F37-4E7B-8AFD-41C6C8C939E2}" srcOrd="7" destOrd="0" presId="urn:microsoft.com/office/officeart/2005/8/layout/list1"/>
    <dgm:cxn modelId="{8230B7D1-36AE-46B0-8877-A56080773FA6}" type="presParOf" srcId="{9EFE8DBD-3349-4550-A4EC-39766CB04F86}" destId="{B8898AE1-27C2-4A59-8D6B-60BCA6D3B817}" srcOrd="8" destOrd="0" presId="urn:microsoft.com/office/officeart/2005/8/layout/list1"/>
    <dgm:cxn modelId="{1219789C-F9AC-4AB9-AB6E-18356800541C}" type="presParOf" srcId="{B8898AE1-27C2-4A59-8D6B-60BCA6D3B817}" destId="{64CA6F2C-D3F3-4B3E-B7DB-188235DAC2AC}" srcOrd="0" destOrd="0" presId="urn:microsoft.com/office/officeart/2005/8/layout/list1"/>
    <dgm:cxn modelId="{018839BB-CB37-4362-8A97-295F33D3CD38}" type="presParOf" srcId="{B8898AE1-27C2-4A59-8D6B-60BCA6D3B817}" destId="{06AF805B-F6F3-4E8C-87A7-7C5E13722586}" srcOrd="1" destOrd="0" presId="urn:microsoft.com/office/officeart/2005/8/layout/list1"/>
    <dgm:cxn modelId="{A3FB45B0-F18A-4CE8-AB54-7A3370CFA80B}" type="presParOf" srcId="{9EFE8DBD-3349-4550-A4EC-39766CB04F86}" destId="{19D48958-94FF-48AC-B7F5-539EE35ABDB5}" srcOrd="9" destOrd="0" presId="urn:microsoft.com/office/officeart/2005/8/layout/list1"/>
    <dgm:cxn modelId="{978955C2-855A-450E-B75A-FE85C7931911}" type="presParOf" srcId="{9EFE8DBD-3349-4550-A4EC-39766CB04F86}" destId="{3EB6538B-407D-401A-B5D9-4166DB5DE084}" srcOrd="10" destOrd="0" presId="urn:microsoft.com/office/officeart/2005/8/layout/list1"/>
    <dgm:cxn modelId="{65F689BC-A68E-44C9-AA72-85173722A446}" type="presParOf" srcId="{9EFE8DBD-3349-4550-A4EC-39766CB04F86}" destId="{6248AB87-84DD-410D-A491-32DBA78CB015}" srcOrd="11" destOrd="0" presId="urn:microsoft.com/office/officeart/2005/8/layout/list1"/>
    <dgm:cxn modelId="{D51F6289-966F-4238-9169-3CF5A6AF7A12}" type="presParOf" srcId="{9EFE8DBD-3349-4550-A4EC-39766CB04F86}" destId="{CE7F436F-93F5-410F-B734-B200F60627A9}" srcOrd="12" destOrd="0" presId="urn:microsoft.com/office/officeart/2005/8/layout/list1"/>
    <dgm:cxn modelId="{0A7FA6BA-5C71-477F-A847-2850FB0B4DB9}" type="presParOf" srcId="{CE7F436F-93F5-410F-B734-B200F60627A9}" destId="{EEF9B4A1-0A47-4614-A3E7-8E12595AAAD2}" srcOrd="0" destOrd="0" presId="urn:microsoft.com/office/officeart/2005/8/layout/list1"/>
    <dgm:cxn modelId="{506CF3BC-57CB-423D-8B3A-05CEA84A1DA7}" type="presParOf" srcId="{CE7F436F-93F5-410F-B734-B200F60627A9}" destId="{5FAA833E-6D98-490D-A6E4-DC5E02D539A9}" srcOrd="1" destOrd="0" presId="urn:microsoft.com/office/officeart/2005/8/layout/list1"/>
    <dgm:cxn modelId="{3C1BB48D-45F8-4C5E-A8F4-B71F221E3AFD}" type="presParOf" srcId="{9EFE8DBD-3349-4550-A4EC-39766CB04F86}" destId="{74085ECF-BEB8-4148-8092-8544F5301924}" srcOrd="13" destOrd="0" presId="urn:microsoft.com/office/officeart/2005/8/layout/list1"/>
    <dgm:cxn modelId="{9C78B10F-4F29-4D3E-BA64-C7531F5766D7}" type="presParOf" srcId="{9EFE8DBD-3349-4550-A4EC-39766CB04F86}" destId="{961EFD2A-04EA-415C-8C6D-9CC07418E6C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E95B1-5ED0-4005-B293-784E4C93134E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E95B1-5ED0-4005-B293-784E4C93134E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4.png"/><Relationship Id="rId7" Type="http://schemas.openxmlformats.org/officeDocument/2006/relationships/image" Target="../media/image8.jpeg"/><Relationship Id="rId2" Type="http://schemas.openxmlformats.org/officeDocument/2006/relationships/hyperlink" Target="10.%20Scrum%20Development%20Process.pptx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45.png"/><Relationship Id="rId4" Type="http://schemas.openxmlformats.org/officeDocument/2006/relationships/hyperlink" Target="14.%20The%20Rational%20Unified%20Process.pptx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Software Project Initiation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3434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an </a:t>
            </a:r>
            <a:r>
              <a:rPr lang="en-US" sz="2200" i="1" dirty="0" smtClean="0">
                <a:solidFill>
                  <a:srgbClr val="C00000"/>
                </a:solidFill>
              </a:rPr>
              <a:t>executive summary document</a:t>
            </a:r>
            <a:r>
              <a:rPr lang="en-US" sz="2200" dirty="0" smtClean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a </a:t>
            </a:r>
            <a:r>
              <a:rPr lang="en-US" sz="2200" i="1" dirty="0" smtClean="0">
                <a:solidFill>
                  <a:srgbClr val="C00000"/>
                </a:solidFill>
              </a:rPr>
              <a:t>project vision and scope document</a:t>
            </a:r>
            <a:r>
              <a:rPr lang="en-US" sz="2200" dirty="0" smtClean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a </a:t>
            </a:r>
            <a:r>
              <a:rPr lang="en-US" sz="2200" i="1" dirty="0" smtClean="0">
                <a:solidFill>
                  <a:srgbClr val="C00000"/>
                </a:solidFill>
              </a:rPr>
              <a:t>mockup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prototype</a:t>
            </a:r>
            <a:r>
              <a:rPr lang="en-US" sz="2200" dirty="0" smtClean="0"/>
              <a:t>.</a:t>
            </a:r>
            <a:endParaRPr lang="en-US" sz="2200" i="1" dirty="0" smtClean="0">
              <a:solidFill>
                <a:srgbClr val="C00000"/>
              </a:solidFill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a </a:t>
            </a:r>
            <a:r>
              <a:rPr lang="en-US" sz="2200" i="1" dirty="0" smtClean="0">
                <a:solidFill>
                  <a:srgbClr val="C00000"/>
                </a:solidFill>
              </a:rPr>
              <a:t>software requirements specification</a:t>
            </a:r>
            <a:r>
              <a:rPr lang="en-US" sz="2200" dirty="0" smtClean="0"/>
              <a:t>.</a:t>
            </a:r>
            <a:endParaRPr lang="en-US" sz="2200" i="1" dirty="0" smtClean="0">
              <a:solidFill>
                <a:srgbClr val="C00000"/>
              </a:solidFill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</a:t>
            </a:r>
            <a:r>
              <a:rPr lang="en-US" sz="2200" smtClean="0"/>
              <a:t>an </a:t>
            </a:r>
            <a:r>
              <a:rPr lang="en-US" sz="2200" i="1" smtClean="0">
                <a:solidFill>
                  <a:srgbClr val="C00000"/>
                </a:solidFill>
              </a:rPr>
              <a:t>architecture</a:t>
            </a:r>
            <a:r>
              <a:rPr lang="en-US" sz="2200" smtClean="0"/>
              <a:t>.</a:t>
            </a:r>
            <a:endParaRPr lang="en-US" sz="2200" i="1" dirty="0" smtClean="0">
              <a:solidFill>
                <a:srgbClr val="C00000"/>
              </a:solidFill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a </a:t>
            </a:r>
            <a:r>
              <a:rPr lang="en-US" sz="2200" i="1" dirty="0" smtClean="0">
                <a:solidFill>
                  <a:srgbClr val="C00000"/>
                </a:solidFill>
              </a:rPr>
              <a:t>feasibility study report</a:t>
            </a:r>
            <a:r>
              <a:rPr lang="en-US" sz="2200" dirty="0" smtClean="0"/>
              <a:t>.</a:t>
            </a:r>
            <a:endParaRPr lang="en-US" sz="2200" i="1" dirty="0" smtClean="0">
              <a:solidFill>
                <a:srgbClr val="C00000"/>
              </a:solidFill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a </a:t>
            </a:r>
            <a:r>
              <a:rPr lang="en-US" sz="2200" i="1" dirty="0" smtClean="0">
                <a:solidFill>
                  <a:srgbClr val="C00000"/>
                </a:solidFill>
              </a:rPr>
              <a:t>proof of concept</a:t>
            </a:r>
            <a:r>
              <a:rPr lang="en-US" sz="2200" dirty="0" smtClean="0"/>
              <a:t>.</a:t>
            </a:r>
            <a:endParaRPr lang="en-US" sz="2200" i="1" dirty="0" smtClean="0">
              <a:solidFill>
                <a:srgbClr val="C00000"/>
              </a:solidFill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a </a:t>
            </a:r>
            <a:r>
              <a:rPr lang="en-US" sz="2200" i="1" dirty="0" smtClean="0">
                <a:solidFill>
                  <a:srgbClr val="C00000"/>
                </a:solidFill>
              </a:rPr>
              <a:t>project charter</a:t>
            </a:r>
            <a:r>
              <a:rPr lang="en-US" sz="2200" dirty="0" smtClean="0"/>
              <a:t>.</a:t>
            </a:r>
            <a:endParaRPr lang="en-US" sz="2200" i="1" dirty="0" smtClean="0">
              <a:solidFill>
                <a:srgbClr val="C00000"/>
              </a:solidFill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en-US" sz="2200" dirty="0" smtClean="0"/>
              <a:t>To create a </a:t>
            </a:r>
            <a:r>
              <a:rPr lang="en-US" sz="2200" i="1" dirty="0" smtClean="0">
                <a:solidFill>
                  <a:srgbClr val="C00000"/>
                </a:solidFill>
              </a:rPr>
              <a:t>process definition document</a:t>
            </a:r>
            <a:r>
              <a:rPr lang="en-US" sz="2200" dirty="0" smtClean="0"/>
              <a:t>.</a:t>
            </a:r>
            <a:endParaRPr lang="en-US" sz="22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Executive summary.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vision and scope.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Mockup, prototype.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requirements specification.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Proof of concept.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Feasibility study report.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charter.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Process definition document.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Project Management Institute (2017). A Guide to the Project Management Body of Knowledge. Sixth Edition. Project Management Institute.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/>
              <a:t>Jessica Keyes (2008). Leading IT Projects: The IT Manager's Guide. Taylor &amp; Francis Group.</a:t>
            </a:r>
          </a:p>
          <a:p>
            <a:pPr marL="514350" indent="-514350">
              <a:buFont typeface="+mj-lt"/>
              <a:buAutoNum type="arabicPeriod"/>
            </a:pPr>
            <a:endParaRPr lang="en-US" sz="2200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786" y="332437"/>
            <a:ext cx="2257014" cy="149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Forming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429000"/>
          </a:xfrm>
        </p:spPr>
        <p:txBody>
          <a:bodyPr/>
          <a:lstStyle/>
          <a:p>
            <a:r>
              <a:rPr lang="en-US" sz="2000" dirty="0" smtClean="0">
                <a:latin typeface="Calibri" pitchFamily="34" charset="0"/>
              </a:rPr>
              <a:t>Select 8 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</a:rPr>
              <a:t>team leaders</a:t>
            </a:r>
            <a:r>
              <a:rPr lang="en-US" sz="2000" dirty="0" smtClean="0">
                <a:latin typeface="Calibri" pitchFamily="34" charset="0"/>
              </a:rPr>
              <a:t>. </a:t>
            </a:r>
            <a:endParaRPr lang="vi-VN" sz="2000" dirty="0" smtClean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Students select a team for themselves. Each team has 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</a:rPr>
              <a:t>maximum of 5 members (including a team leader)</a:t>
            </a:r>
            <a:r>
              <a:rPr lang="en-US" sz="2000" dirty="0" smtClean="0">
                <a:latin typeface="Calibri" pitchFamily="34" charset="0"/>
              </a:rPr>
              <a:t>.</a:t>
            </a:r>
          </a:p>
          <a:p>
            <a:r>
              <a:rPr lang="en-US" sz="2000" dirty="0" smtClean="0">
                <a:latin typeface="Calibri" pitchFamily="34" charset="0"/>
              </a:rPr>
              <a:t>If there are surplus students, some teams can have 8 people.</a:t>
            </a:r>
          </a:p>
          <a:p>
            <a:r>
              <a:rPr lang="en-US" sz="2000" dirty="0" smtClean="0">
                <a:latin typeface="Calibri" pitchFamily="34" charset="0"/>
              </a:rPr>
              <a:t>Team leaders send their team members list to class leader.</a:t>
            </a:r>
            <a:endParaRPr lang="vi-VN" sz="2000" dirty="0" smtClean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The class leader collects and puts all the information to a class management file</a:t>
            </a:r>
            <a:r>
              <a:rPr lang="vi-VN" sz="2000" dirty="0" smtClean="0">
                <a:latin typeface="Calibri" pitchFamily="34" charset="0"/>
              </a:rPr>
              <a:t>.</a:t>
            </a:r>
            <a:endParaRPr lang="en-US" sz="2000" dirty="0" smtClean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The class leader 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</a:rPr>
              <a:t>is authorized</a:t>
            </a:r>
            <a:r>
              <a:rPr lang="en-US" sz="2000" dirty="0" smtClean="0">
                <a:latin typeface="Calibri" pitchFamily="34" charset="0"/>
              </a:rPr>
              <a:t> to assign a team for an individual who is late to class or absent.</a:t>
            </a:r>
          </a:p>
        </p:txBody>
      </p:sp>
      <p:pic>
        <p:nvPicPr>
          <p:cNvPr id="11266" name="Picture 2" descr="https://cavemaninasuit.com/wp-content/uploads/2020/09/multidisc_teams-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4953000"/>
            <a:ext cx="2333625" cy="1311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267200"/>
            <a:ext cx="28575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Have To Ensure That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2133600"/>
          </a:xfrm>
        </p:spPr>
        <p:txBody>
          <a:bodyPr/>
          <a:lstStyle/>
          <a:p>
            <a:r>
              <a:rPr lang="en-US" sz="2400" dirty="0" smtClean="0"/>
              <a:t>Project will be </a:t>
            </a:r>
            <a:r>
              <a:rPr lang="en-US" sz="2400" i="1" dirty="0" smtClean="0">
                <a:solidFill>
                  <a:srgbClr val="C00000"/>
                </a:solidFill>
              </a:rPr>
              <a:t>within cost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Project will be delivered </a:t>
            </a:r>
            <a:r>
              <a:rPr lang="en-US" sz="2400" i="1" dirty="0" smtClean="0">
                <a:solidFill>
                  <a:srgbClr val="C00000"/>
                </a:solidFill>
              </a:rPr>
              <a:t>on time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Project will be </a:t>
            </a:r>
            <a:r>
              <a:rPr lang="en-US" sz="2400" i="1" dirty="0" smtClean="0">
                <a:solidFill>
                  <a:srgbClr val="C00000"/>
                </a:solidFill>
              </a:rPr>
              <a:t>within scope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Project will meet customer </a:t>
            </a:r>
            <a:r>
              <a:rPr lang="en-US" sz="2400" i="1" dirty="0" smtClean="0">
                <a:solidFill>
                  <a:srgbClr val="C00000"/>
                </a:solidFill>
              </a:rPr>
              <a:t>quality requirements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Customer will be </a:t>
            </a:r>
            <a:r>
              <a:rPr lang="en-US" sz="2400" i="1" dirty="0" smtClean="0">
                <a:solidFill>
                  <a:srgbClr val="C00000"/>
                </a:solidFill>
              </a:rPr>
              <a:t>happy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4" descr="https://qph.ec.quoracdn.net/main-custom-t-7249-600x315-lusxrkycuejsfvmmkfygfxnqzfvkqcvy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143375"/>
            <a:ext cx="3429000" cy="18002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r>
              <a:rPr lang="en-US" dirty="0" smtClean="0"/>
              <a:t>But How? Where Do We Start?</a:t>
            </a:r>
            <a:endParaRPr lang="en-US" dirty="0"/>
          </a:p>
        </p:txBody>
      </p:sp>
      <p:pic>
        <p:nvPicPr>
          <p:cNvPr id="2050" name="Picture 2" descr="http://www.texasrockgym.com/wp-content/uploads/2016/04/exercis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200400"/>
            <a:ext cx="2602992" cy="1600200"/>
          </a:xfrm>
          <a:prstGeom prst="rect">
            <a:avLst/>
          </a:prstGeom>
          <a:noFill/>
        </p:spPr>
      </p:pic>
      <p:pic>
        <p:nvPicPr>
          <p:cNvPr id="1028" name="Picture 4" descr="http://www.hopecenterjackson.com/wp-content/uploads/2014/12/2627622411_what_will_you_do_xlarge_xlarge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057400"/>
            <a:ext cx="2667000" cy="2667000"/>
          </a:xfrm>
          <a:prstGeom prst="rect">
            <a:avLst/>
          </a:prstGeom>
          <a:noFill/>
        </p:spPr>
      </p:pic>
      <p:pic>
        <p:nvPicPr>
          <p:cNvPr id="1030" name="Picture 6" descr="https://i2.wp.com/www.ljv.li/wp-content/uploads/2015/12/Fragezeichen-PP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3962400"/>
            <a:ext cx="3982720" cy="2783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www.resg.org.uk/wp-content/themes/resg-theme/images/resg-wordl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638300"/>
            <a:ext cx="3276600" cy="1066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Kickoff Meeting</a:t>
            </a:r>
            <a:endParaRPr lang="en-US" dirty="0"/>
          </a:p>
        </p:txBody>
      </p:sp>
      <p:pic>
        <p:nvPicPr>
          <p:cNvPr id="1026" name="Picture 2" descr="Image result for kick-off meeti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1778" y="1683222"/>
            <a:ext cx="3630222" cy="1745778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819400" y="4268450"/>
            <a:ext cx="57912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Executive Summary (</a:t>
            </a:r>
            <a:r>
              <a:rPr lang="en-US" sz="2200" i="1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Business Requirements</a:t>
            </a: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Project Vision and Scope (</a:t>
            </a:r>
            <a:r>
              <a:rPr lang="en-US" sz="2200" i="1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User Requirements</a:t>
            </a:r>
            <a:r>
              <a:rPr lang="en-US" sz="2200" dirty="0" smtClean="0">
                <a:latin typeface="Consolas" pitchFamily="49" charset="0"/>
                <a:cs typeface="Courier New" pitchFamily="49" charset="0"/>
              </a:rPr>
              <a:t>)</a:t>
            </a:r>
          </a:p>
        </p:txBody>
      </p:sp>
      <p:pic>
        <p:nvPicPr>
          <p:cNvPr id="8" name="Picture 2" descr="http://fastbiz101.com/101/wpfast-content/uploads/2016/06/review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2781300"/>
            <a:ext cx="1600200" cy="800100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3810000"/>
            <a:ext cx="17145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://kurld.com/images/wallpapers/document-image/document-image-17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66800" y="4038600"/>
            <a:ext cx="1567542" cy="17556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 descr="https://media.licdn.com/mpr/mpr/shrinknp_400_400/p/8/005/06e/2c4/3ea6fa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9051" y="1849438"/>
            <a:ext cx="1905000" cy="1905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Will the Solution Work?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851" y="2752725"/>
            <a:ext cx="318135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48451" y="3906838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Arrow Connector 11"/>
          <p:cNvCxnSpPr/>
          <p:nvPr/>
        </p:nvCxnSpPr>
        <p:spPr>
          <a:xfrm flipV="1">
            <a:off x="3262651" y="3133725"/>
            <a:ext cx="182880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767851" y="2828925"/>
            <a:ext cx="18427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en-US" sz="3200" dirty="0" smtClean="0">
                <a:latin typeface="+mj-lt"/>
              </a:rPr>
              <a:t>Prototype</a:t>
            </a:r>
            <a:endParaRPr lang="en-US" sz="3200" u="sng" dirty="0" smtClean="0"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2000" y="1676400"/>
            <a:ext cx="4038600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tx1"/>
                </a:solidFill>
                <a:latin typeface="+mj-lt"/>
              </a:rPr>
              <a:t>Refer to the </a:t>
            </a:r>
            <a:r>
              <a:rPr lang="en-US" sz="2200" b="1" dirty="0" smtClean="0">
                <a:solidFill>
                  <a:schemeClr val="tx1"/>
                </a:solidFill>
                <a:latin typeface="+mj-lt"/>
              </a:rPr>
              <a:t>Designing the User Interface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 course for more information.</a:t>
            </a:r>
            <a:endParaRPr 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We Need to Complete?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579687"/>
            <a:ext cx="318135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7338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Arrow Connector 11"/>
          <p:cNvCxnSpPr/>
          <p:nvPr/>
        </p:nvCxnSpPr>
        <p:spPr>
          <a:xfrm flipV="1">
            <a:off x="3124200" y="2960687"/>
            <a:ext cx="182880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562600" y="4343400"/>
            <a:ext cx="28695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en-US" sz="3200" dirty="0" smtClean="0">
                <a:latin typeface="+mj-lt"/>
              </a:rPr>
              <a:t>Product Backlog</a:t>
            </a:r>
            <a:endParaRPr lang="en-US" sz="3200" u="sng" dirty="0" smtClean="0"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600" y="1752600"/>
            <a:ext cx="4572000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tx1"/>
                </a:solidFill>
                <a:latin typeface="+mj-lt"/>
              </a:rPr>
              <a:t>Refer to the </a:t>
            </a:r>
            <a:r>
              <a:rPr lang="en-US" sz="2200" b="1" dirty="0" smtClean="0">
                <a:solidFill>
                  <a:schemeClr val="tx1"/>
                </a:solidFill>
                <a:latin typeface="+mj-lt"/>
              </a:rPr>
              <a:t>Software Requirements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 course for more information.</a:t>
            </a:r>
            <a:endParaRPr lang="en-US" sz="2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26" name="Picture 2" descr="https://encrypted-tbn0.gstatic.com/images?q=tbn:ANd9GcSFjELCnVms4p5uVj-2QT-D0xKkPIXw-rq3XA&amp;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1828800"/>
            <a:ext cx="2143125" cy="2143125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3733800" y="5486400"/>
            <a:ext cx="45720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sz="2400" dirty="0" smtClean="0"/>
              <a:t>(</a:t>
            </a:r>
            <a:r>
              <a:rPr lang="en-US" sz="2400" i="1" dirty="0" smtClean="0">
                <a:solidFill>
                  <a:srgbClr val="C00000"/>
                </a:solidFill>
              </a:rPr>
              <a:t>Partial</a:t>
            </a:r>
            <a:r>
              <a:rPr lang="en-US" sz="2400" dirty="0" smtClean="0"/>
              <a:t>) Software Requirements Specification or Product Backlog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Architecture?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en-US" sz="2400" dirty="0" smtClean="0"/>
              <a:t>Why choose this </a:t>
            </a:r>
            <a:r>
              <a:rPr lang="en-US" sz="2400" i="1" dirty="0" smtClean="0">
                <a:solidFill>
                  <a:srgbClr val="C00000"/>
                </a:solidFill>
              </a:rPr>
              <a:t>architectural style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Why choose this </a:t>
            </a:r>
            <a:r>
              <a:rPr lang="en-US" sz="2400" i="1" dirty="0" smtClean="0">
                <a:solidFill>
                  <a:srgbClr val="C00000"/>
                </a:solidFill>
              </a:rPr>
              <a:t>technology stack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Why choose this </a:t>
            </a:r>
            <a:r>
              <a:rPr lang="en-US" sz="2400" i="1" dirty="0" smtClean="0">
                <a:solidFill>
                  <a:srgbClr val="C00000"/>
                </a:solidFill>
              </a:rPr>
              <a:t>platform</a:t>
            </a:r>
            <a:r>
              <a:rPr lang="en-US" sz="2400" dirty="0" smtClean="0"/>
              <a:t>, </a:t>
            </a:r>
          </a:p>
          <a:p>
            <a:pPr>
              <a:buNone/>
            </a:pPr>
            <a:r>
              <a:rPr lang="en-US" sz="2400" dirty="0" smtClean="0"/>
              <a:t>	this  </a:t>
            </a:r>
            <a:r>
              <a:rPr lang="en-US" sz="2400" i="1" dirty="0" smtClean="0">
                <a:solidFill>
                  <a:srgbClr val="C00000"/>
                </a:solidFill>
              </a:rPr>
              <a:t>framework</a:t>
            </a:r>
            <a:r>
              <a:rPr lang="en-US" sz="2400" dirty="0" smtClean="0"/>
              <a:t>, this </a:t>
            </a:r>
            <a:r>
              <a:rPr lang="en-US" sz="2400" i="1" dirty="0" smtClean="0">
                <a:solidFill>
                  <a:srgbClr val="C00000"/>
                </a:solidFill>
              </a:rPr>
              <a:t>portal</a:t>
            </a:r>
            <a:r>
              <a:rPr lang="en-US" sz="2400" dirty="0" smtClean="0"/>
              <a:t>, this </a:t>
            </a:r>
            <a:r>
              <a:rPr lang="en-US" sz="2400" i="1" dirty="0" smtClean="0">
                <a:solidFill>
                  <a:srgbClr val="C00000"/>
                </a:solidFill>
              </a:rPr>
              <a:t>CMS</a:t>
            </a:r>
            <a:r>
              <a:rPr lang="en-US" sz="2400" dirty="0" smtClean="0"/>
              <a:t>.</a:t>
            </a:r>
          </a:p>
        </p:txBody>
      </p:sp>
      <p:pic>
        <p:nvPicPr>
          <p:cNvPr id="1026" name="Picture 2" descr="https://magora-systems.com/uploads/pages/732/H97dpZrWrwG-Yxqf3Y7gbvBUq5K2OHW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5370" y="4236554"/>
            <a:ext cx="3897630" cy="19050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878" y="3931754"/>
            <a:ext cx="4241122" cy="255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8722" name="Picture 2" descr="https://assets.jobscore.com/pictures/retina_aotZ6gqfGr6A7gcR_n82lY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0" y="3581400"/>
            <a:ext cx="2933700" cy="1762316"/>
          </a:xfrm>
          <a:prstGeom prst="rect">
            <a:avLst/>
          </a:prstGeom>
          <a:noFill/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91400" y="3810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5715000" y="2049959"/>
            <a:ext cx="3048000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tx1"/>
                </a:solidFill>
                <a:latin typeface="+mj-lt"/>
              </a:rPr>
              <a:t>Refer to the </a:t>
            </a:r>
            <a:r>
              <a:rPr lang="en-US" sz="2200" b="1" dirty="0" smtClean="0">
                <a:solidFill>
                  <a:schemeClr val="tx1"/>
                </a:solidFill>
                <a:latin typeface="+mj-lt"/>
              </a:rPr>
              <a:t>Software Architecture </a:t>
            </a:r>
            <a:r>
              <a:rPr lang="en-US" sz="2200" dirty="0" smtClean="0">
                <a:solidFill>
                  <a:schemeClr val="tx1"/>
                </a:solidFill>
              </a:rPr>
              <a:t>course 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for more information.</a:t>
            </a:r>
            <a:endParaRPr 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We Really Do It?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7"/>
            <a:ext cx="318135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15240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>
            <a:off x="2971800" y="3875087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43400" y="4941887"/>
            <a:ext cx="1474787" cy="130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67200" y="3036887"/>
            <a:ext cx="2298954" cy="1672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Arrow Connector 18"/>
          <p:cNvCxnSpPr/>
          <p:nvPr/>
        </p:nvCxnSpPr>
        <p:spPr>
          <a:xfrm>
            <a:off x="3733800" y="5486400"/>
            <a:ext cx="685800" cy="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943600" y="5399087"/>
            <a:ext cx="28470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en-US" sz="3200" dirty="0" smtClean="0">
                <a:latin typeface="+mj-lt"/>
              </a:rPr>
              <a:t>Problem solving</a:t>
            </a:r>
            <a:endParaRPr lang="en-US" sz="3200" u="sng" dirty="0" smtClean="0">
              <a:latin typeface="+mj-lt"/>
            </a:endParaRPr>
          </a:p>
        </p:txBody>
      </p:sp>
      <p:pic>
        <p:nvPicPr>
          <p:cNvPr id="13" name="Picture 2" descr="https://assets.jobscore.com/pictures/retina_aotZ6gqfGr6A7gcR_n82lY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5800" y="4484687"/>
            <a:ext cx="2933700" cy="1762316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6705600" y="2514600"/>
            <a:ext cx="2057400" cy="21236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tx1"/>
                </a:solidFill>
                <a:latin typeface="+mj-lt"/>
              </a:rPr>
              <a:t>Refer to the </a:t>
            </a:r>
            <a:r>
              <a:rPr lang="en-US" sz="2200" b="1" dirty="0" smtClean="0">
                <a:solidFill>
                  <a:schemeClr val="tx1"/>
                </a:solidFill>
                <a:latin typeface="+mj-lt"/>
              </a:rPr>
              <a:t>Algorithms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 and </a:t>
            </a:r>
            <a:r>
              <a:rPr lang="en-US" sz="2200" b="1" dirty="0" smtClean="0">
                <a:solidFill>
                  <a:schemeClr val="tx1"/>
                </a:solidFill>
                <a:latin typeface="+mj-lt"/>
              </a:rPr>
              <a:t>Programming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 courses for more information.</a:t>
            </a:r>
            <a:endParaRPr 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Feasibility?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981200"/>
            <a:ext cx="381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2743200"/>
            <a:ext cx="164782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3124200"/>
            <a:ext cx="396063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2819400"/>
            <a:ext cx="5638800" cy="3581400"/>
          </a:xfrm>
        </p:spPr>
        <p:txBody>
          <a:bodyPr/>
          <a:lstStyle/>
          <a:p>
            <a:r>
              <a:rPr lang="en-US" sz="2400" i="1" u="sng" dirty="0" smtClean="0">
                <a:solidFill>
                  <a:srgbClr val="C00000"/>
                </a:solidFill>
              </a:rPr>
              <a:t>Legal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Market</a:t>
            </a:r>
            <a:r>
              <a:rPr lang="en-US" sz="2400" dirty="0" smtClean="0"/>
              <a:t> feasibility (supply and demand)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Economic</a:t>
            </a:r>
            <a:r>
              <a:rPr lang="en-US" sz="2400" dirty="0" smtClean="0"/>
              <a:t> 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Technology and system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Resource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Operational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Schedule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Cultural</a:t>
            </a:r>
            <a:r>
              <a:rPr lang="en-US" sz="2400" dirty="0" smtClean="0"/>
              <a:t> feasibility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Study [2]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390471"/>
            <a:ext cx="830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feasibility study</a:t>
            </a:r>
            <a:r>
              <a:rPr lang="en-US" sz="2400" dirty="0" smtClean="0">
                <a:latin typeface="+mj-lt"/>
              </a:rPr>
              <a:t> is a detailed assessment of the need, value, and practicality of a proposed enterprise, such as systems development.</a:t>
            </a:r>
          </a:p>
        </p:txBody>
      </p:sp>
      <p:pic>
        <p:nvPicPr>
          <p:cNvPr id="17410" name="Picture 2" descr="http://img.over-blog-kiwi.com/1/00/37/92/20141224/ob_4067a6_atten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2667000"/>
            <a:ext cx="1405334" cy="5237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Profit Graph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176016"/>
            <a:ext cx="8164449" cy="3072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447800"/>
            <a:ext cx="2032000" cy="1524000"/>
          </a:xfrm>
          <a:prstGeom prst="rect">
            <a:avLst/>
          </a:prstGeom>
          <a:noFill/>
        </p:spPr>
      </p:pic>
      <p:pic>
        <p:nvPicPr>
          <p:cNvPr id="2052" name="Picture 4" descr="Image result for &quot;government projects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1371600"/>
            <a:ext cx="2438400" cy="17564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7200" y="1524000"/>
            <a:ext cx="838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 smtClean="0">
                <a:latin typeface="+mj-lt"/>
              </a:rPr>
              <a:t>A financial analysis tool used to determine the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benefits</a:t>
            </a:r>
            <a:r>
              <a:rPr lang="en-US" sz="2600" dirty="0" smtClean="0">
                <a:latin typeface="+mj-lt"/>
              </a:rPr>
              <a:t> provided by a project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against</a:t>
            </a:r>
            <a:r>
              <a:rPr lang="en-US" sz="2600" dirty="0" smtClean="0">
                <a:latin typeface="+mj-lt"/>
              </a:rPr>
              <a:t> its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costs</a:t>
            </a:r>
            <a:r>
              <a:rPr lang="en-US" sz="2600" dirty="0" smtClean="0">
                <a:latin typeface="+mj-lt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Cost–Benefit Analysis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572000"/>
            <a:ext cx="2733675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6938" y="2847975"/>
            <a:ext cx="7350125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7200" y="1524000"/>
            <a:ext cx="838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The </a:t>
            </a:r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return on investment (ROI)</a:t>
            </a:r>
            <a:r>
              <a:rPr lang="en-US" sz="2800" dirty="0" smtClean="0">
                <a:latin typeface="+mj-lt"/>
              </a:rPr>
              <a:t> is the additional amount earned after costs are earned back.</a:t>
            </a:r>
            <a:endParaRPr lang="en-US" sz="28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 on Investment (ROI)</a:t>
            </a:r>
            <a:endParaRPr 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971800"/>
            <a:ext cx="3754755" cy="116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09600" y="4495800"/>
            <a:ext cx="7924800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i="1" dirty="0" smtClean="0">
                <a:solidFill>
                  <a:schemeClr val="bg1"/>
                </a:solidFill>
                <a:latin typeface="+mj-lt"/>
              </a:rPr>
              <a:t>If an investment does not have a positive ROI, or if there are other opportunities with a higher ROI, then the investment should not be undertaken.</a:t>
            </a:r>
            <a:endParaRPr lang="en-US" sz="28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Stakeholder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Businesses cannot exist without external customers.</a:t>
            </a:r>
          </a:p>
          <a:p>
            <a:r>
              <a:rPr lang="en-US" sz="2400" dirty="0" smtClean="0"/>
              <a:t>External customers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External stakeholders.</a:t>
            </a:r>
          </a:p>
          <a:p>
            <a:r>
              <a:rPr lang="en-US" sz="2400" dirty="0" smtClean="0"/>
              <a:t>Internal customers </a:t>
            </a:r>
            <a:r>
              <a:rPr lang="en-US" sz="2400" dirty="0" smtClean="0">
                <a:sym typeface="Wingdings" pitchFamily="2" charset="2"/>
              </a:rPr>
              <a:t> Internal stakeholders.</a:t>
            </a:r>
          </a:p>
        </p:txBody>
      </p:sp>
      <p:pic>
        <p:nvPicPr>
          <p:cNvPr id="4" name="Picture 2" descr="https://www.pmi.org/kasimage/5e15b89e-6c9b-4e40-8e56-0c5d2c975aee/f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270504"/>
            <a:ext cx="4126992" cy="29016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SWOT Analysis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6600" y="2133600"/>
            <a:ext cx="5080000" cy="365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Benchmarking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1725" y="1905000"/>
            <a:ext cx="4333875" cy="396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Study Report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0" y="1905000"/>
          <a:ext cx="45720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" y="1524000"/>
            <a:ext cx="2781300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Feasibility Study?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590800" y="1905000"/>
          <a:ext cx="61722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3400" y="2514600"/>
            <a:ext cx="18288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14900" y="2438400"/>
            <a:ext cx="4076700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lvl="0"/>
            <a:r>
              <a:rPr lang="en-US" dirty="0" smtClean="0"/>
              <a:t>Project Charter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4800" y="2362200"/>
            <a:ext cx="54864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The background, context, overview</a:t>
            </a:r>
            <a:endParaRPr lang="en-US" sz="2000" u="sng" dirty="0" smtClean="0">
              <a:latin typeface="+mj-lt"/>
            </a:endParaRPr>
          </a:p>
          <a:p>
            <a:pPr marL="514350" indent="-51435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Project Management and Governance</a:t>
            </a:r>
          </a:p>
          <a:p>
            <a:pPr marL="971550" lvl="1" indent="-514350">
              <a:buFont typeface="Wingdings" pitchFamily="2" charset="2"/>
              <a:buChar char="v"/>
            </a:pPr>
            <a:r>
              <a:rPr lang="en-US" sz="1600" dirty="0" smtClean="0">
                <a:latin typeface="+mj-lt"/>
              </a:rPr>
              <a:t>Role/Name/Responsibilities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Project Facilities and Resources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Milestones.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Impact Analysis</a:t>
            </a:r>
          </a:p>
          <a:p>
            <a:pPr marL="971550" lvl="1" indent="-514350">
              <a:buFont typeface="Wingdings" pitchFamily="2" charset="2"/>
              <a:buChar char="v"/>
            </a:pPr>
            <a:r>
              <a:rPr lang="en-US" sz="1600" dirty="0" smtClean="0">
                <a:latin typeface="+mj-lt"/>
              </a:rPr>
              <a:t>Who? What?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Assumptions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Signatures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74003"/>
            <a:ext cx="8610600" cy="12003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+mj-lt"/>
              </a:rPr>
              <a:t>A document that </a:t>
            </a:r>
            <a:r>
              <a:rPr lang="en-US" sz="2400" u="sng" dirty="0" smtClean="0">
                <a:latin typeface="+mj-lt"/>
              </a:rPr>
              <a:t>formally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authorizes</a:t>
            </a:r>
            <a:r>
              <a:rPr lang="en-US" sz="2400" dirty="0" smtClean="0">
                <a:latin typeface="+mj-lt"/>
              </a:rPr>
              <a:t> a project or a phase and documenting </a:t>
            </a:r>
            <a:r>
              <a:rPr lang="en-US" sz="2400" u="sng" dirty="0" smtClean="0">
                <a:solidFill>
                  <a:schemeClr val="tx1"/>
                </a:solidFill>
                <a:latin typeface="+mj-lt"/>
              </a:rPr>
              <a:t>initial requirements</a:t>
            </a:r>
            <a:r>
              <a:rPr lang="en-US" sz="2400" dirty="0" smtClean="0">
                <a:latin typeface="+mj-lt"/>
              </a:rPr>
              <a:t> that satisfy the stakeholder’s </a:t>
            </a:r>
            <a:r>
              <a:rPr lang="en-US" sz="2400" u="sng" dirty="0" smtClean="0">
                <a:latin typeface="+mj-lt"/>
              </a:rPr>
              <a:t>needs</a:t>
            </a:r>
            <a:r>
              <a:rPr lang="en-US" sz="2400" dirty="0" smtClean="0">
                <a:latin typeface="+mj-lt"/>
              </a:rPr>
              <a:t> and </a:t>
            </a:r>
            <a:r>
              <a:rPr lang="en-US" sz="2400" u="sng" dirty="0" smtClean="0">
                <a:latin typeface="+mj-lt"/>
              </a:rPr>
              <a:t>expectations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Responsibility Assignment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/>
          <a:lstStyle/>
          <a:p>
            <a:r>
              <a:rPr lang="en-US" sz="2200" dirty="0" smtClean="0"/>
              <a:t>Responsibility Assignment Matrix (RAM), also known as </a:t>
            </a:r>
          </a:p>
          <a:p>
            <a:r>
              <a:rPr lang="en-US" sz="2200" dirty="0" smtClean="0"/>
              <a:t>RACI matrix (Responsible, Accountable, Consulted, and Informed matrix), or</a:t>
            </a:r>
          </a:p>
          <a:p>
            <a:r>
              <a:rPr lang="en-US" sz="2200" dirty="0" smtClean="0"/>
              <a:t>LRC (linear responsibility chart)</a:t>
            </a:r>
          </a:p>
          <a:p>
            <a:r>
              <a:rPr lang="en-US" sz="2200" dirty="0" smtClean="0"/>
              <a:t>describes the participation by various roles in completing tasks or deliverables for a project.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4038600"/>
            <a:ext cx="4417695" cy="244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901044" y="4495800"/>
            <a:ext cx="401435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Responsibility</a:t>
            </a:r>
            <a:r>
              <a:rPr lang="en-US" sz="2200" dirty="0" smtClean="0">
                <a:latin typeface="+mj-lt"/>
              </a:rPr>
              <a:t> can be shared.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Accountability</a:t>
            </a:r>
            <a:r>
              <a:rPr lang="en-US" sz="2200" dirty="0" smtClean="0">
                <a:latin typeface="+mj-lt"/>
              </a:rPr>
              <a:t> cannot be shared. It is something you hold a person to only after a task is done </a:t>
            </a:r>
            <a:r>
              <a:rPr lang="en-US" sz="2200" b="1" dirty="0" smtClean="0">
                <a:latin typeface="+mj-lt"/>
              </a:rPr>
              <a:t>or not done</a:t>
            </a:r>
            <a:r>
              <a:rPr lang="en-US" sz="2200" dirty="0" smtClean="0">
                <a:latin typeface="+mj-lt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5410200"/>
            <a:ext cx="10668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 dirty="0" smtClean="0">
                <a:latin typeface="+mj-lt"/>
              </a:rPr>
              <a:t>Deliverable</a:t>
            </a:r>
            <a:endParaRPr lang="en-US" sz="1400" b="1" dirty="0">
              <a:latin typeface="+mj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this project?</a:t>
            </a:r>
          </a:p>
          <a:p>
            <a:r>
              <a:rPr lang="en-US" sz="2400" dirty="0" smtClean="0"/>
              <a:t>What are the </a:t>
            </a:r>
            <a:r>
              <a:rPr lang="en-US" sz="2400" i="1" dirty="0" smtClean="0">
                <a:solidFill>
                  <a:srgbClr val="C00000"/>
                </a:solidFill>
              </a:rPr>
              <a:t>problems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What are the </a:t>
            </a:r>
            <a:r>
              <a:rPr lang="en-US" sz="2400" i="1" dirty="0" smtClean="0">
                <a:solidFill>
                  <a:srgbClr val="C00000"/>
                </a:solidFill>
              </a:rPr>
              <a:t>deliverables</a:t>
            </a:r>
            <a:r>
              <a:rPr lang="en-US" sz="2400" dirty="0" smtClean="0"/>
              <a:t>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will we solve the problems?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Technical</a:t>
            </a:r>
            <a:r>
              <a:rPr lang="en-US" sz="2000" dirty="0" smtClean="0"/>
              <a:t> aspects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Management</a:t>
            </a:r>
            <a:r>
              <a:rPr lang="en-US" sz="2000" dirty="0" smtClean="0"/>
              <a:t> aspects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When</a:t>
            </a:r>
            <a:r>
              <a:rPr lang="en-US" sz="2400" dirty="0" smtClean="0"/>
              <a:t> must we complete the project?</a:t>
            </a:r>
          </a:p>
        </p:txBody>
      </p:sp>
      <p:pic>
        <p:nvPicPr>
          <p:cNvPr id="4" name="Picture 2" descr="https://www.articlelist.com/wp-content/uploads/2019/02/Best-questions-to-get-to-know-someone-bett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724400"/>
            <a:ext cx="3251200" cy="162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Methodology?</a:t>
            </a:r>
            <a:endParaRPr lang="en-US" dirty="0"/>
          </a:p>
        </p:txBody>
      </p:sp>
      <p:pic>
        <p:nvPicPr>
          <p:cNvPr id="6" name="Picture 3">
            <a:hlinkClick r:id="rId2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4087368"/>
            <a:ext cx="3419094" cy="2389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hlinkClick r:id="rId4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38600" y="4422267"/>
            <a:ext cx="4864227" cy="2130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 descr="http://fastbiz101.com/101/wpfast-content/uploads/2016/06/review.jpe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19800" y="3088767"/>
            <a:ext cx="1600200" cy="800100"/>
          </a:xfrm>
          <a:prstGeom prst="rect">
            <a:avLst/>
          </a:prstGeom>
          <a:noFill/>
        </p:spPr>
      </p:pic>
      <p:pic>
        <p:nvPicPr>
          <p:cNvPr id="9" name="Picture 2" descr="http://fastbiz101.com/101/wpfast-content/uploads/2016/06/review.jpe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95400" y="3172968"/>
            <a:ext cx="1600200" cy="8001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5486400" y="3965067"/>
            <a:ext cx="33527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+mj-lt"/>
              </a:rPr>
              <a:t>RUP (Rational Unified Process)</a:t>
            </a:r>
            <a:endParaRPr lang="en-US" b="1" dirty="0">
              <a:latin typeface="+mj-lt"/>
            </a:endParaRPr>
          </a:p>
        </p:txBody>
      </p:sp>
      <p:pic>
        <p:nvPicPr>
          <p:cNvPr id="2050" name="Picture 2" descr="http://www.texasrockgym.com/wp-content/uploads/2016/04/exercise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5800" y="1371600"/>
            <a:ext cx="2602992" cy="1600200"/>
          </a:xfrm>
          <a:prstGeom prst="rect">
            <a:avLst/>
          </a:prstGeom>
          <a:noFill/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429500" y="3810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3581400" y="1897559"/>
            <a:ext cx="5181600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solidFill>
                  <a:schemeClr val="tx1"/>
                </a:solidFill>
                <a:latin typeface="+mj-lt"/>
              </a:rPr>
              <a:t>Refer to the </a:t>
            </a:r>
            <a:r>
              <a:rPr lang="en-US" sz="2200" b="1" dirty="0" smtClean="0">
                <a:solidFill>
                  <a:schemeClr val="tx1"/>
                </a:solidFill>
                <a:latin typeface="+mj-lt"/>
              </a:rPr>
              <a:t>Introduction to Software Engineering </a:t>
            </a:r>
            <a:r>
              <a:rPr lang="en-US" sz="2200" dirty="0" smtClean="0">
                <a:solidFill>
                  <a:schemeClr val="tx1"/>
                </a:solidFill>
              </a:rPr>
              <a:t>course 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for more information.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28589</TotalTime>
  <Words>802</Words>
  <Application>Microsoft Office PowerPoint</Application>
  <PresentationFormat>On-screen Show (4:3)</PresentationFormat>
  <Paragraphs>131</Paragraphs>
  <Slides>30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Software Project Initiation</vt:lpstr>
      <vt:lpstr>Objectives</vt:lpstr>
      <vt:lpstr>Contents</vt:lpstr>
      <vt:lpstr>References</vt:lpstr>
      <vt:lpstr>Team Forming</vt:lpstr>
      <vt:lpstr>We Have To Ensure That [1]</vt:lpstr>
      <vt:lpstr>But How? Where Do We Start?</vt:lpstr>
      <vt:lpstr>Kickoff Meeting</vt:lpstr>
      <vt:lpstr>How Will the Solution Work?</vt:lpstr>
      <vt:lpstr>What Do We Need to Complete?</vt:lpstr>
      <vt:lpstr>Which Architecture?</vt:lpstr>
      <vt:lpstr>Can We Really Do It?</vt:lpstr>
      <vt:lpstr>Slide 13</vt:lpstr>
      <vt:lpstr>Project Feasibility?</vt:lpstr>
      <vt:lpstr>Feasibility Study [2]</vt:lpstr>
      <vt:lpstr>Project Profit Graph</vt:lpstr>
      <vt:lpstr>Cost–Benefit Analysis</vt:lpstr>
      <vt:lpstr>Return on Investment (ROI)</vt:lpstr>
      <vt:lpstr>Stakeholder Analysis</vt:lpstr>
      <vt:lpstr>SWOT Analysis</vt:lpstr>
      <vt:lpstr>Benchmarking</vt:lpstr>
      <vt:lpstr>Feasibility Study Report</vt:lpstr>
      <vt:lpstr>Why Feasibility Study?</vt:lpstr>
      <vt:lpstr>Slide 24</vt:lpstr>
      <vt:lpstr>Project Charter</vt:lpstr>
      <vt:lpstr>Responsibility Assignment Matrix</vt:lpstr>
      <vt:lpstr>Checklist</vt:lpstr>
      <vt:lpstr>Slide 28</vt:lpstr>
      <vt:lpstr>Which Methodology?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9059</cp:revision>
  <dcterms:created xsi:type="dcterms:W3CDTF">2007-10-06T08:25:13Z</dcterms:created>
  <dcterms:modified xsi:type="dcterms:W3CDTF">2026-06-06T18:42:24Z</dcterms:modified>
</cp:coreProperties>
</file>