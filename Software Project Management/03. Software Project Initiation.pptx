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5"/>
  </p:notesMasterIdLst>
  <p:handoutMasterIdLst>
    <p:handoutMasterId r:id="rId26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8" r:id="rId9"/>
    <p:sldId id="884" r:id="rId10"/>
    <p:sldId id="886" r:id="rId11"/>
    <p:sldId id="887" r:id="rId12"/>
    <p:sldId id="855" r:id="rId13"/>
    <p:sldId id="872" r:id="rId14"/>
    <p:sldId id="879" r:id="rId15"/>
    <p:sldId id="873" r:id="rId16"/>
    <p:sldId id="874" r:id="rId17"/>
    <p:sldId id="842" r:id="rId18"/>
    <p:sldId id="875" r:id="rId19"/>
    <p:sldId id="876" r:id="rId20"/>
    <p:sldId id="877" r:id="rId21"/>
    <p:sldId id="843" r:id="rId22"/>
    <p:sldId id="830" r:id="rId23"/>
    <p:sldId id="343" r:id="rId2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18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1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32.png"/><Relationship Id="rId4" Type="http://schemas.openxmlformats.org/officeDocument/2006/relationships/hyperlink" Target="14.%20The%20Rational%20Unified%20Process.pptx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</a:t>
            </a:r>
            <a:r>
              <a:rPr lang="en-US" sz="2200" smtClean="0"/>
              <a:t>an </a:t>
            </a:r>
            <a:r>
              <a:rPr lang="en-US" sz="2200" i="1" smtClean="0">
                <a:solidFill>
                  <a:srgbClr val="C00000"/>
                </a:solidFill>
              </a:rPr>
              <a:t>architecture</a:t>
            </a:r>
            <a:r>
              <a:rPr lang="en-US" sz="220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</a:t>
            </a:r>
            <a:r>
              <a:rPr lang="en-US" sz="2400" dirty="0" smtClean="0"/>
              <a:t>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</a:t>
            </a:r>
            <a:r>
              <a:rPr lang="en-US" sz="2000" dirty="0" smtClean="0"/>
              <a:t>Origins? Sponsor</a:t>
            </a:r>
            <a:r>
              <a:rPr lang="en-US" sz="2000" dirty="0" smtClean="0"/>
              <a:t>? Client?</a:t>
            </a:r>
          </a:p>
          <a:p>
            <a:pPr lvl="1"/>
            <a:r>
              <a:rPr lang="en-US" sz="1800" dirty="0" smtClean="0"/>
              <a:t>Name, address, phone number?</a:t>
            </a:r>
            <a:endParaRPr lang="en-US" sz="1800" dirty="0" smtClean="0"/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</a:t>
            </a:r>
            <a:r>
              <a:rPr lang="en-US" sz="1800" dirty="0" smtClean="0"/>
              <a:t>yourself?</a:t>
            </a:r>
            <a:endParaRPr lang="en-US" sz="1800" dirty="0" smtClean="0"/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</a:t>
            </a:r>
            <a:r>
              <a:rPr lang="en-US" sz="2000" dirty="0" smtClean="0"/>
              <a:t>Cost? </a:t>
            </a:r>
            <a:r>
              <a:rPr lang="en-US" sz="2000" dirty="0" smtClean="0"/>
              <a:t>Feasibility? Risks?</a:t>
            </a:r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25146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0" y="2362200"/>
            <a:ext cx="19050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724400" y="1600200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4478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</a:t>
            </a: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problems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676400" y="39084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Documenting Team Project Idea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Group number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X (1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Project name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ABC (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1 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Sponsor, customers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Problems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 (</a:t>
            </a:r>
            <a:r>
              <a:rPr lang="en-US" sz="2400" u="sng" dirty="0" smtClean="0">
                <a:latin typeface="Calibri" pitchFamily="34" charset="0"/>
                <a:cs typeface="Calibri" pitchFamily="34" charset="0"/>
              </a:rPr>
              <a:t>NOT features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pain points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Solution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The core business use case (The real world scenario or workflow).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Reason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to solve the problems.</a:t>
            </a:r>
          </a:p>
          <a:p>
            <a:r>
              <a:rPr lang="vi-VN" sz="2400" dirty="0" smtClean="0">
                <a:latin typeface="Calibri" pitchFamily="34" charset="0"/>
                <a:cs typeface="Calibri" pitchFamily="34" charset="0"/>
              </a:rPr>
              <a:t>Competitors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(minimum 3)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Your d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ifferentiators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29139</TotalTime>
  <Words>693</Words>
  <Application>Microsoft Office PowerPoint</Application>
  <PresentationFormat>On-screen Show (4:3)</PresentationFormat>
  <Paragraphs>130</Paragraphs>
  <Slides>23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Evaluating the Project Ideas</vt:lpstr>
      <vt:lpstr>Team Project Idea Selection</vt:lpstr>
      <vt:lpstr>Documenting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17</vt:lpstr>
      <vt:lpstr>Project Charter</vt:lpstr>
      <vt:lpstr>Responsibility Assignment Matrix</vt:lpstr>
      <vt:lpstr>Checklist</vt:lpstr>
      <vt:lpstr>Slide 21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9147</cp:revision>
  <dcterms:created xsi:type="dcterms:W3CDTF">2007-10-06T08:25:13Z</dcterms:created>
  <dcterms:modified xsi:type="dcterms:W3CDTF">2026-06-07T17:16:11Z</dcterms:modified>
</cp:coreProperties>
</file>