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6"/>
  </p:notesMasterIdLst>
  <p:handoutMasterIdLst>
    <p:handoutMasterId r:id="rId27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9" r:id="rId9"/>
    <p:sldId id="888" r:id="rId10"/>
    <p:sldId id="884" r:id="rId11"/>
    <p:sldId id="886" r:id="rId12"/>
    <p:sldId id="887" r:id="rId13"/>
    <p:sldId id="855" r:id="rId14"/>
    <p:sldId id="872" r:id="rId15"/>
    <p:sldId id="879" r:id="rId16"/>
    <p:sldId id="873" r:id="rId17"/>
    <p:sldId id="874" r:id="rId18"/>
    <p:sldId id="842" r:id="rId19"/>
    <p:sldId id="875" r:id="rId20"/>
    <p:sldId id="876" r:id="rId21"/>
    <p:sldId id="877" r:id="rId22"/>
    <p:sldId id="843" r:id="rId23"/>
    <p:sldId id="830" r:id="rId24"/>
    <p:sldId id="343" r:id="rId2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20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1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32.png"/><Relationship Id="rId4" Type="http://schemas.openxmlformats.org/officeDocument/2006/relationships/hyperlink" Target="14.%20The%20Rational%20Unified%20Process.pptx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architecture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2026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OCR with LLM-Based </a:t>
            </a:r>
            <a:r>
              <a:rPr lang="en-US" dirty="0" smtClean="0"/>
              <a:t>Agents.</a:t>
            </a:r>
            <a:endParaRPr lang="en-US" dirty="0" smtClean="0"/>
          </a:p>
          <a:p>
            <a:r>
              <a:rPr lang="en-US" dirty="0" smtClean="0"/>
              <a:t>Document </a:t>
            </a:r>
            <a:r>
              <a:rPr lang="en-US" dirty="0" err="1" smtClean="0"/>
              <a:t>Autocompletion</a:t>
            </a:r>
            <a:r>
              <a:rPr lang="en-US" dirty="0" smtClean="0"/>
              <a:t> with Templates and LLM-Based </a:t>
            </a:r>
            <a:r>
              <a:rPr lang="en-US" dirty="0" smtClean="0"/>
              <a:t>Agents. (Conga </a:t>
            </a:r>
            <a:r>
              <a:rPr lang="en-US" dirty="0" err="1" smtClean="0"/>
              <a:t>Salesforce</a:t>
            </a:r>
            <a:r>
              <a:rPr lang="en-US" dirty="0" smtClean="0"/>
              <a:t>)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25146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0" y="2362200"/>
            <a:ext cx="19050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724400" y="1600200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4478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problems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676400" y="39084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Team Project Idea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29422</TotalTime>
  <Words>652</Words>
  <Application>Microsoft Office PowerPoint</Application>
  <PresentationFormat>On-screen Show (4:3)</PresentationFormat>
  <Paragraphs>125</Paragraphs>
  <Slides>24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2026 Project Ideas</vt:lpstr>
      <vt:lpstr>Evaluating the Project Ideas</vt:lpstr>
      <vt:lpstr>Team Project Idea Selection</vt:lpstr>
      <vt:lpstr>Finalizing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18</vt:lpstr>
      <vt:lpstr>Project Charter</vt:lpstr>
      <vt:lpstr>Responsibility Assignment Matrix</vt:lpstr>
      <vt:lpstr>Checklist</vt:lpstr>
      <vt:lpstr>Slide 22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9162</cp:revision>
  <dcterms:created xsi:type="dcterms:W3CDTF">2007-10-06T08:25:13Z</dcterms:created>
  <dcterms:modified xsi:type="dcterms:W3CDTF">2026-07-02T15:36:38Z</dcterms:modified>
</cp:coreProperties>
</file>