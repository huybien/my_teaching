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7"/>
  </p:notesMasterIdLst>
  <p:handoutMasterIdLst>
    <p:handoutMasterId r:id="rId38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4" r:id="rId9"/>
    <p:sldId id="888" r:id="rId10"/>
    <p:sldId id="885" r:id="rId11"/>
    <p:sldId id="886" r:id="rId12"/>
    <p:sldId id="887" r:id="rId13"/>
    <p:sldId id="855" r:id="rId14"/>
    <p:sldId id="872" r:id="rId15"/>
    <p:sldId id="879" r:id="rId16"/>
    <p:sldId id="873" r:id="rId17"/>
    <p:sldId id="874" r:id="rId18"/>
    <p:sldId id="842" r:id="rId19"/>
    <p:sldId id="835" r:id="rId20"/>
    <p:sldId id="836" r:id="rId21"/>
    <p:sldId id="852" r:id="rId22"/>
    <p:sldId id="853" r:id="rId23"/>
    <p:sldId id="854" r:id="rId24"/>
    <p:sldId id="869" r:id="rId25"/>
    <p:sldId id="867" r:id="rId26"/>
    <p:sldId id="868" r:id="rId27"/>
    <p:sldId id="837" r:id="rId28"/>
    <p:sldId id="838" r:id="rId29"/>
    <p:sldId id="878" r:id="rId30"/>
    <p:sldId id="875" r:id="rId31"/>
    <p:sldId id="876" r:id="rId32"/>
    <p:sldId id="877" r:id="rId33"/>
    <p:sldId id="843" r:id="rId34"/>
    <p:sldId id="830" r:id="rId35"/>
    <p:sldId id="343" r:id="rId3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31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6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7.png"/><Relationship Id="rId4" Type="http://schemas.openxmlformats.org/officeDocument/2006/relationships/hyperlink" Target="14.%20The%20Rational%20Unified%20Process.pptx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</a:t>
            </a:r>
            <a:r>
              <a:rPr lang="en-US" dirty="0" smtClean="0">
                <a:latin typeface="Calibri" pitchFamily="34" charset="0"/>
              </a:rPr>
              <a:t>may </a:t>
            </a:r>
            <a:r>
              <a:rPr lang="en-US" dirty="0" smtClean="0">
                <a:latin typeface="Calibri" pitchFamily="34" charset="0"/>
              </a:rPr>
              <a:t>have </a:t>
            </a:r>
            <a:r>
              <a:rPr lang="en-US" dirty="0" smtClean="0">
                <a:latin typeface="Calibri" pitchFamily="34" charset="0"/>
              </a:rPr>
              <a:t>7 </a:t>
            </a:r>
            <a:r>
              <a:rPr lang="en-US" dirty="0" smtClean="0">
                <a:latin typeface="Calibri" pitchFamily="34" charset="0"/>
              </a:rPr>
              <a:t>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  <a:endParaRPr lang="en-US" sz="2400" dirty="0" smtClean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</a:t>
            </a:r>
            <a:r>
              <a:rPr lang="en-US" dirty="0" smtClean="0"/>
              <a:t>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</a:t>
            </a:r>
            <a:r>
              <a:rPr lang="en-US" dirty="0" smtClean="0"/>
              <a:t>Project Ideas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81400" y="228600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35814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2781300"/>
            <a:ext cx="2857500" cy="2857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6019800" y="2000071"/>
            <a:ext cx="2209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7907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Sponsor? Budget? Problems? Business Use Cases? </a:t>
            </a:r>
            <a:r>
              <a:rPr lang="en-US" dirty="0" smtClean="0"/>
              <a:t>Problem </a:t>
            </a:r>
            <a:r>
              <a:rPr lang="en-US" dirty="0" smtClean="0"/>
              <a:t>Relevance (Competitors, Related Word</a:t>
            </a:r>
            <a:r>
              <a:rPr lang="en-US" smtClean="0"/>
              <a:t>, Evaluation)?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22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9088" y="24606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28685</TotalTime>
  <Words>876</Words>
  <Application>Microsoft Office PowerPoint</Application>
  <PresentationFormat>On-screen Show (4:3)</PresentationFormat>
  <Paragraphs>156</Paragraphs>
  <Slides>35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Slide 10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18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29</vt:lpstr>
      <vt:lpstr>Project Charter</vt:lpstr>
      <vt:lpstr>Responsibility Assignment Matrix</vt:lpstr>
      <vt:lpstr>Checklist</vt:lpstr>
      <vt:lpstr>Slide 33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9098</cp:revision>
  <dcterms:created xsi:type="dcterms:W3CDTF">2007-10-06T08:25:13Z</dcterms:created>
  <dcterms:modified xsi:type="dcterms:W3CDTF">2026-06-06T20:17:53Z</dcterms:modified>
</cp:coreProperties>
</file>