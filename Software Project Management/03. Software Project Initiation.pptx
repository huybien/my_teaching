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diagrams/colors2.xml" ContentType="application/vnd.openxmlformats-officedocument.drawingml.diagramColors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1"/>
  </p:notesMasterIdLst>
  <p:handoutMasterIdLst>
    <p:handoutMasterId r:id="rId32"/>
  </p:handoutMasterIdLst>
  <p:sldIdLst>
    <p:sldId id="256" r:id="rId2"/>
    <p:sldId id="499" r:id="rId3"/>
    <p:sldId id="671" r:id="rId4"/>
    <p:sldId id="839" r:id="rId5"/>
    <p:sldId id="851" r:id="rId6"/>
    <p:sldId id="833" r:id="rId7"/>
    <p:sldId id="855" r:id="rId8"/>
    <p:sldId id="872" r:id="rId9"/>
    <p:sldId id="879" r:id="rId10"/>
    <p:sldId id="873" r:id="rId11"/>
    <p:sldId id="874" r:id="rId12"/>
    <p:sldId id="842" r:id="rId13"/>
    <p:sldId id="835" r:id="rId14"/>
    <p:sldId id="836" r:id="rId15"/>
    <p:sldId id="852" r:id="rId16"/>
    <p:sldId id="853" r:id="rId17"/>
    <p:sldId id="854" r:id="rId18"/>
    <p:sldId id="869" r:id="rId19"/>
    <p:sldId id="867" r:id="rId20"/>
    <p:sldId id="868" r:id="rId21"/>
    <p:sldId id="837" r:id="rId22"/>
    <p:sldId id="838" r:id="rId23"/>
    <p:sldId id="878" r:id="rId24"/>
    <p:sldId id="875" r:id="rId25"/>
    <p:sldId id="876" r:id="rId26"/>
    <p:sldId id="877" r:id="rId27"/>
    <p:sldId id="843" r:id="rId28"/>
    <p:sldId id="830" r:id="rId29"/>
    <p:sldId id="343" r:id="rId3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5/31/2025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5/31/2025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7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3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2.png"/><Relationship Id="rId7" Type="http://schemas.openxmlformats.org/officeDocument/2006/relationships/image" Target="../media/image6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43.png"/><Relationship Id="rId4" Type="http://schemas.openxmlformats.org/officeDocument/2006/relationships/hyperlink" Target="14.%20The%20Rational%20Unified%20Process.pptx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</a:t>
            </a:r>
            <a:r>
              <a:rPr lang="en-US" sz="2400" dirty="0" smtClean="0"/>
              <a:t>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</a:t>
            </a:r>
            <a:r>
              <a:rPr lang="en-US" sz="2400" dirty="0" smtClean="0"/>
              <a:t>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</a:t>
            </a:r>
            <a:r>
              <a:rPr lang="en-US" sz="2400" dirty="0" smtClean="0"/>
              <a:t>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4267200"/>
            <a:ext cx="2857500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 Have To Ensure That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8229600" cy="2133600"/>
          </a:xfrm>
        </p:spPr>
        <p:txBody>
          <a:bodyPr/>
          <a:lstStyle/>
          <a:p>
            <a:r>
              <a:rPr lang="en-US" sz="2400" dirty="0" smtClean="0"/>
              <a:t>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cost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be delivered </a:t>
            </a:r>
            <a:r>
              <a:rPr lang="en-US" sz="2400" i="1" dirty="0" smtClean="0">
                <a:solidFill>
                  <a:srgbClr val="C00000"/>
                </a:solidFill>
              </a:rPr>
              <a:t>on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scope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meet customer </a:t>
            </a:r>
            <a:r>
              <a:rPr lang="en-US" sz="2400" i="1" dirty="0" smtClean="0">
                <a:solidFill>
                  <a:srgbClr val="C00000"/>
                </a:solidFill>
              </a:rPr>
              <a:t>quality requirements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Customer will be </a:t>
            </a:r>
            <a:r>
              <a:rPr lang="en-US" sz="2400" i="1" dirty="0" smtClean="0">
                <a:solidFill>
                  <a:srgbClr val="C00000"/>
                </a:solidFill>
              </a:rPr>
              <a:t>happy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 descr="https://qph.ec.quoracdn.net/main-custom-t-7249-600x315-lusxrkycuejsfvmmkfygfxnqzfvkqcvy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4143375"/>
            <a:ext cx="3429000" cy="18002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1143000"/>
          </a:xfrm>
        </p:spPr>
        <p:txBody>
          <a:bodyPr/>
          <a:lstStyle/>
          <a:p>
            <a:r>
              <a:rPr lang="en-US" dirty="0" smtClean="0"/>
              <a:t>But How? Where Do We Start?</a:t>
            </a:r>
            <a:endParaRPr lang="en-US" dirty="0"/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10200" y="3200400"/>
            <a:ext cx="2602992" cy="1600200"/>
          </a:xfrm>
          <a:prstGeom prst="rect">
            <a:avLst/>
          </a:prstGeom>
          <a:noFill/>
        </p:spPr>
      </p:pic>
      <p:pic>
        <p:nvPicPr>
          <p:cNvPr id="1028" name="Picture 4" descr="http://www.hopecenterjackson.com/wp-content/uploads/2014/12/2627622411_what_will_you_do_xlarge_xlarge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2057400"/>
            <a:ext cx="2667000" cy="2667000"/>
          </a:xfrm>
          <a:prstGeom prst="rect">
            <a:avLst/>
          </a:prstGeom>
          <a:noFill/>
        </p:spPr>
      </p:pic>
      <p:pic>
        <p:nvPicPr>
          <p:cNvPr id="1030" name="Picture 6" descr="https://i2.wp.com/www.ljv.li/wp-content/uploads/2015/12/Fragezeichen-PP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3962400"/>
            <a:ext cx="3982720" cy="2783344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  <a:endParaRPr lang="en-US" sz="2200" dirty="0" smtClean="0">
              <a:latin typeface="Consolas" pitchFamily="49" charset="0"/>
              <a:cs typeface="Courier New" pitchFamily="49" charset="0"/>
            </a:endParaRP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more information.</a:t>
            </a:r>
            <a:endParaRPr lang="en-US" sz="2200" dirty="0" smtClean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28585</TotalTime>
  <Words>716</Words>
  <Application>Microsoft Office PowerPoint</Application>
  <PresentationFormat>On-screen Show (4:3)</PresentationFormat>
  <Paragraphs>124</Paragraphs>
  <Slides>29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Office Theme</vt:lpstr>
      <vt:lpstr>Software Project Initiation</vt:lpstr>
      <vt:lpstr>Objectives</vt:lpstr>
      <vt:lpstr>Contents</vt:lpstr>
      <vt:lpstr>References</vt:lpstr>
      <vt:lpstr>We Have To Ensure That [1]</vt:lpstr>
      <vt:lpstr>But How? Where Do We Start?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12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23</vt:lpstr>
      <vt:lpstr>Project Charter</vt:lpstr>
      <vt:lpstr>Responsibility Assignment Matrix</vt:lpstr>
      <vt:lpstr>Checklist</vt:lpstr>
      <vt:lpstr>Slide 27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9056</cp:revision>
  <dcterms:created xsi:type="dcterms:W3CDTF">2007-10-06T08:25:13Z</dcterms:created>
  <dcterms:modified xsi:type="dcterms:W3CDTF">2025-05-31T10:46:01Z</dcterms:modified>
</cp:coreProperties>
</file>