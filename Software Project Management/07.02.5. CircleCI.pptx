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31" r:id="rId2"/>
    <p:sldId id="332" r:id="rId3"/>
    <p:sldId id="333" r:id="rId4"/>
    <p:sldId id="334" r:id="rId5"/>
    <p:sldId id="335" r:id="rId6"/>
    <p:sldId id="336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08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8995" autoAdjust="0"/>
    <p:restoredTop sz="94660"/>
  </p:normalViewPr>
  <p:slideViewPr>
    <p:cSldViewPr>
      <p:cViewPr>
        <p:scale>
          <a:sx n="50" d="100"/>
          <a:sy n="50" d="100"/>
        </p:scale>
        <p:origin x="-1476" y="-4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5A07A-007E-44B5-AC55-C7CD3A7B6CED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E358A-5D9E-41D2-87EA-8870B3ACE20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1A23D-F085-49F6-8F45-AC65895B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ircleci.com/docs/2.0/sample-confi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ircleci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ignup.heroku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circleci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ircleCI-Public/circleci-demo-windows" TargetMode="External"/><Relationship Id="rId2" Type="http://schemas.openxmlformats.org/officeDocument/2006/relationships/hyperlink" Target="https://circleci.com/docs/2.0/hello-world-windows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circleci.co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ravis-ci.com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err="1" smtClean="0"/>
              <a:t>CircleCI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25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88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>
                <a:hlinkClick r:id="rId2"/>
              </a:rPr>
              <a:t>nhbien@fit.hcmus.edu.vn</a:t>
            </a:r>
            <a:endParaRPr lang="en-US" sz="7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implement </a:t>
            </a:r>
            <a:r>
              <a:rPr lang="en-US" sz="2400" i="1" dirty="0" smtClean="0">
                <a:solidFill>
                  <a:srgbClr val="C00000"/>
                </a:solidFill>
              </a:rPr>
              <a:t>continuous integration</a:t>
            </a:r>
            <a:r>
              <a:rPr lang="en-US" sz="2400" dirty="0" smtClean="0"/>
              <a:t> using </a:t>
            </a:r>
            <a:r>
              <a:rPr lang="en-US" sz="2400" dirty="0" err="1" smtClean="0"/>
              <a:t>CircleCI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45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Build Automation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809750"/>
            <a:ext cx="2724150" cy="41338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715000" cy="47244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endParaRPr lang="en-US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Register a </a:t>
            </a:r>
            <a:r>
              <a:rPr lang="en-US" sz="2400" dirty="0" err="1" smtClean="0"/>
              <a:t>GitHub</a:t>
            </a:r>
            <a:r>
              <a:rPr lang="en-US" sz="2400" dirty="0" smtClean="0"/>
              <a:t> account</a:t>
            </a:r>
          </a:p>
          <a:p>
            <a:r>
              <a:rPr lang="en-US" sz="2400" dirty="0" smtClean="0"/>
              <a:t>Create a Node.js project with an empty test.</a:t>
            </a:r>
          </a:p>
          <a:p>
            <a:r>
              <a:rPr lang="en-US" sz="2400" dirty="0" smtClean="0"/>
              <a:t>Create a </a:t>
            </a:r>
            <a:r>
              <a:rPr lang="en-US" sz="2400" b="1" dirty="0" smtClean="0">
                <a:latin typeface="Consolas" pitchFamily="49" charset="0"/>
              </a:rPr>
              <a:t>.</a:t>
            </a:r>
            <a:r>
              <a:rPr lang="en-US" sz="2400" b="1" dirty="0" err="1" smtClean="0">
                <a:latin typeface="Consolas" pitchFamily="49" charset="0"/>
              </a:rPr>
              <a:t>circleci</a:t>
            </a:r>
            <a:r>
              <a:rPr lang="en-US" sz="2400" b="1" dirty="0" smtClean="0">
                <a:latin typeface="Consolas" pitchFamily="49" charset="0"/>
              </a:rPr>
              <a:t>/config.yml</a:t>
            </a:r>
            <a:r>
              <a:rPr lang="en-US" sz="2400" dirty="0" smtClean="0"/>
              <a:t> file.</a:t>
            </a:r>
          </a:p>
          <a:p>
            <a:r>
              <a:rPr lang="en-US" sz="2400" dirty="0" smtClean="0"/>
              <a:t>Copy </a:t>
            </a:r>
            <a:r>
              <a:rPr lang="en-US" sz="2400" u="sng" dirty="0" smtClean="0"/>
              <a:t>sample script</a:t>
            </a:r>
            <a:r>
              <a:rPr lang="en-US" sz="2400" dirty="0" smtClean="0"/>
              <a:t> ( </a:t>
            </a:r>
            <a:r>
              <a:rPr lang="en-US" sz="2400" dirty="0" smtClean="0">
                <a:hlinkClick r:id="rId2"/>
              </a:rPr>
              <a:t>https://circleci.com/docs/2.0/sample-config/</a:t>
            </a:r>
            <a:r>
              <a:rPr lang="en-US" sz="2400" dirty="0" smtClean="0"/>
              <a:t> ) to the </a:t>
            </a:r>
            <a:r>
              <a:rPr lang="en-US" sz="2400" b="1" dirty="0" smtClean="0">
                <a:latin typeface="Consolas" pitchFamily="49" charset="0"/>
              </a:rPr>
              <a:t>config.yml</a:t>
            </a:r>
            <a:r>
              <a:rPr lang="en-US" sz="2400" dirty="0" smtClean="0"/>
              <a:t> file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533400" y="4001631"/>
            <a:ext cx="8077200" cy="224676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# Use the latest 2.1 version of </a:t>
            </a:r>
            <a:r>
              <a:rPr lang="en-US" sz="1400" dirty="0" err="1" smtClean="0">
                <a:solidFill>
                  <a:srgbClr val="6A9955"/>
                </a:solidFill>
                <a:latin typeface="Consolas"/>
              </a:rPr>
              <a:t>CircleCI</a:t>
            </a:r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 pipeline process engine. 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6A9955"/>
                </a:solidFill>
                <a:latin typeface="Consolas"/>
              </a:rPr>
              <a:t># See: https://circleci.com/docs/2.0/configuration-reference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version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 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2.1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orbs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node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 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circleci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/node@4.1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jobs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build-and-test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</a:t>
            </a:r>
          </a:p>
          <a:p>
            <a:r>
              <a:rPr lang="en-US" sz="1400" b="0" dirty="0" smtClean="0">
                <a:solidFill>
                  <a:srgbClr val="D4D4D4"/>
                </a:solidFill>
                <a:latin typeface="Consolas"/>
              </a:rPr>
              <a:t>...</a:t>
            </a:r>
            <a:endParaRPr lang="en-US" sz="14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000" dirty="0" smtClean="0"/>
              <a:t>2. Log in </a:t>
            </a:r>
            <a:r>
              <a:rPr lang="en-US" sz="4000" dirty="0" err="1" smtClean="0"/>
              <a:t>CircleCI</a:t>
            </a:r>
            <a:r>
              <a:rPr lang="en-US" sz="4000" dirty="0" smtClean="0"/>
              <a:t> using </a:t>
            </a:r>
            <a:r>
              <a:rPr lang="en-US" sz="4000" dirty="0" err="1" smtClean="0"/>
              <a:t>GitHub</a:t>
            </a:r>
            <a:r>
              <a:rPr lang="en-US" sz="4000" dirty="0" smtClean="0"/>
              <a:t> Account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Commit the code to </a:t>
            </a:r>
            <a:r>
              <a:rPr lang="en-US" sz="2400" dirty="0" err="1" smtClean="0"/>
              <a:t>GitHub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Log in </a:t>
            </a:r>
            <a:r>
              <a:rPr lang="en-US" sz="2400" dirty="0" smtClean="0">
                <a:hlinkClick r:id="rId2"/>
              </a:rPr>
              <a:t>https://circleci.com/</a:t>
            </a:r>
            <a:r>
              <a:rPr lang="en-US" sz="2400" dirty="0" smtClean="0"/>
              <a:t> using the </a:t>
            </a:r>
            <a:r>
              <a:rPr lang="en-US" sz="2400" dirty="0" err="1" smtClean="0"/>
              <a:t>GitHub</a:t>
            </a:r>
            <a:r>
              <a:rPr lang="en-US" sz="2400" dirty="0" smtClean="0"/>
              <a:t> account.</a:t>
            </a:r>
          </a:p>
          <a:p>
            <a:r>
              <a:rPr lang="en-US" sz="2400" dirty="0" smtClean="0"/>
              <a:t>Click on the </a:t>
            </a:r>
            <a:r>
              <a:rPr lang="en-US" sz="2400" b="1" dirty="0" smtClean="0"/>
              <a:t>Set Up Project</a:t>
            </a:r>
            <a:r>
              <a:rPr lang="en-US" sz="2400" dirty="0" smtClean="0"/>
              <a:t> button.</a:t>
            </a:r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0225" y="3209925"/>
            <a:ext cx="8083550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</a:t>
            </a:r>
            <a:r>
              <a:rPr lang="en-US" dirty="0" err="1" smtClean="0"/>
              <a:t>Heroku</a:t>
            </a:r>
            <a:r>
              <a:rPr lang="en-US" dirty="0" smtClean="0"/>
              <a:t> API 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Register a </a:t>
            </a:r>
            <a:r>
              <a:rPr lang="en-US" sz="2400" dirty="0" err="1" smtClean="0"/>
              <a:t>Heroku</a:t>
            </a:r>
            <a:r>
              <a:rPr lang="en-US" sz="2400" dirty="0" smtClean="0"/>
              <a:t> account ( </a:t>
            </a:r>
            <a:r>
              <a:rPr lang="en-US" sz="2400" dirty="0" smtClean="0">
                <a:hlinkClick r:id="rId2"/>
              </a:rPr>
              <a:t>https://signup.heroku.com/</a:t>
            </a:r>
            <a:r>
              <a:rPr lang="en-US" sz="2400" dirty="0" smtClean="0"/>
              <a:t> ).</a:t>
            </a:r>
          </a:p>
          <a:p>
            <a:r>
              <a:rPr lang="en-US" sz="2400" dirty="0" smtClean="0"/>
              <a:t>Create a </a:t>
            </a:r>
            <a:r>
              <a:rPr lang="en-US" sz="2400" dirty="0" err="1" smtClean="0"/>
              <a:t>Heroku</a:t>
            </a:r>
            <a:r>
              <a:rPr lang="en-US" sz="2400" dirty="0" smtClean="0"/>
              <a:t> application. Note the application name.</a:t>
            </a:r>
          </a:p>
          <a:p>
            <a:r>
              <a:rPr lang="en-US" sz="2400" dirty="0" smtClean="0"/>
              <a:t>Create a </a:t>
            </a:r>
            <a:r>
              <a:rPr lang="en-US" sz="2400" dirty="0" err="1" smtClean="0"/>
              <a:t>Heroku</a:t>
            </a:r>
            <a:r>
              <a:rPr lang="en-US" sz="2400" dirty="0" smtClean="0"/>
              <a:t> API key.</a:t>
            </a:r>
          </a:p>
          <a:p>
            <a:pPr lvl="1"/>
            <a:r>
              <a:rPr lang="en-US" sz="2000" b="1" dirty="0" err="1" smtClean="0">
                <a:latin typeface="Consolas" pitchFamily="49" charset="0"/>
              </a:rPr>
              <a:t>heroku</a:t>
            </a:r>
            <a:r>
              <a:rPr lang="en-US" sz="2000" b="1" dirty="0" smtClean="0">
                <a:latin typeface="Consolas" pitchFamily="49" charset="0"/>
              </a:rPr>
              <a:t> </a:t>
            </a:r>
            <a:r>
              <a:rPr lang="en-US" sz="2000" b="1" dirty="0" err="1" smtClean="0">
                <a:latin typeface="Consolas" pitchFamily="49" charset="0"/>
              </a:rPr>
              <a:t>authorizations:create</a:t>
            </a:r>
            <a:endParaRPr lang="en-US" sz="2000" b="1" dirty="0" smtClean="0">
              <a:latin typeface="Consolas" pitchFamily="49" charset="0"/>
            </a:endParaRP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5863" y="3768725"/>
            <a:ext cx="6772275" cy="209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Set </a:t>
            </a:r>
            <a:r>
              <a:rPr lang="en-US" dirty="0" err="1" smtClean="0"/>
              <a:t>CircleCI</a:t>
            </a:r>
            <a:r>
              <a:rPr lang="en-US" dirty="0" smtClean="0"/>
              <a:t>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Log in </a:t>
            </a:r>
            <a:r>
              <a:rPr lang="en-US" sz="2000" dirty="0" smtClean="0">
                <a:hlinkClick r:id="rId2"/>
              </a:rPr>
              <a:t>https://circleci.com/</a:t>
            </a:r>
            <a:r>
              <a:rPr lang="en-US" sz="2000" dirty="0" smtClean="0"/>
              <a:t> using the </a:t>
            </a:r>
            <a:r>
              <a:rPr lang="en-US" sz="2000" dirty="0" err="1" smtClean="0"/>
              <a:t>GitHub</a:t>
            </a:r>
            <a:r>
              <a:rPr lang="en-US" sz="2000" dirty="0" smtClean="0"/>
              <a:t> account.</a:t>
            </a:r>
          </a:p>
          <a:p>
            <a:r>
              <a:rPr lang="en-US" sz="2000" dirty="0" smtClean="0"/>
              <a:t>Select a project. Go to </a:t>
            </a:r>
            <a:r>
              <a:rPr lang="en-US" sz="2000" b="1" dirty="0" smtClean="0"/>
              <a:t>Project Settings </a:t>
            </a:r>
            <a:r>
              <a:rPr lang="en-US" sz="2000" b="1" dirty="0" smtClean="0">
                <a:sym typeface="Wingdings" pitchFamily="2" charset="2"/>
              </a:rPr>
              <a:t> </a:t>
            </a:r>
            <a:r>
              <a:rPr lang="en-US" sz="2000" b="1" dirty="0" smtClean="0"/>
              <a:t>Environment Variables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Add </a:t>
            </a:r>
            <a:r>
              <a:rPr lang="en-US" sz="2000" b="1" dirty="0" smtClean="0"/>
              <a:t>HEROKU_APP_NAME</a:t>
            </a:r>
            <a:r>
              <a:rPr lang="en-US" sz="2000" dirty="0" smtClean="0"/>
              <a:t> and </a:t>
            </a:r>
            <a:r>
              <a:rPr lang="en-US" sz="2000" b="1" dirty="0" smtClean="0"/>
              <a:t>HEROKU_API_KEY</a:t>
            </a:r>
            <a:r>
              <a:rPr lang="en-US" sz="2000" dirty="0" smtClean="0"/>
              <a:t> variables.</a:t>
            </a:r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2971800"/>
            <a:ext cx="5989638" cy="3287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200" dirty="0" smtClean="0"/>
              <a:t>5. Modify </a:t>
            </a:r>
            <a:r>
              <a:rPr lang="en-US" sz="4200" dirty="0" err="1" smtClean="0"/>
              <a:t>CircleCI</a:t>
            </a:r>
            <a:r>
              <a:rPr lang="en-US" sz="4200" dirty="0" smtClean="0"/>
              <a:t> Configuration File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Modify the </a:t>
            </a:r>
            <a:r>
              <a:rPr lang="en-US" sz="2400" b="1" dirty="0" smtClean="0">
                <a:latin typeface="Consolas" pitchFamily="49" charset="0"/>
              </a:rPr>
              <a:t>.</a:t>
            </a:r>
            <a:r>
              <a:rPr lang="en-US" sz="2400" b="1" dirty="0" err="1" smtClean="0">
                <a:latin typeface="Consolas" pitchFamily="49" charset="0"/>
              </a:rPr>
              <a:t>circleci</a:t>
            </a:r>
            <a:r>
              <a:rPr lang="en-US" sz="2400" b="1" dirty="0" smtClean="0">
                <a:latin typeface="Consolas" pitchFamily="49" charset="0"/>
              </a:rPr>
              <a:t>/config.yml</a:t>
            </a:r>
            <a:r>
              <a:rPr lang="en-US" sz="2400" dirty="0" smtClean="0"/>
              <a:t> file as below.</a:t>
            </a:r>
          </a:p>
          <a:p>
            <a:endParaRPr lang="en-US" sz="2400" dirty="0" smtClean="0"/>
          </a:p>
          <a:p>
            <a:endParaRPr lang="en-US" sz="24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533400" y="2133600"/>
            <a:ext cx="8077200" cy="44012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version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 </a:t>
            </a:r>
            <a:r>
              <a:rPr lang="en-US" sz="1400" dirty="0" smtClean="0">
                <a:solidFill>
                  <a:srgbClr val="B5CEA8"/>
                </a:solidFill>
                <a:latin typeface="Consolas"/>
              </a:rPr>
              <a:t>2.1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orbs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heroku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 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circleci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/heroku@0.0.10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jobs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build-and-test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  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docker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-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image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 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cimg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/node:15.1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steps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- 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checkout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- 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node/install-packages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-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run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 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name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 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Run tests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   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command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 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npm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 test</a:t>
            </a:r>
            <a:endParaRPr lang="en-US" sz="14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workflows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sz="1400" dirty="0" err="1" smtClean="0">
                <a:solidFill>
                  <a:srgbClr val="569CD6"/>
                </a:solidFill>
                <a:latin typeface="Consolas"/>
              </a:rPr>
              <a:t>heroku_deploy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jobs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: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      - 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heroku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/deploy-via-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git</a:t>
            </a:r>
            <a:endParaRPr lang="en-US" sz="14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Download .NET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hlinkClick r:id="rId2"/>
              </a:rPr>
              <a:t>https://circleci.com/docs/2.0/hello-world-windows/</a:t>
            </a:r>
            <a:endParaRPr lang="en-US" sz="2400" dirty="0" smtClean="0"/>
          </a:p>
          <a:p>
            <a:r>
              <a:rPr lang="en-US" sz="2400" dirty="0" smtClean="0"/>
              <a:t>Register a </a:t>
            </a:r>
            <a:r>
              <a:rPr lang="en-US" sz="2400" dirty="0" err="1" smtClean="0"/>
              <a:t>GitHub</a:t>
            </a:r>
            <a:r>
              <a:rPr lang="en-US" sz="2400" dirty="0" smtClean="0"/>
              <a:t> account.</a:t>
            </a:r>
          </a:p>
          <a:p>
            <a:r>
              <a:rPr lang="en-US" sz="2400" dirty="0" smtClean="0"/>
              <a:t>Download </a:t>
            </a:r>
            <a:r>
              <a:rPr lang="en-US" sz="2400" dirty="0" err="1" smtClean="0"/>
              <a:t>HelloWorld</a:t>
            </a:r>
            <a:r>
              <a:rPr lang="en-US" sz="2400" dirty="0" smtClean="0"/>
              <a:t> project.</a:t>
            </a:r>
          </a:p>
          <a:p>
            <a:pPr lvl="1"/>
            <a:r>
              <a:rPr lang="en-US" sz="2000" dirty="0" smtClean="0">
                <a:hlinkClick r:id="rId3"/>
              </a:rPr>
              <a:t>https://github.com/CircleCI-Public/circleci-demo-windows</a:t>
            </a:r>
          </a:p>
          <a:p>
            <a:r>
              <a:rPr lang="en-US" sz="1800" dirty="0" smtClean="0">
                <a:latin typeface="Consolas" pitchFamily="49" charset="0"/>
              </a:rPr>
              <a:t>del .</a:t>
            </a:r>
            <a:r>
              <a:rPr lang="en-US" sz="1800" dirty="0" err="1" smtClean="0">
                <a:latin typeface="Consolas" pitchFamily="49" charset="0"/>
              </a:rPr>
              <a:t>gitignore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smtClean="0">
                <a:latin typeface="Consolas" pitchFamily="49" charset="0"/>
              </a:rPr>
              <a:t>del README.md</a:t>
            </a:r>
          </a:p>
          <a:p>
            <a:r>
              <a:rPr lang="en-US" sz="1800" dirty="0" err="1" smtClean="0">
                <a:latin typeface="Consolas" pitchFamily="49" charset="0"/>
              </a:rPr>
              <a:t>git</a:t>
            </a:r>
            <a:r>
              <a:rPr lang="en-US" sz="1800" dirty="0" smtClean="0">
                <a:latin typeface="Consolas" pitchFamily="49" charset="0"/>
              </a:rPr>
              <a:t> init</a:t>
            </a:r>
          </a:p>
          <a:p>
            <a:r>
              <a:rPr lang="en-US" sz="1800" dirty="0" err="1" smtClean="0">
                <a:latin typeface="Consolas" pitchFamily="49" charset="0"/>
              </a:rPr>
              <a:t>git</a:t>
            </a:r>
            <a:r>
              <a:rPr lang="en-US" sz="1800" dirty="0" smtClean="0">
                <a:latin typeface="Consolas" pitchFamily="49" charset="0"/>
              </a:rPr>
              <a:t> pull https://github.com/[Org.Name]/IMP.git master</a:t>
            </a:r>
          </a:p>
          <a:p>
            <a:r>
              <a:rPr lang="en-US" sz="1800" dirty="0" err="1" smtClean="0">
                <a:latin typeface="Consolas" pitchFamily="49" charset="0"/>
              </a:rPr>
              <a:t>git</a:t>
            </a:r>
            <a:r>
              <a:rPr lang="en-US" sz="1800" dirty="0" smtClean="0">
                <a:latin typeface="Consolas" pitchFamily="49" charset="0"/>
              </a:rPr>
              <a:t> add *.*</a:t>
            </a:r>
          </a:p>
          <a:p>
            <a:r>
              <a:rPr lang="en-US" sz="1800" dirty="0" err="1" smtClean="0">
                <a:latin typeface="Consolas" pitchFamily="49" charset="0"/>
              </a:rPr>
              <a:t>git</a:t>
            </a:r>
            <a:r>
              <a:rPr lang="en-US" sz="1800" dirty="0" smtClean="0">
                <a:latin typeface="Consolas" pitchFamily="49" charset="0"/>
              </a:rPr>
              <a:t> commit -m "CI/CD demo files added"</a:t>
            </a:r>
          </a:p>
          <a:p>
            <a:r>
              <a:rPr lang="en-US" sz="1800" dirty="0" err="1" smtClean="0">
                <a:latin typeface="Consolas" pitchFamily="49" charset="0"/>
              </a:rPr>
              <a:t>git</a:t>
            </a:r>
            <a:r>
              <a:rPr lang="en-US" sz="1800" dirty="0" smtClean="0">
                <a:latin typeface="Consolas" pitchFamily="49" charset="0"/>
              </a:rPr>
              <a:t> remote add origin https://github.com/[Org.Name]/IMP.git</a:t>
            </a:r>
          </a:p>
          <a:p>
            <a:r>
              <a:rPr lang="en-US" sz="1800" dirty="0" err="1" smtClean="0">
                <a:latin typeface="Consolas" pitchFamily="49" charset="0"/>
              </a:rPr>
              <a:t>git</a:t>
            </a:r>
            <a:r>
              <a:rPr lang="en-US" sz="1800" dirty="0" smtClean="0">
                <a:latin typeface="Consolas" pitchFamily="49" charset="0"/>
              </a:rPr>
              <a:t> push origin master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Set Up .NET Project in </a:t>
            </a:r>
            <a:r>
              <a:rPr lang="en-US" dirty="0" err="1" smtClean="0"/>
              <a:t>CircleCI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Log in </a:t>
            </a:r>
            <a:r>
              <a:rPr lang="en-US" sz="2400" dirty="0" smtClean="0">
                <a:hlinkClick r:id="rId2"/>
              </a:rPr>
              <a:t>https://circleci.com/</a:t>
            </a:r>
            <a:r>
              <a:rPr lang="en-US" sz="2400" dirty="0" smtClean="0"/>
              <a:t> using the </a:t>
            </a:r>
            <a:r>
              <a:rPr lang="en-US" sz="2400" dirty="0" err="1" smtClean="0"/>
              <a:t>GitHub</a:t>
            </a:r>
            <a:r>
              <a:rPr lang="en-US" sz="2400" dirty="0" smtClean="0"/>
              <a:t> account.</a:t>
            </a:r>
          </a:p>
          <a:p>
            <a:r>
              <a:rPr lang="en-US" sz="2400" dirty="0" smtClean="0"/>
              <a:t>Click on the </a:t>
            </a:r>
            <a:r>
              <a:rPr lang="en-US" sz="2400" b="1" dirty="0" smtClean="0"/>
              <a:t>Set Up Project</a:t>
            </a:r>
            <a:r>
              <a:rPr lang="en-US" sz="2400" dirty="0" smtClean="0"/>
              <a:t> button.</a:t>
            </a:r>
          </a:p>
          <a:p>
            <a:endParaRPr lang="en-US" sz="2400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750" y="2895600"/>
            <a:ext cx="8064500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Invite a Team Member 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50" y="2133600"/>
            <a:ext cx="8064500" cy="313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Travis CI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hlinkClick r:id="rId2"/>
              </a:rPr>
              <a:t>https://www.travis-ci.com/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1868</TotalTime>
  <Words>305</Words>
  <Application>Microsoft Office PowerPoint</Application>
  <PresentationFormat>On-screen Show (4:3)</PresentationFormat>
  <Paragraphs>80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CircleCI</vt:lpstr>
      <vt:lpstr>Objectives</vt:lpstr>
      <vt:lpstr>Contents</vt:lpstr>
      <vt:lpstr>References</vt:lpstr>
      <vt:lpstr>1. Create Script</vt:lpstr>
      <vt:lpstr>2. Log in CircleCI using GitHub Account</vt:lpstr>
      <vt:lpstr>3. Create Heroku API Key</vt:lpstr>
      <vt:lpstr>4. Set CircleCI Variable</vt:lpstr>
      <vt:lpstr>5. Modify CircleCI Configuration File</vt:lpstr>
      <vt:lpstr>Slide 10</vt:lpstr>
      <vt:lpstr>1. Download .NET Project</vt:lpstr>
      <vt:lpstr>2. Set Up .NET Project in CircleCI</vt:lpstr>
      <vt:lpstr>3. Invite a Team Member </vt:lpstr>
      <vt:lpstr>Slide 14</vt:lpstr>
      <vt:lpstr>Travis CI</vt:lpstr>
      <vt:lpstr>Thank You &amp; See You Again</vt:lpstr>
    </vt:vector>
  </TitlesOfParts>
  <Company>Huy 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NAnt</dc:title>
  <dc:creator>Ngo Huy Bien</dc:creator>
  <cp:lastModifiedBy>Ngo Huy Bien</cp:lastModifiedBy>
  <cp:revision>728</cp:revision>
  <dcterms:created xsi:type="dcterms:W3CDTF">2008-11-17T17:52:14Z</dcterms:created>
  <dcterms:modified xsi:type="dcterms:W3CDTF">2025-04-11T12:07:57Z</dcterms:modified>
</cp:coreProperties>
</file>