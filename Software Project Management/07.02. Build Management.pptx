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drawing2.xml" ContentType="application/vnd.ms-office.drawingml.diagramDrawing+xml"/>
  <Override PartName="/ppt/diagrams/quickStyle4.xml" ContentType="application/vnd.openxmlformats-officedocument.drawingml.diagramStyl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data4.xml" ContentType="application/vnd.openxmlformats-officedocument.drawingml.diagramData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diagrams/colors2.xml" ContentType="application/vnd.openxmlformats-officedocument.drawingml.diagramColors+xml"/>
  <Override PartName="/ppt/diagrams/drawing3.xml" ContentType="application/vnd.ms-office.drawingml.diagramDrawing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diagrams/quickStyle3.xml" ContentType="application/vnd.openxmlformats-officedocument.drawingml.diagramStyl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diagrams/layout4.xml" ContentType="application/vnd.openxmlformats-officedocument.drawingml.diagram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331" r:id="rId2"/>
    <p:sldId id="332" r:id="rId3"/>
    <p:sldId id="333" r:id="rId4"/>
    <p:sldId id="334" r:id="rId5"/>
    <p:sldId id="277" r:id="rId6"/>
    <p:sldId id="324" r:id="rId7"/>
    <p:sldId id="312" r:id="rId8"/>
    <p:sldId id="311" r:id="rId9"/>
    <p:sldId id="352" r:id="rId10"/>
    <p:sldId id="354" r:id="rId11"/>
    <p:sldId id="355" r:id="rId12"/>
    <p:sldId id="384" r:id="rId13"/>
    <p:sldId id="385" r:id="rId14"/>
    <p:sldId id="389" r:id="rId15"/>
    <p:sldId id="388" r:id="rId16"/>
    <p:sldId id="348" r:id="rId17"/>
    <p:sldId id="314" r:id="rId18"/>
    <p:sldId id="315" r:id="rId19"/>
    <p:sldId id="316" r:id="rId20"/>
    <p:sldId id="317" r:id="rId21"/>
    <p:sldId id="318" r:id="rId22"/>
    <p:sldId id="319" r:id="rId23"/>
    <p:sldId id="320" r:id="rId24"/>
    <p:sldId id="321" r:id="rId25"/>
    <p:sldId id="322" r:id="rId26"/>
    <p:sldId id="349" r:id="rId27"/>
    <p:sldId id="325" r:id="rId28"/>
    <p:sldId id="323" r:id="rId29"/>
    <p:sldId id="387" r:id="rId30"/>
    <p:sldId id="386" r:id="rId31"/>
    <p:sldId id="308" r:id="rId3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08" autoAdjust="0"/>
    <p:restoredTop sz="94660"/>
  </p:normalViewPr>
  <p:slideViewPr>
    <p:cSldViewPr>
      <p:cViewPr>
        <p:scale>
          <a:sx n="50" d="100"/>
          <a:sy n="50" d="100"/>
        </p:scale>
        <p:origin x="-1480" y="-4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3016865-C777-4B25-95B4-7A4DE1B726CD}" type="doc">
      <dgm:prSet loTypeId="urn:microsoft.com/office/officeart/2005/8/layout/balance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7A4402F-29BC-4234-943A-3A1831EE561B}">
      <dgm:prSet phldrT="[Text]"/>
      <dgm:spPr/>
      <dgm:t>
        <a:bodyPr/>
        <a:lstStyle/>
        <a:p>
          <a:r>
            <a:rPr lang="en-US" dirty="0" smtClean="0"/>
            <a:t>On-Demand</a:t>
          </a:r>
          <a:endParaRPr lang="en-US" dirty="0"/>
        </a:p>
      </dgm:t>
    </dgm:pt>
    <dgm:pt modelId="{6A0DD2C4-9EB3-49DD-A552-3AAAEC72C6B4}" type="parTrans" cxnId="{369521D3-7DED-45D6-A0F6-D4C8E4E37E45}">
      <dgm:prSet/>
      <dgm:spPr/>
      <dgm:t>
        <a:bodyPr/>
        <a:lstStyle/>
        <a:p>
          <a:endParaRPr lang="en-US"/>
        </a:p>
      </dgm:t>
    </dgm:pt>
    <dgm:pt modelId="{E3D164FD-E959-438D-93ED-D72A0F38F903}" type="sibTrans" cxnId="{369521D3-7DED-45D6-A0F6-D4C8E4E37E45}">
      <dgm:prSet/>
      <dgm:spPr/>
      <dgm:t>
        <a:bodyPr/>
        <a:lstStyle/>
        <a:p>
          <a:endParaRPr lang="en-US"/>
        </a:p>
      </dgm:t>
    </dgm:pt>
    <dgm:pt modelId="{7E6F60D3-B124-433B-A661-663BE4DB051B}">
      <dgm:prSet phldrT="[Text]"/>
      <dgm:spPr/>
      <dgm:t>
        <a:bodyPr/>
        <a:lstStyle/>
        <a:p>
          <a:r>
            <a:rPr lang="en-US" dirty="0" smtClean="0"/>
            <a:t>Scheduled</a:t>
          </a:r>
          <a:endParaRPr lang="en-US" dirty="0"/>
        </a:p>
      </dgm:t>
    </dgm:pt>
    <dgm:pt modelId="{9E81104B-6B1D-4E27-9B08-7415DAFE5525}" type="parTrans" cxnId="{C8BD41F0-E61A-4390-9F00-A33995714469}">
      <dgm:prSet/>
      <dgm:spPr/>
      <dgm:t>
        <a:bodyPr/>
        <a:lstStyle/>
        <a:p>
          <a:endParaRPr lang="en-US"/>
        </a:p>
      </dgm:t>
    </dgm:pt>
    <dgm:pt modelId="{89D90043-4EC6-444B-B2F1-A75D1D1AF504}" type="sibTrans" cxnId="{C8BD41F0-E61A-4390-9F00-A33995714469}">
      <dgm:prSet/>
      <dgm:spPr/>
      <dgm:t>
        <a:bodyPr/>
        <a:lstStyle/>
        <a:p>
          <a:endParaRPr lang="en-US"/>
        </a:p>
      </dgm:t>
    </dgm:pt>
    <dgm:pt modelId="{ECDEA80C-F8E9-46A5-AD28-8AAC955B3C40}">
      <dgm:prSet phldrT="[Text]"/>
      <dgm:spPr/>
      <dgm:t>
        <a:bodyPr/>
        <a:lstStyle/>
        <a:p>
          <a:r>
            <a:rPr lang="en-US" dirty="0" smtClean="0"/>
            <a:t>Release Build</a:t>
          </a:r>
          <a:endParaRPr lang="en-US" dirty="0"/>
        </a:p>
      </dgm:t>
    </dgm:pt>
    <dgm:pt modelId="{598DC2A0-C8E2-4AA2-98D0-68D5F519AEE8}" type="parTrans" cxnId="{8A4D1D59-3227-40C4-99CF-6AD2263767A3}">
      <dgm:prSet/>
      <dgm:spPr/>
      <dgm:t>
        <a:bodyPr/>
        <a:lstStyle/>
        <a:p>
          <a:endParaRPr lang="en-US"/>
        </a:p>
      </dgm:t>
    </dgm:pt>
    <dgm:pt modelId="{134311F8-1B46-43DC-8011-86F32E28E91A}" type="sibTrans" cxnId="{8A4D1D59-3227-40C4-99CF-6AD2263767A3}">
      <dgm:prSet/>
      <dgm:spPr/>
      <dgm:t>
        <a:bodyPr/>
        <a:lstStyle/>
        <a:p>
          <a:endParaRPr lang="en-US"/>
        </a:p>
      </dgm:t>
    </dgm:pt>
    <dgm:pt modelId="{ADFCA804-9D3F-4A0F-A5A0-E14FA7BFC95E}">
      <dgm:prSet phldrT="[Text]"/>
      <dgm:spPr/>
      <dgm:t>
        <a:bodyPr/>
        <a:lstStyle/>
        <a:p>
          <a:r>
            <a:rPr lang="en-US" dirty="0" smtClean="0"/>
            <a:t>Stage Build</a:t>
          </a:r>
          <a:endParaRPr lang="en-US" dirty="0"/>
        </a:p>
      </dgm:t>
    </dgm:pt>
    <dgm:pt modelId="{3D66A88A-04D5-442D-A67F-C7379A54E89A}" type="parTrans" cxnId="{0644CE12-7094-458D-B9DE-83D75D1BE9B9}">
      <dgm:prSet/>
      <dgm:spPr/>
      <dgm:t>
        <a:bodyPr/>
        <a:lstStyle/>
        <a:p>
          <a:endParaRPr lang="en-US"/>
        </a:p>
      </dgm:t>
    </dgm:pt>
    <dgm:pt modelId="{25C6FBAF-C2FC-48A6-B12A-D778AD339CA2}" type="sibTrans" cxnId="{0644CE12-7094-458D-B9DE-83D75D1BE9B9}">
      <dgm:prSet/>
      <dgm:spPr/>
      <dgm:t>
        <a:bodyPr/>
        <a:lstStyle/>
        <a:p>
          <a:endParaRPr lang="en-US"/>
        </a:p>
      </dgm:t>
    </dgm:pt>
    <dgm:pt modelId="{99A931E6-7A93-43AD-AF60-3CDD58919CD4}">
      <dgm:prSet phldrT="[Text]"/>
      <dgm:spPr/>
      <dgm:t>
        <a:bodyPr/>
        <a:lstStyle/>
        <a:p>
          <a:r>
            <a:rPr lang="en-US" dirty="0" smtClean="0"/>
            <a:t>Integration Build</a:t>
          </a:r>
          <a:endParaRPr lang="en-US" dirty="0"/>
        </a:p>
      </dgm:t>
    </dgm:pt>
    <dgm:pt modelId="{6DA5F8A7-EEFE-4685-9181-A808754DC723}" type="parTrans" cxnId="{CFA87434-87A8-4D1E-853D-4CDDC9CB3153}">
      <dgm:prSet/>
      <dgm:spPr/>
      <dgm:t>
        <a:bodyPr/>
        <a:lstStyle/>
        <a:p>
          <a:endParaRPr lang="en-US"/>
        </a:p>
      </dgm:t>
    </dgm:pt>
    <dgm:pt modelId="{4F38090E-620B-4F87-8E21-8A318A5B90F8}" type="sibTrans" cxnId="{CFA87434-87A8-4D1E-853D-4CDDC9CB3153}">
      <dgm:prSet/>
      <dgm:spPr/>
      <dgm:t>
        <a:bodyPr/>
        <a:lstStyle/>
        <a:p>
          <a:endParaRPr lang="en-US"/>
        </a:p>
      </dgm:t>
    </dgm:pt>
    <dgm:pt modelId="{CCADE9DC-51F1-46B5-93ED-0674634A142E}">
      <dgm:prSet/>
      <dgm:spPr/>
      <dgm:t>
        <a:bodyPr/>
        <a:lstStyle/>
        <a:p>
          <a:r>
            <a:rPr lang="en-US" smtClean="0"/>
            <a:t>Private Build</a:t>
          </a:r>
          <a:endParaRPr lang="en-US" dirty="0"/>
        </a:p>
      </dgm:t>
    </dgm:pt>
    <dgm:pt modelId="{7B7F6CB5-FEC7-49DB-AA33-AD8CE2F363B5}" type="parTrans" cxnId="{50C2FF2C-A0EB-4BFC-9A1C-7B71A36E6801}">
      <dgm:prSet/>
      <dgm:spPr/>
      <dgm:t>
        <a:bodyPr/>
        <a:lstStyle/>
        <a:p>
          <a:endParaRPr lang="en-US"/>
        </a:p>
      </dgm:t>
    </dgm:pt>
    <dgm:pt modelId="{C4CEE33A-549A-4A65-85CA-6FC186D7D9A6}" type="sibTrans" cxnId="{50C2FF2C-A0EB-4BFC-9A1C-7B71A36E6801}">
      <dgm:prSet/>
      <dgm:spPr/>
      <dgm:t>
        <a:bodyPr/>
        <a:lstStyle/>
        <a:p>
          <a:endParaRPr lang="en-US"/>
        </a:p>
      </dgm:t>
    </dgm:pt>
    <dgm:pt modelId="{E7223BD2-C5A3-435A-8C6B-9D3F8DDC6EB1}" type="pres">
      <dgm:prSet presAssocID="{B3016865-C777-4B25-95B4-7A4DE1B726CD}" presName="outerComposite" presStyleCnt="0">
        <dgm:presLayoutVars>
          <dgm:chMax val="2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925C5CB-134F-4561-92CD-6E38240EC23D}" type="pres">
      <dgm:prSet presAssocID="{B3016865-C777-4B25-95B4-7A4DE1B726CD}" presName="dummyMaxCanvas" presStyleCnt="0"/>
      <dgm:spPr/>
    </dgm:pt>
    <dgm:pt modelId="{C92DBFFC-BB09-44ED-8FBC-8309B4A4DDE7}" type="pres">
      <dgm:prSet presAssocID="{B3016865-C777-4B25-95B4-7A4DE1B726CD}" presName="parentComposite" presStyleCnt="0"/>
      <dgm:spPr/>
    </dgm:pt>
    <dgm:pt modelId="{9D78187F-7374-432A-96D2-DC2543FD015C}" type="pres">
      <dgm:prSet presAssocID="{B3016865-C777-4B25-95B4-7A4DE1B726CD}" presName="parent1" presStyleLbl="alignAccFollowNode1" presStyleIdx="0" presStyleCnt="4">
        <dgm:presLayoutVars>
          <dgm:chMax val="4"/>
        </dgm:presLayoutVars>
      </dgm:prSet>
      <dgm:spPr/>
      <dgm:t>
        <a:bodyPr/>
        <a:lstStyle/>
        <a:p>
          <a:endParaRPr lang="en-US"/>
        </a:p>
      </dgm:t>
    </dgm:pt>
    <dgm:pt modelId="{F1E3BBAA-4B24-458F-A3C9-37F80A77A032}" type="pres">
      <dgm:prSet presAssocID="{B3016865-C777-4B25-95B4-7A4DE1B726CD}" presName="parent2" presStyleLbl="alignAccFollowNode1" presStyleIdx="1" presStyleCnt="4">
        <dgm:presLayoutVars>
          <dgm:chMax val="4"/>
        </dgm:presLayoutVars>
      </dgm:prSet>
      <dgm:spPr/>
      <dgm:t>
        <a:bodyPr/>
        <a:lstStyle/>
        <a:p>
          <a:endParaRPr lang="en-US"/>
        </a:p>
      </dgm:t>
    </dgm:pt>
    <dgm:pt modelId="{F49B6EDE-1EC3-469F-983D-F94229800D09}" type="pres">
      <dgm:prSet presAssocID="{B3016865-C777-4B25-95B4-7A4DE1B726CD}" presName="childrenComposite" presStyleCnt="0"/>
      <dgm:spPr/>
    </dgm:pt>
    <dgm:pt modelId="{381C72E3-4028-4824-9175-611DB10FED47}" type="pres">
      <dgm:prSet presAssocID="{B3016865-C777-4B25-95B4-7A4DE1B726CD}" presName="dummyMaxCanvas_ChildArea" presStyleCnt="0"/>
      <dgm:spPr/>
    </dgm:pt>
    <dgm:pt modelId="{737E2893-F759-4D4F-93F1-DD9C9842F66A}" type="pres">
      <dgm:prSet presAssocID="{B3016865-C777-4B25-95B4-7A4DE1B726CD}" presName="fulcrum" presStyleLbl="alignAccFollowNode1" presStyleIdx="2" presStyleCnt="4"/>
      <dgm:spPr/>
    </dgm:pt>
    <dgm:pt modelId="{B51057AD-F196-4898-9B32-846981FD164C}" type="pres">
      <dgm:prSet presAssocID="{B3016865-C777-4B25-95B4-7A4DE1B726CD}" presName="balance_13" presStyleLbl="alignAccFollowNode1" presStyleIdx="3" presStyleCnt="4">
        <dgm:presLayoutVars>
          <dgm:bulletEnabled val="1"/>
        </dgm:presLayoutVars>
      </dgm:prSet>
      <dgm:spPr/>
    </dgm:pt>
    <dgm:pt modelId="{FEDBA7C9-DC91-4566-A5C0-35C70584ED60}" type="pres">
      <dgm:prSet presAssocID="{B3016865-C777-4B25-95B4-7A4DE1B726CD}" presName="right_13_1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ECFC618-72CE-4897-B943-CC292037F91B}" type="pres">
      <dgm:prSet presAssocID="{B3016865-C777-4B25-95B4-7A4DE1B726CD}" presName="right_13_2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230BE48-6165-4B0D-ABE4-0A23E33C0A4F}" type="pres">
      <dgm:prSet presAssocID="{B3016865-C777-4B25-95B4-7A4DE1B726CD}" presName="right_13_3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0E58121-54D7-47BB-8F02-49C9DBD0AA16}" type="pres">
      <dgm:prSet presAssocID="{B3016865-C777-4B25-95B4-7A4DE1B726CD}" presName="left_13_1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0C2FF2C-A0EB-4BFC-9A1C-7B71A36E6801}" srcId="{47A4402F-29BC-4234-943A-3A1831EE561B}" destId="{CCADE9DC-51F1-46B5-93ED-0674634A142E}" srcOrd="0" destOrd="0" parTransId="{7B7F6CB5-FEC7-49DB-AA33-AD8CE2F363B5}" sibTransId="{C4CEE33A-549A-4A65-85CA-6FC186D7D9A6}"/>
    <dgm:cxn modelId="{CFA87434-87A8-4D1E-853D-4CDDC9CB3153}" srcId="{7E6F60D3-B124-433B-A661-663BE4DB051B}" destId="{99A931E6-7A93-43AD-AF60-3CDD58919CD4}" srcOrd="2" destOrd="0" parTransId="{6DA5F8A7-EEFE-4685-9181-A808754DC723}" sibTransId="{4F38090E-620B-4F87-8E21-8A318A5B90F8}"/>
    <dgm:cxn modelId="{369521D3-7DED-45D6-A0F6-D4C8E4E37E45}" srcId="{B3016865-C777-4B25-95B4-7A4DE1B726CD}" destId="{47A4402F-29BC-4234-943A-3A1831EE561B}" srcOrd="0" destOrd="0" parTransId="{6A0DD2C4-9EB3-49DD-A552-3AAAEC72C6B4}" sibTransId="{E3D164FD-E959-438D-93ED-D72A0F38F903}"/>
    <dgm:cxn modelId="{BC9E190C-9E0E-4057-AA26-7C61B031E0CB}" type="presOf" srcId="{99A931E6-7A93-43AD-AF60-3CDD58919CD4}" destId="{E230BE48-6165-4B0D-ABE4-0A23E33C0A4F}" srcOrd="0" destOrd="0" presId="urn:microsoft.com/office/officeart/2005/8/layout/balance1"/>
    <dgm:cxn modelId="{0644CE12-7094-458D-B9DE-83D75D1BE9B9}" srcId="{7E6F60D3-B124-433B-A661-663BE4DB051B}" destId="{ADFCA804-9D3F-4A0F-A5A0-E14FA7BFC95E}" srcOrd="1" destOrd="0" parTransId="{3D66A88A-04D5-442D-A67F-C7379A54E89A}" sibTransId="{25C6FBAF-C2FC-48A6-B12A-D778AD339CA2}"/>
    <dgm:cxn modelId="{5E4DE0F7-747A-4650-A746-47636F1A6B98}" type="presOf" srcId="{7E6F60D3-B124-433B-A661-663BE4DB051B}" destId="{F1E3BBAA-4B24-458F-A3C9-37F80A77A032}" srcOrd="0" destOrd="0" presId="urn:microsoft.com/office/officeart/2005/8/layout/balance1"/>
    <dgm:cxn modelId="{CAAA5625-A2AF-429E-B72D-D7F5C61F5F67}" type="presOf" srcId="{B3016865-C777-4B25-95B4-7A4DE1B726CD}" destId="{E7223BD2-C5A3-435A-8C6B-9D3F8DDC6EB1}" srcOrd="0" destOrd="0" presId="urn:microsoft.com/office/officeart/2005/8/layout/balance1"/>
    <dgm:cxn modelId="{461B8117-BB99-4A72-A2F8-76A8D28270DE}" type="presOf" srcId="{CCADE9DC-51F1-46B5-93ED-0674634A142E}" destId="{F0E58121-54D7-47BB-8F02-49C9DBD0AA16}" srcOrd="0" destOrd="0" presId="urn:microsoft.com/office/officeart/2005/8/layout/balance1"/>
    <dgm:cxn modelId="{AC8B9206-5647-404E-9199-768FB63CD22D}" type="presOf" srcId="{ADFCA804-9D3F-4A0F-A5A0-E14FA7BFC95E}" destId="{4ECFC618-72CE-4897-B943-CC292037F91B}" srcOrd="0" destOrd="0" presId="urn:microsoft.com/office/officeart/2005/8/layout/balance1"/>
    <dgm:cxn modelId="{C8BD41F0-E61A-4390-9F00-A33995714469}" srcId="{B3016865-C777-4B25-95B4-7A4DE1B726CD}" destId="{7E6F60D3-B124-433B-A661-663BE4DB051B}" srcOrd="1" destOrd="0" parTransId="{9E81104B-6B1D-4E27-9B08-7415DAFE5525}" sibTransId="{89D90043-4EC6-444B-B2F1-A75D1D1AF504}"/>
    <dgm:cxn modelId="{23FB2CB0-52CC-4B1B-91F0-17C03C8C1C15}" type="presOf" srcId="{47A4402F-29BC-4234-943A-3A1831EE561B}" destId="{9D78187F-7374-432A-96D2-DC2543FD015C}" srcOrd="0" destOrd="0" presId="urn:microsoft.com/office/officeart/2005/8/layout/balance1"/>
    <dgm:cxn modelId="{21F3681F-897C-416D-9C7C-4E4243346292}" type="presOf" srcId="{ECDEA80C-F8E9-46A5-AD28-8AAC955B3C40}" destId="{FEDBA7C9-DC91-4566-A5C0-35C70584ED60}" srcOrd="0" destOrd="0" presId="urn:microsoft.com/office/officeart/2005/8/layout/balance1"/>
    <dgm:cxn modelId="{8A4D1D59-3227-40C4-99CF-6AD2263767A3}" srcId="{7E6F60D3-B124-433B-A661-663BE4DB051B}" destId="{ECDEA80C-F8E9-46A5-AD28-8AAC955B3C40}" srcOrd="0" destOrd="0" parTransId="{598DC2A0-C8E2-4AA2-98D0-68D5F519AEE8}" sibTransId="{134311F8-1B46-43DC-8011-86F32E28E91A}"/>
    <dgm:cxn modelId="{1B429A6C-9B6B-417A-93A8-2034BBF21634}" type="presParOf" srcId="{E7223BD2-C5A3-435A-8C6B-9D3F8DDC6EB1}" destId="{F925C5CB-134F-4561-92CD-6E38240EC23D}" srcOrd="0" destOrd="0" presId="urn:microsoft.com/office/officeart/2005/8/layout/balance1"/>
    <dgm:cxn modelId="{12D4B12E-30F1-4388-84B5-9FA6299E9D4C}" type="presParOf" srcId="{E7223BD2-C5A3-435A-8C6B-9D3F8DDC6EB1}" destId="{C92DBFFC-BB09-44ED-8FBC-8309B4A4DDE7}" srcOrd="1" destOrd="0" presId="urn:microsoft.com/office/officeart/2005/8/layout/balance1"/>
    <dgm:cxn modelId="{9BC4856B-B126-464D-9212-F711DECC3B9F}" type="presParOf" srcId="{C92DBFFC-BB09-44ED-8FBC-8309B4A4DDE7}" destId="{9D78187F-7374-432A-96D2-DC2543FD015C}" srcOrd="0" destOrd="0" presId="urn:microsoft.com/office/officeart/2005/8/layout/balance1"/>
    <dgm:cxn modelId="{AE9C1D83-2050-4EF8-A89E-20DA15E86275}" type="presParOf" srcId="{C92DBFFC-BB09-44ED-8FBC-8309B4A4DDE7}" destId="{F1E3BBAA-4B24-458F-A3C9-37F80A77A032}" srcOrd="1" destOrd="0" presId="urn:microsoft.com/office/officeart/2005/8/layout/balance1"/>
    <dgm:cxn modelId="{FEEA4F6E-D770-498D-BDF5-676830CA6FAB}" type="presParOf" srcId="{E7223BD2-C5A3-435A-8C6B-9D3F8DDC6EB1}" destId="{F49B6EDE-1EC3-469F-983D-F94229800D09}" srcOrd="2" destOrd="0" presId="urn:microsoft.com/office/officeart/2005/8/layout/balance1"/>
    <dgm:cxn modelId="{C03D01BF-0525-4CE0-94D7-B509B6902999}" type="presParOf" srcId="{F49B6EDE-1EC3-469F-983D-F94229800D09}" destId="{381C72E3-4028-4824-9175-611DB10FED47}" srcOrd="0" destOrd="0" presId="urn:microsoft.com/office/officeart/2005/8/layout/balance1"/>
    <dgm:cxn modelId="{01AF896A-95F6-4928-B4EF-7B1107F18C46}" type="presParOf" srcId="{F49B6EDE-1EC3-469F-983D-F94229800D09}" destId="{737E2893-F759-4D4F-93F1-DD9C9842F66A}" srcOrd="1" destOrd="0" presId="urn:microsoft.com/office/officeart/2005/8/layout/balance1"/>
    <dgm:cxn modelId="{45AA0729-E858-4415-93DA-67F59BA1C83F}" type="presParOf" srcId="{F49B6EDE-1EC3-469F-983D-F94229800D09}" destId="{B51057AD-F196-4898-9B32-846981FD164C}" srcOrd="2" destOrd="0" presId="urn:microsoft.com/office/officeart/2005/8/layout/balance1"/>
    <dgm:cxn modelId="{4EFBE5C8-2D10-4FB4-9581-DEE869AA6A58}" type="presParOf" srcId="{F49B6EDE-1EC3-469F-983D-F94229800D09}" destId="{FEDBA7C9-DC91-4566-A5C0-35C70584ED60}" srcOrd="3" destOrd="0" presId="urn:microsoft.com/office/officeart/2005/8/layout/balance1"/>
    <dgm:cxn modelId="{5FF73058-47D5-44C2-BBF7-1693CBC739C7}" type="presParOf" srcId="{F49B6EDE-1EC3-469F-983D-F94229800D09}" destId="{4ECFC618-72CE-4897-B943-CC292037F91B}" srcOrd="4" destOrd="0" presId="urn:microsoft.com/office/officeart/2005/8/layout/balance1"/>
    <dgm:cxn modelId="{EC038E04-CDA9-486B-BE08-2087205EAA45}" type="presParOf" srcId="{F49B6EDE-1EC3-469F-983D-F94229800D09}" destId="{E230BE48-6165-4B0D-ABE4-0A23E33C0A4F}" srcOrd="5" destOrd="0" presId="urn:microsoft.com/office/officeart/2005/8/layout/balance1"/>
    <dgm:cxn modelId="{82CE324C-C2A6-40C8-B8F5-FC430CEEE449}" type="presParOf" srcId="{F49B6EDE-1EC3-469F-983D-F94229800D09}" destId="{F0E58121-54D7-47BB-8F02-49C9DBD0AA16}" srcOrd="6" destOrd="0" presId="urn:microsoft.com/office/officeart/2005/8/layout/balance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8DE1925-2EB1-49B6-AD3B-C6EC64C4DE12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AD398649-D9E2-4D6A-B034-9916A16ACE3D}">
      <dgm:prSet phldrT="[Text]"/>
      <dgm:spPr/>
      <dgm:t>
        <a:bodyPr/>
        <a:lstStyle/>
        <a:p>
          <a:r>
            <a:rPr lang="en-US" dirty="0" smtClean="0"/>
            <a:t>Source Code, Documents, Data, Build Script</a:t>
          </a:r>
          <a:endParaRPr lang="en-US" dirty="0"/>
        </a:p>
      </dgm:t>
    </dgm:pt>
    <dgm:pt modelId="{FC43BE0C-5E63-4ACC-97BA-6655B54B4B16}" type="parTrans" cxnId="{7ABF436B-CD16-46DF-BD21-71A8630313B2}">
      <dgm:prSet/>
      <dgm:spPr/>
      <dgm:t>
        <a:bodyPr/>
        <a:lstStyle/>
        <a:p>
          <a:endParaRPr lang="en-US"/>
        </a:p>
      </dgm:t>
    </dgm:pt>
    <dgm:pt modelId="{DF7C490E-BC8A-4D33-9AC6-B11D9A538918}" type="sibTrans" cxnId="{7ABF436B-CD16-46DF-BD21-71A8630313B2}">
      <dgm:prSet/>
      <dgm:spPr/>
      <dgm:t>
        <a:bodyPr/>
        <a:lstStyle/>
        <a:p>
          <a:endParaRPr lang="en-US"/>
        </a:p>
      </dgm:t>
    </dgm:pt>
    <dgm:pt modelId="{C1282E57-112F-43C1-810E-3B2458F68AD6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 smtClean="0"/>
            <a:t>Build Tool</a:t>
          </a:r>
          <a:endParaRPr lang="en-US" dirty="0"/>
        </a:p>
      </dgm:t>
    </dgm:pt>
    <dgm:pt modelId="{04F5DEF7-264B-4607-908A-B7281E09BFCB}" type="parTrans" cxnId="{4540577D-104D-4579-9F6C-8C6A08178B58}">
      <dgm:prSet/>
      <dgm:spPr/>
      <dgm:t>
        <a:bodyPr/>
        <a:lstStyle/>
        <a:p>
          <a:endParaRPr lang="en-US"/>
        </a:p>
      </dgm:t>
    </dgm:pt>
    <dgm:pt modelId="{74C28B8B-EB30-45C5-8882-2BF5E603A3C8}" type="sibTrans" cxnId="{4540577D-104D-4579-9F6C-8C6A08178B58}">
      <dgm:prSet/>
      <dgm:spPr/>
      <dgm:t>
        <a:bodyPr/>
        <a:lstStyle/>
        <a:p>
          <a:endParaRPr lang="en-US"/>
        </a:p>
      </dgm:t>
    </dgm:pt>
    <dgm:pt modelId="{6778F527-BD1E-40DF-B532-CA58CFB33AAB}">
      <dgm:prSet phldrT="[Text]"/>
      <dgm:spPr>
        <a:solidFill>
          <a:schemeClr val="accent3"/>
        </a:solidFill>
      </dgm:spPr>
      <dgm:t>
        <a:bodyPr/>
        <a:lstStyle/>
        <a:p>
          <a:r>
            <a:rPr lang="en-US" i="0" dirty="0" smtClean="0">
              <a:solidFill>
                <a:schemeClr val="bg1"/>
              </a:solidFill>
            </a:rPr>
            <a:t>Software Build </a:t>
          </a:r>
          <a:endParaRPr lang="en-US" i="0" dirty="0"/>
        </a:p>
      </dgm:t>
    </dgm:pt>
    <dgm:pt modelId="{CDB09577-85E6-4B4E-A850-0AA3D42B17CE}" type="parTrans" cxnId="{398492D5-3EBC-4F18-A189-041921AA1ECF}">
      <dgm:prSet/>
      <dgm:spPr/>
      <dgm:t>
        <a:bodyPr/>
        <a:lstStyle/>
        <a:p>
          <a:endParaRPr lang="en-US"/>
        </a:p>
      </dgm:t>
    </dgm:pt>
    <dgm:pt modelId="{3D196D66-7C1D-4FE6-9F4B-46A406F8A0A7}" type="sibTrans" cxnId="{398492D5-3EBC-4F18-A189-041921AA1ECF}">
      <dgm:prSet/>
      <dgm:spPr/>
      <dgm:t>
        <a:bodyPr/>
        <a:lstStyle/>
        <a:p>
          <a:endParaRPr lang="en-US"/>
        </a:p>
      </dgm:t>
    </dgm:pt>
    <dgm:pt modelId="{D3519AAE-BB2C-4783-ACAC-D7B0603D9EDD}" type="pres">
      <dgm:prSet presAssocID="{68DE1925-2EB1-49B6-AD3B-C6EC64C4DE12}" presName="Name0" presStyleCnt="0">
        <dgm:presLayoutVars>
          <dgm:dir/>
          <dgm:resizeHandles val="exact"/>
        </dgm:presLayoutVars>
      </dgm:prSet>
      <dgm:spPr/>
    </dgm:pt>
    <dgm:pt modelId="{022BA7C4-B1FE-4A96-AF95-1B40148512F5}" type="pres">
      <dgm:prSet presAssocID="{AD398649-D9E2-4D6A-B034-9916A16ACE3D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1CDD471-9C5C-46D0-9558-4F4E50FDAE5F}" type="pres">
      <dgm:prSet presAssocID="{DF7C490E-BC8A-4D33-9AC6-B11D9A538918}" presName="sibTrans" presStyleLbl="sibTrans2D1" presStyleIdx="0" presStyleCnt="2"/>
      <dgm:spPr/>
      <dgm:t>
        <a:bodyPr/>
        <a:lstStyle/>
        <a:p>
          <a:endParaRPr lang="en-US"/>
        </a:p>
      </dgm:t>
    </dgm:pt>
    <dgm:pt modelId="{6B9AC394-BF6E-420C-8B7A-AB63F13AAFBA}" type="pres">
      <dgm:prSet presAssocID="{DF7C490E-BC8A-4D33-9AC6-B11D9A538918}" presName="connectorText" presStyleLbl="sibTrans2D1" presStyleIdx="0" presStyleCnt="2"/>
      <dgm:spPr/>
      <dgm:t>
        <a:bodyPr/>
        <a:lstStyle/>
        <a:p>
          <a:endParaRPr lang="en-US"/>
        </a:p>
      </dgm:t>
    </dgm:pt>
    <dgm:pt modelId="{874708FB-C8C7-4853-B644-18164B53E466}" type="pres">
      <dgm:prSet presAssocID="{C1282E57-112F-43C1-810E-3B2458F68AD6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43B38FF-1D2C-480E-8533-6EDDA99D0D5C}" type="pres">
      <dgm:prSet presAssocID="{74C28B8B-EB30-45C5-8882-2BF5E603A3C8}" presName="sibTrans" presStyleLbl="sibTrans2D1" presStyleIdx="1" presStyleCnt="2"/>
      <dgm:spPr/>
      <dgm:t>
        <a:bodyPr/>
        <a:lstStyle/>
        <a:p>
          <a:endParaRPr lang="en-US"/>
        </a:p>
      </dgm:t>
    </dgm:pt>
    <dgm:pt modelId="{63E3F4D8-BBAC-432B-8260-EC24017774BF}" type="pres">
      <dgm:prSet presAssocID="{74C28B8B-EB30-45C5-8882-2BF5E603A3C8}" presName="connectorText" presStyleLbl="sibTrans2D1" presStyleIdx="1" presStyleCnt="2"/>
      <dgm:spPr/>
      <dgm:t>
        <a:bodyPr/>
        <a:lstStyle/>
        <a:p>
          <a:endParaRPr lang="en-US"/>
        </a:p>
      </dgm:t>
    </dgm:pt>
    <dgm:pt modelId="{71E448F3-8A8C-4AFC-AA32-239A988148E3}" type="pres">
      <dgm:prSet presAssocID="{6778F527-BD1E-40DF-B532-CA58CFB33AAB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AF48E7E-8450-4F96-9680-844BA2F3CF9B}" type="presOf" srcId="{74C28B8B-EB30-45C5-8882-2BF5E603A3C8}" destId="{543B38FF-1D2C-480E-8533-6EDDA99D0D5C}" srcOrd="0" destOrd="0" presId="urn:microsoft.com/office/officeart/2005/8/layout/process1"/>
    <dgm:cxn modelId="{B88BFA1B-32BF-4011-BCE5-27992A4507C0}" type="presOf" srcId="{DF7C490E-BC8A-4D33-9AC6-B11D9A538918}" destId="{31CDD471-9C5C-46D0-9558-4F4E50FDAE5F}" srcOrd="0" destOrd="0" presId="urn:microsoft.com/office/officeart/2005/8/layout/process1"/>
    <dgm:cxn modelId="{47648731-1D5D-4A52-8696-493DA72FFA73}" type="presOf" srcId="{DF7C490E-BC8A-4D33-9AC6-B11D9A538918}" destId="{6B9AC394-BF6E-420C-8B7A-AB63F13AAFBA}" srcOrd="1" destOrd="0" presId="urn:microsoft.com/office/officeart/2005/8/layout/process1"/>
    <dgm:cxn modelId="{7ABF436B-CD16-46DF-BD21-71A8630313B2}" srcId="{68DE1925-2EB1-49B6-AD3B-C6EC64C4DE12}" destId="{AD398649-D9E2-4D6A-B034-9916A16ACE3D}" srcOrd="0" destOrd="0" parTransId="{FC43BE0C-5E63-4ACC-97BA-6655B54B4B16}" sibTransId="{DF7C490E-BC8A-4D33-9AC6-B11D9A538918}"/>
    <dgm:cxn modelId="{D2F535FE-78A2-4DBB-9821-3BE43E5A0BD8}" type="presOf" srcId="{68DE1925-2EB1-49B6-AD3B-C6EC64C4DE12}" destId="{D3519AAE-BB2C-4783-ACAC-D7B0603D9EDD}" srcOrd="0" destOrd="0" presId="urn:microsoft.com/office/officeart/2005/8/layout/process1"/>
    <dgm:cxn modelId="{78C23067-6FCE-4B4A-A766-D130E9E64B75}" type="presOf" srcId="{AD398649-D9E2-4D6A-B034-9916A16ACE3D}" destId="{022BA7C4-B1FE-4A96-AF95-1B40148512F5}" srcOrd="0" destOrd="0" presId="urn:microsoft.com/office/officeart/2005/8/layout/process1"/>
    <dgm:cxn modelId="{F1D2AC5F-A0CC-40FF-A639-F713B1728820}" type="presOf" srcId="{6778F527-BD1E-40DF-B532-CA58CFB33AAB}" destId="{71E448F3-8A8C-4AFC-AA32-239A988148E3}" srcOrd="0" destOrd="0" presId="urn:microsoft.com/office/officeart/2005/8/layout/process1"/>
    <dgm:cxn modelId="{4540577D-104D-4579-9F6C-8C6A08178B58}" srcId="{68DE1925-2EB1-49B6-AD3B-C6EC64C4DE12}" destId="{C1282E57-112F-43C1-810E-3B2458F68AD6}" srcOrd="1" destOrd="0" parTransId="{04F5DEF7-264B-4607-908A-B7281E09BFCB}" sibTransId="{74C28B8B-EB30-45C5-8882-2BF5E603A3C8}"/>
    <dgm:cxn modelId="{87408F0F-7A28-4B0B-A385-17055FF692B3}" type="presOf" srcId="{C1282E57-112F-43C1-810E-3B2458F68AD6}" destId="{874708FB-C8C7-4853-B644-18164B53E466}" srcOrd="0" destOrd="0" presId="urn:microsoft.com/office/officeart/2005/8/layout/process1"/>
    <dgm:cxn modelId="{398492D5-3EBC-4F18-A189-041921AA1ECF}" srcId="{68DE1925-2EB1-49B6-AD3B-C6EC64C4DE12}" destId="{6778F527-BD1E-40DF-B532-CA58CFB33AAB}" srcOrd="2" destOrd="0" parTransId="{CDB09577-85E6-4B4E-A850-0AA3D42B17CE}" sibTransId="{3D196D66-7C1D-4FE6-9F4B-46A406F8A0A7}"/>
    <dgm:cxn modelId="{23A18874-AEF4-4194-BC28-781577B64BFE}" type="presOf" srcId="{74C28B8B-EB30-45C5-8882-2BF5E603A3C8}" destId="{63E3F4D8-BBAC-432B-8260-EC24017774BF}" srcOrd="1" destOrd="0" presId="urn:microsoft.com/office/officeart/2005/8/layout/process1"/>
    <dgm:cxn modelId="{47F84FCB-AB48-4A74-9124-231ABBB59EEF}" type="presParOf" srcId="{D3519AAE-BB2C-4783-ACAC-D7B0603D9EDD}" destId="{022BA7C4-B1FE-4A96-AF95-1B40148512F5}" srcOrd="0" destOrd="0" presId="urn:microsoft.com/office/officeart/2005/8/layout/process1"/>
    <dgm:cxn modelId="{49495B88-4C79-4BA0-8572-785B9BA5940F}" type="presParOf" srcId="{D3519AAE-BB2C-4783-ACAC-D7B0603D9EDD}" destId="{31CDD471-9C5C-46D0-9558-4F4E50FDAE5F}" srcOrd="1" destOrd="0" presId="urn:microsoft.com/office/officeart/2005/8/layout/process1"/>
    <dgm:cxn modelId="{448EDABC-1CAA-4A48-8BF0-617C6CFB1383}" type="presParOf" srcId="{31CDD471-9C5C-46D0-9558-4F4E50FDAE5F}" destId="{6B9AC394-BF6E-420C-8B7A-AB63F13AAFBA}" srcOrd="0" destOrd="0" presId="urn:microsoft.com/office/officeart/2005/8/layout/process1"/>
    <dgm:cxn modelId="{618C2637-7BA9-4FF4-BF9F-E05E20448512}" type="presParOf" srcId="{D3519AAE-BB2C-4783-ACAC-D7B0603D9EDD}" destId="{874708FB-C8C7-4853-B644-18164B53E466}" srcOrd="2" destOrd="0" presId="urn:microsoft.com/office/officeart/2005/8/layout/process1"/>
    <dgm:cxn modelId="{E163021D-A041-4E49-8E06-34890A95B557}" type="presParOf" srcId="{D3519AAE-BB2C-4783-ACAC-D7B0603D9EDD}" destId="{543B38FF-1D2C-480E-8533-6EDDA99D0D5C}" srcOrd="3" destOrd="0" presId="urn:microsoft.com/office/officeart/2005/8/layout/process1"/>
    <dgm:cxn modelId="{2E4A993F-7907-48CD-9205-DDBF89BAB24D}" type="presParOf" srcId="{543B38FF-1D2C-480E-8533-6EDDA99D0D5C}" destId="{63E3F4D8-BBAC-432B-8260-EC24017774BF}" srcOrd="0" destOrd="0" presId="urn:microsoft.com/office/officeart/2005/8/layout/process1"/>
    <dgm:cxn modelId="{3C72115A-33C4-4F57-9D11-AAA20554E4F2}" type="presParOf" srcId="{D3519AAE-BB2C-4783-ACAC-D7B0603D9EDD}" destId="{71E448F3-8A8C-4AFC-AA32-239A988148E3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432EEA7-4B79-4A18-B4AF-A8271E84F821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0DB06FC-722C-4E19-910F-AECA7DBE26B3}">
      <dgm:prSet phldrT="[Text]" custT="1"/>
      <dgm:spPr/>
      <dgm:t>
        <a:bodyPr/>
        <a:lstStyle/>
        <a:p>
          <a:r>
            <a:rPr lang="en-US" sz="2200" dirty="0" smtClean="0"/>
            <a:t>Get latest source code</a:t>
          </a:r>
          <a:endParaRPr lang="en-US" sz="2200" dirty="0"/>
        </a:p>
      </dgm:t>
    </dgm:pt>
    <dgm:pt modelId="{5A837EB1-D988-4356-99DC-1C44FD1FDFAE}" type="parTrans" cxnId="{1183C10D-746C-47E4-9E25-A3CE155EF124}">
      <dgm:prSet/>
      <dgm:spPr/>
      <dgm:t>
        <a:bodyPr/>
        <a:lstStyle/>
        <a:p>
          <a:endParaRPr lang="en-US"/>
        </a:p>
      </dgm:t>
    </dgm:pt>
    <dgm:pt modelId="{B37FEED1-ED25-430B-892A-F52FC94B2E67}" type="sibTrans" cxnId="{1183C10D-746C-47E4-9E25-A3CE155EF124}">
      <dgm:prSet/>
      <dgm:spPr/>
      <dgm:t>
        <a:bodyPr/>
        <a:lstStyle/>
        <a:p>
          <a:endParaRPr lang="en-US"/>
        </a:p>
      </dgm:t>
    </dgm:pt>
    <dgm:pt modelId="{6433EBD6-D186-4052-A31B-B5CA7AC3B61F}">
      <dgm:prSet phldrT="[Text]" custT="1"/>
      <dgm:spPr>
        <a:solidFill>
          <a:schemeClr val="accent2"/>
        </a:solidFill>
      </dgm:spPr>
      <dgm:t>
        <a:bodyPr/>
        <a:lstStyle/>
        <a:p>
          <a:r>
            <a:rPr lang="en-US" sz="2200" dirty="0" smtClean="0"/>
            <a:t>Develop your feature</a:t>
          </a:r>
          <a:endParaRPr lang="en-US" sz="2200" dirty="0"/>
        </a:p>
      </dgm:t>
    </dgm:pt>
    <dgm:pt modelId="{112B4E16-8EB4-41F9-BE21-94324B07D049}" type="parTrans" cxnId="{04607FCA-AFD8-4C6F-9BC9-283DF1EB86BA}">
      <dgm:prSet/>
      <dgm:spPr/>
      <dgm:t>
        <a:bodyPr/>
        <a:lstStyle/>
        <a:p>
          <a:endParaRPr lang="en-US"/>
        </a:p>
      </dgm:t>
    </dgm:pt>
    <dgm:pt modelId="{5256BE34-651E-4079-8EB0-2028A77DAB70}" type="sibTrans" cxnId="{04607FCA-AFD8-4C6F-9BC9-283DF1EB86BA}">
      <dgm:prSet/>
      <dgm:spPr/>
      <dgm:t>
        <a:bodyPr/>
        <a:lstStyle/>
        <a:p>
          <a:endParaRPr lang="en-US"/>
        </a:p>
      </dgm:t>
    </dgm:pt>
    <dgm:pt modelId="{485B8DE4-C5B4-469F-B9DD-50793060CE93}">
      <dgm:prSet phldrT="[Text]" custT="1"/>
      <dgm:spPr>
        <a:solidFill>
          <a:schemeClr val="accent3"/>
        </a:solidFill>
      </dgm:spPr>
      <dgm:t>
        <a:bodyPr/>
        <a:lstStyle/>
        <a:p>
          <a:r>
            <a:rPr lang="en-US" sz="2200" dirty="0" smtClean="0"/>
            <a:t>Make a build on your machine</a:t>
          </a:r>
          <a:endParaRPr lang="en-US" sz="2200" dirty="0"/>
        </a:p>
      </dgm:t>
    </dgm:pt>
    <dgm:pt modelId="{0946150A-A114-46B4-884A-2061F2957EFB}" type="parTrans" cxnId="{0760A4B3-1FB6-44E3-847A-005ABC1E5DB6}">
      <dgm:prSet/>
      <dgm:spPr/>
      <dgm:t>
        <a:bodyPr/>
        <a:lstStyle/>
        <a:p>
          <a:endParaRPr lang="en-US"/>
        </a:p>
      </dgm:t>
    </dgm:pt>
    <dgm:pt modelId="{6F650C9D-77BF-4A82-910C-1B18527D81F6}" type="sibTrans" cxnId="{0760A4B3-1FB6-44E3-847A-005ABC1E5DB6}">
      <dgm:prSet/>
      <dgm:spPr/>
      <dgm:t>
        <a:bodyPr/>
        <a:lstStyle/>
        <a:p>
          <a:endParaRPr lang="en-US"/>
        </a:p>
      </dgm:t>
    </dgm:pt>
    <dgm:pt modelId="{86E4B0A9-04EC-45B4-AB29-9741BF07781A}">
      <dgm:prSet phldrT="[Text]" custT="1"/>
      <dgm:spPr>
        <a:solidFill>
          <a:schemeClr val="accent4"/>
        </a:solidFill>
      </dgm:spPr>
      <dgm:t>
        <a:bodyPr/>
        <a:lstStyle/>
        <a:p>
          <a:r>
            <a:rPr lang="en-US" sz="2200" dirty="0" smtClean="0"/>
            <a:t>Run automated tests</a:t>
          </a:r>
          <a:endParaRPr lang="en-US" sz="2200" dirty="0"/>
        </a:p>
      </dgm:t>
    </dgm:pt>
    <dgm:pt modelId="{C8A809EF-4552-4E79-92A5-BCE900297A3E}" type="parTrans" cxnId="{2190AF55-023F-49B4-9DD2-F47170873985}">
      <dgm:prSet/>
      <dgm:spPr/>
      <dgm:t>
        <a:bodyPr/>
        <a:lstStyle/>
        <a:p>
          <a:endParaRPr lang="en-US"/>
        </a:p>
      </dgm:t>
    </dgm:pt>
    <dgm:pt modelId="{24E8D8FF-A7D0-4572-A4AB-3050EC34CDA4}" type="sibTrans" cxnId="{2190AF55-023F-49B4-9DD2-F47170873985}">
      <dgm:prSet/>
      <dgm:spPr/>
      <dgm:t>
        <a:bodyPr/>
        <a:lstStyle/>
        <a:p>
          <a:endParaRPr lang="en-US"/>
        </a:p>
      </dgm:t>
    </dgm:pt>
    <dgm:pt modelId="{BEA23FFE-59CF-4284-A550-D3FD6EF5795C}">
      <dgm:prSet phldrT="[Text]" custT="1"/>
      <dgm:spPr>
        <a:solidFill>
          <a:schemeClr val="accent5"/>
        </a:solidFill>
      </dgm:spPr>
      <dgm:t>
        <a:bodyPr/>
        <a:lstStyle/>
        <a:p>
          <a:r>
            <a:rPr lang="en-US" sz="2200" dirty="0" smtClean="0"/>
            <a:t>Commit your code</a:t>
          </a:r>
          <a:endParaRPr lang="en-US" sz="2200" dirty="0"/>
        </a:p>
      </dgm:t>
    </dgm:pt>
    <dgm:pt modelId="{6798A23B-DC39-4922-BEB9-668B2996EBF1}" type="parTrans" cxnId="{4B8792C8-E958-4D0B-9A0B-82E758CE16CE}">
      <dgm:prSet/>
      <dgm:spPr/>
      <dgm:t>
        <a:bodyPr/>
        <a:lstStyle/>
        <a:p>
          <a:endParaRPr lang="en-US"/>
        </a:p>
      </dgm:t>
    </dgm:pt>
    <dgm:pt modelId="{20F08F5C-6AC8-44F8-966F-78D3924FB9F2}" type="sibTrans" cxnId="{4B8792C8-E958-4D0B-9A0B-82E758CE16CE}">
      <dgm:prSet/>
      <dgm:spPr/>
      <dgm:t>
        <a:bodyPr/>
        <a:lstStyle/>
        <a:p>
          <a:endParaRPr lang="en-US"/>
        </a:p>
      </dgm:t>
    </dgm:pt>
    <dgm:pt modelId="{A73816A4-373A-4AED-BC17-DDF2DD7F8CBB}">
      <dgm:prSet custT="1"/>
      <dgm:spPr>
        <a:solidFill>
          <a:schemeClr val="accent6"/>
        </a:solidFill>
      </dgm:spPr>
      <dgm:t>
        <a:bodyPr/>
        <a:lstStyle/>
        <a:p>
          <a:r>
            <a:rPr lang="en-US" sz="2200" dirty="0" smtClean="0"/>
            <a:t>Make a build on integration machine</a:t>
          </a:r>
          <a:endParaRPr lang="en-US" sz="2200" dirty="0"/>
        </a:p>
      </dgm:t>
    </dgm:pt>
    <dgm:pt modelId="{CDA73CE7-1383-49BD-8E44-8163ECCCB739}" type="parTrans" cxnId="{08F9A5C1-7EA5-4F2E-8470-A887871E9D41}">
      <dgm:prSet/>
      <dgm:spPr/>
      <dgm:t>
        <a:bodyPr/>
        <a:lstStyle/>
        <a:p>
          <a:endParaRPr lang="en-US"/>
        </a:p>
      </dgm:t>
    </dgm:pt>
    <dgm:pt modelId="{90E59BA5-A70F-4F80-B70D-49C34D9268D2}" type="sibTrans" cxnId="{08F9A5C1-7EA5-4F2E-8470-A887871E9D41}">
      <dgm:prSet/>
      <dgm:spPr/>
      <dgm:t>
        <a:bodyPr/>
        <a:lstStyle/>
        <a:p>
          <a:endParaRPr lang="en-US"/>
        </a:p>
      </dgm:t>
    </dgm:pt>
    <dgm:pt modelId="{CE2EAB80-2603-4E63-A092-60F66B1E3B6B}" type="pres">
      <dgm:prSet presAssocID="{5432EEA7-4B79-4A18-B4AF-A8271E84F821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AA46980-61DE-4191-9374-9CDC42C00784}" type="pres">
      <dgm:prSet presAssocID="{A0DB06FC-722C-4E19-910F-AECA7DBE26B3}" presName="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6D3ACFA-CF10-4300-8BF7-78B8E2896143}" type="pres">
      <dgm:prSet presAssocID="{B37FEED1-ED25-430B-892A-F52FC94B2E67}" presName="sibTrans" presStyleLbl="sibTrans2D1" presStyleIdx="0" presStyleCnt="5"/>
      <dgm:spPr/>
      <dgm:t>
        <a:bodyPr/>
        <a:lstStyle/>
        <a:p>
          <a:endParaRPr lang="en-US"/>
        </a:p>
      </dgm:t>
    </dgm:pt>
    <dgm:pt modelId="{406A82A8-830E-4766-86E8-1DA39F53E140}" type="pres">
      <dgm:prSet presAssocID="{B37FEED1-ED25-430B-892A-F52FC94B2E67}" presName="connectorText" presStyleLbl="sibTrans2D1" presStyleIdx="0" presStyleCnt="5"/>
      <dgm:spPr/>
      <dgm:t>
        <a:bodyPr/>
        <a:lstStyle/>
        <a:p>
          <a:endParaRPr lang="en-US"/>
        </a:p>
      </dgm:t>
    </dgm:pt>
    <dgm:pt modelId="{7BD8602B-4B80-4871-B343-7DB20DE05BE5}" type="pres">
      <dgm:prSet presAssocID="{6433EBD6-D186-4052-A31B-B5CA7AC3B61F}" presName="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B0317C4-3726-4019-8F72-DA6B316E0846}" type="pres">
      <dgm:prSet presAssocID="{5256BE34-651E-4079-8EB0-2028A77DAB70}" presName="sibTrans" presStyleLbl="sibTrans2D1" presStyleIdx="1" presStyleCnt="5"/>
      <dgm:spPr/>
      <dgm:t>
        <a:bodyPr/>
        <a:lstStyle/>
        <a:p>
          <a:endParaRPr lang="en-US"/>
        </a:p>
      </dgm:t>
    </dgm:pt>
    <dgm:pt modelId="{38580C27-B350-4C1D-9FEE-1B2D7BBA3BE4}" type="pres">
      <dgm:prSet presAssocID="{5256BE34-651E-4079-8EB0-2028A77DAB70}" presName="connectorText" presStyleLbl="sibTrans2D1" presStyleIdx="1" presStyleCnt="5"/>
      <dgm:spPr/>
      <dgm:t>
        <a:bodyPr/>
        <a:lstStyle/>
        <a:p>
          <a:endParaRPr lang="en-US"/>
        </a:p>
      </dgm:t>
    </dgm:pt>
    <dgm:pt modelId="{96631C74-4A82-4D2F-94BB-0D8F8895C5FE}" type="pres">
      <dgm:prSet presAssocID="{485B8DE4-C5B4-469F-B9DD-50793060CE93}" presName="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4A24010-67E7-4B57-B94F-69BCA44D5CB4}" type="pres">
      <dgm:prSet presAssocID="{6F650C9D-77BF-4A82-910C-1B18527D81F6}" presName="sibTrans" presStyleLbl="sibTrans2D1" presStyleIdx="2" presStyleCnt="5"/>
      <dgm:spPr/>
      <dgm:t>
        <a:bodyPr/>
        <a:lstStyle/>
        <a:p>
          <a:endParaRPr lang="en-US"/>
        </a:p>
      </dgm:t>
    </dgm:pt>
    <dgm:pt modelId="{345A75A5-C8B3-4972-9B52-BAB4D650223A}" type="pres">
      <dgm:prSet presAssocID="{6F650C9D-77BF-4A82-910C-1B18527D81F6}" presName="connectorText" presStyleLbl="sibTrans2D1" presStyleIdx="2" presStyleCnt="5"/>
      <dgm:spPr/>
      <dgm:t>
        <a:bodyPr/>
        <a:lstStyle/>
        <a:p>
          <a:endParaRPr lang="en-US"/>
        </a:p>
      </dgm:t>
    </dgm:pt>
    <dgm:pt modelId="{D73EE9E0-6392-49BA-B534-BA6EF63546A7}" type="pres">
      <dgm:prSet presAssocID="{86E4B0A9-04EC-45B4-AB29-9741BF07781A}" presName="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E37E33A-832B-4775-9BC1-D709D7427A5E}" type="pres">
      <dgm:prSet presAssocID="{24E8D8FF-A7D0-4572-A4AB-3050EC34CDA4}" presName="sibTrans" presStyleLbl="sibTrans2D1" presStyleIdx="3" presStyleCnt="5"/>
      <dgm:spPr/>
      <dgm:t>
        <a:bodyPr/>
        <a:lstStyle/>
        <a:p>
          <a:endParaRPr lang="en-US"/>
        </a:p>
      </dgm:t>
    </dgm:pt>
    <dgm:pt modelId="{9E6CC6FC-CFBF-4F57-A688-E9DFBABCB7F6}" type="pres">
      <dgm:prSet presAssocID="{24E8D8FF-A7D0-4572-A4AB-3050EC34CDA4}" presName="connectorText" presStyleLbl="sibTrans2D1" presStyleIdx="3" presStyleCnt="5"/>
      <dgm:spPr/>
      <dgm:t>
        <a:bodyPr/>
        <a:lstStyle/>
        <a:p>
          <a:endParaRPr lang="en-US"/>
        </a:p>
      </dgm:t>
    </dgm:pt>
    <dgm:pt modelId="{8C5B3C4A-5C9D-4B33-AA49-24659218E08B}" type="pres">
      <dgm:prSet presAssocID="{BEA23FFE-59CF-4284-A550-D3FD6EF5795C}" presName="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2C91C16-1CE0-4565-9D70-6002257BF340}" type="pres">
      <dgm:prSet presAssocID="{20F08F5C-6AC8-44F8-966F-78D3924FB9F2}" presName="sibTrans" presStyleLbl="sibTrans2D1" presStyleIdx="4" presStyleCnt="5"/>
      <dgm:spPr/>
      <dgm:t>
        <a:bodyPr/>
        <a:lstStyle/>
        <a:p>
          <a:endParaRPr lang="en-US"/>
        </a:p>
      </dgm:t>
    </dgm:pt>
    <dgm:pt modelId="{78746CF4-EFF3-41DC-8221-BC774DD2AF6C}" type="pres">
      <dgm:prSet presAssocID="{20F08F5C-6AC8-44F8-966F-78D3924FB9F2}" presName="connectorText" presStyleLbl="sibTrans2D1" presStyleIdx="4" presStyleCnt="5"/>
      <dgm:spPr/>
      <dgm:t>
        <a:bodyPr/>
        <a:lstStyle/>
        <a:p>
          <a:endParaRPr lang="en-US"/>
        </a:p>
      </dgm:t>
    </dgm:pt>
    <dgm:pt modelId="{B038D0F4-515F-4F09-AEC7-2C050FB384F2}" type="pres">
      <dgm:prSet presAssocID="{A73816A4-373A-4AED-BC17-DDF2DD7F8CBB}" presName="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B8792C8-E958-4D0B-9A0B-82E758CE16CE}" srcId="{5432EEA7-4B79-4A18-B4AF-A8271E84F821}" destId="{BEA23FFE-59CF-4284-A550-D3FD6EF5795C}" srcOrd="4" destOrd="0" parTransId="{6798A23B-DC39-4922-BEB9-668B2996EBF1}" sibTransId="{20F08F5C-6AC8-44F8-966F-78D3924FB9F2}"/>
    <dgm:cxn modelId="{CFDAFEE6-B1B0-4251-AEAC-B02373384015}" type="presOf" srcId="{A73816A4-373A-4AED-BC17-DDF2DD7F8CBB}" destId="{B038D0F4-515F-4F09-AEC7-2C050FB384F2}" srcOrd="0" destOrd="0" presId="urn:microsoft.com/office/officeart/2005/8/layout/process5"/>
    <dgm:cxn modelId="{6574F0AD-57D6-4639-AE33-170EE5AA71C3}" type="presOf" srcId="{24E8D8FF-A7D0-4572-A4AB-3050EC34CDA4}" destId="{4E37E33A-832B-4775-9BC1-D709D7427A5E}" srcOrd="0" destOrd="0" presId="urn:microsoft.com/office/officeart/2005/8/layout/process5"/>
    <dgm:cxn modelId="{8AB4A4AF-E6B5-4B6E-89E2-82BAE4030CEC}" type="presOf" srcId="{5256BE34-651E-4079-8EB0-2028A77DAB70}" destId="{7B0317C4-3726-4019-8F72-DA6B316E0846}" srcOrd="0" destOrd="0" presId="urn:microsoft.com/office/officeart/2005/8/layout/process5"/>
    <dgm:cxn modelId="{00464BD5-4CD5-48E3-8CC7-7A4C6F6536B0}" type="presOf" srcId="{6F650C9D-77BF-4A82-910C-1B18527D81F6}" destId="{D4A24010-67E7-4B57-B94F-69BCA44D5CB4}" srcOrd="0" destOrd="0" presId="urn:microsoft.com/office/officeart/2005/8/layout/process5"/>
    <dgm:cxn modelId="{086C6554-E284-4A69-8C9D-7C05847D2276}" type="presOf" srcId="{86E4B0A9-04EC-45B4-AB29-9741BF07781A}" destId="{D73EE9E0-6392-49BA-B534-BA6EF63546A7}" srcOrd="0" destOrd="0" presId="urn:microsoft.com/office/officeart/2005/8/layout/process5"/>
    <dgm:cxn modelId="{0760A4B3-1FB6-44E3-847A-005ABC1E5DB6}" srcId="{5432EEA7-4B79-4A18-B4AF-A8271E84F821}" destId="{485B8DE4-C5B4-469F-B9DD-50793060CE93}" srcOrd="2" destOrd="0" parTransId="{0946150A-A114-46B4-884A-2061F2957EFB}" sibTransId="{6F650C9D-77BF-4A82-910C-1B18527D81F6}"/>
    <dgm:cxn modelId="{BB8F55C4-2C0A-4FFE-89C5-C874E78930C9}" type="presOf" srcId="{B37FEED1-ED25-430B-892A-F52FC94B2E67}" destId="{06D3ACFA-CF10-4300-8BF7-78B8E2896143}" srcOrd="0" destOrd="0" presId="urn:microsoft.com/office/officeart/2005/8/layout/process5"/>
    <dgm:cxn modelId="{217431B9-A3A1-4110-ABD6-6E5175A78865}" type="presOf" srcId="{5256BE34-651E-4079-8EB0-2028A77DAB70}" destId="{38580C27-B350-4C1D-9FEE-1B2D7BBA3BE4}" srcOrd="1" destOrd="0" presId="urn:microsoft.com/office/officeart/2005/8/layout/process5"/>
    <dgm:cxn modelId="{BC6E1F59-C704-47A0-B4F9-CE10A9869888}" type="presOf" srcId="{BEA23FFE-59CF-4284-A550-D3FD6EF5795C}" destId="{8C5B3C4A-5C9D-4B33-AA49-24659218E08B}" srcOrd="0" destOrd="0" presId="urn:microsoft.com/office/officeart/2005/8/layout/process5"/>
    <dgm:cxn modelId="{08F9A5C1-7EA5-4F2E-8470-A887871E9D41}" srcId="{5432EEA7-4B79-4A18-B4AF-A8271E84F821}" destId="{A73816A4-373A-4AED-BC17-DDF2DD7F8CBB}" srcOrd="5" destOrd="0" parTransId="{CDA73CE7-1383-49BD-8E44-8163ECCCB739}" sibTransId="{90E59BA5-A70F-4F80-B70D-49C34D9268D2}"/>
    <dgm:cxn modelId="{4E815F08-2EFD-4FFB-9677-C477F9888197}" type="presOf" srcId="{20F08F5C-6AC8-44F8-966F-78D3924FB9F2}" destId="{78746CF4-EFF3-41DC-8221-BC774DD2AF6C}" srcOrd="1" destOrd="0" presId="urn:microsoft.com/office/officeart/2005/8/layout/process5"/>
    <dgm:cxn modelId="{1183C10D-746C-47E4-9E25-A3CE155EF124}" srcId="{5432EEA7-4B79-4A18-B4AF-A8271E84F821}" destId="{A0DB06FC-722C-4E19-910F-AECA7DBE26B3}" srcOrd="0" destOrd="0" parTransId="{5A837EB1-D988-4356-99DC-1C44FD1FDFAE}" sibTransId="{B37FEED1-ED25-430B-892A-F52FC94B2E67}"/>
    <dgm:cxn modelId="{41A9200A-64D1-4C55-899E-FE8F298B8A0B}" type="presOf" srcId="{20F08F5C-6AC8-44F8-966F-78D3924FB9F2}" destId="{92C91C16-1CE0-4565-9D70-6002257BF340}" srcOrd="0" destOrd="0" presId="urn:microsoft.com/office/officeart/2005/8/layout/process5"/>
    <dgm:cxn modelId="{04607FCA-AFD8-4C6F-9BC9-283DF1EB86BA}" srcId="{5432EEA7-4B79-4A18-B4AF-A8271E84F821}" destId="{6433EBD6-D186-4052-A31B-B5CA7AC3B61F}" srcOrd="1" destOrd="0" parTransId="{112B4E16-8EB4-41F9-BE21-94324B07D049}" sibTransId="{5256BE34-651E-4079-8EB0-2028A77DAB70}"/>
    <dgm:cxn modelId="{2891A865-33B6-4E99-B628-29929EA673B1}" type="presOf" srcId="{B37FEED1-ED25-430B-892A-F52FC94B2E67}" destId="{406A82A8-830E-4766-86E8-1DA39F53E140}" srcOrd="1" destOrd="0" presId="urn:microsoft.com/office/officeart/2005/8/layout/process5"/>
    <dgm:cxn modelId="{C1E35C0E-2A78-47C3-A83C-FE582A8E3932}" type="presOf" srcId="{6F650C9D-77BF-4A82-910C-1B18527D81F6}" destId="{345A75A5-C8B3-4972-9B52-BAB4D650223A}" srcOrd="1" destOrd="0" presId="urn:microsoft.com/office/officeart/2005/8/layout/process5"/>
    <dgm:cxn modelId="{36BD4124-A6FF-4B92-877C-961656816AF0}" type="presOf" srcId="{24E8D8FF-A7D0-4572-A4AB-3050EC34CDA4}" destId="{9E6CC6FC-CFBF-4F57-A688-E9DFBABCB7F6}" srcOrd="1" destOrd="0" presId="urn:microsoft.com/office/officeart/2005/8/layout/process5"/>
    <dgm:cxn modelId="{B323BBCC-9065-42E1-B410-E0F920611C5B}" type="presOf" srcId="{5432EEA7-4B79-4A18-B4AF-A8271E84F821}" destId="{CE2EAB80-2603-4E63-A092-60F66B1E3B6B}" srcOrd="0" destOrd="0" presId="urn:microsoft.com/office/officeart/2005/8/layout/process5"/>
    <dgm:cxn modelId="{73419F6C-4048-400D-95E7-0AF2A39AE342}" type="presOf" srcId="{6433EBD6-D186-4052-A31B-B5CA7AC3B61F}" destId="{7BD8602B-4B80-4871-B343-7DB20DE05BE5}" srcOrd="0" destOrd="0" presId="urn:microsoft.com/office/officeart/2005/8/layout/process5"/>
    <dgm:cxn modelId="{2190AF55-023F-49B4-9DD2-F47170873985}" srcId="{5432EEA7-4B79-4A18-B4AF-A8271E84F821}" destId="{86E4B0A9-04EC-45B4-AB29-9741BF07781A}" srcOrd="3" destOrd="0" parTransId="{C8A809EF-4552-4E79-92A5-BCE900297A3E}" sibTransId="{24E8D8FF-A7D0-4572-A4AB-3050EC34CDA4}"/>
    <dgm:cxn modelId="{F494993A-5134-4E25-A28D-9577175552F5}" type="presOf" srcId="{485B8DE4-C5B4-469F-B9DD-50793060CE93}" destId="{96631C74-4A82-4D2F-94BB-0D8F8895C5FE}" srcOrd="0" destOrd="0" presId="urn:microsoft.com/office/officeart/2005/8/layout/process5"/>
    <dgm:cxn modelId="{630FD402-B1DD-4F18-919C-FF0B0C11860E}" type="presOf" srcId="{A0DB06FC-722C-4E19-910F-AECA7DBE26B3}" destId="{EAA46980-61DE-4191-9374-9CDC42C00784}" srcOrd="0" destOrd="0" presId="urn:microsoft.com/office/officeart/2005/8/layout/process5"/>
    <dgm:cxn modelId="{411CCB0C-3DA6-4EA1-8DF7-8C3D7377C73A}" type="presParOf" srcId="{CE2EAB80-2603-4E63-A092-60F66B1E3B6B}" destId="{EAA46980-61DE-4191-9374-9CDC42C00784}" srcOrd="0" destOrd="0" presId="urn:microsoft.com/office/officeart/2005/8/layout/process5"/>
    <dgm:cxn modelId="{9F4C8643-DC8C-42D7-BC1A-B81A4C16096B}" type="presParOf" srcId="{CE2EAB80-2603-4E63-A092-60F66B1E3B6B}" destId="{06D3ACFA-CF10-4300-8BF7-78B8E2896143}" srcOrd="1" destOrd="0" presId="urn:microsoft.com/office/officeart/2005/8/layout/process5"/>
    <dgm:cxn modelId="{56E18114-42AE-45DC-8EFB-A3F7F4EB5546}" type="presParOf" srcId="{06D3ACFA-CF10-4300-8BF7-78B8E2896143}" destId="{406A82A8-830E-4766-86E8-1DA39F53E140}" srcOrd="0" destOrd="0" presId="urn:microsoft.com/office/officeart/2005/8/layout/process5"/>
    <dgm:cxn modelId="{49E031F2-39C7-461C-870A-82EDC3FC8D8A}" type="presParOf" srcId="{CE2EAB80-2603-4E63-A092-60F66B1E3B6B}" destId="{7BD8602B-4B80-4871-B343-7DB20DE05BE5}" srcOrd="2" destOrd="0" presId="urn:microsoft.com/office/officeart/2005/8/layout/process5"/>
    <dgm:cxn modelId="{C9FB2E1D-FA64-4E2A-89A6-EB9620C98157}" type="presParOf" srcId="{CE2EAB80-2603-4E63-A092-60F66B1E3B6B}" destId="{7B0317C4-3726-4019-8F72-DA6B316E0846}" srcOrd="3" destOrd="0" presId="urn:microsoft.com/office/officeart/2005/8/layout/process5"/>
    <dgm:cxn modelId="{4E3E8A8B-4713-4955-8814-DEB54D85199C}" type="presParOf" srcId="{7B0317C4-3726-4019-8F72-DA6B316E0846}" destId="{38580C27-B350-4C1D-9FEE-1B2D7BBA3BE4}" srcOrd="0" destOrd="0" presId="urn:microsoft.com/office/officeart/2005/8/layout/process5"/>
    <dgm:cxn modelId="{220B367E-9F35-4440-A620-8892C0E28A18}" type="presParOf" srcId="{CE2EAB80-2603-4E63-A092-60F66B1E3B6B}" destId="{96631C74-4A82-4D2F-94BB-0D8F8895C5FE}" srcOrd="4" destOrd="0" presId="urn:microsoft.com/office/officeart/2005/8/layout/process5"/>
    <dgm:cxn modelId="{B3237150-AA72-4A10-A61B-4C19337F3D91}" type="presParOf" srcId="{CE2EAB80-2603-4E63-A092-60F66B1E3B6B}" destId="{D4A24010-67E7-4B57-B94F-69BCA44D5CB4}" srcOrd="5" destOrd="0" presId="urn:microsoft.com/office/officeart/2005/8/layout/process5"/>
    <dgm:cxn modelId="{736B8B44-C781-45DC-802F-EFDEFAAE8B16}" type="presParOf" srcId="{D4A24010-67E7-4B57-B94F-69BCA44D5CB4}" destId="{345A75A5-C8B3-4972-9B52-BAB4D650223A}" srcOrd="0" destOrd="0" presId="urn:microsoft.com/office/officeart/2005/8/layout/process5"/>
    <dgm:cxn modelId="{131D73A5-318F-49CE-865F-62A5ECB2A8D4}" type="presParOf" srcId="{CE2EAB80-2603-4E63-A092-60F66B1E3B6B}" destId="{D73EE9E0-6392-49BA-B534-BA6EF63546A7}" srcOrd="6" destOrd="0" presId="urn:microsoft.com/office/officeart/2005/8/layout/process5"/>
    <dgm:cxn modelId="{497D8AE2-5D21-4E8D-9029-E69B5D50B827}" type="presParOf" srcId="{CE2EAB80-2603-4E63-A092-60F66B1E3B6B}" destId="{4E37E33A-832B-4775-9BC1-D709D7427A5E}" srcOrd="7" destOrd="0" presId="urn:microsoft.com/office/officeart/2005/8/layout/process5"/>
    <dgm:cxn modelId="{2FF81EE7-EDF2-4FE3-9BC4-A12FE3039D79}" type="presParOf" srcId="{4E37E33A-832B-4775-9BC1-D709D7427A5E}" destId="{9E6CC6FC-CFBF-4F57-A688-E9DFBABCB7F6}" srcOrd="0" destOrd="0" presId="urn:microsoft.com/office/officeart/2005/8/layout/process5"/>
    <dgm:cxn modelId="{999D44E2-23FF-46FC-A715-F1F7E4CB67FD}" type="presParOf" srcId="{CE2EAB80-2603-4E63-A092-60F66B1E3B6B}" destId="{8C5B3C4A-5C9D-4B33-AA49-24659218E08B}" srcOrd="8" destOrd="0" presId="urn:microsoft.com/office/officeart/2005/8/layout/process5"/>
    <dgm:cxn modelId="{25C6C966-52DE-4EDB-B9B9-C586A9429215}" type="presParOf" srcId="{CE2EAB80-2603-4E63-A092-60F66B1E3B6B}" destId="{92C91C16-1CE0-4565-9D70-6002257BF340}" srcOrd="9" destOrd="0" presId="urn:microsoft.com/office/officeart/2005/8/layout/process5"/>
    <dgm:cxn modelId="{A9C00704-7597-47F2-8F0D-604292082ADD}" type="presParOf" srcId="{92C91C16-1CE0-4565-9D70-6002257BF340}" destId="{78746CF4-EFF3-41DC-8221-BC774DD2AF6C}" srcOrd="0" destOrd="0" presId="urn:microsoft.com/office/officeart/2005/8/layout/process5"/>
    <dgm:cxn modelId="{8362A195-1F88-48CB-9406-6EEE3B4BB2C8}" type="presParOf" srcId="{CE2EAB80-2603-4E63-A092-60F66B1E3B6B}" destId="{B038D0F4-515F-4F09-AEC7-2C050FB384F2}" srcOrd="10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AC51959-4040-49AB-B3B9-C44080470362}" type="doc">
      <dgm:prSet loTypeId="urn:microsoft.com/office/officeart/2005/8/layout/hList9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3174D05-A8E8-408C-8F15-1596B44FC375}">
      <dgm:prSet phldrT="[Text]" custT="1"/>
      <dgm:spPr/>
      <dgm:t>
        <a:bodyPr/>
        <a:lstStyle/>
        <a:p>
          <a:r>
            <a:rPr lang="en-US" sz="2500" dirty="0" smtClean="0"/>
            <a:t>Benefits</a:t>
          </a:r>
          <a:endParaRPr lang="en-US" sz="2500" dirty="0"/>
        </a:p>
      </dgm:t>
    </dgm:pt>
    <dgm:pt modelId="{5CF1D7AD-3233-4BED-B142-6C1F3DDB348B}" type="parTrans" cxnId="{5D30D5EB-359D-4075-BFFF-1281D3BA3B26}">
      <dgm:prSet/>
      <dgm:spPr/>
      <dgm:t>
        <a:bodyPr/>
        <a:lstStyle/>
        <a:p>
          <a:endParaRPr lang="en-US"/>
        </a:p>
      </dgm:t>
    </dgm:pt>
    <dgm:pt modelId="{79BFFDC3-D1E9-405D-8486-AE34A4F14EAA}" type="sibTrans" cxnId="{5D30D5EB-359D-4075-BFFF-1281D3BA3B26}">
      <dgm:prSet/>
      <dgm:spPr/>
      <dgm:t>
        <a:bodyPr/>
        <a:lstStyle/>
        <a:p>
          <a:endParaRPr lang="en-US"/>
        </a:p>
      </dgm:t>
    </dgm:pt>
    <dgm:pt modelId="{B3825789-C3D3-4E89-A49D-183B03A40451}">
      <dgm:prSet phldrT="[Text]" custT="1"/>
      <dgm:spPr/>
      <dgm:t>
        <a:bodyPr/>
        <a:lstStyle/>
        <a:p>
          <a:r>
            <a:rPr lang="en-US" sz="2200" dirty="0" smtClean="0"/>
            <a:t>Reduce risks</a:t>
          </a:r>
          <a:endParaRPr lang="en-US" sz="2200" dirty="0"/>
        </a:p>
      </dgm:t>
    </dgm:pt>
    <dgm:pt modelId="{09C6A730-16E4-41FE-9D2B-553235A9DEEE}" type="parTrans" cxnId="{10CF2DBA-C4AE-4AF3-B498-2605C130DB02}">
      <dgm:prSet/>
      <dgm:spPr/>
      <dgm:t>
        <a:bodyPr/>
        <a:lstStyle/>
        <a:p>
          <a:endParaRPr lang="en-US"/>
        </a:p>
      </dgm:t>
    </dgm:pt>
    <dgm:pt modelId="{A137699D-806E-46BC-9E5E-75A547BDAB6A}" type="sibTrans" cxnId="{10CF2DBA-C4AE-4AF3-B498-2605C130DB02}">
      <dgm:prSet/>
      <dgm:spPr/>
      <dgm:t>
        <a:bodyPr/>
        <a:lstStyle/>
        <a:p>
          <a:endParaRPr lang="en-US"/>
        </a:p>
      </dgm:t>
    </dgm:pt>
    <dgm:pt modelId="{1BA5004E-7AA7-4295-BA30-BA40FAF339E9}">
      <dgm:prSet phldrT="[Text]" custT="1"/>
      <dgm:spPr/>
      <dgm:t>
        <a:bodyPr/>
        <a:lstStyle/>
        <a:p>
          <a:r>
            <a:rPr lang="en-US" sz="2200" dirty="0" smtClean="0"/>
            <a:t>Easier to find and remove bugs</a:t>
          </a:r>
          <a:endParaRPr lang="en-US" sz="2200" dirty="0"/>
        </a:p>
      </dgm:t>
    </dgm:pt>
    <dgm:pt modelId="{15D100F7-E3A2-465E-9FC4-BD98DD6E7A46}" type="parTrans" cxnId="{A1FC6A22-AFAD-4DEA-9C49-DD53DB1AEBCD}">
      <dgm:prSet/>
      <dgm:spPr/>
      <dgm:t>
        <a:bodyPr/>
        <a:lstStyle/>
        <a:p>
          <a:endParaRPr lang="en-US"/>
        </a:p>
      </dgm:t>
    </dgm:pt>
    <dgm:pt modelId="{51F3810A-6A2D-45A4-A206-53F5F22AE3C1}" type="sibTrans" cxnId="{A1FC6A22-AFAD-4DEA-9C49-DD53DB1AEBCD}">
      <dgm:prSet/>
      <dgm:spPr/>
      <dgm:t>
        <a:bodyPr/>
        <a:lstStyle/>
        <a:p>
          <a:endParaRPr lang="en-US"/>
        </a:p>
      </dgm:t>
    </dgm:pt>
    <dgm:pt modelId="{5E2D3A71-3F6A-4610-A012-A7EADA84CA26}">
      <dgm:prSet phldrT="[Text]" custT="1"/>
      <dgm:spPr>
        <a:solidFill>
          <a:schemeClr val="accent6"/>
        </a:solidFill>
      </dgm:spPr>
      <dgm:t>
        <a:bodyPr/>
        <a:lstStyle/>
        <a:p>
          <a:r>
            <a:rPr lang="en-US" sz="2500" dirty="0" smtClean="0"/>
            <a:t>Threats</a:t>
          </a:r>
          <a:endParaRPr lang="en-US" sz="2500" dirty="0"/>
        </a:p>
      </dgm:t>
    </dgm:pt>
    <dgm:pt modelId="{7044110C-86F5-42E7-AFA3-EEF74EE9C4CB}" type="parTrans" cxnId="{818769CC-756B-47C0-9C3F-4CFA98F2FC32}">
      <dgm:prSet/>
      <dgm:spPr/>
      <dgm:t>
        <a:bodyPr/>
        <a:lstStyle/>
        <a:p>
          <a:endParaRPr lang="en-US"/>
        </a:p>
      </dgm:t>
    </dgm:pt>
    <dgm:pt modelId="{E698CD5E-030D-4A01-ADF1-4CE844862628}" type="sibTrans" cxnId="{818769CC-756B-47C0-9C3F-4CFA98F2FC32}">
      <dgm:prSet/>
      <dgm:spPr/>
      <dgm:t>
        <a:bodyPr/>
        <a:lstStyle/>
        <a:p>
          <a:endParaRPr lang="en-US"/>
        </a:p>
      </dgm:t>
    </dgm:pt>
    <dgm:pt modelId="{548DEA1A-FDFB-48D1-AC1E-CDF5ED2B6B45}">
      <dgm:prSet phldrT="[Text]" custT="1"/>
      <dgm:spPr>
        <a:solidFill>
          <a:schemeClr val="accent6">
            <a:alpha val="90000"/>
          </a:schemeClr>
        </a:solidFill>
      </dgm:spPr>
      <dgm:t>
        <a:bodyPr/>
        <a:lstStyle/>
        <a:p>
          <a:r>
            <a:rPr lang="en-US" sz="2200" dirty="0" smtClean="0">
              <a:solidFill>
                <a:schemeClr val="bg1"/>
              </a:solidFill>
            </a:rPr>
            <a:t>Managing problem areas</a:t>
          </a:r>
          <a:endParaRPr lang="en-US" sz="2200" dirty="0">
            <a:solidFill>
              <a:schemeClr val="bg1"/>
            </a:solidFill>
          </a:endParaRPr>
        </a:p>
      </dgm:t>
    </dgm:pt>
    <dgm:pt modelId="{F80E283E-F8F9-4DF3-A6DA-EEE2A1415FD9}" type="parTrans" cxnId="{AEED92F6-67FF-4ED6-A976-4680E7A1182A}">
      <dgm:prSet/>
      <dgm:spPr/>
      <dgm:t>
        <a:bodyPr/>
        <a:lstStyle/>
        <a:p>
          <a:endParaRPr lang="en-US"/>
        </a:p>
      </dgm:t>
    </dgm:pt>
    <dgm:pt modelId="{1B9CB74F-A953-4252-9472-664D6B6267E5}" type="sibTrans" cxnId="{AEED92F6-67FF-4ED6-A976-4680E7A1182A}">
      <dgm:prSet/>
      <dgm:spPr/>
      <dgm:t>
        <a:bodyPr/>
        <a:lstStyle/>
        <a:p>
          <a:endParaRPr lang="en-US"/>
        </a:p>
      </dgm:t>
    </dgm:pt>
    <dgm:pt modelId="{12E6E470-8AE9-44FE-AEEA-0ABF1A6EB720}">
      <dgm:prSet custT="1"/>
      <dgm:spPr/>
      <dgm:t>
        <a:bodyPr/>
        <a:lstStyle/>
        <a:p>
          <a:r>
            <a:rPr lang="en-US" sz="2200" dirty="0" smtClean="0"/>
            <a:t>Builds are always up to date</a:t>
          </a:r>
        </a:p>
      </dgm:t>
    </dgm:pt>
    <dgm:pt modelId="{011CF67B-5200-42C4-88EA-56B5E1D96545}" type="parTrans" cxnId="{49037AAC-B8E4-45EC-80B4-B88ACE294848}">
      <dgm:prSet/>
      <dgm:spPr/>
      <dgm:t>
        <a:bodyPr/>
        <a:lstStyle/>
        <a:p>
          <a:endParaRPr lang="en-US"/>
        </a:p>
      </dgm:t>
    </dgm:pt>
    <dgm:pt modelId="{72196853-FE4C-40C0-9DCF-19F79E8C62F1}" type="sibTrans" cxnId="{49037AAC-B8E4-45EC-80B4-B88ACE294848}">
      <dgm:prSet/>
      <dgm:spPr/>
      <dgm:t>
        <a:bodyPr/>
        <a:lstStyle/>
        <a:p>
          <a:endParaRPr lang="en-US"/>
        </a:p>
      </dgm:t>
    </dgm:pt>
    <dgm:pt modelId="{F97BCCBE-AF8B-4E51-B49B-CD7C2100FDFA}">
      <dgm:prSet custT="1"/>
      <dgm:spPr/>
      <dgm:t>
        <a:bodyPr/>
        <a:lstStyle/>
        <a:p>
          <a:r>
            <a:rPr lang="en-US" sz="2200" dirty="0" smtClean="0"/>
            <a:t>A managed process</a:t>
          </a:r>
        </a:p>
      </dgm:t>
    </dgm:pt>
    <dgm:pt modelId="{E21AF5D5-450C-47C3-9797-E5D512E32A00}" type="parTrans" cxnId="{A252F682-64CD-4889-858A-E94D5A9F92CB}">
      <dgm:prSet/>
      <dgm:spPr/>
      <dgm:t>
        <a:bodyPr/>
        <a:lstStyle/>
        <a:p>
          <a:endParaRPr lang="en-US"/>
        </a:p>
      </dgm:t>
    </dgm:pt>
    <dgm:pt modelId="{62097286-0714-4DEF-80AC-8C5A1A78526C}" type="sibTrans" cxnId="{A252F682-64CD-4889-858A-E94D5A9F92CB}">
      <dgm:prSet/>
      <dgm:spPr/>
      <dgm:t>
        <a:bodyPr/>
        <a:lstStyle/>
        <a:p>
          <a:endParaRPr lang="en-US"/>
        </a:p>
      </dgm:t>
    </dgm:pt>
    <dgm:pt modelId="{08B4795B-D5EF-43AE-A7F0-9BAD1EBD4CA1}" type="pres">
      <dgm:prSet presAssocID="{0AC51959-4040-49AB-B3B9-C44080470362}" presName="list" presStyleCnt="0">
        <dgm:presLayoutVars>
          <dgm:dir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69884DE1-A204-46A7-9E01-7B40DB161362}" type="pres">
      <dgm:prSet presAssocID="{43174D05-A8E8-408C-8F15-1596B44FC375}" presName="posSpace" presStyleCnt="0"/>
      <dgm:spPr/>
    </dgm:pt>
    <dgm:pt modelId="{AA3CAE2F-B5FB-4CAA-806C-5CE9A3EA28EE}" type="pres">
      <dgm:prSet presAssocID="{43174D05-A8E8-408C-8F15-1596B44FC375}" presName="vertFlow" presStyleCnt="0"/>
      <dgm:spPr/>
    </dgm:pt>
    <dgm:pt modelId="{7A0E6BCB-CF1A-4ED0-9E6A-2912A59ED5ED}" type="pres">
      <dgm:prSet presAssocID="{43174D05-A8E8-408C-8F15-1596B44FC375}" presName="topSpace" presStyleCnt="0"/>
      <dgm:spPr/>
    </dgm:pt>
    <dgm:pt modelId="{09094780-AA7B-4468-B8C6-2E1EBF78E4D3}" type="pres">
      <dgm:prSet presAssocID="{43174D05-A8E8-408C-8F15-1596B44FC375}" presName="firstComp" presStyleCnt="0"/>
      <dgm:spPr/>
    </dgm:pt>
    <dgm:pt modelId="{C718ACBE-6E5E-46FF-9B7C-1523AB620B44}" type="pres">
      <dgm:prSet presAssocID="{43174D05-A8E8-408C-8F15-1596B44FC375}" presName="firstChild" presStyleLbl="bgAccFollowNode1" presStyleIdx="0" presStyleCnt="5" custScaleX="134998"/>
      <dgm:spPr/>
      <dgm:t>
        <a:bodyPr/>
        <a:lstStyle/>
        <a:p>
          <a:endParaRPr lang="en-US"/>
        </a:p>
      </dgm:t>
    </dgm:pt>
    <dgm:pt modelId="{563334AA-0E95-4B4A-B9EF-7539D03D83D4}" type="pres">
      <dgm:prSet presAssocID="{43174D05-A8E8-408C-8F15-1596B44FC375}" presName="firstChildTx" presStyleLbl="bgAccFollow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897FE27-7372-4E10-A70B-4A27F5FD5FC6}" type="pres">
      <dgm:prSet presAssocID="{1BA5004E-7AA7-4295-BA30-BA40FAF339E9}" presName="comp" presStyleCnt="0"/>
      <dgm:spPr/>
    </dgm:pt>
    <dgm:pt modelId="{EF586BBC-A45E-4093-8F96-DBC99BFEE110}" type="pres">
      <dgm:prSet presAssocID="{1BA5004E-7AA7-4295-BA30-BA40FAF339E9}" presName="child" presStyleLbl="bgAccFollowNode1" presStyleIdx="1" presStyleCnt="5" custScaleX="173893"/>
      <dgm:spPr/>
      <dgm:t>
        <a:bodyPr/>
        <a:lstStyle/>
        <a:p>
          <a:endParaRPr lang="en-US"/>
        </a:p>
      </dgm:t>
    </dgm:pt>
    <dgm:pt modelId="{8DC5AC1B-4118-4D24-96C8-4023EC87A321}" type="pres">
      <dgm:prSet presAssocID="{1BA5004E-7AA7-4295-BA30-BA40FAF339E9}" presName="childTx" presStyleLbl="bgAccFollow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27B984C-69C6-45E3-9EC2-3870C537FC82}" type="pres">
      <dgm:prSet presAssocID="{12E6E470-8AE9-44FE-AEEA-0ABF1A6EB720}" presName="comp" presStyleCnt="0"/>
      <dgm:spPr/>
    </dgm:pt>
    <dgm:pt modelId="{6390C354-444B-4527-9BBC-2CB39816DB63}" type="pres">
      <dgm:prSet presAssocID="{12E6E470-8AE9-44FE-AEEA-0ABF1A6EB720}" presName="child" presStyleLbl="bgAccFollowNode1" presStyleIdx="2" presStyleCnt="5" custScaleX="143723"/>
      <dgm:spPr/>
      <dgm:t>
        <a:bodyPr/>
        <a:lstStyle/>
        <a:p>
          <a:endParaRPr lang="en-US"/>
        </a:p>
      </dgm:t>
    </dgm:pt>
    <dgm:pt modelId="{C546D956-CD19-4E7D-AEE4-22933B55C749}" type="pres">
      <dgm:prSet presAssocID="{12E6E470-8AE9-44FE-AEEA-0ABF1A6EB720}" presName="childTx" presStyleLbl="bgAccFollow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604D90C-5C18-47EC-927D-EAA9267B3D6E}" type="pres">
      <dgm:prSet presAssocID="{F97BCCBE-AF8B-4E51-B49B-CD7C2100FDFA}" presName="comp" presStyleCnt="0"/>
      <dgm:spPr/>
    </dgm:pt>
    <dgm:pt modelId="{3C81E46B-82D9-4EDA-863D-8B0C92EECBFD}" type="pres">
      <dgm:prSet presAssocID="{F97BCCBE-AF8B-4E51-B49B-CD7C2100FDFA}" presName="child" presStyleLbl="bgAccFollowNode1" presStyleIdx="3" presStyleCnt="5"/>
      <dgm:spPr/>
      <dgm:t>
        <a:bodyPr/>
        <a:lstStyle/>
        <a:p>
          <a:endParaRPr lang="en-US"/>
        </a:p>
      </dgm:t>
    </dgm:pt>
    <dgm:pt modelId="{776D1B89-7BD6-4903-928C-0818536CAAD6}" type="pres">
      <dgm:prSet presAssocID="{F97BCCBE-AF8B-4E51-B49B-CD7C2100FDFA}" presName="childTx" presStyleLbl="bgAccFollow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7F7BBAA-448C-4E1C-9C0E-E55461A4C2A7}" type="pres">
      <dgm:prSet presAssocID="{43174D05-A8E8-408C-8F15-1596B44FC375}" presName="negSpace" presStyleCnt="0"/>
      <dgm:spPr/>
    </dgm:pt>
    <dgm:pt modelId="{7E159855-687F-4C4E-8617-F65D3148F61B}" type="pres">
      <dgm:prSet presAssocID="{43174D05-A8E8-408C-8F15-1596B44FC375}" presName="circle" presStyleLbl="node1" presStyleIdx="0" presStyleCnt="2" custScaleX="135901"/>
      <dgm:spPr/>
      <dgm:t>
        <a:bodyPr/>
        <a:lstStyle/>
        <a:p>
          <a:endParaRPr lang="en-US"/>
        </a:p>
      </dgm:t>
    </dgm:pt>
    <dgm:pt modelId="{A6F87FD5-1B2A-4BE3-9898-E17C8CDA9C54}" type="pres">
      <dgm:prSet presAssocID="{79BFFDC3-D1E9-405D-8486-AE34A4F14EAA}" presName="transSpace" presStyleCnt="0"/>
      <dgm:spPr/>
    </dgm:pt>
    <dgm:pt modelId="{1EAF94AB-C2B8-42BB-B1D6-B0A5D430A5DF}" type="pres">
      <dgm:prSet presAssocID="{5E2D3A71-3F6A-4610-A012-A7EADA84CA26}" presName="posSpace" presStyleCnt="0"/>
      <dgm:spPr/>
    </dgm:pt>
    <dgm:pt modelId="{01304F49-CBC6-417F-B54C-2D996BBE937E}" type="pres">
      <dgm:prSet presAssocID="{5E2D3A71-3F6A-4610-A012-A7EADA84CA26}" presName="vertFlow" presStyleCnt="0"/>
      <dgm:spPr/>
    </dgm:pt>
    <dgm:pt modelId="{C616EF27-1BBF-478C-9741-3C15DC698B8B}" type="pres">
      <dgm:prSet presAssocID="{5E2D3A71-3F6A-4610-A012-A7EADA84CA26}" presName="topSpace" presStyleCnt="0"/>
      <dgm:spPr/>
    </dgm:pt>
    <dgm:pt modelId="{F67968FF-75B4-4543-B9B2-985AD7BEFB3B}" type="pres">
      <dgm:prSet presAssocID="{5E2D3A71-3F6A-4610-A012-A7EADA84CA26}" presName="firstComp" presStyleCnt="0"/>
      <dgm:spPr/>
    </dgm:pt>
    <dgm:pt modelId="{54F2D390-E86A-4A50-87C7-B1DA54647C96}" type="pres">
      <dgm:prSet presAssocID="{5E2D3A71-3F6A-4610-A012-A7EADA84CA26}" presName="firstChild" presStyleLbl="bgAccFollowNode1" presStyleIdx="4" presStyleCnt="5"/>
      <dgm:spPr/>
      <dgm:t>
        <a:bodyPr/>
        <a:lstStyle/>
        <a:p>
          <a:endParaRPr lang="en-US"/>
        </a:p>
      </dgm:t>
    </dgm:pt>
    <dgm:pt modelId="{E49AB773-843A-4D4D-A3C8-A4990B53382A}" type="pres">
      <dgm:prSet presAssocID="{5E2D3A71-3F6A-4610-A012-A7EADA84CA26}" presName="firstChildTx" presStyleLbl="bgAccFollow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BE9D45B-B7C6-4245-8FEF-49F46F4864B1}" type="pres">
      <dgm:prSet presAssocID="{5E2D3A71-3F6A-4610-A012-A7EADA84CA26}" presName="negSpace" presStyleCnt="0"/>
      <dgm:spPr/>
    </dgm:pt>
    <dgm:pt modelId="{6CAC13E6-90D2-47A4-93C5-C4D6A78523B5}" type="pres">
      <dgm:prSet presAssocID="{5E2D3A71-3F6A-4610-A012-A7EADA84CA26}" presName="circle" presStyleLbl="node1" presStyleIdx="1" presStyleCnt="2" custScaleX="122412" custLinFactNeighborX="-10619" custLinFactNeighborY="-2410"/>
      <dgm:spPr/>
      <dgm:t>
        <a:bodyPr/>
        <a:lstStyle/>
        <a:p>
          <a:endParaRPr lang="en-US"/>
        </a:p>
      </dgm:t>
    </dgm:pt>
  </dgm:ptLst>
  <dgm:cxnLst>
    <dgm:cxn modelId="{5D30D5EB-359D-4075-BFFF-1281D3BA3B26}" srcId="{0AC51959-4040-49AB-B3B9-C44080470362}" destId="{43174D05-A8E8-408C-8F15-1596B44FC375}" srcOrd="0" destOrd="0" parTransId="{5CF1D7AD-3233-4BED-B142-6C1F3DDB348B}" sibTransId="{79BFFDC3-D1E9-405D-8486-AE34A4F14EAA}"/>
    <dgm:cxn modelId="{BB0CB56F-2EEF-4CF5-86E7-1F5AC9220DA1}" type="presOf" srcId="{1BA5004E-7AA7-4295-BA30-BA40FAF339E9}" destId="{EF586BBC-A45E-4093-8F96-DBC99BFEE110}" srcOrd="0" destOrd="0" presId="urn:microsoft.com/office/officeart/2005/8/layout/hList9"/>
    <dgm:cxn modelId="{A1FC6A22-AFAD-4DEA-9C49-DD53DB1AEBCD}" srcId="{43174D05-A8E8-408C-8F15-1596B44FC375}" destId="{1BA5004E-7AA7-4295-BA30-BA40FAF339E9}" srcOrd="1" destOrd="0" parTransId="{15D100F7-E3A2-465E-9FC4-BD98DD6E7A46}" sibTransId="{51F3810A-6A2D-45A4-A206-53F5F22AE3C1}"/>
    <dgm:cxn modelId="{774B3FE0-77E7-465A-BB26-3BE6E8057EE5}" type="presOf" srcId="{B3825789-C3D3-4E89-A49D-183B03A40451}" destId="{563334AA-0E95-4B4A-B9EF-7539D03D83D4}" srcOrd="1" destOrd="0" presId="urn:microsoft.com/office/officeart/2005/8/layout/hList9"/>
    <dgm:cxn modelId="{818769CC-756B-47C0-9C3F-4CFA98F2FC32}" srcId="{0AC51959-4040-49AB-B3B9-C44080470362}" destId="{5E2D3A71-3F6A-4610-A012-A7EADA84CA26}" srcOrd="1" destOrd="0" parTransId="{7044110C-86F5-42E7-AFA3-EEF74EE9C4CB}" sibTransId="{E698CD5E-030D-4A01-ADF1-4CE844862628}"/>
    <dgm:cxn modelId="{69916A6F-3546-46E7-8D84-DCD05189A38B}" type="presOf" srcId="{43174D05-A8E8-408C-8F15-1596B44FC375}" destId="{7E159855-687F-4C4E-8617-F65D3148F61B}" srcOrd="0" destOrd="0" presId="urn:microsoft.com/office/officeart/2005/8/layout/hList9"/>
    <dgm:cxn modelId="{DDE4FD0D-7E95-434C-B1ED-D740BCB622FC}" type="presOf" srcId="{12E6E470-8AE9-44FE-AEEA-0ABF1A6EB720}" destId="{C546D956-CD19-4E7D-AEE4-22933B55C749}" srcOrd="1" destOrd="0" presId="urn:microsoft.com/office/officeart/2005/8/layout/hList9"/>
    <dgm:cxn modelId="{A252F682-64CD-4889-858A-E94D5A9F92CB}" srcId="{43174D05-A8E8-408C-8F15-1596B44FC375}" destId="{F97BCCBE-AF8B-4E51-B49B-CD7C2100FDFA}" srcOrd="3" destOrd="0" parTransId="{E21AF5D5-450C-47C3-9797-E5D512E32A00}" sibTransId="{62097286-0714-4DEF-80AC-8C5A1A78526C}"/>
    <dgm:cxn modelId="{BF5D9120-886F-4CBB-9F57-683BCBA1F0D2}" type="presOf" srcId="{0AC51959-4040-49AB-B3B9-C44080470362}" destId="{08B4795B-D5EF-43AE-A7F0-9BAD1EBD4CA1}" srcOrd="0" destOrd="0" presId="urn:microsoft.com/office/officeart/2005/8/layout/hList9"/>
    <dgm:cxn modelId="{AEED92F6-67FF-4ED6-A976-4680E7A1182A}" srcId="{5E2D3A71-3F6A-4610-A012-A7EADA84CA26}" destId="{548DEA1A-FDFB-48D1-AC1E-CDF5ED2B6B45}" srcOrd="0" destOrd="0" parTransId="{F80E283E-F8F9-4DF3-A6DA-EEE2A1415FD9}" sibTransId="{1B9CB74F-A953-4252-9472-664D6B6267E5}"/>
    <dgm:cxn modelId="{B5687146-9548-4C9E-BBF7-5D76A8FEEF4D}" type="presOf" srcId="{12E6E470-8AE9-44FE-AEEA-0ABF1A6EB720}" destId="{6390C354-444B-4527-9BBC-2CB39816DB63}" srcOrd="0" destOrd="0" presId="urn:microsoft.com/office/officeart/2005/8/layout/hList9"/>
    <dgm:cxn modelId="{10CF2DBA-C4AE-4AF3-B498-2605C130DB02}" srcId="{43174D05-A8E8-408C-8F15-1596B44FC375}" destId="{B3825789-C3D3-4E89-A49D-183B03A40451}" srcOrd="0" destOrd="0" parTransId="{09C6A730-16E4-41FE-9D2B-553235A9DEEE}" sibTransId="{A137699D-806E-46BC-9E5E-75A547BDAB6A}"/>
    <dgm:cxn modelId="{AC62067E-D36E-4989-9A0F-BEA2200F0D22}" type="presOf" srcId="{548DEA1A-FDFB-48D1-AC1E-CDF5ED2B6B45}" destId="{54F2D390-E86A-4A50-87C7-B1DA54647C96}" srcOrd="0" destOrd="0" presId="urn:microsoft.com/office/officeart/2005/8/layout/hList9"/>
    <dgm:cxn modelId="{5AA40511-4684-45B8-99E8-9522EEF4A12E}" type="presOf" srcId="{548DEA1A-FDFB-48D1-AC1E-CDF5ED2B6B45}" destId="{E49AB773-843A-4D4D-A3C8-A4990B53382A}" srcOrd="1" destOrd="0" presId="urn:microsoft.com/office/officeart/2005/8/layout/hList9"/>
    <dgm:cxn modelId="{49037AAC-B8E4-45EC-80B4-B88ACE294848}" srcId="{43174D05-A8E8-408C-8F15-1596B44FC375}" destId="{12E6E470-8AE9-44FE-AEEA-0ABF1A6EB720}" srcOrd="2" destOrd="0" parTransId="{011CF67B-5200-42C4-88EA-56B5E1D96545}" sibTransId="{72196853-FE4C-40C0-9DCF-19F79E8C62F1}"/>
    <dgm:cxn modelId="{FB2D9290-943A-431D-8CDA-F536E17512E4}" type="presOf" srcId="{B3825789-C3D3-4E89-A49D-183B03A40451}" destId="{C718ACBE-6E5E-46FF-9B7C-1523AB620B44}" srcOrd="0" destOrd="0" presId="urn:microsoft.com/office/officeart/2005/8/layout/hList9"/>
    <dgm:cxn modelId="{F9237A17-DF25-4F0E-A75D-17629F05855F}" type="presOf" srcId="{F97BCCBE-AF8B-4E51-B49B-CD7C2100FDFA}" destId="{776D1B89-7BD6-4903-928C-0818536CAAD6}" srcOrd="1" destOrd="0" presId="urn:microsoft.com/office/officeart/2005/8/layout/hList9"/>
    <dgm:cxn modelId="{A3127C80-D5A9-4521-80C8-5216055F57D2}" type="presOf" srcId="{1BA5004E-7AA7-4295-BA30-BA40FAF339E9}" destId="{8DC5AC1B-4118-4D24-96C8-4023EC87A321}" srcOrd="1" destOrd="0" presId="urn:microsoft.com/office/officeart/2005/8/layout/hList9"/>
    <dgm:cxn modelId="{0AB75647-BC7C-47E5-9C17-8032F45CBBA1}" type="presOf" srcId="{F97BCCBE-AF8B-4E51-B49B-CD7C2100FDFA}" destId="{3C81E46B-82D9-4EDA-863D-8B0C92EECBFD}" srcOrd="0" destOrd="0" presId="urn:microsoft.com/office/officeart/2005/8/layout/hList9"/>
    <dgm:cxn modelId="{E7BEF11A-E961-4A96-A510-9D86FE9A903F}" type="presOf" srcId="{5E2D3A71-3F6A-4610-A012-A7EADA84CA26}" destId="{6CAC13E6-90D2-47A4-93C5-C4D6A78523B5}" srcOrd="0" destOrd="0" presId="urn:microsoft.com/office/officeart/2005/8/layout/hList9"/>
    <dgm:cxn modelId="{0B263252-78A3-4760-9D66-72E9BD1B5DB1}" type="presParOf" srcId="{08B4795B-D5EF-43AE-A7F0-9BAD1EBD4CA1}" destId="{69884DE1-A204-46A7-9E01-7B40DB161362}" srcOrd="0" destOrd="0" presId="urn:microsoft.com/office/officeart/2005/8/layout/hList9"/>
    <dgm:cxn modelId="{FC5BF387-CA4A-46DC-A0F4-6A89F0AABE8D}" type="presParOf" srcId="{08B4795B-D5EF-43AE-A7F0-9BAD1EBD4CA1}" destId="{AA3CAE2F-B5FB-4CAA-806C-5CE9A3EA28EE}" srcOrd="1" destOrd="0" presId="urn:microsoft.com/office/officeart/2005/8/layout/hList9"/>
    <dgm:cxn modelId="{AFD4F286-A5D1-4739-B814-232416FF7347}" type="presParOf" srcId="{AA3CAE2F-B5FB-4CAA-806C-5CE9A3EA28EE}" destId="{7A0E6BCB-CF1A-4ED0-9E6A-2912A59ED5ED}" srcOrd="0" destOrd="0" presId="urn:microsoft.com/office/officeart/2005/8/layout/hList9"/>
    <dgm:cxn modelId="{1EAD4177-E415-40BB-A386-9C167A503BF3}" type="presParOf" srcId="{AA3CAE2F-B5FB-4CAA-806C-5CE9A3EA28EE}" destId="{09094780-AA7B-4468-B8C6-2E1EBF78E4D3}" srcOrd="1" destOrd="0" presId="urn:microsoft.com/office/officeart/2005/8/layout/hList9"/>
    <dgm:cxn modelId="{092CAB66-924B-494F-9ABD-C5C5FA0A3043}" type="presParOf" srcId="{09094780-AA7B-4468-B8C6-2E1EBF78E4D3}" destId="{C718ACBE-6E5E-46FF-9B7C-1523AB620B44}" srcOrd="0" destOrd="0" presId="urn:microsoft.com/office/officeart/2005/8/layout/hList9"/>
    <dgm:cxn modelId="{1345ACE5-6032-4F75-803B-D45BB8BFE6AC}" type="presParOf" srcId="{09094780-AA7B-4468-B8C6-2E1EBF78E4D3}" destId="{563334AA-0E95-4B4A-B9EF-7539D03D83D4}" srcOrd="1" destOrd="0" presId="urn:microsoft.com/office/officeart/2005/8/layout/hList9"/>
    <dgm:cxn modelId="{DD04C673-505F-40DD-8E27-59401C3B02F5}" type="presParOf" srcId="{AA3CAE2F-B5FB-4CAA-806C-5CE9A3EA28EE}" destId="{8897FE27-7372-4E10-A70B-4A27F5FD5FC6}" srcOrd="2" destOrd="0" presId="urn:microsoft.com/office/officeart/2005/8/layout/hList9"/>
    <dgm:cxn modelId="{BE4F170E-5AFD-4948-ACB8-E53A4E7AC107}" type="presParOf" srcId="{8897FE27-7372-4E10-A70B-4A27F5FD5FC6}" destId="{EF586BBC-A45E-4093-8F96-DBC99BFEE110}" srcOrd="0" destOrd="0" presId="urn:microsoft.com/office/officeart/2005/8/layout/hList9"/>
    <dgm:cxn modelId="{597C36A6-F3C9-4589-A4B0-6FE00D05B745}" type="presParOf" srcId="{8897FE27-7372-4E10-A70B-4A27F5FD5FC6}" destId="{8DC5AC1B-4118-4D24-96C8-4023EC87A321}" srcOrd="1" destOrd="0" presId="urn:microsoft.com/office/officeart/2005/8/layout/hList9"/>
    <dgm:cxn modelId="{8D856867-3692-4EB1-8F13-10467C6CA7B1}" type="presParOf" srcId="{AA3CAE2F-B5FB-4CAA-806C-5CE9A3EA28EE}" destId="{C27B984C-69C6-45E3-9EC2-3870C537FC82}" srcOrd="3" destOrd="0" presId="urn:microsoft.com/office/officeart/2005/8/layout/hList9"/>
    <dgm:cxn modelId="{2D8A06A9-4084-4B08-B8B4-CA3DC787A397}" type="presParOf" srcId="{C27B984C-69C6-45E3-9EC2-3870C537FC82}" destId="{6390C354-444B-4527-9BBC-2CB39816DB63}" srcOrd="0" destOrd="0" presId="urn:microsoft.com/office/officeart/2005/8/layout/hList9"/>
    <dgm:cxn modelId="{9A3996EF-DF17-45F3-B015-F637F8140730}" type="presParOf" srcId="{C27B984C-69C6-45E3-9EC2-3870C537FC82}" destId="{C546D956-CD19-4E7D-AEE4-22933B55C749}" srcOrd="1" destOrd="0" presId="urn:microsoft.com/office/officeart/2005/8/layout/hList9"/>
    <dgm:cxn modelId="{50E26579-01E6-48F6-BC65-F9AC75C2A195}" type="presParOf" srcId="{AA3CAE2F-B5FB-4CAA-806C-5CE9A3EA28EE}" destId="{5604D90C-5C18-47EC-927D-EAA9267B3D6E}" srcOrd="4" destOrd="0" presId="urn:microsoft.com/office/officeart/2005/8/layout/hList9"/>
    <dgm:cxn modelId="{B3A0379C-68E7-4E4E-83C6-8774431B0DC0}" type="presParOf" srcId="{5604D90C-5C18-47EC-927D-EAA9267B3D6E}" destId="{3C81E46B-82D9-4EDA-863D-8B0C92EECBFD}" srcOrd="0" destOrd="0" presId="urn:microsoft.com/office/officeart/2005/8/layout/hList9"/>
    <dgm:cxn modelId="{195F60FC-54A8-45D4-BE0D-593A0E840188}" type="presParOf" srcId="{5604D90C-5C18-47EC-927D-EAA9267B3D6E}" destId="{776D1B89-7BD6-4903-928C-0818536CAAD6}" srcOrd="1" destOrd="0" presId="urn:microsoft.com/office/officeart/2005/8/layout/hList9"/>
    <dgm:cxn modelId="{425E3D83-1F35-44DE-9C71-C94C2AB3AA0C}" type="presParOf" srcId="{08B4795B-D5EF-43AE-A7F0-9BAD1EBD4CA1}" destId="{B7F7BBAA-448C-4E1C-9C0E-E55461A4C2A7}" srcOrd="2" destOrd="0" presId="urn:microsoft.com/office/officeart/2005/8/layout/hList9"/>
    <dgm:cxn modelId="{C59AD756-E2BB-4201-8521-DA5A334C7E8E}" type="presParOf" srcId="{08B4795B-D5EF-43AE-A7F0-9BAD1EBD4CA1}" destId="{7E159855-687F-4C4E-8617-F65D3148F61B}" srcOrd="3" destOrd="0" presId="urn:microsoft.com/office/officeart/2005/8/layout/hList9"/>
    <dgm:cxn modelId="{4A60FD7B-EC86-4B12-B2F4-04B5774BAA44}" type="presParOf" srcId="{08B4795B-D5EF-43AE-A7F0-9BAD1EBD4CA1}" destId="{A6F87FD5-1B2A-4BE3-9898-E17C8CDA9C54}" srcOrd="4" destOrd="0" presId="urn:microsoft.com/office/officeart/2005/8/layout/hList9"/>
    <dgm:cxn modelId="{7F306441-213F-4EFD-AD3F-EACB6E58732C}" type="presParOf" srcId="{08B4795B-D5EF-43AE-A7F0-9BAD1EBD4CA1}" destId="{1EAF94AB-C2B8-42BB-B1D6-B0A5D430A5DF}" srcOrd="5" destOrd="0" presId="urn:microsoft.com/office/officeart/2005/8/layout/hList9"/>
    <dgm:cxn modelId="{00D22939-6B60-45D3-9A15-5A13A4C3E8A7}" type="presParOf" srcId="{08B4795B-D5EF-43AE-A7F0-9BAD1EBD4CA1}" destId="{01304F49-CBC6-417F-B54C-2D996BBE937E}" srcOrd="6" destOrd="0" presId="urn:microsoft.com/office/officeart/2005/8/layout/hList9"/>
    <dgm:cxn modelId="{9A0C54D5-C5C2-4A3B-A650-4C472891F401}" type="presParOf" srcId="{01304F49-CBC6-417F-B54C-2D996BBE937E}" destId="{C616EF27-1BBF-478C-9741-3C15DC698B8B}" srcOrd="0" destOrd="0" presId="urn:microsoft.com/office/officeart/2005/8/layout/hList9"/>
    <dgm:cxn modelId="{A9606FE3-B915-48E9-AA2E-8BED394CD01C}" type="presParOf" srcId="{01304F49-CBC6-417F-B54C-2D996BBE937E}" destId="{F67968FF-75B4-4543-B9B2-985AD7BEFB3B}" srcOrd="1" destOrd="0" presId="urn:microsoft.com/office/officeart/2005/8/layout/hList9"/>
    <dgm:cxn modelId="{1D7BBA52-4E0C-49AB-88BB-986862372B7B}" type="presParOf" srcId="{F67968FF-75B4-4543-B9B2-985AD7BEFB3B}" destId="{54F2D390-E86A-4A50-87C7-B1DA54647C96}" srcOrd="0" destOrd="0" presId="urn:microsoft.com/office/officeart/2005/8/layout/hList9"/>
    <dgm:cxn modelId="{D508AD81-9E1D-43F0-A8C4-848AFB6EC607}" type="presParOf" srcId="{F67968FF-75B4-4543-B9B2-985AD7BEFB3B}" destId="{E49AB773-843A-4D4D-A3C8-A4990B53382A}" srcOrd="1" destOrd="0" presId="urn:microsoft.com/office/officeart/2005/8/layout/hList9"/>
    <dgm:cxn modelId="{DB51688B-5032-40FC-95E9-3B762274C278}" type="presParOf" srcId="{08B4795B-D5EF-43AE-A7F0-9BAD1EBD4CA1}" destId="{8BE9D45B-B7C6-4245-8FEF-49F46F4864B1}" srcOrd="7" destOrd="0" presId="urn:microsoft.com/office/officeart/2005/8/layout/hList9"/>
    <dgm:cxn modelId="{0F845E8D-EF15-496C-903A-249B6139773E}" type="presParOf" srcId="{08B4795B-D5EF-43AE-A7F0-9BAD1EBD4CA1}" destId="{6CAC13E6-90D2-47A4-93C5-C4D6A78523B5}" srcOrd="8" destOrd="0" presId="urn:microsoft.com/office/officeart/2005/8/layout/hList9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9D78187F-7374-432A-96D2-DC2543FD015C}">
      <dsp:nvSpPr>
        <dsp:cNvPr id="0" name=""/>
        <dsp:cNvSpPr/>
      </dsp:nvSpPr>
      <dsp:spPr>
        <a:xfrm>
          <a:off x="274320" y="380999"/>
          <a:ext cx="1645920" cy="914400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On-Demand</a:t>
          </a:r>
          <a:endParaRPr lang="en-US" sz="2400" kern="1200" dirty="0"/>
        </a:p>
      </dsp:txBody>
      <dsp:txXfrm>
        <a:off x="274320" y="380999"/>
        <a:ext cx="1645920" cy="914400"/>
      </dsp:txXfrm>
    </dsp:sp>
    <dsp:sp modelId="{F1E3BBAA-4B24-458F-A3C9-37F80A77A032}">
      <dsp:nvSpPr>
        <dsp:cNvPr id="0" name=""/>
        <dsp:cNvSpPr/>
      </dsp:nvSpPr>
      <dsp:spPr>
        <a:xfrm>
          <a:off x="2651760" y="380999"/>
          <a:ext cx="1645920" cy="914400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Scheduled</a:t>
          </a:r>
          <a:endParaRPr lang="en-US" sz="2400" kern="1200" dirty="0"/>
        </a:p>
      </dsp:txBody>
      <dsp:txXfrm>
        <a:off x="2651760" y="380999"/>
        <a:ext cx="1645920" cy="914400"/>
      </dsp:txXfrm>
    </dsp:sp>
    <dsp:sp modelId="{737E2893-F759-4D4F-93F1-DD9C9842F66A}">
      <dsp:nvSpPr>
        <dsp:cNvPr id="0" name=""/>
        <dsp:cNvSpPr/>
      </dsp:nvSpPr>
      <dsp:spPr>
        <a:xfrm>
          <a:off x="1943099" y="4267200"/>
          <a:ext cx="685800" cy="685800"/>
        </a:xfrm>
        <a:prstGeom prst="triangle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1057AD-F196-4898-9B32-846981FD164C}">
      <dsp:nvSpPr>
        <dsp:cNvPr id="0" name=""/>
        <dsp:cNvSpPr/>
      </dsp:nvSpPr>
      <dsp:spPr>
        <a:xfrm rot="240000">
          <a:off x="227971" y="3973327"/>
          <a:ext cx="4116056" cy="28782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DBA7C9-DC91-4566-A5C0-35C70584ED60}">
      <dsp:nvSpPr>
        <dsp:cNvPr id="0" name=""/>
        <dsp:cNvSpPr/>
      </dsp:nvSpPr>
      <dsp:spPr>
        <a:xfrm rot="240000">
          <a:off x="2699306" y="3253699"/>
          <a:ext cx="1642267" cy="76512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Release Build</a:t>
          </a:r>
          <a:endParaRPr lang="en-US" sz="1900" kern="1200" dirty="0"/>
        </a:p>
      </dsp:txBody>
      <dsp:txXfrm rot="240000">
        <a:off x="2699306" y="3253699"/>
        <a:ext cx="1642267" cy="765129"/>
      </dsp:txXfrm>
    </dsp:sp>
    <dsp:sp modelId="{4ECFC618-72CE-4897-B943-CC292037F91B}">
      <dsp:nvSpPr>
        <dsp:cNvPr id="0" name=""/>
        <dsp:cNvSpPr/>
      </dsp:nvSpPr>
      <dsp:spPr>
        <a:xfrm rot="240000">
          <a:off x="2758742" y="2430739"/>
          <a:ext cx="1642267" cy="76512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Stage Build</a:t>
          </a:r>
          <a:endParaRPr lang="en-US" sz="1900" kern="1200" dirty="0"/>
        </a:p>
      </dsp:txBody>
      <dsp:txXfrm rot="240000">
        <a:off x="2758742" y="2430739"/>
        <a:ext cx="1642267" cy="765129"/>
      </dsp:txXfrm>
    </dsp:sp>
    <dsp:sp modelId="{E230BE48-6165-4B0D-ABE4-0A23E33C0A4F}">
      <dsp:nvSpPr>
        <dsp:cNvPr id="0" name=""/>
        <dsp:cNvSpPr/>
      </dsp:nvSpPr>
      <dsp:spPr>
        <a:xfrm rot="240000">
          <a:off x="2818178" y="1626067"/>
          <a:ext cx="1642267" cy="76512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Integration Build</a:t>
          </a:r>
          <a:endParaRPr lang="en-US" sz="1900" kern="1200" dirty="0"/>
        </a:p>
      </dsp:txBody>
      <dsp:txXfrm rot="240000">
        <a:off x="2818178" y="1626067"/>
        <a:ext cx="1642267" cy="765129"/>
      </dsp:txXfrm>
    </dsp:sp>
    <dsp:sp modelId="{F0E58121-54D7-47BB-8F02-49C9DBD0AA16}">
      <dsp:nvSpPr>
        <dsp:cNvPr id="0" name=""/>
        <dsp:cNvSpPr/>
      </dsp:nvSpPr>
      <dsp:spPr>
        <a:xfrm rot="240000">
          <a:off x="344726" y="3089107"/>
          <a:ext cx="1642267" cy="76512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smtClean="0"/>
            <a:t>Private Build</a:t>
          </a:r>
          <a:endParaRPr lang="en-US" sz="1900" kern="1200" dirty="0"/>
        </a:p>
      </dsp:txBody>
      <dsp:txXfrm rot="240000">
        <a:off x="344726" y="3089107"/>
        <a:ext cx="1642267" cy="765129"/>
      </dsp:txXfrm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022BA7C4-B1FE-4A96-AF95-1B40148512F5}">
      <dsp:nvSpPr>
        <dsp:cNvPr id="0" name=""/>
        <dsp:cNvSpPr/>
      </dsp:nvSpPr>
      <dsp:spPr>
        <a:xfrm>
          <a:off x="7233" y="113436"/>
          <a:ext cx="2161877" cy="12971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Source Code, Documents, Data, Build Script</a:t>
          </a:r>
          <a:endParaRPr lang="en-US" sz="2100" kern="1200" dirty="0"/>
        </a:p>
      </dsp:txBody>
      <dsp:txXfrm>
        <a:off x="7233" y="113436"/>
        <a:ext cx="2161877" cy="1297126"/>
      </dsp:txXfrm>
    </dsp:sp>
    <dsp:sp modelId="{31CDD471-9C5C-46D0-9558-4F4E50FDAE5F}">
      <dsp:nvSpPr>
        <dsp:cNvPr id="0" name=""/>
        <dsp:cNvSpPr/>
      </dsp:nvSpPr>
      <dsp:spPr>
        <a:xfrm>
          <a:off x="2385298" y="493927"/>
          <a:ext cx="458317" cy="5361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700" kern="1200"/>
        </a:p>
      </dsp:txBody>
      <dsp:txXfrm>
        <a:off x="2385298" y="493927"/>
        <a:ext cx="458317" cy="536145"/>
      </dsp:txXfrm>
    </dsp:sp>
    <dsp:sp modelId="{874708FB-C8C7-4853-B644-18164B53E466}">
      <dsp:nvSpPr>
        <dsp:cNvPr id="0" name=""/>
        <dsp:cNvSpPr/>
      </dsp:nvSpPr>
      <dsp:spPr>
        <a:xfrm>
          <a:off x="3033861" y="113436"/>
          <a:ext cx="2161877" cy="1297126"/>
        </a:xfrm>
        <a:prstGeom prst="roundRect">
          <a:avLst>
            <a:gd name="adj" fmla="val 10000"/>
          </a:avLst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Build Tool</a:t>
          </a:r>
          <a:endParaRPr lang="en-US" sz="2100" kern="1200" dirty="0"/>
        </a:p>
      </dsp:txBody>
      <dsp:txXfrm>
        <a:off x="3033861" y="113436"/>
        <a:ext cx="2161877" cy="1297126"/>
      </dsp:txXfrm>
    </dsp:sp>
    <dsp:sp modelId="{543B38FF-1D2C-480E-8533-6EDDA99D0D5C}">
      <dsp:nvSpPr>
        <dsp:cNvPr id="0" name=""/>
        <dsp:cNvSpPr/>
      </dsp:nvSpPr>
      <dsp:spPr>
        <a:xfrm>
          <a:off x="5411926" y="493927"/>
          <a:ext cx="458317" cy="5361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700" kern="1200"/>
        </a:p>
      </dsp:txBody>
      <dsp:txXfrm>
        <a:off x="5411926" y="493927"/>
        <a:ext cx="458317" cy="536145"/>
      </dsp:txXfrm>
    </dsp:sp>
    <dsp:sp modelId="{71E448F3-8A8C-4AFC-AA32-239A988148E3}">
      <dsp:nvSpPr>
        <dsp:cNvPr id="0" name=""/>
        <dsp:cNvSpPr/>
      </dsp:nvSpPr>
      <dsp:spPr>
        <a:xfrm>
          <a:off x="6060489" y="113436"/>
          <a:ext cx="2161877" cy="1297126"/>
        </a:xfrm>
        <a:prstGeom prst="roundRect">
          <a:avLst>
            <a:gd name="adj" fmla="val 10000"/>
          </a:avLst>
        </a:prstGeom>
        <a:solidFill>
          <a:schemeClr val="accent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i="0" kern="1200" dirty="0" smtClean="0">
              <a:solidFill>
                <a:schemeClr val="bg1"/>
              </a:solidFill>
            </a:rPr>
            <a:t>Software Build </a:t>
          </a:r>
          <a:endParaRPr lang="en-US" sz="2100" i="0" kern="1200" dirty="0"/>
        </a:p>
      </dsp:txBody>
      <dsp:txXfrm>
        <a:off x="6060489" y="113436"/>
        <a:ext cx="2161877" cy="1297126"/>
      </dsp:txXfrm>
    </dsp:sp>
  </dsp:spTree>
</dsp:drawing>
</file>

<file path=ppt/diagrams/drawing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EAA46980-61DE-4191-9374-9CDC42C00784}">
      <dsp:nvSpPr>
        <dsp:cNvPr id="0" name=""/>
        <dsp:cNvSpPr/>
      </dsp:nvSpPr>
      <dsp:spPr>
        <a:xfrm>
          <a:off x="7032" y="858539"/>
          <a:ext cx="2101825" cy="126109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Get latest source code</a:t>
          </a:r>
          <a:endParaRPr lang="en-US" sz="2200" kern="1200" dirty="0"/>
        </a:p>
      </dsp:txBody>
      <dsp:txXfrm>
        <a:off x="7032" y="858539"/>
        <a:ext cx="2101825" cy="1261095"/>
      </dsp:txXfrm>
    </dsp:sp>
    <dsp:sp modelId="{06D3ACFA-CF10-4300-8BF7-78B8E2896143}">
      <dsp:nvSpPr>
        <dsp:cNvPr id="0" name=""/>
        <dsp:cNvSpPr/>
      </dsp:nvSpPr>
      <dsp:spPr>
        <a:xfrm>
          <a:off x="2293817" y="1228461"/>
          <a:ext cx="445586" cy="52125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200" kern="1200"/>
        </a:p>
      </dsp:txBody>
      <dsp:txXfrm>
        <a:off x="2293817" y="1228461"/>
        <a:ext cx="445586" cy="521252"/>
      </dsp:txXfrm>
    </dsp:sp>
    <dsp:sp modelId="{7BD8602B-4B80-4871-B343-7DB20DE05BE5}">
      <dsp:nvSpPr>
        <dsp:cNvPr id="0" name=""/>
        <dsp:cNvSpPr/>
      </dsp:nvSpPr>
      <dsp:spPr>
        <a:xfrm>
          <a:off x="2949587" y="858539"/>
          <a:ext cx="2101825" cy="1261095"/>
        </a:xfrm>
        <a:prstGeom prst="roundRect">
          <a:avLst>
            <a:gd name="adj" fmla="val 10000"/>
          </a:avLst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Develop your feature</a:t>
          </a:r>
          <a:endParaRPr lang="en-US" sz="2200" kern="1200" dirty="0"/>
        </a:p>
      </dsp:txBody>
      <dsp:txXfrm>
        <a:off x="2949587" y="858539"/>
        <a:ext cx="2101825" cy="1261095"/>
      </dsp:txXfrm>
    </dsp:sp>
    <dsp:sp modelId="{7B0317C4-3726-4019-8F72-DA6B316E0846}">
      <dsp:nvSpPr>
        <dsp:cNvPr id="0" name=""/>
        <dsp:cNvSpPr/>
      </dsp:nvSpPr>
      <dsp:spPr>
        <a:xfrm>
          <a:off x="5236373" y="1228461"/>
          <a:ext cx="445586" cy="52125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200" kern="1200"/>
        </a:p>
      </dsp:txBody>
      <dsp:txXfrm>
        <a:off x="5236373" y="1228461"/>
        <a:ext cx="445586" cy="521252"/>
      </dsp:txXfrm>
    </dsp:sp>
    <dsp:sp modelId="{96631C74-4A82-4D2F-94BB-0D8F8895C5FE}">
      <dsp:nvSpPr>
        <dsp:cNvPr id="0" name=""/>
        <dsp:cNvSpPr/>
      </dsp:nvSpPr>
      <dsp:spPr>
        <a:xfrm>
          <a:off x="5892142" y="858539"/>
          <a:ext cx="2101825" cy="1261095"/>
        </a:xfrm>
        <a:prstGeom prst="roundRect">
          <a:avLst>
            <a:gd name="adj" fmla="val 10000"/>
          </a:avLst>
        </a:prstGeom>
        <a:solidFill>
          <a:schemeClr val="accent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Make a build on your machine</a:t>
          </a:r>
          <a:endParaRPr lang="en-US" sz="2200" kern="1200" dirty="0"/>
        </a:p>
      </dsp:txBody>
      <dsp:txXfrm>
        <a:off x="5892142" y="858539"/>
        <a:ext cx="2101825" cy="1261095"/>
      </dsp:txXfrm>
    </dsp:sp>
    <dsp:sp modelId="{D4A24010-67E7-4B57-B94F-69BCA44D5CB4}">
      <dsp:nvSpPr>
        <dsp:cNvPr id="0" name=""/>
        <dsp:cNvSpPr/>
      </dsp:nvSpPr>
      <dsp:spPr>
        <a:xfrm rot="5400000">
          <a:off x="6720261" y="2266762"/>
          <a:ext cx="445586" cy="52125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200" kern="1200"/>
        </a:p>
      </dsp:txBody>
      <dsp:txXfrm rot="5400000">
        <a:off x="6720261" y="2266762"/>
        <a:ext cx="445586" cy="521252"/>
      </dsp:txXfrm>
    </dsp:sp>
    <dsp:sp modelId="{D73EE9E0-6392-49BA-B534-BA6EF63546A7}">
      <dsp:nvSpPr>
        <dsp:cNvPr id="0" name=""/>
        <dsp:cNvSpPr/>
      </dsp:nvSpPr>
      <dsp:spPr>
        <a:xfrm>
          <a:off x="5892142" y="2960365"/>
          <a:ext cx="2101825" cy="1261095"/>
        </a:xfrm>
        <a:prstGeom prst="roundRect">
          <a:avLst>
            <a:gd name="adj" fmla="val 10000"/>
          </a:avLst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Run automated tests</a:t>
          </a:r>
          <a:endParaRPr lang="en-US" sz="2200" kern="1200" dirty="0"/>
        </a:p>
      </dsp:txBody>
      <dsp:txXfrm>
        <a:off x="5892142" y="2960365"/>
        <a:ext cx="2101825" cy="1261095"/>
      </dsp:txXfrm>
    </dsp:sp>
    <dsp:sp modelId="{4E37E33A-832B-4775-9BC1-D709D7427A5E}">
      <dsp:nvSpPr>
        <dsp:cNvPr id="0" name=""/>
        <dsp:cNvSpPr/>
      </dsp:nvSpPr>
      <dsp:spPr>
        <a:xfrm rot="10800000">
          <a:off x="5261595" y="3330286"/>
          <a:ext cx="445586" cy="52125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200" kern="1200"/>
        </a:p>
      </dsp:txBody>
      <dsp:txXfrm rot="10800000">
        <a:off x="5261595" y="3330286"/>
        <a:ext cx="445586" cy="521252"/>
      </dsp:txXfrm>
    </dsp:sp>
    <dsp:sp modelId="{8C5B3C4A-5C9D-4B33-AA49-24659218E08B}">
      <dsp:nvSpPr>
        <dsp:cNvPr id="0" name=""/>
        <dsp:cNvSpPr/>
      </dsp:nvSpPr>
      <dsp:spPr>
        <a:xfrm>
          <a:off x="2949587" y="2960365"/>
          <a:ext cx="2101825" cy="1261095"/>
        </a:xfrm>
        <a:prstGeom prst="roundRect">
          <a:avLst>
            <a:gd name="adj" fmla="val 10000"/>
          </a:avLst>
        </a:prstGeom>
        <a:solidFill>
          <a:schemeClr val="accent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Commit your code</a:t>
          </a:r>
          <a:endParaRPr lang="en-US" sz="2200" kern="1200" dirty="0"/>
        </a:p>
      </dsp:txBody>
      <dsp:txXfrm>
        <a:off x="2949587" y="2960365"/>
        <a:ext cx="2101825" cy="1261095"/>
      </dsp:txXfrm>
    </dsp:sp>
    <dsp:sp modelId="{92C91C16-1CE0-4565-9D70-6002257BF340}">
      <dsp:nvSpPr>
        <dsp:cNvPr id="0" name=""/>
        <dsp:cNvSpPr/>
      </dsp:nvSpPr>
      <dsp:spPr>
        <a:xfrm rot="10800000">
          <a:off x="2319039" y="3330286"/>
          <a:ext cx="445586" cy="52125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200" kern="1200"/>
        </a:p>
      </dsp:txBody>
      <dsp:txXfrm rot="10800000">
        <a:off x="2319039" y="3330286"/>
        <a:ext cx="445586" cy="521252"/>
      </dsp:txXfrm>
    </dsp:sp>
    <dsp:sp modelId="{B038D0F4-515F-4F09-AEC7-2C050FB384F2}">
      <dsp:nvSpPr>
        <dsp:cNvPr id="0" name=""/>
        <dsp:cNvSpPr/>
      </dsp:nvSpPr>
      <dsp:spPr>
        <a:xfrm>
          <a:off x="7032" y="2960365"/>
          <a:ext cx="2101825" cy="1261095"/>
        </a:xfrm>
        <a:prstGeom prst="roundRect">
          <a:avLst>
            <a:gd name="adj" fmla="val 10000"/>
          </a:avLst>
        </a:prstGeom>
        <a:solidFill>
          <a:schemeClr val="accent6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Make a build on integration machine</a:t>
          </a:r>
          <a:endParaRPr lang="en-US" sz="2200" kern="1200" dirty="0"/>
        </a:p>
      </dsp:txBody>
      <dsp:txXfrm>
        <a:off x="7032" y="2960365"/>
        <a:ext cx="2101825" cy="1261095"/>
      </dsp:txXfrm>
    </dsp:sp>
  </dsp:spTree>
</dsp:drawing>
</file>

<file path=ppt/diagrams/drawing4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C718ACBE-6E5E-46FF-9B7C-1523AB620B44}">
      <dsp:nvSpPr>
        <dsp:cNvPr id="0" name=""/>
        <dsp:cNvSpPr/>
      </dsp:nvSpPr>
      <dsp:spPr>
        <a:xfrm>
          <a:off x="555045" y="463565"/>
          <a:ext cx="4059805" cy="115351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56464" rIns="156464" bIns="156464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Reduce risks</a:t>
          </a:r>
          <a:endParaRPr lang="en-US" sz="2200" kern="1200" dirty="0"/>
        </a:p>
      </dsp:txBody>
      <dsp:txXfrm>
        <a:off x="1204614" y="463565"/>
        <a:ext cx="3410236" cy="1153510"/>
      </dsp:txXfrm>
    </dsp:sp>
    <dsp:sp modelId="{EF586BBC-A45E-4093-8F96-DBC99BFEE110}">
      <dsp:nvSpPr>
        <dsp:cNvPr id="0" name=""/>
        <dsp:cNvSpPr/>
      </dsp:nvSpPr>
      <dsp:spPr>
        <a:xfrm>
          <a:off x="-29800" y="1617076"/>
          <a:ext cx="5229498" cy="115351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56464" rIns="156464" bIns="156464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Easier to find and remove bugs</a:t>
          </a:r>
          <a:endParaRPr lang="en-US" sz="2200" kern="1200" dirty="0"/>
        </a:p>
      </dsp:txBody>
      <dsp:txXfrm>
        <a:off x="806919" y="1617076"/>
        <a:ext cx="4392778" cy="1153510"/>
      </dsp:txXfrm>
    </dsp:sp>
    <dsp:sp modelId="{6390C354-444B-4527-9BBC-2CB39816DB63}">
      <dsp:nvSpPr>
        <dsp:cNvPr id="0" name=""/>
        <dsp:cNvSpPr/>
      </dsp:nvSpPr>
      <dsp:spPr>
        <a:xfrm>
          <a:off x="423851" y="2770586"/>
          <a:ext cx="4322193" cy="115351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56464" rIns="156464" bIns="156464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Builds are always up to date</a:t>
          </a:r>
        </a:p>
      </dsp:txBody>
      <dsp:txXfrm>
        <a:off x="1115402" y="2770586"/>
        <a:ext cx="3630642" cy="1153510"/>
      </dsp:txXfrm>
    </dsp:sp>
    <dsp:sp modelId="{3C81E46B-82D9-4EDA-863D-8B0C92EECBFD}">
      <dsp:nvSpPr>
        <dsp:cNvPr id="0" name=""/>
        <dsp:cNvSpPr/>
      </dsp:nvSpPr>
      <dsp:spPr>
        <a:xfrm>
          <a:off x="1081294" y="3924097"/>
          <a:ext cx="3007308" cy="115351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56464" rIns="156464" bIns="156464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A managed process</a:t>
          </a:r>
        </a:p>
      </dsp:txBody>
      <dsp:txXfrm>
        <a:off x="1562463" y="3924097"/>
        <a:ext cx="2526138" cy="1153510"/>
      </dsp:txXfrm>
    </dsp:sp>
    <dsp:sp modelId="{7E159855-687F-4C4E-8617-F65D3148F61B}">
      <dsp:nvSpPr>
        <dsp:cNvPr id="0" name=""/>
        <dsp:cNvSpPr/>
      </dsp:nvSpPr>
      <dsp:spPr>
        <a:xfrm>
          <a:off x="2547948" y="2391"/>
          <a:ext cx="1566849" cy="115293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Benefits</a:t>
          </a:r>
          <a:endParaRPr lang="en-US" sz="2500" kern="1200" dirty="0"/>
        </a:p>
      </dsp:txBody>
      <dsp:txXfrm>
        <a:off x="2547948" y="2391"/>
        <a:ext cx="1566849" cy="1152934"/>
      </dsp:txXfrm>
    </dsp:sp>
    <dsp:sp modelId="{54F2D390-E86A-4A50-87C7-B1DA54647C96}">
      <dsp:nvSpPr>
        <dsp:cNvPr id="0" name=""/>
        <dsp:cNvSpPr/>
      </dsp:nvSpPr>
      <dsp:spPr>
        <a:xfrm>
          <a:off x="6766546" y="463565"/>
          <a:ext cx="1729401" cy="1153510"/>
        </a:xfrm>
        <a:prstGeom prst="rect">
          <a:avLst/>
        </a:prstGeom>
        <a:solidFill>
          <a:schemeClr val="accent6">
            <a:alpha val="9000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56464" rIns="156464" bIns="156464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>
              <a:solidFill>
                <a:schemeClr val="bg1"/>
              </a:solidFill>
            </a:rPr>
            <a:t>Managing problem areas</a:t>
          </a:r>
          <a:endParaRPr lang="en-US" sz="2200" kern="1200" dirty="0">
            <a:solidFill>
              <a:schemeClr val="bg1"/>
            </a:solidFill>
          </a:endParaRPr>
        </a:p>
      </dsp:txBody>
      <dsp:txXfrm>
        <a:off x="7043250" y="463565"/>
        <a:ext cx="1452697" cy="1153510"/>
      </dsp:txXfrm>
    </dsp:sp>
    <dsp:sp modelId="{6CAC13E6-90D2-47A4-93C5-C4D6A78523B5}">
      <dsp:nvSpPr>
        <dsp:cNvPr id="0" name=""/>
        <dsp:cNvSpPr/>
      </dsp:nvSpPr>
      <dsp:spPr>
        <a:xfrm>
          <a:off x="5562610" y="0"/>
          <a:ext cx="1411329" cy="1152934"/>
        </a:xfrm>
        <a:prstGeom prst="ellipse">
          <a:avLst/>
        </a:prstGeom>
        <a:solidFill>
          <a:schemeClr val="accent6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Threats</a:t>
          </a:r>
          <a:endParaRPr lang="en-US" sz="2500" kern="1200" dirty="0"/>
        </a:p>
      </dsp:txBody>
      <dsp:txXfrm>
        <a:off x="5562610" y="0"/>
        <a:ext cx="1411329" cy="11529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alance1">
  <dgm:title val=""/>
  <dgm:desc val=""/>
  <dgm:catLst>
    <dgm:cat type="relationship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25" srcId="2" destId="23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2"/>
        <dgm:pt modelId="21"/>
        <dgm:pt modelId="22"/>
        <dgm:pt modelId="23"/>
      </dgm:ptLst>
      <dgm:cxnLst>
        <dgm:cxn modelId="4" srcId="0" destId="1" srcOrd="0" destOrd="0"/>
        <dgm:cxn modelId="5" srcId="0" destId="2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25" srcId="2" destId="21" srcOrd="0" destOrd="0"/>
        <dgm:cxn modelId="26" srcId="2" destId="22" srcOrd="0" destOrd="0"/>
        <dgm:cxn modelId="27" srcId="2" destId="23" srcOrd="0" destOrd="0"/>
      </dgm:cxnLst>
      <dgm:bg/>
      <dgm:whole/>
    </dgm:dataModel>
  </dgm:clrData>
  <dgm:layoutNode name="outerComposite">
    <dgm:varLst>
      <dgm:chMax val="2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>
      <dgm:constr type="h" for="ch" forName="parentComposite" refType="h" refFor="ch" refForName="dummyMaxCanvas" op="equ" fact="0.2"/>
      <dgm:constr type="t" for="ch" forName="parentComposite"/>
      <dgm:constr type="h" for="ch" forName="childrenComposite" refType="h" refFor="ch" refForName="dummyMaxCanvas" op="equ" fact="0.8"/>
      <dgm:constr type="t" for="ch" forName="childrenComposite" refType="h" refFor="ch" refForName="dummyMaxCanvas" fact="0.2"/>
    </dgm:constrLst>
    <dgm:ruleLst/>
    <dgm:layoutNode name="dummyMaxCanvas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arentComposite">
      <dgm:alg type="composite"/>
      <dgm:shape xmlns:r="http://schemas.openxmlformats.org/officeDocument/2006/relationships" r:blip="">
        <dgm:adjLst/>
      </dgm:shape>
      <dgm:presOf/>
      <dgm:constrLst>
        <dgm:constr type="w" for="ch" forName="parent1" refType="w" fact="0.36"/>
        <dgm:constr type="ctrX" for="ch" forName="parent1" refType="w" fact="0.24"/>
        <dgm:constr type="w" for="ch" forName="parent2" refType="w" fact="0.36"/>
        <dgm:constr type="ctrX" for="ch" forName="parent2" refType="w" fact="0.76"/>
        <dgm:constr type="primFontSz" for="ch" ptType="node" op="equ"/>
      </dgm:constrLst>
      <dgm:ruleLst/>
      <dgm:layoutNode name="parent1" styleLbl="alignAccFollowNode1">
        <dgm:varLst>
          <dgm:chMax val="4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ch" ptType="node" cnt="1"/>
        <dgm:constrLst>
          <dgm:constr type="primFontSz" val="65"/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arent2" styleLbl="alignAccFollowNode1">
        <dgm:varLst>
          <dgm:chMax val="4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ch" ptType="node" st="2" cnt="1"/>
        <dgm:constrLst>
          <dgm:constr type="primFontSz" val="65"/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</dgm:layoutNode>
    <dgm:layoutNode name="childrenComposite">
      <dgm:alg type="composite"/>
      <dgm:shape xmlns:r="http://schemas.openxmlformats.org/officeDocument/2006/relationships" r:blip="">
        <dgm:adjLst/>
      </dgm:shape>
      <dgm:presOf/>
      <dgm:constrLst>
        <dgm:constr type="primFontSz" for="ch" ptType="node" op="equ" val="65"/>
        <dgm:constr type="w" for="ch" forName="fulcrum" refType="w" fact="0.15"/>
        <dgm:constr type="h" for="ch" forName="fulcrum" refType="w" refFor="ch" refForName="fulcrum"/>
        <dgm:constr type="b" for="ch" forName="fulcrum" refType="h"/>
        <dgm:constr type="ctrX" for="ch" forName="fulcrum" refType="w" fact="0.5"/>
        <dgm:constr type="w" for="ch" forName="balance_00" refType="w" fact="0.9"/>
        <dgm:constr type="h" for="ch" forName="balance_00" refType="h" fact="0.076"/>
        <dgm:constr type="b" for="ch" forName="balance_00" refType="h" fact="0.81"/>
        <dgm:constr type="ctrX" for="ch" forName="balance_00" refType="w" fact="0.5"/>
        <dgm:constr type="w" for="ch" forName="balance_01" refType="w"/>
        <dgm:constr type="h" for="ch" forName="balance_01" refType="h" fact="0.157"/>
        <dgm:constr type="b" for="ch" forName="balance_01" refType="h" fact="0.85"/>
        <dgm:constr type="ctrX" for="ch" forName="balance_01" refType="w" fact="0.5"/>
        <dgm:constr type="w" for="ch" forName="balance_02" refType="w"/>
        <dgm:constr type="h" for="ch" forName="balance_02" refType="h" fact="0.157"/>
        <dgm:constr type="b" for="ch" forName="balance_02" refType="h" fact="0.85"/>
        <dgm:constr type="ctrX" for="ch" forName="balance_02" refType="w" fact="0.5"/>
        <dgm:constr type="w" for="ch" forName="balance_03" refType="w"/>
        <dgm:constr type="h" for="ch" forName="balance_03" refType="h" fact="0.157"/>
        <dgm:constr type="b" for="ch" forName="balance_03" refType="h" fact="0.85"/>
        <dgm:constr type="ctrX" for="ch" forName="balance_03" refType="w" fact="0.5"/>
        <dgm:constr type="w" for="ch" forName="balance_04" refType="w"/>
        <dgm:constr type="h" for="ch" forName="balance_04" refType="h" fact="0.157"/>
        <dgm:constr type="b" for="ch" forName="balance_04" refType="h" fact="0.85"/>
        <dgm:constr type="ctrX" for="ch" forName="balance_04" refType="w" fact="0.5"/>
        <dgm:constr type="w" for="ch" forName="balance_10" refType="w"/>
        <dgm:constr type="h" for="ch" forName="balance_10" refType="h" fact="0.157"/>
        <dgm:constr type="b" for="ch" forName="balance_10" refType="h" fact="0.85"/>
        <dgm:constr type="ctrX" for="ch" forName="balance_10" refType="w" fact="0.5"/>
        <dgm:constr type="w" for="ch" forName="balance_11" refType="w" fact="0.9"/>
        <dgm:constr type="h" for="ch" forName="balance_11" refType="h" fact="0.076"/>
        <dgm:constr type="b" for="ch" forName="balance_11" refType="h" fact="0.81"/>
        <dgm:constr type="ctrX" for="ch" forName="balance_11" refType="w" fact="0.5"/>
        <dgm:constr type="w" for="ch" forName="balance_12" refType="w"/>
        <dgm:constr type="h" for="ch" forName="balance_12" refType="h" fact="0.157"/>
        <dgm:constr type="b" for="ch" forName="balance_12" refType="h" fact="0.85"/>
        <dgm:constr type="ctrX" for="ch" forName="balance_12" refType="w" fact="0.5"/>
        <dgm:constr type="w" for="ch" forName="balance_13" refType="w"/>
        <dgm:constr type="h" for="ch" forName="balance_13" refType="h" fact="0.157"/>
        <dgm:constr type="b" for="ch" forName="balance_13" refType="h" fact="0.85"/>
        <dgm:constr type="ctrX" for="ch" forName="balance_13" refType="w" fact="0.5"/>
        <dgm:constr type="w" for="ch" forName="balance_14" refType="w"/>
        <dgm:constr type="h" for="ch" forName="balance_14" refType="h" fact="0.157"/>
        <dgm:constr type="b" for="ch" forName="balance_14" refType="h" fact="0.85"/>
        <dgm:constr type="ctrX" for="ch" forName="balance_14" refType="w" fact="0.5"/>
        <dgm:constr type="w" for="ch" forName="balance_20" refType="w"/>
        <dgm:constr type="h" for="ch" forName="balance_20" refType="h" fact="0.157"/>
        <dgm:constr type="b" for="ch" forName="balance_20" refType="h" fact="0.85"/>
        <dgm:constr type="ctrX" for="ch" forName="balance_20" refType="w" fact="0.5"/>
        <dgm:constr type="w" for="ch" forName="balance_21" refType="w"/>
        <dgm:constr type="h" for="ch" forName="balance_21" refType="h" fact="0.157"/>
        <dgm:constr type="b" for="ch" forName="balance_21" refType="h" fact="0.85"/>
        <dgm:constr type="ctrX" for="ch" forName="balance_21" refType="w" fact="0.5"/>
        <dgm:constr type="w" for="ch" forName="balance_22" refType="w" fact="0.9"/>
        <dgm:constr type="h" for="ch" forName="balance_22" refType="h" fact="0.076"/>
        <dgm:constr type="b" for="ch" forName="balance_22" refType="h" fact="0.81"/>
        <dgm:constr type="ctrX" for="ch" forName="balance_22" refType="w" fact="0.5"/>
        <dgm:constr type="w" for="ch" forName="balance_23" refType="w"/>
        <dgm:constr type="h" for="ch" forName="balance_23" refType="h" fact="0.157"/>
        <dgm:constr type="b" for="ch" forName="balance_23" refType="h" fact="0.85"/>
        <dgm:constr type="ctrX" for="ch" forName="balance_23" refType="w" fact="0.5"/>
        <dgm:constr type="w" for="ch" forName="balance_24" refType="w"/>
        <dgm:constr type="h" for="ch" forName="balance_24" refType="h" fact="0.157"/>
        <dgm:constr type="b" for="ch" forName="balance_24" refType="h" fact="0.85"/>
        <dgm:constr type="ctrX" for="ch" forName="balance_24" refType="w" fact="0.5"/>
        <dgm:constr type="w" for="ch" forName="balance_30" refType="w"/>
        <dgm:constr type="h" for="ch" forName="balance_30" refType="h" fact="0.157"/>
        <dgm:constr type="b" for="ch" forName="balance_30" refType="h" fact="0.85"/>
        <dgm:constr type="ctrX" for="ch" forName="balance_30" refType="w" fact="0.5"/>
        <dgm:constr type="w" for="ch" forName="balance_31" refType="w"/>
        <dgm:constr type="h" for="ch" forName="balance_31" refType="h" fact="0.157"/>
        <dgm:constr type="b" for="ch" forName="balance_31" refType="h" fact="0.85"/>
        <dgm:constr type="ctrX" for="ch" forName="balance_31" refType="w" fact="0.5"/>
        <dgm:constr type="w" for="ch" forName="balance_32" refType="w"/>
        <dgm:constr type="h" for="ch" forName="balance_32" refType="h" fact="0.157"/>
        <dgm:constr type="b" for="ch" forName="balance_32" refType="h" fact="0.85"/>
        <dgm:constr type="ctrX" for="ch" forName="balance_32" refType="w" fact="0.5"/>
        <dgm:constr type="w" for="ch" forName="balance_33" refType="w" fact="0.9"/>
        <dgm:constr type="h" for="ch" forName="balance_33" refType="h" fact="0.076"/>
        <dgm:constr type="b" for="ch" forName="balance_33" refType="h" fact="0.81"/>
        <dgm:constr type="ctrX" for="ch" forName="balance_33" refType="w" fact="0.5"/>
        <dgm:constr type="w" for="ch" forName="balance_34" refType="w"/>
        <dgm:constr type="h" for="ch" forName="balance_34" refType="h" fact="0.157"/>
        <dgm:constr type="b" for="ch" forName="balance_34" refType="h" fact="0.85"/>
        <dgm:constr type="ctrX" for="ch" forName="balance_34" refType="w" fact="0.5"/>
        <dgm:constr type="w" for="ch" forName="balance_40" refType="w"/>
        <dgm:constr type="h" for="ch" forName="balance_40" refType="h" fact="0.157"/>
        <dgm:constr type="b" for="ch" forName="balance_40" refType="h" fact="0.85"/>
        <dgm:constr type="ctrX" for="ch" forName="balance_40" refType="w" fact="0.5"/>
        <dgm:constr type="w" for="ch" forName="balance_41" refType="w"/>
        <dgm:constr type="h" for="ch" forName="balance_41" refType="h" fact="0.157"/>
        <dgm:constr type="b" for="ch" forName="balance_41" refType="h" fact="0.85"/>
        <dgm:constr type="ctrX" for="ch" forName="balance_41" refType="w" fact="0.5"/>
        <dgm:constr type="w" for="ch" forName="balance_42" refType="w"/>
        <dgm:constr type="h" for="ch" forName="balance_42" refType="h" fact="0.157"/>
        <dgm:constr type="b" for="ch" forName="balance_42" refType="h" fact="0.85"/>
        <dgm:constr type="ctrX" for="ch" forName="balance_42" refType="w" fact="0.5"/>
        <dgm:constr type="w" for="ch" forName="balance_43" refType="w"/>
        <dgm:constr type="h" for="ch" forName="balance_43" refType="h" fact="0.157"/>
        <dgm:constr type="b" for="ch" forName="balance_43" refType="h" fact="0.85"/>
        <dgm:constr type="ctrX" for="ch" forName="balance_43" refType="w" fact="0.5"/>
        <dgm:constr type="w" for="ch" forName="balance_44" refType="w" fact="0.9"/>
        <dgm:constr type="h" for="ch" forName="balance_44" refType="h" fact="0.076"/>
        <dgm:constr type="b" for="ch" forName="balance_44" refType="h" fact="0.81"/>
        <dgm:constr type="ctrX" for="ch" forName="balance_44" refType="w" fact="0.5"/>
        <dgm:constr type="w" for="ch" forName="right_01_1" refType="w" fact="0.4"/>
        <dgm:constr type="h" for="ch" forName="right_01_1" refType="h" fact="0.7"/>
        <dgm:constr type="b" for="ch" forName="right_01_1" refType="h" fact="0.76"/>
        <dgm:constr type="ctrX" for="ch" forName="right_01_1" refType="w" fact="0.78"/>
        <dgm:constr type="w" for="ch" forName="left_10_1" refType="w" fact="0.4"/>
        <dgm:constr type="h" for="ch" forName="left_10_1" refType="h" fact="0.7"/>
        <dgm:constr type="b" for="ch" forName="left_10_1" refType="h" fact="0.76"/>
        <dgm:constr type="ctrX" for="ch" forName="left_10_1" refType="w" fact="0.22"/>
        <dgm:constr type="w" for="ch" forName="right_11_1" refType="w" fact="0.36"/>
        <dgm:constr type="h" for="ch" forName="right_11_1" refType="h" fact="0.67"/>
        <dgm:constr type="b" for="ch" forName="right_11_1" refType="h" fact="0.725"/>
        <dgm:constr type="ctrX" for="ch" forName="right_11_1" refType="w" fact="0.76"/>
        <dgm:constr type="w" for="ch" forName="left_11_1" refType="w" fact="0.36"/>
        <dgm:constr type="h" for="ch" forName="left_11_1" refType="h" fact="0.67"/>
        <dgm:constr type="b" for="ch" forName="left_11_1" refType="h" fact="0.725"/>
        <dgm:constr type="ctrX" for="ch" forName="left_11_1" refType="w" fact="0.24"/>
        <dgm:constr type="w" for="ch" forName="right_02_1" refType="w" fact="0.388"/>
        <dgm:constr type="h" for="ch" forName="right_02_1" refType="h" fact="0.36"/>
        <dgm:constr type="b" for="ch" forName="right_02_1" refType="h" fact="0.76"/>
        <dgm:constr type="ctrX" for="ch" forName="right_02_1" refType="w" fact="0.77"/>
        <dgm:constr type="w" for="ch" forName="right_02_2" refType="w" fact="0.388"/>
        <dgm:constr type="h" for="ch" forName="right_02_2" refType="h" fact="0.36"/>
        <dgm:constr type="b" for="ch" forName="right_02_2" refType="h" fact="0.42"/>
        <dgm:constr type="ctrX" for="ch" forName="right_02_2" refType="w" fact="0.79"/>
        <dgm:constr type="w" for="ch" forName="left_20_1" refType="w" fact="0.388"/>
        <dgm:constr type="h" for="ch" forName="left_20_1" refType="h" fact="0.36"/>
        <dgm:constr type="b" for="ch" forName="left_20_1" refType="h" fact="0.76"/>
        <dgm:constr type="ctrX" for="ch" forName="left_20_1" refType="w" fact="0.23"/>
        <dgm:constr type="w" for="ch" forName="left_20_2" refType="w" fact="0.388"/>
        <dgm:constr type="h" for="ch" forName="left_20_2" refType="h" fact="0.36"/>
        <dgm:constr type="b" for="ch" forName="left_20_2" refType="h" fact="0.42"/>
        <dgm:constr type="ctrX" for="ch" forName="left_20_2" refType="w" fact="0.21"/>
        <dgm:constr type="w" for="ch" forName="right_12_1" refType="w" fact="0.388"/>
        <dgm:constr type="h" for="ch" forName="right_12_1" refType="h" fact="0.36"/>
        <dgm:constr type="b" for="ch" forName="right_12_1" refType="h" fact="0.76"/>
        <dgm:constr type="ctrX" for="ch" forName="right_12_1" refType="w" fact="0.77"/>
        <dgm:constr type="w" for="ch" forName="right_12_2" refType="w" fact="0.388"/>
        <dgm:constr type="h" for="ch" forName="right_12_2" refType="h" fact="0.36"/>
        <dgm:constr type="b" for="ch" forName="right_12_2" refType="h" fact="0.42"/>
        <dgm:constr type="ctrX" for="ch" forName="right_12_2" refType="w" fact="0.79"/>
        <dgm:constr type="w" for="ch" forName="left_12_1" refType="w" fact="0.388"/>
        <dgm:constr type="h" for="ch" forName="left_12_1" refType="h" fact="0.36"/>
        <dgm:constr type="b" for="ch" forName="left_12_1" refType="h" fact="0.715"/>
        <dgm:constr type="ctrX" for="ch" forName="left_12_1" refType="w" fact="0.255"/>
        <dgm:constr type="w" for="ch" forName="right_22_1" refType="w" fact="0.36"/>
        <dgm:constr type="h" for="ch" forName="right_22_1" refType="h" fact="0.32"/>
        <dgm:constr type="b" for="ch" forName="right_22_1" refType="h" fact="0.725"/>
        <dgm:constr type="ctrX" for="ch" forName="right_22_1" refType="w" fact="0.76"/>
        <dgm:constr type="w" for="ch" forName="right_22_2" refType="w" fact="0.36"/>
        <dgm:constr type="h" for="ch" forName="right_22_2" refType="h" fact="0.32"/>
        <dgm:constr type="b" for="ch" forName="right_22_2" refType="h" fact="0.39"/>
        <dgm:constr type="ctrX" for="ch" forName="right_22_2" refType="w" fact="0.76"/>
        <dgm:constr type="w" for="ch" forName="left_22_1" refType="w" fact="0.36"/>
        <dgm:constr type="h" for="ch" forName="left_22_1" refType="h" fact="0.32"/>
        <dgm:constr type="b" for="ch" forName="left_22_1" refType="h" fact="0.725"/>
        <dgm:constr type="ctrX" for="ch" forName="left_22_1" refType="w" fact="0.24"/>
        <dgm:constr type="w" for="ch" forName="left_22_2" refType="w" fact="0.36"/>
        <dgm:constr type="h" for="ch" forName="left_22_2" refType="h" fact="0.32"/>
        <dgm:constr type="b" for="ch" forName="left_22_2" refType="h" fact="0.39"/>
        <dgm:constr type="ctrX" for="ch" forName="left_22_2" refType="w" fact="0.24"/>
        <dgm:constr type="w" for="ch" forName="left_21_1" refType="w" fact="0.388"/>
        <dgm:constr type="h" for="ch" forName="left_21_1" refType="h" fact="0.36"/>
        <dgm:constr type="b" for="ch" forName="left_21_1" refType="h" fact="0.76"/>
        <dgm:constr type="ctrX" for="ch" forName="left_21_1" refType="w" fact="0.23"/>
        <dgm:constr type="w" for="ch" forName="left_21_2" refType="w" fact="0.388"/>
        <dgm:constr type="h" for="ch" forName="left_21_2" refType="h" fact="0.36"/>
        <dgm:constr type="b" for="ch" forName="left_21_2" refType="h" fact="0.42"/>
        <dgm:constr type="ctrX" for="ch" forName="left_21_2" refType="w" fact="0.21"/>
        <dgm:constr type="w" for="ch" forName="right_21_1" refType="w" fact="0.388"/>
        <dgm:constr type="h" for="ch" forName="right_21_1" refType="h" fact="0.36"/>
        <dgm:constr type="b" for="ch" forName="right_21_1" refType="h" fact="0.715"/>
        <dgm:constr type="ctrX" for="ch" forName="right_21_1" refType="w" fact="0.745"/>
        <dgm:constr type="w" for="ch" forName="right_03_1" refType="w" fact="0.37"/>
        <dgm:constr type="h" for="ch" forName="right_03_1" refType="h" fact="0.24"/>
        <dgm:constr type="b" for="ch" forName="right_03_1" refType="h" fact="0.76"/>
        <dgm:constr type="ctrX" for="ch" forName="right_03_1" refType="w" fact="0.77"/>
        <dgm:constr type="w" for="ch" forName="right_03_2" refType="w" fact="0.37"/>
        <dgm:constr type="h" for="ch" forName="right_03_2" refType="h" fact="0.24"/>
        <dgm:constr type="b" for="ch" forName="right_03_2" refType="h" fact="0.535"/>
        <dgm:constr type="ctrX" for="ch" forName="right_03_2" refType="w" fact="0.783"/>
        <dgm:constr type="w" for="ch" forName="right_03_3" refType="w" fact="0.37"/>
        <dgm:constr type="h" for="ch" forName="right_03_3" refType="h" fact="0.24"/>
        <dgm:constr type="b" for="ch" forName="right_03_3" refType="h" fact="0.315"/>
        <dgm:constr type="ctrX" for="ch" forName="right_03_3" refType="w" fact="0.796"/>
        <dgm:constr type="w" for="ch" forName="left_30_1" refType="w" fact="0.37"/>
        <dgm:constr type="h" for="ch" forName="left_30_1" refType="h" fact="0.24"/>
        <dgm:constr type="b" for="ch" forName="left_30_1" refType="h" fact="0.76"/>
        <dgm:constr type="ctrX" for="ch" forName="left_30_1" refType="w" fact="0.23"/>
        <dgm:constr type="w" for="ch" forName="left_30_2" refType="w" fact="0.37"/>
        <dgm:constr type="h" for="ch" forName="left_30_2" refType="h" fact="0.24"/>
        <dgm:constr type="b" for="ch" forName="left_30_2" refType="h" fact="0.535"/>
        <dgm:constr type="ctrX" for="ch" forName="left_30_2" refType="w" fact="0.217"/>
        <dgm:constr type="w" for="ch" forName="left_30_3" refType="w" fact="0.37"/>
        <dgm:constr type="h" for="ch" forName="left_30_3" refType="h" fact="0.24"/>
        <dgm:constr type="b" for="ch" forName="left_30_3" refType="h" fact="0.315"/>
        <dgm:constr type="ctrX" for="ch" forName="left_30_3" refType="w" fact="0.204"/>
        <dgm:constr type="w" for="ch" forName="right_13_1" refType="w" fact="0.37"/>
        <dgm:constr type="h" for="ch" forName="right_13_1" refType="h" fact="0.24"/>
        <dgm:constr type="b" for="ch" forName="right_13_1" refType="h" fact="0.76"/>
        <dgm:constr type="ctrX" for="ch" forName="right_13_1" refType="w" fact="0.77"/>
        <dgm:constr type="w" for="ch" forName="right_13_2" refType="w" fact="0.37"/>
        <dgm:constr type="h" for="ch" forName="right_13_2" refType="h" fact="0.24"/>
        <dgm:constr type="b" for="ch" forName="right_13_2" refType="h" fact="0.535"/>
        <dgm:constr type="ctrX" for="ch" forName="right_13_2" refType="w" fact="0.783"/>
        <dgm:constr type="w" for="ch" forName="right_13_3" refType="w" fact="0.37"/>
        <dgm:constr type="h" for="ch" forName="right_13_3" refType="h" fact="0.24"/>
        <dgm:constr type="b" for="ch" forName="right_13_3" refType="h" fact="0.315"/>
        <dgm:constr type="ctrX" for="ch" forName="right_13_3" refType="w" fact="0.796"/>
        <dgm:constr type="w" for="ch" forName="left_13_1" refType="w" fact="0.37"/>
        <dgm:constr type="h" for="ch" forName="left_13_1" refType="h" fact="0.24"/>
        <dgm:constr type="b" for="ch" forName="left_13_1" refType="h" fact="0.715"/>
        <dgm:constr type="ctrX" for="ch" forName="left_13_1" refType="w" fact="0.255"/>
        <dgm:constr type="w" for="ch" forName="left_31_1" refType="w" fact="0.37"/>
        <dgm:constr type="h" for="ch" forName="left_31_1" refType="h" fact="0.24"/>
        <dgm:constr type="b" for="ch" forName="left_31_1" refType="h" fact="0.76"/>
        <dgm:constr type="ctrX" for="ch" forName="left_31_1" refType="w" fact="0.23"/>
        <dgm:constr type="w" for="ch" forName="left_31_2" refType="w" fact="0.37"/>
        <dgm:constr type="h" for="ch" forName="left_31_2" refType="h" fact="0.24"/>
        <dgm:constr type="b" for="ch" forName="left_31_2" refType="h" fact="0.535"/>
        <dgm:constr type="ctrX" for="ch" forName="left_31_2" refType="w" fact="0.217"/>
        <dgm:constr type="w" for="ch" forName="left_31_3" refType="w" fact="0.37"/>
        <dgm:constr type="h" for="ch" forName="left_31_3" refType="h" fact="0.24"/>
        <dgm:constr type="b" for="ch" forName="left_31_3" refType="h" fact="0.315"/>
        <dgm:constr type="ctrX" for="ch" forName="left_31_3" refType="w" fact="0.204"/>
        <dgm:constr type="w" for="ch" forName="right_31_1" refType="w" fact="0.37"/>
        <dgm:constr type="h" for="ch" forName="right_31_1" refType="h" fact="0.24"/>
        <dgm:constr type="b" for="ch" forName="right_31_1" refType="h" fact="0.715"/>
        <dgm:constr type="ctrX" for="ch" forName="right_31_1" refType="w" fact="0.745"/>
        <dgm:constr type="w" for="ch" forName="right_23_1" refType="w" fact="0.37"/>
        <dgm:constr type="h" for="ch" forName="right_23_1" refType="h" fact="0.24"/>
        <dgm:constr type="b" for="ch" forName="right_23_1" refType="h" fact="0.76"/>
        <dgm:constr type="ctrX" for="ch" forName="right_23_1" refType="w" fact="0.77"/>
        <dgm:constr type="w" for="ch" forName="right_23_2" refType="w" fact="0.37"/>
        <dgm:constr type="h" for="ch" forName="right_23_2" refType="h" fact="0.24"/>
        <dgm:constr type="b" for="ch" forName="right_23_2" refType="h" fact="0.535"/>
        <dgm:constr type="ctrX" for="ch" forName="right_23_2" refType="w" fact="0.783"/>
        <dgm:constr type="w" for="ch" forName="right_23_3" refType="w" fact="0.37"/>
        <dgm:constr type="h" for="ch" forName="right_23_3" refType="h" fact="0.24"/>
        <dgm:constr type="b" for="ch" forName="right_23_3" refType="h" fact="0.315"/>
        <dgm:constr type="ctrX" for="ch" forName="right_23_3" refType="w" fact="0.796"/>
        <dgm:constr type="w" for="ch" forName="left_23_1" refType="w" fact="0.37"/>
        <dgm:constr type="h" for="ch" forName="left_23_1" refType="h" fact="0.24"/>
        <dgm:constr type="b" for="ch" forName="left_23_1" refType="h" fact="0.715"/>
        <dgm:constr type="ctrX" for="ch" forName="left_23_1" refType="w" fact="0.255"/>
        <dgm:constr type="w" for="ch" forName="left_23_2" refType="w" fact="0.37"/>
        <dgm:constr type="h" for="ch" forName="left_23_2" refType="h" fact="0.24"/>
        <dgm:constr type="b" for="ch" forName="left_23_2" refType="h" fact="0.49"/>
        <dgm:constr type="ctrX" for="ch" forName="left_23_2" refType="w" fact="0.268"/>
        <dgm:constr type="w" for="ch" forName="left_32_1" refType="w" fact="0.37"/>
        <dgm:constr type="h" for="ch" forName="left_32_1" refType="h" fact="0.24"/>
        <dgm:constr type="b" for="ch" forName="left_32_1" refType="h" fact="0.76"/>
        <dgm:constr type="ctrX" for="ch" forName="left_32_1" refType="w" fact="0.23"/>
        <dgm:constr type="w" for="ch" forName="left_32_2" refType="w" fact="0.37"/>
        <dgm:constr type="h" for="ch" forName="left_32_2" refType="h" fact="0.24"/>
        <dgm:constr type="b" for="ch" forName="left_32_2" refType="h" fact="0.535"/>
        <dgm:constr type="ctrX" for="ch" forName="left_32_2" refType="w" fact="0.217"/>
        <dgm:constr type="w" for="ch" forName="left_32_3" refType="w" fact="0.37"/>
        <dgm:constr type="h" for="ch" forName="left_32_3" refType="h" fact="0.24"/>
        <dgm:constr type="b" for="ch" forName="left_32_3" refType="h" fact="0.315"/>
        <dgm:constr type="ctrX" for="ch" forName="left_32_3" refType="w" fact="0.204"/>
        <dgm:constr type="w" for="ch" forName="right_32_1" refType="w" fact="0.37"/>
        <dgm:constr type="h" for="ch" forName="right_32_1" refType="h" fact="0.24"/>
        <dgm:constr type="b" for="ch" forName="right_32_1" refType="h" fact="0.715"/>
        <dgm:constr type="ctrX" for="ch" forName="right_32_1" refType="w" fact="0.745"/>
        <dgm:constr type="w" for="ch" forName="right_32_2" refType="w" fact="0.37"/>
        <dgm:constr type="h" for="ch" forName="right_32_2" refType="h" fact="0.24"/>
        <dgm:constr type="b" for="ch" forName="right_32_2" refType="h" fact="0.49"/>
        <dgm:constr type="ctrX" for="ch" forName="right_32_2" refType="w" fact="0.732"/>
        <dgm:constr type="w" for="ch" forName="right_33_1" refType="w" fact="0.36"/>
        <dgm:constr type="h" for="ch" forName="right_33_1" refType="h" fact="0.21"/>
        <dgm:constr type="b" for="ch" forName="right_33_1" refType="h" fact="0.725"/>
        <dgm:constr type="ctrX" for="ch" forName="right_33_1" refType="w" fact="0.76"/>
        <dgm:constr type="w" for="ch" forName="right_33_2" refType="w" fact="0.36"/>
        <dgm:constr type="h" for="ch" forName="right_33_2" refType="h" fact="0.21"/>
        <dgm:constr type="b" for="ch" forName="right_33_2" refType="h" fact="0.5"/>
        <dgm:constr type="ctrX" for="ch" forName="right_33_2" refType="w" fact="0.76"/>
        <dgm:constr type="w" for="ch" forName="right_33_3" refType="w" fact="0.36"/>
        <dgm:constr type="h" for="ch" forName="right_33_3" refType="h" fact="0.21"/>
        <dgm:constr type="b" for="ch" forName="right_33_3" refType="h" fact="0.275"/>
        <dgm:constr type="ctrX" for="ch" forName="right_33_3" refType="w" fact="0.76"/>
        <dgm:constr type="w" for="ch" forName="left_33_1" refType="w" fact="0.36"/>
        <dgm:constr type="h" for="ch" forName="left_33_1" refType="h" fact="0.21"/>
        <dgm:constr type="b" for="ch" forName="left_33_1" refType="h" fact="0.725"/>
        <dgm:constr type="ctrX" for="ch" forName="left_33_1" refType="w" fact="0.24"/>
        <dgm:constr type="w" for="ch" forName="left_33_2" refType="w" fact="0.36"/>
        <dgm:constr type="h" for="ch" forName="left_33_2" refType="h" fact="0.21"/>
        <dgm:constr type="b" for="ch" forName="left_33_2" refType="h" fact="0.5"/>
        <dgm:constr type="ctrX" for="ch" forName="left_33_2" refType="w" fact="0.24"/>
        <dgm:constr type="w" for="ch" forName="left_33_3" refType="w" fact="0.36"/>
        <dgm:constr type="h" for="ch" forName="left_33_3" refType="h" fact="0.21"/>
        <dgm:constr type="b" for="ch" forName="left_33_3" refType="h" fact="0.275"/>
        <dgm:constr type="ctrX" for="ch" forName="left_33_3" refType="w" fact="0.24"/>
        <dgm:constr type="w" for="ch" forName="right_04_1" refType="w" fact="0.365"/>
        <dgm:constr type="h" for="ch" forName="right_04_1" refType="h" fact="0.185"/>
        <dgm:constr type="b" for="ch" forName="right_04_1" refType="h" fact="0.76"/>
        <dgm:constr type="ctrX" for="ch" forName="right_04_1" refType="w" fact="0.77"/>
        <dgm:constr type="w" for="ch" forName="right_04_2" refType="w" fact="0.365"/>
        <dgm:constr type="h" for="ch" forName="right_04_2" refType="h" fact="0.185"/>
        <dgm:constr type="b" for="ch" forName="right_04_2" refType="h" fact="0.595"/>
        <dgm:constr type="ctrX" for="ch" forName="right_04_2" refType="w" fact="0.78"/>
        <dgm:constr type="w" for="ch" forName="right_04_3" refType="w" fact="0.365"/>
        <dgm:constr type="h" for="ch" forName="right_04_3" refType="h" fact="0.185"/>
        <dgm:constr type="b" for="ch" forName="right_04_3" refType="h" fact="0.43"/>
        <dgm:constr type="ctrX" for="ch" forName="right_04_3" refType="w" fact="0.79"/>
        <dgm:constr type="w" for="ch" forName="right_04_4" refType="w" fact="0.365"/>
        <dgm:constr type="h" for="ch" forName="right_04_4" refType="h" fact="0.185"/>
        <dgm:constr type="b" for="ch" forName="right_04_4" refType="h" fact="0.265"/>
        <dgm:constr type="ctrX" for="ch" forName="right_04_4" refType="w" fact="0.8"/>
        <dgm:constr type="w" for="ch" forName="left_40_1" refType="w" fact="0.365"/>
        <dgm:constr type="h" for="ch" forName="left_40_1" refType="h" fact="0.185"/>
        <dgm:constr type="b" for="ch" forName="left_40_1" refType="h" fact="0.76"/>
        <dgm:constr type="ctrX" for="ch" forName="left_40_1" refType="w" fact="0.23"/>
        <dgm:constr type="w" for="ch" forName="left_40_2" refType="w" fact="0.365"/>
        <dgm:constr type="h" for="ch" forName="left_40_2" refType="h" fact="0.185"/>
        <dgm:constr type="b" for="ch" forName="left_40_2" refType="h" fact="0.595"/>
        <dgm:constr type="ctrX" for="ch" forName="left_40_2" refType="w" fact="0.22"/>
        <dgm:constr type="w" for="ch" forName="left_40_3" refType="w" fact="0.365"/>
        <dgm:constr type="h" for="ch" forName="left_40_3" refType="h" fact="0.185"/>
        <dgm:constr type="b" for="ch" forName="left_40_3" refType="h" fact="0.43"/>
        <dgm:constr type="ctrX" for="ch" forName="left_40_3" refType="w" fact="0.21"/>
        <dgm:constr type="w" for="ch" forName="left_40_4" refType="w" fact="0.365"/>
        <dgm:constr type="h" for="ch" forName="left_40_4" refType="h" fact="0.185"/>
        <dgm:constr type="b" for="ch" forName="left_40_4" refType="h" fact="0.265"/>
        <dgm:constr type="ctrX" for="ch" forName="left_40_4" refType="w" fact="0.2"/>
        <dgm:constr type="w" for="ch" forName="right_14_1" refType="w" fact="0.365"/>
        <dgm:constr type="h" for="ch" forName="right_14_1" refType="h" fact="0.185"/>
        <dgm:constr type="b" for="ch" forName="right_14_1" refType="h" fact="0.76"/>
        <dgm:constr type="ctrX" for="ch" forName="right_14_1" refType="w" fact="0.77"/>
        <dgm:constr type="w" for="ch" forName="right_14_2" refType="w" fact="0.365"/>
        <dgm:constr type="h" for="ch" forName="right_14_2" refType="h" fact="0.185"/>
        <dgm:constr type="b" for="ch" forName="right_14_2" refType="h" fact="0.595"/>
        <dgm:constr type="ctrX" for="ch" forName="right_14_2" refType="w" fact="0.78"/>
        <dgm:constr type="w" for="ch" forName="right_14_3" refType="w" fact="0.365"/>
        <dgm:constr type="h" for="ch" forName="right_14_3" refType="h" fact="0.185"/>
        <dgm:constr type="b" for="ch" forName="right_14_3" refType="h" fact="0.43"/>
        <dgm:constr type="ctrX" for="ch" forName="right_14_3" refType="w" fact="0.79"/>
        <dgm:constr type="w" for="ch" forName="right_14_4" refType="w" fact="0.365"/>
        <dgm:constr type="h" for="ch" forName="right_14_4" refType="h" fact="0.185"/>
        <dgm:constr type="b" for="ch" forName="right_14_4" refType="h" fact="0.265"/>
        <dgm:constr type="ctrX" for="ch" forName="right_14_4" refType="w" fact="0.8"/>
        <dgm:constr type="w" for="ch" forName="left_14_1" refType="w" fact="0.365"/>
        <dgm:constr type="h" for="ch" forName="left_14_1" refType="h" fact="0.185"/>
        <dgm:constr type="b" for="ch" forName="left_14_1" refType="h" fact="0.715"/>
        <dgm:constr type="ctrX" for="ch" forName="left_14_1" refType="w" fact="0.25"/>
        <dgm:constr type="w" for="ch" forName="left_41_1" refType="w" fact="0.365"/>
        <dgm:constr type="h" for="ch" forName="left_41_1" refType="h" fact="0.185"/>
        <dgm:constr type="b" for="ch" forName="left_41_1" refType="h" fact="0.76"/>
        <dgm:constr type="ctrX" for="ch" forName="left_41_1" refType="w" fact="0.23"/>
        <dgm:constr type="w" for="ch" forName="left_41_2" refType="w" fact="0.365"/>
        <dgm:constr type="h" for="ch" forName="left_41_2" refType="h" fact="0.185"/>
        <dgm:constr type="b" for="ch" forName="left_41_2" refType="h" fact="0.595"/>
        <dgm:constr type="ctrX" for="ch" forName="left_41_2" refType="w" fact="0.22"/>
        <dgm:constr type="w" for="ch" forName="left_41_3" refType="w" fact="0.365"/>
        <dgm:constr type="h" for="ch" forName="left_41_3" refType="h" fact="0.185"/>
        <dgm:constr type="b" for="ch" forName="left_41_3" refType="h" fact="0.43"/>
        <dgm:constr type="ctrX" for="ch" forName="left_41_3" refType="w" fact="0.21"/>
        <dgm:constr type="w" for="ch" forName="left_41_4" refType="w" fact="0.365"/>
        <dgm:constr type="h" for="ch" forName="left_41_4" refType="h" fact="0.185"/>
        <dgm:constr type="b" for="ch" forName="left_41_4" refType="h" fact="0.265"/>
        <dgm:constr type="ctrX" for="ch" forName="left_41_4" refType="w" fact="0.2"/>
        <dgm:constr type="w" for="ch" forName="right_41_1" refType="w" fact="0.365"/>
        <dgm:constr type="h" for="ch" forName="right_41_1" refType="h" fact="0.185"/>
        <dgm:constr type="b" for="ch" forName="right_41_1" refType="h" fact="0.715"/>
        <dgm:constr type="ctrX" for="ch" forName="right_41_1" refType="w" fact="0.75"/>
        <dgm:constr type="w" for="ch" forName="right_24_1" refType="w" fact="0.365"/>
        <dgm:constr type="h" for="ch" forName="right_24_1" refType="h" fact="0.185"/>
        <dgm:constr type="b" for="ch" forName="right_24_1" refType="h" fact="0.76"/>
        <dgm:constr type="ctrX" for="ch" forName="right_24_1" refType="w" fact="0.77"/>
        <dgm:constr type="w" for="ch" forName="right_24_2" refType="w" fact="0.365"/>
        <dgm:constr type="h" for="ch" forName="right_24_2" refType="h" fact="0.185"/>
        <dgm:constr type="b" for="ch" forName="right_24_2" refType="h" fact="0.595"/>
        <dgm:constr type="ctrX" for="ch" forName="right_24_2" refType="w" fact="0.78"/>
        <dgm:constr type="w" for="ch" forName="right_24_3" refType="w" fact="0.365"/>
        <dgm:constr type="h" for="ch" forName="right_24_3" refType="h" fact="0.185"/>
        <dgm:constr type="b" for="ch" forName="right_24_3" refType="h" fact="0.43"/>
        <dgm:constr type="ctrX" for="ch" forName="right_24_3" refType="w" fact="0.79"/>
        <dgm:constr type="w" for="ch" forName="right_24_4" refType="w" fact="0.365"/>
        <dgm:constr type="h" for="ch" forName="right_24_4" refType="h" fact="0.185"/>
        <dgm:constr type="b" for="ch" forName="right_24_4" refType="h" fact="0.265"/>
        <dgm:constr type="ctrX" for="ch" forName="right_24_4" refType="w" fact="0.8"/>
        <dgm:constr type="w" for="ch" forName="left_24_1" refType="w" fact="0.365"/>
        <dgm:constr type="h" for="ch" forName="left_24_1" refType="h" fact="0.185"/>
        <dgm:constr type="b" for="ch" forName="left_24_1" refType="h" fact="0.715"/>
        <dgm:constr type="ctrX" for="ch" forName="left_24_1" refType="w" fact="0.25"/>
        <dgm:constr type="w" for="ch" forName="left_24_2" refType="w" fact="0.365"/>
        <dgm:constr type="h" for="ch" forName="left_24_2" refType="h" fact="0.185"/>
        <dgm:constr type="b" for="ch" forName="left_24_2" refType="h" fact="0.55"/>
        <dgm:constr type="ctrX" for="ch" forName="left_24_2" refType="w" fact="0.26"/>
        <dgm:constr type="w" for="ch" forName="left_42_1" refType="w" fact="0.365"/>
        <dgm:constr type="h" for="ch" forName="left_42_1" refType="h" fact="0.185"/>
        <dgm:constr type="b" for="ch" forName="left_42_1" refType="h" fact="0.76"/>
        <dgm:constr type="ctrX" for="ch" forName="left_42_1" refType="w" fact="0.23"/>
        <dgm:constr type="w" for="ch" forName="left_42_2" refType="w" fact="0.365"/>
        <dgm:constr type="h" for="ch" forName="left_42_2" refType="h" fact="0.185"/>
        <dgm:constr type="b" for="ch" forName="left_42_2" refType="h" fact="0.595"/>
        <dgm:constr type="ctrX" for="ch" forName="left_42_2" refType="w" fact="0.22"/>
        <dgm:constr type="w" for="ch" forName="left_42_3" refType="w" fact="0.365"/>
        <dgm:constr type="h" for="ch" forName="left_42_3" refType="h" fact="0.185"/>
        <dgm:constr type="b" for="ch" forName="left_42_3" refType="h" fact="0.43"/>
        <dgm:constr type="ctrX" for="ch" forName="left_42_3" refType="w" fact="0.21"/>
        <dgm:constr type="w" for="ch" forName="left_42_4" refType="w" fact="0.365"/>
        <dgm:constr type="h" for="ch" forName="left_42_4" refType="h" fact="0.185"/>
        <dgm:constr type="b" for="ch" forName="left_42_4" refType="h" fact="0.265"/>
        <dgm:constr type="ctrX" for="ch" forName="left_42_4" refType="w" fact="0.2"/>
        <dgm:constr type="w" for="ch" forName="right_42_1" refType="w" fact="0.365"/>
        <dgm:constr type="h" for="ch" forName="right_42_1" refType="h" fact="0.185"/>
        <dgm:constr type="b" for="ch" forName="right_42_1" refType="h" fact="0.715"/>
        <dgm:constr type="ctrX" for="ch" forName="right_42_1" refType="w" fact="0.75"/>
        <dgm:constr type="w" for="ch" forName="right_42_2" refType="w" fact="0.365"/>
        <dgm:constr type="h" for="ch" forName="right_42_2" refType="h" fact="0.185"/>
        <dgm:constr type="b" for="ch" forName="right_42_2" refType="h" fact="0.55"/>
        <dgm:constr type="ctrX" for="ch" forName="right_42_2" refType="w" fact="0.74"/>
        <dgm:constr type="w" for="ch" forName="right_34_1" refType="w" fact="0.365"/>
        <dgm:constr type="h" for="ch" forName="right_34_1" refType="h" fact="0.185"/>
        <dgm:constr type="b" for="ch" forName="right_34_1" refType="h" fact="0.76"/>
        <dgm:constr type="ctrX" for="ch" forName="right_34_1" refType="w" fact="0.77"/>
        <dgm:constr type="w" for="ch" forName="right_34_2" refType="w" fact="0.365"/>
        <dgm:constr type="h" for="ch" forName="right_34_2" refType="h" fact="0.185"/>
        <dgm:constr type="b" for="ch" forName="right_34_2" refType="h" fact="0.595"/>
        <dgm:constr type="ctrX" for="ch" forName="right_34_2" refType="w" fact="0.78"/>
        <dgm:constr type="w" for="ch" forName="right_34_3" refType="w" fact="0.365"/>
        <dgm:constr type="h" for="ch" forName="right_34_3" refType="h" fact="0.185"/>
        <dgm:constr type="b" for="ch" forName="right_34_3" refType="h" fact="0.43"/>
        <dgm:constr type="ctrX" for="ch" forName="right_34_3" refType="w" fact="0.79"/>
        <dgm:constr type="w" for="ch" forName="right_34_4" refType="w" fact="0.365"/>
        <dgm:constr type="h" for="ch" forName="right_34_4" refType="h" fact="0.185"/>
        <dgm:constr type="b" for="ch" forName="right_34_4" refType="h" fact="0.265"/>
        <dgm:constr type="ctrX" for="ch" forName="right_34_4" refType="w" fact="0.8"/>
        <dgm:constr type="w" for="ch" forName="left_34_1" refType="w" fact="0.365"/>
        <dgm:constr type="h" for="ch" forName="left_34_1" refType="h" fact="0.185"/>
        <dgm:constr type="b" for="ch" forName="left_34_1" refType="h" fact="0.715"/>
        <dgm:constr type="ctrX" for="ch" forName="left_34_1" refType="w" fact="0.25"/>
        <dgm:constr type="w" for="ch" forName="left_34_2" refType="w" fact="0.365"/>
        <dgm:constr type="h" for="ch" forName="left_34_2" refType="h" fact="0.185"/>
        <dgm:constr type="b" for="ch" forName="left_34_2" refType="h" fact="0.55"/>
        <dgm:constr type="ctrX" for="ch" forName="left_34_2" refType="w" fact="0.26"/>
        <dgm:constr type="w" for="ch" forName="left_34_3" refType="w" fact="0.365"/>
        <dgm:constr type="h" for="ch" forName="left_34_3" refType="h" fact="0.185"/>
        <dgm:constr type="b" for="ch" forName="left_34_3" refType="h" fact="0.385"/>
        <dgm:constr type="ctrX" for="ch" forName="left_34_3" refType="w" fact="0.27"/>
        <dgm:constr type="w" for="ch" forName="left_43_1" refType="w" fact="0.365"/>
        <dgm:constr type="h" for="ch" forName="left_43_1" refType="h" fact="0.185"/>
        <dgm:constr type="b" for="ch" forName="left_43_1" refType="h" fact="0.76"/>
        <dgm:constr type="ctrX" for="ch" forName="left_43_1" refType="w" fact="0.23"/>
        <dgm:constr type="w" for="ch" forName="left_43_2" refType="w" fact="0.365"/>
        <dgm:constr type="h" for="ch" forName="left_43_2" refType="h" fact="0.185"/>
        <dgm:constr type="b" for="ch" forName="left_43_2" refType="h" fact="0.595"/>
        <dgm:constr type="ctrX" for="ch" forName="left_43_2" refType="w" fact="0.22"/>
        <dgm:constr type="w" for="ch" forName="left_43_3" refType="w" fact="0.365"/>
        <dgm:constr type="h" for="ch" forName="left_43_3" refType="h" fact="0.185"/>
        <dgm:constr type="b" for="ch" forName="left_43_3" refType="h" fact="0.43"/>
        <dgm:constr type="ctrX" for="ch" forName="left_43_3" refType="w" fact="0.21"/>
        <dgm:constr type="w" for="ch" forName="left_43_4" refType="w" fact="0.365"/>
        <dgm:constr type="h" for="ch" forName="left_43_4" refType="h" fact="0.185"/>
        <dgm:constr type="b" for="ch" forName="left_43_4" refType="h" fact="0.265"/>
        <dgm:constr type="ctrX" for="ch" forName="left_43_4" refType="w" fact="0.2"/>
        <dgm:constr type="w" for="ch" forName="right_43_1" refType="w" fact="0.365"/>
        <dgm:constr type="h" for="ch" forName="right_43_1" refType="h" fact="0.185"/>
        <dgm:constr type="b" for="ch" forName="right_43_1" refType="h" fact="0.715"/>
        <dgm:constr type="ctrX" for="ch" forName="right_43_1" refType="w" fact="0.75"/>
        <dgm:constr type="w" for="ch" forName="right_43_2" refType="w" fact="0.365"/>
        <dgm:constr type="h" for="ch" forName="right_43_2" refType="h" fact="0.185"/>
        <dgm:constr type="b" for="ch" forName="right_43_2" refType="h" fact="0.55"/>
        <dgm:constr type="ctrX" for="ch" forName="right_43_2" refType="w" fact="0.74"/>
        <dgm:constr type="w" for="ch" forName="right_43_3" refType="w" fact="0.365"/>
        <dgm:constr type="h" for="ch" forName="right_43_3" refType="h" fact="0.185"/>
        <dgm:constr type="b" for="ch" forName="right_43_3" refType="h" fact="0.385"/>
        <dgm:constr type="ctrX" for="ch" forName="right_43_3" refType="w" fact="0.73"/>
        <dgm:constr type="w" for="ch" forName="right_44_1" refType="w" fact="0.36"/>
        <dgm:constr type="h" for="ch" forName="right_44_1" refType="h" fact="0.154"/>
        <dgm:constr type="b" for="ch" forName="right_44_1" refType="h" fact="0.725"/>
        <dgm:constr type="ctrX" for="ch" forName="right_44_1" refType="w" fact="0.76"/>
        <dgm:constr type="w" for="ch" forName="right_44_2" refType="w" fact="0.36"/>
        <dgm:constr type="h" for="ch" forName="right_44_2" refType="h" fact="0.154"/>
        <dgm:constr type="b" for="ch" forName="right_44_2" refType="h" fact="0.559"/>
        <dgm:constr type="ctrX" for="ch" forName="right_44_2" refType="w" fact="0.76"/>
        <dgm:constr type="w" for="ch" forName="right_44_3" refType="w" fact="0.36"/>
        <dgm:constr type="h" for="ch" forName="right_44_3" refType="h" fact="0.154"/>
        <dgm:constr type="b" for="ch" forName="right_44_3" refType="h" fact="0.393"/>
        <dgm:constr type="ctrX" for="ch" forName="right_44_3" refType="w" fact="0.76"/>
        <dgm:constr type="w" for="ch" forName="right_44_4" refType="w" fact="0.36"/>
        <dgm:constr type="h" for="ch" forName="right_44_4" refType="h" fact="0.154"/>
        <dgm:constr type="b" for="ch" forName="right_44_4" refType="h" fact="0.224"/>
        <dgm:constr type="ctrX" for="ch" forName="right_44_4" refType="w" fact="0.76"/>
        <dgm:constr type="w" for="ch" forName="left_44_1" refType="w" fact="0.36"/>
        <dgm:constr type="h" for="ch" forName="left_44_1" refType="h" fact="0.154"/>
        <dgm:constr type="b" for="ch" forName="left_44_1" refType="h" fact="0.725"/>
        <dgm:constr type="ctrX" for="ch" forName="left_44_1" refType="w" fact="0.24"/>
        <dgm:constr type="w" for="ch" forName="left_44_2" refType="w" fact="0.36"/>
        <dgm:constr type="h" for="ch" forName="left_44_2" refType="h" fact="0.154"/>
        <dgm:constr type="b" for="ch" forName="left_44_2" refType="h" fact="0.559"/>
        <dgm:constr type="ctrX" for="ch" forName="left_44_2" refType="w" fact="0.24"/>
        <dgm:constr type="w" for="ch" forName="left_44_3" refType="w" fact="0.36"/>
        <dgm:constr type="h" for="ch" forName="left_44_3" refType="h" fact="0.154"/>
        <dgm:constr type="b" for="ch" forName="left_44_3" refType="h" fact="0.393"/>
        <dgm:constr type="ctrX" for="ch" forName="left_44_3" refType="w" fact="0.24"/>
        <dgm:constr type="w" for="ch" forName="left_44_4" refType="w" fact="0.36"/>
        <dgm:constr type="h" for="ch" forName="left_44_4" refType="h" fact="0.154"/>
        <dgm:constr type="b" for="ch" forName="left_44_4" refType="h" fact="0.224"/>
        <dgm:constr type="ctrX" for="ch" forName="left_44_4" refType="w" fact="0.24"/>
      </dgm:constrLst>
      <dgm:ruleLst/>
      <dgm:layoutNode name="dummyMaxCanvas_ChildArea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fulcrum" styleLbl="alignAccFollowNode1">
        <dgm:alg type="sp"/>
        <dgm:shape xmlns:r="http://schemas.openxmlformats.org/officeDocument/2006/relationships" type="triangle" r:blip="">
          <dgm:adjLst/>
        </dgm:shape>
        <dgm:presOf/>
        <dgm:constrLst/>
        <dgm:ruleLst/>
      </dgm:layoutNode>
      <dgm:choose name="Name0">
        <dgm:if name="Name1" axis="ch ch" ptType="node node" st="1 1" cnt="1 0" func="cnt" op="equ" val="0">
          <dgm:choose name="Name2">
            <dgm:if name="Name3" axis="ch ch" ptType="node node" st="2 1" cnt="1 0" func="cnt" op="equ" val="0">
              <dgm:layoutNode name="balance_00" styleLbl="alignAccFollowNode1">
                <dgm:varLst>
                  <dgm:bulletEnabled val="1"/>
                </dgm:varLst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  <dgm:ruleLst/>
              </dgm:layoutNode>
            </dgm:if>
            <dgm:else name="Name4">
              <dgm:choose name="Name5">
                <dgm:if name="Name6" axis="ch ch" ptType="node node" st="2 1" cnt="1 0" func="cnt" op="equ" val="1">
                  <dgm:layoutNode name="balance_01" styleLbl="alignAccFollowNode1">
                    <dgm:varLst>
                      <dgm:bulletEnabled val="1"/>
                    </dgm:varLst>
                    <dgm:alg type="sp"/>
                    <dgm:shape xmlns:r="http://schemas.openxmlformats.org/officeDocument/2006/relationships" rot="4" type="rect" r:blip="">
                      <dgm:adjLst/>
                    </dgm:shape>
                    <dgm:presOf/>
                    <dgm:constrLst/>
                    <dgm:ruleLst/>
                  </dgm:layoutNode>
                  <dgm:layoutNode name="right_01_1" styleLbl="node1">
                    <dgm:varLst>
                      <dgm:bulletEnabled val="1"/>
                    </dgm:varLst>
                    <dgm:alg type="tx"/>
                    <dgm:shape xmlns:r="http://schemas.openxmlformats.org/officeDocument/2006/relationships" rot="4" type="roundRect" r:blip="">
                      <dgm:adjLst/>
                    </dgm:shape>
                    <dgm:presOf axis="ch ch desOrSelf" ptType="node node node" st="2 1 1" cnt="1 1 0"/>
                    <dgm:constrLst>
                      <dgm:constr type="lMarg" refType="primFontSz" fact="0.3"/>
                      <dgm:constr type="rMarg" refType="primFontSz" fact="0.3"/>
                      <dgm:constr type="tMarg" refType="primFontSz" fact="0.3"/>
                      <dgm:constr type="bMarg" refType="primFontSz" fact="0.3"/>
                    </dgm:constrLst>
                    <dgm:ruleLst>
                      <dgm:rule type="primFontSz" val="5" fact="NaN" max="NaN"/>
                    </dgm:ruleLst>
                  </dgm:layoutNode>
                </dgm:if>
                <dgm:else name="Name7">
                  <dgm:choose name="Name8">
                    <dgm:if name="Name9" axis="ch ch" ptType="node node" st="2 1" cnt="1 0" func="cnt" op="equ" val="2">
                      <dgm:layoutNode name="balance_02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rot="4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right_02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4" type="roundRect" r:blip="">
                          <dgm:adjLst/>
                        </dgm:shape>
                        <dgm:presOf axis="ch ch desOrSelf" ptType="node node node" st="2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right_02_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4" type="roundRect" r:blip="">
                          <dgm:adjLst/>
                        </dgm:shape>
                        <dgm:presOf axis="ch ch desOrSelf" ptType="node node node" st="2 2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10">
                      <dgm:choose name="Name11">
                        <dgm:if name="Name12" axis="ch ch" ptType="node node" st="2 1" cnt="1 0" func="cnt" op="equ" val="3">
                          <dgm:layoutNode name="balance_03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right_03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03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03_3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3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13">
                          <dgm:choose name="Name14">
                            <dgm:if name="Name15" axis="ch ch" ptType="node node" st="2 1" cnt="1 0" func="cnt" op="gte" val="4">
                              <dgm:layoutNode name="balance_04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04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4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4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16"/>
                          </dgm:choose>
                        </dgm:else>
                      </dgm:choose>
                    </dgm:else>
                  </dgm:choose>
                </dgm:else>
              </dgm:choose>
            </dgm:else>
          </dgm:choose>
        </dgm:if>
        <dgm:else name="Name17">
          <dgm:choose name="Name18">
            <dgm:if name="Name19" axis="ch ch" ptType="node node" st="1 1" cnt="1 0" func="cnt" op="equ" val="1">
              <dgm:choose name="Name20">
                <dgm:if name="Name21" axis="ch ch" ptType="node node" st="2 1" cnt="1 0" func="cnt" op="equ" val="0">
                  <dgm:layoutNode name="balance_10" styleLbl="alignAccFollowNode1">
                    <dgm:varLst>
                      <dgm:bulletEnabled val="1"/>
                    </dgm:varLst>
                    <dgm:alg type="sp"/>
                    <dgm:shape xmlns:r="http://schemas.openxmlformats.org/officeDocument/2006/relationships" rot="-4" type="rect" r:blip="">
                      <dgm:adjLst/>
                    </dgm:shape>
                    <dgm:presOf/>
                    <dgm:constrLst/>
                    <dgm:ruleLst/>
                  </dgm:layoutNode>
                  <dgm:layoutNode name="left_10_1" styleLbl="node1">
                    <dgm:varLst>
                      <dgm:bulletEnabled val="1"/>
                    </dgm:varLst>
                    <dgm:alg type="tx"/>
                    <dgm:shape xmlns:r="http://schemas.openxmlformats.org/officeDocument/2006/relationships" rot="-4" type="roundRect" r:blip="">
                      <dgm:adjLst/>
                    </dgm:shape>
                    <dgm:presOf axis="ch ch desOrSelf" ptType="node node node" st="1 1 1" cnt="1 1 0"/>
                    <dgm:constrLst>
                      <dgm:constr type="lMarg" refType="primFontSz" fact="0.3"/>
                      <dgm:constr type="rMarg" refType="primFontSz" fact="0.3"/>
                      <dgm:constr type="tMarg" refType="primFontSz" fact="0.3"/>
                      <dgm:constr type="bMarg" refType="primFontSz" fact="0.3"/>
                    </dgm:constrLst>
                    <dgm:ruleLst>
                      <dgm:rule type="primFontSz" val="5" fact="NaN" max="NaN"/>
                    </dgm:ruleLst>
                  </dgm:layoutNode>
                </dgm:if>
                <dgm:else name="Name22">
                  <dgm:choose name="Name23">
                    <dgm:if name="Name24" axis="ch ch" ptType="node node" st="2 1" cnt="1 0" func="cnt" op="equ" val="1">
                      <dgm:layoutNode name="balance_11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left_11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ch ch desOrSelf" ptType="node node node" st="1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right_11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ch ch desOrSelf" ptType="node node node" st="2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25">
                      <dgm:choose name="Name26">
                        <dgm:if name="Name27" axis="ch ch" ptType="node node" st="2 1" cnt="1 0" func="cnt" op="equ" val="2">
                          <dgm:layoutNode name="balance_12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right_12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12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12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28">
                          <dgm:choose name="Name29">
                            <dgm:if name="Name30" axis="ch ch" ptType="node node" st="2 1" cnt="1 0" func="cnt" op="equ" val="3">
                              <dgm:layoutNode name="balance_13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13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13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13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13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31">
                              <dgm:choose name="Name32">
                                <dgm:if name="Name33" axis="ch ch" ptType="node node" st="2 1" cnt="1 0" func="cnt" op="gte" val="4">
                                  <dgm:layoutNode name="balance_14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right_14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4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4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14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34"/>
                              </dgm:choose>
                            </dgm:else>
                          </dgm:choose>
                        </dgm:else>
                      </dgm:choose>
                    </dgm:else>
                  </dgm:choose>
                </dgm:else>
              </dgm:choose>
            </dgm:if>
            <dgm:else name="Name35">
              <dgm:choose name="Name36">
                <dgm:if name="Name37" axis="ch ch" ptType="node node" st="1 1" cnt="1 0" func="cnt" op="equ" val="2">
                  <dgm:choose name="Name38">
                    <dgm:if name="Name39" axis="ch ch" ptType="node node" st="2 1" cnt="1 0" func="cnt" op="equ" val="0">
                      <dgm:layoutNode name="balance_20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rot="-4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left_20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-4" type="roundRect" r:blip="">
                          <dgm:adjLst/>
                        </dgm:shape>
                        <dgm:presOf axis="ch ch desOrSelf" ptType="node node node" st="1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left_20_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-4" type="roundRect" r:blip="">
                          <dgm:adjLst/>
                        </dgm:shape>
                        <dgm:presOf axis="ch ch desOrSelf" ptType="node node node" st="1 2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40">
                      <dgm:choose name="Name41">
                        <dgm:if name="Name42" axis="ch ch" ptType="node node" st="2 1" cnt="1 0" func="cnt" op="equ" val="1">
                          <dgm:layoutNode name="balance_21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-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left_21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21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21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43">
                          <dgm:choose name="Name44">
                            <dgm:if name="Name45" axis="ch ch" ptType="node node" st="2 1" cnt="1 0" func="cnt" op="equ" val="2">
                              <dgm:layoutNode name="balance_22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22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22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22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22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46">
                              <dgm:choose name="Name47">
                                <dgm:if name="Name48" axis="ch ch" ptType="node node" st="2 1" cnt="1 0" func="cnt" op="equ" val="3">
                                  <dgm:layoutNode name="balance_23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right_23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23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23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23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23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49">
                                  <dgm:choose name="Name50">
                                    <dgm:if name="Name51" axis="ch ch" ptType="node node" st="2 1" cnt="1 0" func="cnt" op="gte" val="4">
                                      <dgm:layoutNode name="balance_24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rot="4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right_24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4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4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24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24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52"/>
                                  </dgm:choose>
                                </dgm:else>
                              </dgm:choose>
                            </dgm:else>
                          </dgm:choose>
                        </dgm:else>
                      </dgm:choose>
                    </dgm:else>
                  </dgm:choose>
                </dgm:if>
                <dgm:else name="Name53">
                  <dgm:choose name="Name54">
                    <dgm:if name="Name55" axis="ch ch" ptType="node node" st="1 1" cnt="1 0" func="cnt" op="equ" val="3">
                      <dgm:choose name="Name56">
                        <dgm:if name="Name57" axis="ch ch" ptType="node node" st="2 1" cnt="1 0" func="cnt" op="equ" val="0">
                          <dgm:layoutNode name="balance_30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-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left_30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30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30_3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3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58">
                          <dgm:choose name="Name59">
                            <dgm:if name="Name60" axis="ch ch" ptType="node node" st="2 1" cnt="1 0" func="cnt" op="equ" val="1">
                              <dgm:layoutNode name="balance_31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-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left_31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31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31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31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61">
                              <dgm:choose name="Name62">
                                <dgm:if name="Name63" axis="ch ch" ptType="node node" st="2 1" cnt="1 0" func="cnt" op="equ" val="2">
                                  <dgm:layoutNode name="balance_32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-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left_32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32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32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32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32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64">
                                  <dgm:choose name="Name65">
                                    <dgm:if name="Name66" axis="ch ch" ptType="node node" st="2 1" cnt="1 0" func="cnt" op="equ" val="3">
                                      <dgm:layoutNode name="balance_33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right_33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33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33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67">
                                      <dgm:choose name="Name68">
                                        <dgm:if name="Name69" axis="ch ch" ptType="node node" st="2 1" cnt="1 0" func="cnt" op="gte" val="4">
                                          <dgm:layoutNode name="balance_34" styleLbl="alignAccFollowNode1">
                                            <dgm:varLst>
                                              <dgm:bulletEnabled val="1"/>
                                            </dgm:varLst>
                                            <dgm:alg type="sp"/>
                                            <dgm:shape xmlns:r="http://schemas.openxmlformats.org/officeDocument/2006/relationships" rot="4" type="rect" r:blip="">
                                              <dgm:adjLst/>
                                            </dgm:shape>
                                            <dgm:presOf/>
                                            <dgm:constrLst/>
                                            <dgm:ruleLst/>
                                          </dgm:layoutNode>
                                          <dgm:layoutNode name="right_34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4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4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</dgm:if>
                                        <dgm:else name="Name70"/>
                                      </dgm:choose>
                                    </dgm:else>
                                  </dgm:choose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71">
                      <dgm:choose name="Name72">
                        <dgm:if name="Name73" axis="ch ch" ptType="node node" st="1 1" cnt="1 0" func="cnt" op="gte" val="4">
                          <dgm:choose name="Name74">
                            <dgm:if name="Name75" axis="ch ch" ptType="node node" st="2 1" cnt="1 0" func="cnt" op="equ" val="0">
                              <dgm:layoutNode name="balance_40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-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left_40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4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4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76">
                              <dgm:choose name="Name77">
                                <dgm:if name="Name78" axis="ch ch" ptType="node node" st="2 1" cnt="1 0" func="cnt" op="equ" val="1">
                                  <dgm:layoutNode name="balance_41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-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left_41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4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4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41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79">
                                  <dgm:choose name="Name80">
                                    <dgm:if name="Name81" axis="ch ch" ptType="node node" st="2 1" cnt="1 0" func="cnt" op="equ" val="2">
                                      <dgm:layoutNode name="balance_42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rot="-4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left_42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4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4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42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42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82">
                                      <dgm:choose name="Name83">
                                        <dgm:if name="Name84" axis="ch ch" ptType="node node" st="2 1" cnt="1 0" func="cnt" op="equ" val="3">
                                          <dgm:layoutNode name="balance_43" styleLbl="alignAccFollowNode1">
                                            <dgm:varLst>
                                              <dgm:bulletEnabled val="1"/>
                                            </dgm:varLst>
                                            <dgm:alg type="sp"/>
                                            <dgm:shape xmlns:r="http://schemas.openxmlformats.org/officeDocument/2006/relationships" rot="-4" type="rect" r:blip="">
                                              <dgm:adjLst/>
                                            </dgm:shape>
                                            <dgm:presOf/>
                                            <dgm:constrLst/>
                                            <dgm:ruleLst/>
                                          </dgm:layoutNode>
                                          <dgm:layoutNode name="left_43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4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4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</dgm:if>
                                        <dgm:else name="Name85">
                                          <dgm:choose name="Name86">
                                            <dgm:if name="Name87" axis="ch ch" ptType="node node" st="2 1" cnt="1 0" func="cnt" op="gte" val="4">
                                              <dgm:layoutNode name="balance_44" styleLbl="alignAccFollowNode1">
                                                <dgm:varLst>
                                                  <dgm:bulletEnabled val="1"/>
                                                </dgm:varLst>
                                                <dgm:alg type="sp"/>
                                                <dgm:shape xmlns:r="http://schemas.openxmlformats.org/officeDocument/2006/relationships" type="rect" r:blip="">
                                                  <dgm:adjLst/>
                                                </dgm:shape>
                                                <dgm:presOf/>
                                                <dgm:constrLst/>
                                                <dgm:ruleLst/>
                                              </dgm:layoutNode>
                                              <dgm:layoutNode name="right_44_1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1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2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2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3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3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4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4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1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1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2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2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3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3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4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4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</dgm:if>
                                            <dgm:else name="Name88"/>
                                          </dgm:choose>
                                        </dgm:else>
                                      </dgm:choose>
                                    </dgm:else>
                                  </dgm:choose>
                                </dgm:else>
                              </dgm:choose>
                            </dgm:else>
                          </dgm:choose>
                        </dgm:if>
                        <dgm:else name="Name89"/>
                      </dgm:choose>
                    </dgm:else>
                  </dgm:choose>
                </dgm:else>
              </dgm:choose>
            </dgm:else>
          </dgm:choose>
        </dgm:else>
      </dgm:choose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9">
  <dgm:title val=""/>
  <dgm:desc val=""/>
  <dgm:catLst>
    <dgm:cat type="list" pri="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3" srcId="0" destId="1" srcOrd="0" destOrd="0"/>
        <dgm:cxn modelId="4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2"/>
        <dgm:pt modelId="21"/>
        <dgm:pt modelId="22"/>
        <dgm:pt modelId="23"/>
        <dgm:pt modelId="24"/>
        <dgm:pt modelId="3"/>
        <dgm:pt modelId="31"/>
        <dgm:pt modelId="32"/>
        <dgm:pt modelId="33"/>
        <dgm:pt modelId="34"/>
      </dgm:ptLst>
      <dgm:cxnLst>
        <dgm:cxn modelId="4" srcId="0" destId="1" srcOrd="0" destOrd="0"/>
        <dgm:cxn modelId="5" srcId="0" destId="2" srcOrd="1" destOrd="0"/>
        <dgm:cxn modelId="6" srcId="0" destId="3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18" srcId="1" destId="14" srcOrd="0" destOrd="0"/>
        <dgm:cxn modelId="25" srcId="2" destId="21" srcOrd="0" destOrd="0"/>
        <dgm:cxn modelId="26" srcId="2" destId="22" srcOrd="0" destOrd="0"/>
        <dgm:cxn modelId="27" srcId="2" destId="23" srcOrd="0" destOrd="0"/>
        <dgm:cxn modelId="28" srcId="2" destId="24" srcOrd="0" destOrd="0"/>
        <dgm:cxn modelId="35" srcId="3" destId="31" srcOrd="0" destOrd="0"/>
        <dgm:cxn modelId="36" srcId="3" destId="32" srcOrd="0" destOrd="0"/>
        <dgm:cxn modelId="37" srcId="3" destId="33" srcOrd="0" destOrd="0"/>
        <dgm:cxn modelId="38" srcId="3" destId="34" srcOrd="0" destOrd="0"/>
      </dgm:cxnLst>
      <dgm:bg/>
      <dgm:whole/>
    </dgm:dataModel>
  </dgm:clrData>
  <dgm:layoutNode name="list">
    <dgm:varLst>
      <dgm:dir/>
      <dgm:animLvl val="lvl"/>
    </dgm:varLst>
    <dgm:choose name="Name0">
      <dgm:if name="Name1" func="var" arg="dir" op="equ" val="norm">
        <dgm:alg type="lin">
          <dgm:param type="linDir" val="fromL"/>
          <dgm:param type="fallback" val="2D"/>
          <dgm:param type="nodeVertAlign" val="t"/>
        </dgm:alg>
      </dgm:if>
      <dgm:else name="Name2">
        <dgm:alg type="lin">
          <dgm:param type="linDir" val="fromR"/>
          <dgm:param type="fallback" val="2D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ircle" refType="w" fact="0.5"/>
      <dgm:constr type="w" for="ch" forName="vertFlow" refType="w" fact="0.75"/>
      <dgm:constr type="h" for="des" forName="firstComp" refType="w" refFor="ch" refForName="vertFlow" fact="0.667"/>
      <dgm:constr type="h" for="des" forName="comp" refType="h" refFor="des" refForName="firstComp" op="equ"/>
      <dgm:constr type="h" for="des" forName="topSpace" refType="w" refFor="ch" refForName="circle" op="equ" fact="0.4"/>
      <dgm:constr type="w" for="ch" forName="posSpace" refType="w" fact="0.4"/>
      <dgm:constr type="w" for="ch" forName="negSpace" refType="w" fact="-1.15"/>
      <dgm:constr type="w" for="ch" forName="transSpace" refType="w" fact="0.75"/>
      <dgm:constr type="primFontSz" for="ch" forName="circle" op="equ" val="65"/>
      <dgm:constr type="primFontSz" for="des" forName="firstChildTx" val="65"/>
      <dgm:constr type="primFontSz" for="des" forName="childTx" refType="primFontSz" refFor="des" refForName="firstChildTx" op="equ"/>
    </dgm:constrLst>
    <dgm:ruleLst/>
    <dgm:forEach name="Name3" axis="ch" ptType="node">
      <dgm:layoutNode name="pos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vertFlow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firstComp" refType="w"/>
          <dgm:constr type="w" for="ch" forName="comp" refType="w"/>
        </dgm:constrLst>
        <dgm:ruleLst/>
        <dgm:layoutNode name="top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firstComp">
          <dgm:alg type="composite"/>
          <dgm:shape xmlns:r="http://schemas.openxmlformats.org/officeDocument/2006/relationships" r:blip="">
            <dgm:adjLst/>
          </dgm:shape>
          <dgm:presOf/>
          <dgm:choose name="Name4">
            <dgm:if name="Name5" func="var" arg="dir" op="equ" val="norm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 refType="w" fact="0.16"/>
                <dgm:constr type="r" for="ch" forName="firstChildTx" refType="w"/>
                <dgm:constr type="h" for="ch" forName="firstChildTx" refFor="ch" refForName="firstChild" op="equ"/>
              </dgm:constrLst>
            </dgm:if>
            <dgm:else name="Name6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/>
                <dgm:constr type="r" for="ch" forName="firstChildTx" refType="w" fact="0.825"/>
                <dgm:constr type="h" for="ch" forName="firstChildTx" refFor="ch" refForName="firstChild" op="equ"/>
              </dgm:constrLst>
            </dgm:else>
          </dgm:choose>
          <dgm:ruleLst/>
          <dgm:layoutNode name="firstChild" styleLbl="bgAccFollowNode1">
            <dgm:alg type="sp"/>
            <dgm:shape xmlns:r="http://schemas.openxmlformats.org/officeDocument/2006/relationships" type="rect" r:blip="">
              <dgm:adjLst/>
            </dgm:shape>
            <dgm:presOf axis="ch desOrSelf" ptType="node node" cnt="1 0"/>
            <dgm:constrLst/>
            <dgm:ruleLst/>
          </dgm:layoutNode>
          <dgm:layoutNode name="firstChildTx" styleLbl="bgAccFollowNode1">
            <dgm:varLst>
              <dgm:bulletEnabled val="1"/>
            </dgm:varLst>
            <dgm:alg type="tx">
              <dgm:param type="parTxLTRAlign" val="l"/>
            </dgm:alg>
            <dgm:shape xmlns:r="http://schemas.openxmlformats.org/officeDocument/2006/relationships" type="rect" r:blip="" hideGeom="1">
              <dgm:adjLst/>
            </dgm:shape>
            <dgm:presOf axis="ch desOrSelf" ptType="node node" cnt="1 0"/>
            <dgm:choose name="Name7">
              <dgm:if name="Name8" func="var" arg="dir" op="equ" val="norm">
                <dgm:constrLst>
                  <dgm:constr type="primFontSz" val="65"/>
                  <dgm:constr type="lMarg"/>
                </dgm:constrLst>
              </dgm:if>
              <dgm:else name="Name9">
                <dgm:constrLst>
                  <dgm:constr type="primFontSz" val="65"/>
                  <dgm:constr type="rMarg"/>
                </dgm:constrLst>
              </dgm:else>
            </dgm:choose>
            <dgm:ruleLst>
              <dgm:rule type="primFontSz" val="5" fact="NaN" max="NaN"/>
            </dgm:ruleLst>
          </dgm:layoutNode>
        </dgm:layoutNode>
        <dgm:forEach name="Name10" axis="ch" ptType="node" st="2">
          <dgm:layoutNode name="comp">
            <dgm:alg type="composite"/>
            <dgm:shape xmlns:r="http://schemas.openxmlformats.org/officeDocument/2006/relationships" r:blip="">
              <dgm:adjLst/>
            </dgm:shape>
            <dgm:presOf/>
            <dgm:choose name="Name11">
              <dgm:if name="Name12" func="var" arg="dir" op="equ" val="norm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 refType="w" fact="0.16"/>
                  <dgm:constr type="r" for="ch" forName="childTx" refType="w"/>
                  <dgm:constr type="h" for="ch" forName="childTx" refFor="ch" refForName="child" op="equ"/>
                </dgm:constrLst>
              </dgm:if>
              <dgm:else name="Name13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/>
                  <dgm:constr type="r" for="ch" forName="childTx" refType="w" fact="0.825"/>
                  <dgm:constr type="h" for="ch" forName="childTx" refFor="ch" refForName="child" op="equ"/>
                </dgm:constrLst>
              </dgm:else>
            </dgm:choose>
            <dgm:ruleLst/>
            <dgm:layoutNode name="child" styleLbl="bgAccFollowNode1">
              <dgm:alg type="sp"/>
              <dgm:shape xmlns:r="http://schemas.openxmlformats.org/officeDocument/2006/relationships" type="rect" r:blip="">
                <dgm:adjLst/>
              </dgm:shape>
              <dgm:presOf axis="desOrSelf" ptType="node"/>
              <dgm:constrLst/>
              <dgm:ruleLst/>
            </dgm:layoutNode>
            <dgm:layoutNode name="childTx" styleLbl="bgAccFollowNode1">
              <dgm:varLst>
                <dgm:bulletEnabled val="1"/>
              </dgm:varLst>
              <dgm:alg type="tx">
                <dgm:param type="parTxLTRAlign" val="l"/>
              </dgm:alg>
              <dgm:shape xmlns:r="http://schemas.openxmlformats.org/officeDocument/2006/relationships" type="rect" r:blip="" hideGeom="1">
                <dgm:adjLst/>
              </dgm:shape>
              <dgm:presOf axis="desOrSelf" ptType="node"/>
              <dgm:choose name="Name14">
                <dgm:if name="Name15" func="var" arg="dir" op="equ" val="norm">
                  <dgm:constrLst>
                    <dgm:constr type="primFontSz" val="65"/>
                    <dgm:constr type="lMarg"/>
                  </dgm:constrLst>
                </dgm:if>
                <dgm:else name="Name16">
                  <dgm:constrLst>
                    <dgm:constr type="primFontSz" val="65"/>
                    <dgm:constr type="rMarg"/>
                  </dgm:constrLst>
                </dgm:else>
              </dgm:choose>
              <dgm:ruleLst>
                <dgm:rule type="primFontSz" val="5" fact="NaN" max="NaN"/>
              </dgm:ruleLst>
            </dgm:layoutNode>
          </dgm:layoutNode>
        </dgm:forEach>
      </dgm:layoutNode>
      <dgm:layoutNode name="neg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ircle" styleLbl="node1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lMarg"/>
          <dgm:constr type="rMarg"/>
          <dgm:constr type="tMarg"/>
          <dgm:constr type="bMarg"/>
          <dgm:constr type="h" refType="w"/>
        </dgm:constrLst>
        <dgm:ruleLst>
          <dgm:rule type="primFontSz" val="5" fact="NaN" max="NaN"/>
        </dgm:ruleLst>
      </dgm:layoutNode>
      <dgm:forEach name="Name17" axis="followSib" ptType="sibTrans" cnt="1">
        <dgm:layoutNode name="trans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65A07A-007E-44B5-AC55-C7CD3A7B6CED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2E358A-5D9E-41D2-87EA-8870B3ACE20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1A23D-F085-49F6-8F45-AC65895BA8C4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F0489-9F3D-4B2B-A182-5525EEA24B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1A23D-F085-49F6-8F45-AC65895BA8C4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F0489-9F3D-4B2B-A182-5525EEA24B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1A23D-F085-49F6-8F45-AC65895BA8C4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F0489-9F3D-4B2B-A182-5525EEA24B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1A23D-F085-49F6-8F45-AC65895BA8C4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F0489-9F3D-4B2B-A182-5525EEA24B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1A23D-F085-49F6-8F45-AC65895BA8C4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F0489-9F3D-4B2B-A182-5525EEA24B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1A23D-F085-49F6-8F45-AC65895BA8C4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F0489-9F3D-4B2B-A182-5525EEA24B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1A23D-F085-49F6-8F45-AC65895BA8C4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F0489-9F3D-4B2B-A182-5525EEA24B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1A23D-F085-49F6-8F45-AC65895BA8C4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F0489-9F3D-4B2B-A182-5525EEA24B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1A23D-F085-49F6-8F45-AC65895BA8C4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F0489-9F3D-4B2B-A182-5525EEA24B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1A23D-F085-49F6-8F45-AC65895BA8C4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F0489-9F3D-4B2B-A182-5525EEA24B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1A23D-F085-49F6-8F45-AC65895BA8C4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F0489-9F3D-4B2B-A182-5525EEA24B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41A23D-F085-49F6-8F45-AC65895BA8C4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AF0489-9F3D-4B2B-A182-5525EEA24BC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6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nant.sourceforge.net/" TargetMode="External"/><Relationship Id="rId2" Type="http://schemas.openxmlformats.org/officeDocument/2006/relationships/hyperlink" Target="https://ant.apache.org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radle.org/" TargetMode="External"/><Relationship Id="rId5" Type="http://schemas.openxmlformats.org/officeDocument/2006/relationships/hyperlink" Target="https://maven.apache.org/what-is-maven.html" TargetMode="External"/><Relationship Id="rId4" Type="http://schemas.openxmlformats.org/officeDocument/2006/relationships/hyperlink" Target="https://github.com/dotnet/msbuild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visualstudio.microsoft.com/downloads/?q=build+tools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dotnet.microsoft.com/en-us/download/visual-studio-sdks?cid=msbuild-developerpacks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azure.microsoft.com/en-us/products/devops" TargetMode="External"/><Relationship Id="rId2" Type="http://schemas.openxmlformats.org/officeDocument/2006/relationships/hyperlink" Target="https://www.jenkins.io/doc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hyperlink" Target="https://circleci.com/" TargetMode="Externa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r>
              <a:rPr lang="en-US" sz="6000" dirty="0" smtClean="0"/>
              <a:t>Build Management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25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88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72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72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72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72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7200" dirty="0" smtClean="0">
                <a:hlinkClick r:id="rId2"/>
              </a:rPr>
              <a:t>nhbien@fit.hcmus.edu.vn</a:t>
            </a:r>
            <a:endParaRPr lang="en-US" sz="7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5562600" cy="4114799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400" dirty="0" smtClean="0"/>
              <a:t>To implement </a:t>
            </a:r>
            <a:r>
              <a:rPr lang="en-US" sz="2400" i="1" dirty="0" smtClean="0">
                <a:solidFill>
                  <a:srgbClr val="C00000"/>
                </a:solidFill>
              </a:rPr>
              <a:t>continuous integration</a:t>
            </a:r>
            <a:r>
              <a:rPr lang="en-US" sz="2400" dirty="0" smtClean="0"/>
              <a:t>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24550" y="24384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Build Automation</a:t>
            </a:r>
          </a:p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8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67450" y="1809750"/>
            <a:ext cx="2724150" cy="413385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5715000" cy="472440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 err="1" smtClean="0"/>
              <a:t>Jez</a:t>
            </a:r>
            <a:r>
              <a:rPr lang="en-US" sz="2200" dirty="0" smtClean="0"/>
              <a:t> Humble and David Farley (2010). Continuous Delivery. Addison Wesley.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/>
              <a:t>Paul M. Duvall et al. (2007). Continuous Integration Improving Software Quality and Reducing Risk. Addison-Wesley.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+mn-lt"/>
              </a:rPr>
              <a:t>Software Build</a:t>
            </a:r>
            <a:endParaRPr lang="en-US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28600" y="3733800"/>
            <a:ext cx="4114800" cy="2800767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r>
              <a:rPr lang="en-US" sz="2200" i="1" u="sng" dirty="0" smtClean="0">
                <a:solidFill>
                  <a:schemeClr val="bg1"/>
                </a:solidFill>
              </a:rPr>
              <a:t>Software Build</a:t>
            </a:r>
            <a:r>
              <a:rPr lang="en-US" sz="2200" i="1" dirty="0" smtClean="0">
                <a:solidFill>
                  <a:schemeClr val="bg1"/>
                </a:solidFill>
              </a:rPr>
              <a:t> is the combination of the correct versions of software configuration items, using the appropriate configuration data, into an executable program for delivery to a customer or other recipient, such as the testing activity.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1295400"/>
            <a:ext cx="3352800" cy="209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2" name="Diagram 11"/>
          <p:cNvGraphicFramePr/>
          <p:nvPr/>
        </p:nvGraphicFramePr>
        <p:xfrm>
          <a:off x="4191000" y="1219200"/>
          <a:ext cx="4572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http://www.lovehr.ca/wp/wp-content/uploads/2012/11/benefit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81800" y="3581400"/>
            <a:ext cx="2143125" cy="1952625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Software Build?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1"/>
            <a:ext cx="6400800" cy="4191000"/>
          </a:xfrm>
        </p:spPr>
        <p:txBody>
          <a:bodyPr>
            <a:normAutofit/>
          </a:bodyPr>
          <a:lstStyle/>
          <a:p>
            <a:r>
              <a:rPr lang="en-US" sz="2200" dirty="0" smtClean="0"/>
              <a:t>Software delivers </a:t>
            </a:r>
            <a:r>
              <a:rPr lang="en-US" sz="2200" i="1" dirty="0" smtClean="0">
                <a:solidFill>
                  <a:srgbClr val="C00000"/>
                </a:solidFill>
              </a:rPr>
              <a:t>no revenue</a:t>
            </a:r>
            <a:r>
              <a:rPr lang="en-US" sz="2200" dirty="0" smtClean="0"/>
              <a:t> until it is in the hands of its users.</a:t>
            </a:r>
          </a:p>
          <a:p>
            <a:r>
              <a:rPr lang="en-US" sz="2200" i="1" dirty="0" smtClean="0">
                <a:solidFill>
                  <a:srgbClr val="C00000"/>
                </a:solidFill>
              </a:rPr>
              <a:t>Satisfying</a:t>
            </a:r>
            <a:r>
              <a:rPr lang="en-US" sz="2200" dirty="0" smtClean="0"/>
              <a:t> the customer through early and continuous delivery of valuable software.</a:t>
            </a:r>
          </a:p>
          <a:p>
            <a:r>
              <a:rPr lang="en-US" sz="2200" i="1" dirty="0" smtClean="0">
                <a:solidFill>
                  <a:srgbClr val="C00000"/>
                </a:solidFill>
              </a:rPr>
              <a:t>Problems</a:t>
            </a:r>
            <a:r>
              <a:rPr lang="en-US" sz="2200" dirty="0" smtClean="0"/>
              <a:t> should be found early when they are easy to fix, and associated risks are well understood.</a:t>
            </a:r>
          </a:p>
          <a:p>
            <a:r>
              <a:rPr lang="en-US" sz="2200" dirty="0" smtClean="0"/>
              <a:t>Reducing the </a:t>
            </a:r>
            <a:r>
              <a:rPr lang="en-US" sz="2200" i="1" dirty="0" smtClean="0">
                <a:solidFill>
                  <a:srgbClr val="C00000"/>
                </a:solidFill>
              </a:rPr>
              <a:t>time and risks</a:t>
            </a:r>
            <a:r>
              <a:rPr lang="en-US" sz="2200" dirty="0" smtClean="0"/>
              <a:t> associated with delivering new versions of your software to users.</a:t>
            </a:r>
          </a:p>
          <a:p>
            <a:r>
              <a:rPr lang="en-US" sz="2200" i="1" dirty="0" smtClean="0">
                <a:solidFill>
                  <a:srgbClr val="C00000"/>
                </a:solidFill>
              </a:rPr>
              <a:t>How long</a:t>
            </a:r>
            <a:r>
              <a:rPr lang="en-US" sz="2200" dirty="0" smtClean="0"/>
              <a:t> would it take your organization to deploy a change that involves just one single line of code?</a:t>
            </a:r>
          </a:p>
          <a:p>
            <a:r>
              <a:rPr lang="en-US" sz="2200" dirty="0" smtClean="0"/>
              <a:t>Do you do this on a </a:t>
            </a:r>
            <a:r>
              <a:rPr lang="en-US" sz="2200" i="1" dirty="0" smtClean="0">
                <a:solidFill>
                  <a:srgbClr val="C00000"/>
                </a:solidFill>
              </a:rPr>
              <a:t>repeatable, reliable</a:t>
            </a:r>
            <a:r>
              <a:rPr lang="en-US" sz="2200" dirty="0" smtClean="0"/>
              <a:t> basis?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Building Software</a:t>
            </a:r>
            <a:endParaRPr lang="en-US" dirty="0"/>
          </a:p>
        </p:txBody>
      </p:sp>
      <p:graphicFrame>
        <p:nvGraphicFramePr>
          <p:cNvPr id="4" name="Diagram 3"/>
          <p:cNvGraphicFramePr/>
          <p:nvPr/>
        </p:nvGraphicFramePr>
        <p:xfrm>
          <a:off x="381000" y="1524000"/>
          <a:ext cx="8229600" cy="152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524000" y="3352800"/>
            <a:ext cx="2505075" cy="267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419600" y="3352800"/>
            <a:ext cx="2981325" cy="247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Build Tools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en-US" sz="2400" dirty="0" smtClean="0"/>
              <a:t>Apache Ant. </a:t>
            </a:r>
            <a:r>
              <a:rPr lang="en-US" sz="2400" u="sng" dirty="0" smtClean="0">
                <a:hlinkClick r:id="rId2"/>
              </a:rPr>
              <a:t>https://ant.apache.org/</a:t>
            </a:r>
            <a:endParaRPr lang="en-US" sz="2400" u="sng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400" dirty="0" err="1" smtClean="0"/>
              <a:t>NAnt</a:t>
            </a:r>
            <a:r>
              <a:rPr lang="en-US" sz="2400" dirty="0" smtClean="0"/>
              <a:t>. </a:t>
            </a:r>
            <a:r>
              <a:rPr lang="en-US" sz="2400" u="sng" dirty="0" smtClean="0">
                <a:hlinkClick r:id="rId3"/>
              </a:rPr>
              <a:t>https://nant.sourceforge.net/</a:t>
            </a:r>
            <a:endParaRPr lang="en-US" sz="2400" u="sng" dirty="0" smtClean="0"/>
          </a:p>
          <a:p>
            <a:pPr marL="457200" lvl="0" indent="-457200">
              <a:buFont typeface="+mj-lt"/>
              <a:buAutoNum type="arabicPeriod"/>
            </a:pPr>
            <a:r>
              <a:rPr lang="en-US" sz="2400" dirty="0" err="1" smtClean="0"/>
              <a:t>MSBuild</a:t>
            </a:r>
            <a:r>
              <a:rPr lang="en-US" sz="2400" dirty="0" smtClean="0"/>
              <a:t>. </a:t>
            </a:r>
            <a:r>
              <a:rPr lang="en-US" sz="2400" dirty="0" smtClean="0">
                <a:hlinkClick r:id="rId4"/>
              </a:rPr>
              <a:t>https://github.com/dotnet/msbuild</a:t>
            </a:r>
            <a:endParaRPr lang="en-US" sz="2400" dirty="0" smtClean="0"/>
          </a:p>
          <a:p>
            <a:pPr marL="457200" lvl="0" indent="-457200">
              <a:buFont typeface="+mj-lt"/>
              <a:buAutoNum type="arabicPeriod"/>
            </a:pPr>
            <a:r>
              <a:rPr lang="en-US" sz="2400" dirty="0" smtClean="0"/>
              <a:t>Apache Maven. </a:t>
            </a:r>
            <a:r>
              <a:rPr lang="en-US" sz="2400" dirty="0" smtClean="0">
                <a:hlinkClick r:id="rId5"/>
              </a:rPr>
              <a:t>https://maven.apache.org/what-is-maven.html</a:t>
            </a:r>
            <a:endParaRPr lang="en-US" sz="2400" dirty="0" smtClean="0"/>
          </a:p>
          <a:p>
            <a:pPr marL="457200" lvl="0" indent="-457200">
              <a:buFont typeface="+mj-lt"/>
              <a:buAutoNum type="arabicPeriod"/>
            </a:pPr>
            <a:r>
              <a:rPr lang="en-US" sz="2400" dirty="0" err="1" smtClean="0"/>
              <a:t>Gradle</a:t>
            </a:r>
            <a:r>
              <a:rPr lang="en-US" sz="2400" dirty="0" smtClean="0"/>
              <a:t>. </a:t>
            </a:r>
            <a:r>
              <a:rPr lang="en-US" sz="2400" dirty="0" smtClean="0">
                <a:hlinkClick r:id="rId6"/>
              </a:rPr>
              <a:t>https://gradle.org/</a:t>
            </a:r>
            <a:endParaRPr lang="en-US" sz="2400" dirty="0" smtClean="0"/>
          </a:p>
          <a:p>
            <a:pPr marL="457200" lvl="0" indent="-457200">
              <a:buFont typeface="+mj-lt"/>
              <a:buAutoNum type="arabicPeriod"/>
            </a:pPr>
            <a:endParaRPr lang="en-US" sz="2400" dirty="0" smtClean="0"/>
          </a:p>
          <a:p>
            <a:pPr marL="457200" lvl="0" indent="-457200">
              <a:buFont typeface="+mj-lt"/>
              <a:buAutoNum type="arabi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3800" dirty="0" smtClean="0"/>
              <a:t>1. Download Build Tools for Visual Studio 2022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 smtClean="0">
                <a:hlinkClick r:id="rId2"/>
              </a:rPr>
              <a:t>https://visualstudio.microsoft.com/downloads/?q=build+tools</a:t>
            </a:r>
            <a:endParaRPr lang="en-US" sz="2200" dirty="0" smtClean="0"/>
          </a:p>
          <a:p>
            <a:r>
              <a:rPr lang="en-US" sz="2200" dirty="0" smtClean="0"/>
              <a:t>Scroll down to the bottom of the page.</a:t>
            </a:r>
            <a:endParaRPr lang="en-US" sz="22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14400" y="2667000"/>
            <a:ext cx="7418705" cy="35760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dirty="0" smtClean="0"/>
              <a:t>2. Select Workloads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322" y="2064166"/>
            <a:ext cx="7695878" cy="33460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</a:t>
            </a:r>
            <a:r>
              <a:rPr lang="en-US" dirty="0" smtClean="0"/>
              <a:t>Select a </a:t>
            </a:r>
            <a:r>
              <a:rPr lang="en-US" dirty="0" smtClean="0"/>
              <a:t>MSBuild.exe Location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Build Tools MSBuild.exe Location: </a:t>
            </a:r>
            <a:r>
              <a:rPr lang="en-US" sz="2400" dirty="0" smtClean="0">
                <a:latin typeface="Consolas" pitchFamily="49" charset="0"/>
              </a:rPr>
              <a:t>C:\Program Files (x86)\Microsoft Visual Studio\2022\</a:t>
            </a:r>
            <a:r>
              <a:rPr lang="en-US" sz="2400" b="1" i="1" dirty="0" err="1" smtClean="0">
                <a:solidFill>
                  <a:srgbClr val="C00000"/>
                </a:solidFill>
                <a:latin typeface="Consolas" pitchFamily="49" charset="0"/>
              </a:rPr>
              <a:t>BuildTools</a:t>
            </a:r>
            <a:r>
              <a:rPr lang="en-US" sz="2400" dirty="0" smtClean="0">
                <a:latin typeface="Consolas" pitchFamily="49" charset="0"/>
              </a:rPr>
              <a:t>\</a:t>
            </a:r>
            <a:r>
              <a:rPr lang="en-US" sz="2400" dirty="0" err="1" smtClean="0">
                <a:latin typeface="Consolas" pitchFamily="49" charset="0"/>
              </a:rPr>
              <a:t>MSBuild</a:t>
            </a:r>
            <a:r>
              <a:rPr lang="en-US" sz="2400" dirty="0" smtClean="0">
                <a:latin typeface="Consolas" pitchFamily="49" charset="0"/>
              </a:rPr>
              <a:t>\Current\Bin</a:t>
            </a:r>
          </a:p>
          <a:p>
            <a:r>
              <a:rPr lang="en-US" sz="2400" dirty="0" smtClean="0">
                <a:latin typeface="Consolas" pitchFamily="49" charset="0"/>
              </a:rPr>
              <a:t>C:\Program Files\Microsoft Visual Studio\2022\</a:t>
            </a:r>
            <a:r>
              <a:rPr lang="en-US" sz="2400" b="1" i="1" dirty="0" smtClean="0">
                <a:solidFill>
                  <a:srgbClr val="C00000"/>
                </a:solidFill>
                <a:latin typeface="Consolas" pitchFamily="49" charset="0"/>
              </a:rPr>
              <a:t>Professional</a:t>
            </a:r>
            <a:r>
              <a:rPr lang="en-US" sz="2400" dirty="0" smtClean="0">
                <a:latin typeface="Consolas" pitchFamily="49" charset="0"/>
              </a:rPr>
              <a:t>\</a:t>
            </a:r>
            <a:r>
              <a:rPr lang="en-US" sz="2400" dirty="0" err="1" smtClean="0">
                <a:latin typeface="Consolas" pitchFamily="49" charset="0"/>
              </a:rPr>
              <a:t>Msbuild</a:t>
            </a:r>
            <a:r>
              <a:rPr lang="en-US" sz="2400" dirty="0" smtClean="0">
                <a:latin typeface="Consolas" pitchFamily="49" charset="0"/>
              </a:rPr>
              <a:t>\Current\Bin</a:t>
            </a:r>
          </a:p>
          <a:p>
            <a:endParaRPr lang="en-US" sz="2400" dirty="0" smtClean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200" dirty="0" smtClean="0"/>
              <a:t>4. </a:t>
            </a:r>
            <a:r>
              <a:rPr lang="en-US" sz="4200" dirty="0" smtClean="0"/>
              <a:t>Install .NET SDKs for Visual Studio</a:t>
            </a:r>
            <a:endParaRPr lang="en-US" sz="4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hlinkClick r:id="rId2"/>
              </a:rPr>
              <a:t>https://dotnet.microsoft.com/en-us/download/visual-studio-sdks?cid=msbuild-developerpacks</a:t>
            </a:r>
            <a:endParaRPr lang="en-US" sz="2400" dirty="0" smtClean="0"/>
          </a:p>
          <a:p>
            <a:endParaRPr lang="en-US" sz="2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61945" y="2895600"/>
            <a:ext cx="3462655" cy="31048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 smtClean="0"/>
              <a:t>4. Build a .NET Project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 smtClean="0">
                <a:latin typeface="Consolas" pitchFamily="49" charset="0"/>
              </a:rPr>
              <a:t>"C:\Program Files\Microsoft Visual Studio\2022\Professional\</a:t>
            </a:r>
            <a:r>
              <a:rPr lang="en-US" sz="2200" dirty="0" err="1" smtClean="0">
                <a:latin typeface="Consolas" pitchFamily="49" charset="0"/>
              </a:rPr>
              <a:t>Msbuild</a:t>
            </a:r>
            <a:r>
              <a:rPr lang="en-US" sz="2200" dirty="0" smtClean="0">
                <a:latin typeface="Consolas" pitchFamily="49" charset="0"/>
              </a:rPr>
              <a:t>\Current\Bin\MSBuild.exe" "../MySolution.sln" -restore -p:RestorePackagesConfig=true</a:t>
            </a:r>
          </a:p>
          <a:p>
            <a:endParaRPr lang="en-US" sz="2200" dirty="0" smtClean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 smtClean="0"/>
              <a:t>5. Log Build Errors to a File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 smtClean="0">
                <a:latin typeface="Consolas" pitchFamily="49" charset="0"/>
              </a:rPr>
              <a:t># </a:t>
            </a:r>
            <a:r>
              <a:rPr lang="en-US" sz="2400" dirty="0" smtClean="0"/>
              <a:t>Execute the command below to export errors to the Build.log file.</a:t>
            </a:r>
            <a:endParaRPr lang="en-US" sz="2200" dirty="0" smtClean="0">
              <a:latin typeface="Consolas" pitchFamily="49" charset="0"/>
            </a:endParaRPr>
          </a:p>
          <a:p>
            <a:r>
              <a:rPr lang="en-US" sz="2400" dirty="0" smtClean="0">
                <a:latin typeface="Consolas" pitchFamily="49" charset="0"/>
              </a:rPr>
              <a:t>"C:\Program Files (x86)\Microsoft Visual Studio\2022\</a:t>
            </a:r>
            <a:r>
              <a:rPr lang="en-US" sz="2400" dirty="0" err="1" smtClean="0">
                <a:latin typeface="Consolas" pitchFamily="49" charset="0"/>
              </a:rPr>
              <a:t>BuildTools</a:t>
            </a:r>
            <a:r>
              <a:rPr lang="en-US" sz="2400" dirty="0" smtClean="0">
                <a:latin typeface="Consolas" pitchFamily="49" charset="0"/>
              </a:rPr>
              <a:t>\</a:t>
            </a:r>
            <a:r>
              <a:rPr lang="en-US" sz="2400" dirty="0" err="1" smtClean="0">
                <a:latin typeface="Consolas" pitchFamily="49" charset="0"/>
              </a:rPr>
              <a:t>MSBuild</a:t>
            </a:r>
            <a:r>
              <a:rPr lang="en-US" sz="2400" dirty="0" smtClean="0">
                <a:latin typeface="Consolas" pitchFamily="49" charset="0"/>
              </a:rPr>
              <a:t>\Current\Bin\MSBuild.exe" /</a:t>
            </a:r>
            <a:r>
              <a:rPr lang="en-US" sz="2400" dirty="0" err="1" smtClean="0">
                <a:latin typeface="Consolas" pitchFamily="49" charset="0"/>
              </a:rPr>
              <a:t>property:Configuration</a:t>
            </a:r>
            <a:r>
              <a:rPr lang="en-US" sz="2400" dirty="0" smtClean="0">
                <a:latin typeface="Consolas" pitchFamily="49" charset="0"/>
              </a:rPr>
              <a:t>=Release "YourSolution.sln" -restore -p:RestorePackagesConfig=true &gt; </a:t>
            </a:r>
            <a:r>
              <a:rPr lang="en-US" sz="2400" dirty="0" smtClean="0">
                <a:latin typeface="Consolas" pitchFamily="49" charset="0"/>
              </a:rPr>
              <a:t>Build.log</a:t>
            </a:r>
          </a:p>
          <a:p>
            <a:r>
              <a:rPr lang="en-US" sz="2400" dirty="0" smtClean="0"/>
              <a:t>Open the </a:t>
            </a:r>
            <a:r>
              <a:rPr lang="en-US" sz="2400" b="1" dirty="0" smtClean="0"/>
              <a:t>Build.log</a:t>
            </a:r>
            <a:r>
              <a:rPr lang="en-US" sz="2400" dirty="0" smtClean="0"/>
              <a:t> file and search for "</a:t>
            </a:r>
            <a:r>
              <a:rPr lang="en-US" sz="2400" b="1" dirty="0" smtClean="0"/>
              <a:t>errors</a:t>
            </a:r>
            <a:r>
              <a:rPr lang="en-US" sz="2400" dirty="0" smtClean="0"/>
              <a:t>" text</a:t>
            </a:r>
            <a:r>
              <a:rPr lang="en-US" sz="2400" dirty="0" smtClean="0"/>
              <a:t>.</a:t>
            </a:r>
            <a:endParaRPr lang="en-US" sz="2400" dirty="0" smtClean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200" dirty="0" smtClean="0"/>
              <a:t>6. </a:t>
            </a:r>
            <a:r>
              <a:rPr lang="en-US" sz="4200" smtClean="0"/>
              <a:t>Hide Build </a:t>
            </a:r>
            <a:r>
              <a:rPr lang="en-US" sz="4200" dirty="0" smtClean="0"/>
              <a:t>Warnings</a:t>
            </a:r>
            <a:endParaRPr lang="en-US" sz="4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 smtClean="0">
                <a:latin typeface="Consolas" pitchFamily="49" charset="0"/>
              </a:rPr>
              <a:t># </a:t>
            </a:r>
            <a:r>
              <a:rPr lang="en-US" sz="2400" dirty="0" smtClean="0"/>
              <a:t>Execute the command below to hide warnings and normal messages, but still show the final build result summary, including "Build succeeded" or "Build FAILED."</a:t>
            </a:r>
            <a:endParaRPr lang="en-US" sz="2200" dirty="0" smtClean="0">
              <a:latin typeface="Consolas" pitchFamily="49" charset="0"/>
            </a:endParaRPr>
          </a:p>
          <a:p>
            <a:r>
              <a:rPr lang="en-US" sz="2200" dirty="0" smtClean="0">
                <a:latin typeface="Consolas" pitchFamily="49" charset="0"/>
              </a:rPr>
              <a:t>"</a:t>
            </a:r>
            <a:r>
              <a:rPr lang="en-US" sz="2200" dirty="0" smtClean="0">
                <a:latin typeface="Consolas" pitchFamily="49" charset="0"/>
              </a:rPr>
              <a:t>C:\Program Files\Microsoft Visual Studio\2022\Professional\</a:t>
            </a:r>
            <a:r>
              <a:rPr lang="en-US" sz="2200" dirty="0" err="1" smtClean="0">
                <a:latin typeface="Consolas" pitchFamily="49" charset="0"/>
              </a:rPr>
              <a:t>Msbuild</a:t>
            </a:r>
            <a:r>
              <a:rPr lang="en-US" sz="2200" dirty="0" smtClean="0">
                <a:latin typeface="Consolas" pitchFamily="49" charset="0"/>
              </a:rPr>
              <a:t>\Current\Bin\MSBuild.exe" </a:t>
            </a:r>
            <a:r>
              <a:rPr lang="en-US" sz="2200" dirty="0" smtClean="0">
                <a:latin typeface="Consolas" pitchFamily="49" charset="0"/>
              </a:rPr>
              <a:t>"./MySolution.sln</a:t>
            </a:r>
            <a:r>
              <a:rPr lang="en-US" sz="2200" dirty="0" smtClean="0">
                <a:latin typeface="Consolas" pitchFamily="49" charset="0"/>
              </a:rPr>
              <a:t>" -restore -p:RestorePackagesConfig=true -p:StopOnFirstFailure=true /</a:t>
            </a:r>
            <a:r>
              <a:rPr lang="en-US" sz="2200" dirty="0" err="1" smtClean="0">
                <a:latin typeface="Consolas" pitchFamily="49" charset="0"/>
              </a:rPr>
              <a:t>clp:Summary;ErrorsOnly</a:t>
            </a:r>
            <a:endParaRPr lang="en-US" sz="2200" dirty="0" smtClean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Continuous Integration [2]</a:t>
            </a:r>
            <a:endParaRPr lang="en-US" dirty="0"/>
          </a:p>
        </p:txBody>
      </p:sp>
      <p:graphicFrame>
        <p:nvGraphicFramePr>
          <p:cNvPr id="4" name="Diagram 3"/>
          <p:cNvGraphicFramePr/>
          <p:nvPr/>
        </p:nvGraphicFramePr>
        <p:xfrm>
          <a:off x="457200" y="1397000"/>
          <a:ext cx="8001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Continous Integration System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2286000"/>
            <a:ext cx="6819900" cy="405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15000" y="1295400"/>
            <a:ext cx="3133725" cy="286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Building Software at Every Change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28700" y="1552575"/>
            <a:ext cx="7086600" cy="3752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Continuous Database Integration</a:t>
            </a:r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828800"/>
            <a:ext cx="4800600" cy="3895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86400" y="1752600"/>
            <a:ext cx="3429000" cy="3524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Continuous Testing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28738" y="1524000"/>
            <a:ext cx="6486525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Continuous Inspection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9700" y="1843088"/>
            <a:ext cx="6324600" cy="3171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Continuous Deployment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7750" y="2066925"/>
            <a:ext cx="7048500" cy="2724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Continuous Feedback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24025" y="1804988"/>
            <a:ext cx="5695950" cy="324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Benefits/Threats</a:t>
            </a:r>
            <a:endParaRPr lang="en-US" dirty="0"/>
          </a:p>
        </p:txBody>
      </p:sp>
      <p:graphicFrame>
        <p:nvGraphicFramePr>
          <p:cNvPr id="4" name="Diagram 3"/>
          <p:cNvGraphicFramePr/>
          <p:nvPr/>
        </p:nvGraphicFramePr>
        <p:xfrm>
          <a:off x="381000" y="1397000"/>
          <a:ext cx="75438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Deployment Pipeline [1]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9700" y="2133600"/>
            <a:ext cx="6324600" cy="456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381000" y="1295400"/>
            <a:ext cx="8382000" cy="769441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200" i="1" dirty="0" smtClean="0">
                <a:solidFill>
                  <a:schemeClr val="bg1"/>
                </a:solidFill>
              </a:rPr>
              <a:t>A </a:t>
            </a:r>
            <a:r>
              <a:rPr lang="en-US" sz="2200" i="1" u="sng" dirty="0" smtClean="0">
                <a:solidFill>
                  <a:schemeClr val="bg1"/>
                </a:solidFill>
              </a:rPr>
              <a:t>deployment pipeline</a:t>
            </a:r>
            <a:r>
              <a:rPr lang="en-US" sz="2200" i="1" dirty="0" smtClean="0">
                <a:solidFill>
                  <a:schemeClr val="bg1"/>
                </a:solidFill>
              </a:rPr>
              <a:t> is an automated manifestation of your process for getting software from version control into the hands of your users.</a:t>
            </a:r>
            <a:endParaRPr lang="en-US" sz="2200" i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Basic Deployment Pipeline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85888" y="1562100"/>
            <a:ext cx="6372225" cy="4686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CI/CD Tools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 smtClean="0">
                <a:hlinkClick r:id="rId2"/>
              </a:rPr>
              <a:t>https://www.jenkins.io/doc</a:t>
            </a:r>
            <a:endParaRPr lang="en-US" sz="2200" dirty="0" smtClean="0"/>
          </a:p>
          <a:p>
            <a:r>
              <a:rPr lang="en-US" sz="2200" dirty="0" smtClean="0">
                <a:hlinkClick r:id="rId3"/>
              </a:rPr>
              <a:t>https://github.com/features/actions</a:t>
            </a:r>
          </a:p>
          <a:p>
            <a:r>
              <a:rPr lang="en-US" sz="2200" dirty="0" smtClean="0">
                <a:hlinkClick r:id="rId3"/>
              </a:rPr>
              <a:t>https://azure.microsoft.com/en-us/products/devops</a:t>
            </a:r>
            <a:endParaRPr lang="en-US" sz="2200" dirty="0" smtClean="0"/>
          </a:p>
          <a:p>
            <a:r>
              <a:rPr lang="en-US" sz="2200" dirty="0" smtClean="0">
                <a:hlinkClick r:id="rId4"/>
              </a:rPr>
              <a:t>https://circleci.com</a:t>
            </a:r>
            <a:endParaRPr lang="en-US" sz="2200" dirty="0" smtClean="0"/>
          </a:p>
          <a:p>
            <a:endParaRPr lang="en-US" sz="2200" dirty="0" smtClean="0"/>
          </a:p>
          <a:p>
            <a:endParaRPr lang="en-US" sz="2200" dirty="0" smtClean="0"/>
          </a:p>
        </p:txBody>
      </p:sp>
      <p:pic>
        <p:nvPicPr>
          <p:cNvPr id="4" name="Picture 2" descr="https://bitbar.com/wp-content/uploads/2016/11/mobile-continuous-integration-and-mobile-app-testing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895600" y="3886200"/>
            <a:ext cx="3242310" cy="184404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</a:t>
            </a:r>
            <a:r>
              <a:rPr lang="en-US" smtClean="0"/>
              <a:t>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2097</TotalTime>
  <Words>591</Words>
  <Application>Microsoft Office PowerPoint</Application>
  <PresentationFormat>On-screen Show (4:3)</PresentationFormat>
  <Paragraphs>89</Paragraphs>
  <Slides>31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Office Theme</vt:lpstr>
      <vt:lpstr>Build Management</vt:lpstr>
      <vt:lpstr>Objectives</vt:lpstr>
      <vt:lpstr>Contents</vt:lpstr>
      <vt:lpstr>References</vt:lpstr>
      <vt:lpstr>Software Build</vt:lpstr>
      <vt:lpstr>Why Software Build? [1]</vt:lpstr>
      <vt:lpstr>Building Software</vt:lpstr>
      <vt:lpstr>Build Tools</vt:lpstr>
      <vt:lpstr>1. Download Build Tools for Visual Studio 2022</vt:lpstr>
      <vt:lpstr>2. Select Workloads</vt:lpstr>
      <vt:lpstr>3. Select a MSBuild.exe Location</vt:lpstr>
      <vt:lpstr>4. Install .NET SDKs for Visual Studio</vt:lpstr>
      <vt:lpstr>4. Build a .NET Project</vt:lpstr>
      <vt:lpstr>5. Log Build Errors to a File</vt:lpstr>
      <vt:lpstr>6. Hide Build Warnings</vt:lpstr>
      <vt:lpstr>Slide 16</vt:lpstr>
      <vt:lpstr>Continuous Integration [2]</vt:lpstr>
      <vt:lpstr>Continous Integration System</vt:lpstr>
      <vt:lpstr>Building Software at Every Change</vt:lpstr>
      <vt:lpstr>Continuous Database Integration</vt:lpstr>
      <vt:lpstr>Continuous Testing</vt:lpstr>
      <vt:lpstr>Continuous Inspection</vt:lpstr>
      <vt:lpstr>Continuous Deployment</vt:lpstr>
      <vt:lpstr>Continuous Feedback</vt:lpstr>
      <vt:lpstr>Benefits/Threats</vt:lpstr>
      <vt:lpstr>Slide 26</vt:lpstr>
      <vt:lpstr>Deployment Pipeline [1]</vt:lpstr>
      <vt:lpstr>Basic Deployment Pipeline</vt:lpstr>
      <vt:lpstr>Slide 29</vt:lpstr>
      <vt:lpstr>CI/CD Tools</vt:lpstr>
      <vt:lpstr>Thank You &amp; See You Again</vt:lpstr>
    </vt:vector>
  </TitlesOfParts>
  <Company>Huy 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NAnt</dc:title>
  <dc:creator>Ngo Huy Bien</dc:creator>
  <cp:lastModifiedBy>Ngo Huy Bien</cp:lastModifiedBy>
  <cp:revision>960</cp:revision>
  <dcterms:created xsi:type="dcterms:W3CDTF">2008-11-17T17:52:14Z</dcterms:created>
  <dcterms:modified xsi:type="dcterms:W3CDTF">2025-10-06T11:00:23Z</dcterms:modified>
</cp:coreProperties>
</file>