
<file path=[Content_Types].xml><?xml version="1.0" encoding="utf-8"?>
<Types xmlns="http://schemas.openxmlformats.org/package/2006/content-types">
  <Override PartName="/ppt/slides/slide29.xml" ContentType="application/vnd.openxmlformats-officedocument.presentationml.slide+xml"/>
  <Override PartName="/ppt/diagrams/drawing2.xml" ContentType="application/vnd.ms-office.drawingml.diagramDrawing+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Layouts/slideLayout6.xml" ContentType="application/vnd.openxmlformats-officedocument.presentationml.slideLayout+xml"/>
  <Override PartName="/ppt/diagrams/quickStyle2.xml" ContentType="application/vnd.openxmlformats-officedocument.drawingml.diagramStyle+xml"/>
  <Override PartName="/ppt/diagrams/colors11.xml" ContentType="application/vnd.openxmlformats-officedocument.drawingml.diagramColors+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diagrams/layout9.xml" ContentType="application/vnd.openxmlformats-officedocument.drawingml.diagramLayout+xml"/>
  <Override PartName="/ppt/diagrams/data13.xml" ContentType="application/vnd.openxmlformats-officedocument.drawingml.diagramData+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diagrams/layout5.xml" ContentType="application/vnd.openxmlformats-officedocument.drawingml.diagramLayout+xml"/>
  <Override PartName="/ppt/diagrams/data6.xml" ContentType="application/vnd.openxmlformats-officedocument.drawingml.diagramData+xml"/>
  <Override PartName="/ppt/diagrams/colors8.xml" ContentType="application/vnd.openxmlformats-officedocument.drawingml.diagramColors+xml"/>
  <Override PartName="/ppt/diagrams/quickStyle13.xml" ContentType="application/vnd.openxmlformats-officedocument.drawingml.diagramStyle+xml"/>
  <Override PartName="/ppt/diagrams/drawing14.xml" ContentType="application/vnd.ms-office.drawingml.diagramDrawing+xml"/>
  <Override PartName="/ppt/diagrams/layout1.xml" ContentType="application/vnd.openxmlformats-officedocument.drawingml.diagramLayout+xml"/>
  <Override PartName="/ppt/diagrams/data2.xml" ContentType="application/vnd.openxmlformats-officedocument.drawingml.diagramData+xml"/>
  <Override PartName="/ppt/diagrams/drawing7.xml" ContentType="application/vnd.ms-office.drawingml.diagramDrawing+xml"/>
  <Override PartName="/ppt/diagrams/layout13.xml" ContentType="application/vnd.openxmlformats-officedocument.drawingml.diagramLayout+xml"/>
  <Override PartName="/ppt/slides/slide9.xml" ContentType="application/vnd.openxmlformats-officedocument.presentationml.slide+xml"/>
  <Override PartName="/ppt/viewProps.xml" ContentType="application/vnd.openxmlformats-officedocument.presentationml.viewProps+xml"/>
  <Override PartName="/ppt/diagrams/colors4.xml" ContentType="application/vnd.openxmlformats-officedocument.drawingml.diagramColors+xml"/>
  <Override PartName="/ppt/diagrams/quickStyle7.xml" ContentType="application/vnd.openxmlformats-officedocument.drawingml.diagramStyle+xml"/>
  <Override PartName="/ppt/diagrams/drawing10.xml" ContentType="application/vnd.ms-office.drawingml.diagramDrawing+xml"/>
  <Override PartName="/ppt/diagrams/colors16.xml" ContentType="application/vnd.openxmlformats-officedocument.drawingml.diagramColor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diagrams/drawing3.xml" ContentType="application/vnd.ms-office.drawingml.diagramDrawing+xml"/>
  <Override PartName="/ppt/diagrams/colors12.xml" ContentType="application/vnd.openxmlformats-officedocument.drawingml.diagramColors+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iagrams/drawing1.xml" ContentType="application/vnd.ms-office.drawingml.diagramDrawing+xml"/>
  <Override PartName="/ppt/diagrams/quickStyle3.xml" ContentType="application/vnd.openxmlformats-officedocument.drawingml.diagramStyle+xml"/>
  <Override PartName="/ppt/diagrams/colors10.xml" ContentType="application/vnd.openxmlformats-officedocument.drawingml.diagramColors+xml"/>
  <Override PartName="/ppt/diagrams/data14.xml" ContentType="application/vnd.openxmlformats-officedocument.drawingml.diagramData+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Override PartName="/ppt/diagrams/quickStyle1.xml" ContentType="application/vnd.openxmlformats-officedocument.drawingml.diagramStyle+xml"/>
  <Override PartName="/ppt/diagrams/layout8.xml" ContentType="application/vnd.openxmlformats-officedocument.drawingml.diagramLayout+xml"/>
  <Override PartName="/ppt/diagrams/data12.xml" ContentType="application/vnd.openxmlformats-officedocument.drawingml.diagramData+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diagrams/layout6.xml" ContentType="application/vnd.openxmlformats-officedocument.drawingml.diagramLayout+xml"/>
  <Override PartName="/ppt/diagrams/data9.xml" ContentType="application/vnd.openxmlformats-officedocument.drawingml.diagramData+xml"/>
  <Override PartName="/ppt/diagrams/data10.xml" ContentType="application/vnd.openxmlformats-officedocument.drawingml.diagramData+xml"/>
  <Override PartName="/ppt/diagrams/quickStyle16.xml" ContentType="application/vnd.openxmlformats-officedocument.drawingml.diagramStyl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diagrams/layout4.xml" ContentType="application/vnd.openxmlformats-officedocument.drawingml.diagramLayout+xml"/>
  <Override PartName="/ppt/diagrams/data7.xml" ContentType="application/vnd.openxmlformats-officedocument.drawingml.diagramData+xml"/>
  <Override PartName="/ppt/diagrams/colors9.xml" ContentType="application/vnd.openxmlformats-officedocument.drawingml.diagramColors+xml"/>
  <Override PartName="/ppt/diagrams/quickStyle14.xml" ContentType="application/vnd.openxmlformats-officedocument.drawingml.diagramStyle+xml"/>
  <Override PartName="/ppt/diagrams/drawing15.xml" ContentType="application/vnd.ms-office.drawingml.diagramDrawing+xml"/>
  <Override PartName="/ppt/slideLayouts/slideLayout10.xml" ContentType="application/vnd.openxmlformats-officedocument.presentationml.slideLayout+xml"/>
  <Override PartName="/ppt/diagrams/layout2.xml" ContentType="application/vnd.openxmlformats-officedocument.drawingml.diagramLayout+xml"/>
  <Override PartName="/ppt/diagrams/data5.xml" ContentType="application/vnd.openxmlformats-officedocument.drawingml.diagramData+xml"/>
  <Override PartName="/ppt/diagrams/colors7.xml" ContentType="application/vnd.openxmlformats-officedocument.drawingml.diagramColors+xml"/>
  <Override PartName="/ppt/diagrams/drawing8.xml" ContentType="application/vnd.ms-office.drawingml.diagramDrawing+xml"/>
  <Override PartName="/ppt/diagrams/quickStyle12.xml" ContentType="application/vnd.openxmlformats-officedocument.drawingml.diagramStyle+xml"/>
  <Override PartName="/ppt/diagrams/drawing13.xml" ContentType="application/vnd.ms-office.drawingml.diagramDrawing+xml"/>
  <Override PartName="/ppt/diagrams/layout16.xml" ContentType="application/vnd.openxmlformats-officedocument.drawingml.diagramLayout+xml"/>
  <Override PartName="/ppt/diagrams/data3.xml" ContentType="application/vnd.openxmlformats-officedocument.drawingml.diagramData+xml"/>
  <Override PartName="/ppt/diagrams/colors5.xml" ContentType="application/vnd.openxmlformats-officedocument.drawingml.diagramColors+xml"/>
  <Override PartName="/ppt/diagrams/drawing6.xml" ContentType="application/vnd.ms-office.drawingml.diagramDrawing+xml"/>
  <Override PartName="/ppt/diagrams/quickStyle8.xml" ContentType="application/vnd.openxmlformats-officedocument.drawingml.diagramStyle+xml"/>
  <Override PartName="/ppt/diagrams/quickStyle10.xml" ContentType="application/vnd.openxmlformats-officedocument.drawingml.diagramStyle+xml"/>
  <Override PartName="/ppt/diagrams/drawing11.xml" ContentType="application/vnd.ms-office.drawingml.diagramDrawing+xml"/>
  <Override PartName="/ppt/diagrams/layout14.xml" ContentType="application/vnd.openxmlformats-officedocument.drawingml.diagramLayout+xml"/>
  <Override PartName="/ppt/slides/slide8.xml" ContentType="application/vnd.openxmlformats-officedocument.presentationml.slide+xml"/>
  <Override PartName="/ppt/handoutMasters/handoutMaster1.xml" ContentType="application/vnd.openxmlformats-officedocument.presentationml.handoutMaster+xml"/>
  <Override PartName="/ppt/diagrams/data1.xml" ContentType="application/vnd.openxmlformats-officedocument.drawingml.diagramData+xml"/>
  <Override PartName="/ppt/diagrams/colors3.xml" ContentType="application/vnd.openxmlformats-officedocument.drawingml.diagramColors+xml"/>
  <Override PartName="/ppt/diagrams/drawing4.xml" ContentType="application/vnd.ms-office.drawingml.diagramDrawing+xml"/>
  <Override PartName="/ppt/diagrams/quickStyle6.xml" ContentType="application/vnd.openxmlformats-officedocument.drawingml.diagramStyle+xml"/>
  <Override PartName="/ppt/diagrams/layout12.xml" ContentType="application/vnd.openxmlformats-officedocument.drawingml.diagramLayout+xml"/>
  <Override PartName="/ppt/diagrams/colors15.xml" ContentType="application/vnd.openxmlformats-officedocument.drawingml.diagramColors+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diagrams/quickStyle4.xml" ContentType="application/vnd.openxmlformats-officedocument.drawingml.diagramStyle+xml"/>
  <Override PartName="/ppt/diagrams/layout10.xml" ContentType="application/vnd.openxmlformats-officedocument.drawingml.diagramLayout+xml"/>
  <Override PartName="/ppt/diagrams/colors13.xml" ContentType="application/vnd.openxmlformats-officedocument.drawingml.diagramColors+xml"/>
  <Override PartName="/ppt/slideMasters/slideMaster1.xml" ContentType="application/vnd.openxmlformats-officedocument.presentationml.slideMaster+xml"/>
  <Override PartName="/ppt/slides/slide27.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diagrams/data15.xml" ContentType="application/vnd.openxmlformats-officedocument.drawingml.diagramData+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diagrams/data11.xml" ContentType="application/vnd.openxmlformats-officedocument.drawingml.diagramData+xml"/>
  <Default Extension="rels" ContentType="application/vnd.openxmlformats-package.relationships+xml"/>
  <Override PartName="/ppt/slides/slide23.xml" ContentType="application/vnd.openxmlformats-officedocument.presentationml.slide+xml"/>
  <Override PartName="/ppt/diagrams/layout7.xml" ContentType="application/vnd.openxmlformats-officedocument.drawingml.diagramLayout+xml"/>
  <Override PartName="/ppt/diagrams/data8.xml" ContentType="application/vnd.openxmlformats-officedocument.drawingml.diagramData+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diagrams/quickStyle15.xml" ContentType="application/vnd.openxmlformats-officedocument.drawingml.diagramStyle+xml"/>
  <Override PartName="/ppt/diagrams/drawing16.xml" ContentType="application/vnd.ms-office.drawingml.diagramDrawing+xml"/>
  <Override PartName="/ppt/diagrams/layout3.xml" ContentType="application/vnd.openxmlformats-officedocument.drawingml.diagramLayout+xml"/>
  <Override PartName="/ppt/diagrams/data4.xml" ContentType="application/vnd.openxmlformats-officedocument.drawingml.diagramData+xml"/>
  <Override PartName="/ppt/diagrams/drawing9.xml" ContentType="application/vnd.ms-office.drawingml.diagramDrawing+xml"/>
  <Override PartName="/ppt/diagrams/layout15.xml" ContentType="application/vnd.openxmlformats-officedocument.drawingml.diagramLayout+xml"/>
  <Override PartName="/ppt/diagrams/colors6.xml" ContentType="application/vnd.openxmlformats-officedocument.drawingml.diagramColors+xml"/>
  <Override PartName="/ppt/diagrams/quickStyle9.xml" ContentType="application/vnd.openxmlformats-officedocument.drawingml.diagramStyle+xml"/>
  <Override PartName="/ppt/diagrams/quickStyle11.xml" ContentType="application/vnd.openxmlformats-officedocument.drawingml.diagramStyle+xml"/>
  <Override PartName="/ppt/diagrams/drawing12.xml" ContentType="application/vnd.ms-office.drawingml.diagramDrawing+xml"/>
  <Override PartName="/ppt/slides/slide7.xml" ContentType="application/vnd.openxmlformats-officedocument.presentationml.slide+xml"/>
  <Override PartName="/ppt/slideLayouts/slideLayout9.xml" ContentType="application/vnd.openxmlformats-officedocument.presentationml.slideLayout+xml"/>
  <Override PartName="/ppt/diagrams/drawing5.xml" ContentType="application/vnd.ms-office.drawingml.diagramDrawing+xml"/>
  <Override PartName="/ppt/diagrams/layout11.xml" ContentType="application/vnd.openxmlformats-officedocument.drawingml.diagramLayout+xml"/>
  <Override PartName="/ppt/diagrams/colors14.xml" ContentType="application/vnd.openxmlformats-officedocument.drawingml.diagramColors+xml"/>
  <Override PartName="/ppt/slides/slide28.xml" ContentType="application/vnd.openxmlformats-officedocument.presentationml.slide+xml"/>
  <Override PartName="/ppt/slides/slide39.xml" ContentType="application/vnd.openxmlformats-officedocument.presentationml.slide+xml"/>
  <Override PartName="/ppt/diagrams/colors2.xml" ContentType="application/vnd.openxmlformats-officedocument.drawingml.diagramColors+xml"/>
  <Override PartName="/ppt/diagrams/quickStyle5.xml" ContentType="application/vnd.openxmlformats-officedocument.drawingml.diagramStyle+xml"/>
  <Override PartName="/ppt/diagrams/data16.xml" ContentType="application/vnd.openxmlformats-officedocument.drawingml.diagramData+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708" r:id="rId1"/>
  </p:sldMasterIdLst>
  <p:notesMasterIdLst>
    <p:notesMasterId r:id="rId42"/>
  </p:notesMasterIdLst>
  <p:handoutMasterIdLst>
    <p:handoutMasterId r:id="rId43"/>
  </p:handoutMasterIdLst>
  <p:sldIdLst>
    <p:sldId id="256" r:id="rId2"/>
    <p:sldId id="793" r:id="rId3"/>
    <p:sldId id="671" r:id="rId4"/>
    <p:sldId id="792" r:id="rId5"/>
    <p:sldId id="794" r:id="rId6"/>
    <p:sldId id="720" r:id="rId7"/>
    <p:sldId id="561" r:id="rId8"/>
    <p:sldId id="698" r:id="rId9"/>
    <p:sldId id="563" r:id="rId10"/>
    <p:sldId id="562" r:id="rId11"/>
    <p:sldId id="576" r:id="rId12"/>
    <p:sldId id="637" r:id="rId13"/>
    <p:sldId id="620" r:id="rId14"/>
    <p:sldId id="566" r:id="rId15"/>
    <p:sldId id="638" r:id="rId16"/>
    <p:sldId id="790" r:id="rId17"/>
    <p:sldId id="789" r:id="rId18"/>
    <p:sldId id="640" r:id="rId19"/>
    <p:sldId id="556" r:id="rId20"/>
    <p:sldId id="560" r:id="rId21"/>
    <p:sldId id="555" r:id="rId22"/>
    <p:sldId id="521" r:id="rId23"/>
    <p:sldId id="791" r:id="rId24"/>
    <p:sldId id="558" r:id="rId25"/>
    <p:sldId id="717" r:id="rId26"/>
    <p:sldId id="773" r:id="rId27"/>
    <p:sldId id="797" r:id="rId28"/>
    <p:sldId id="801" r:id="rId29"/>
    <p:sldId id="805" r:id="rId30"/>
    <p:sldId id="803" r:id="rId31"/>
    <p:sldId id="802" r:id="rId32"/>
    <p:sldId id="799" r:id="rId33"/>
    <p:sldId id="804" r:id="rId34"/>
    <p:sldId id="806" r:id="rId35"/>
    <p:sldId id="807" r:id="rId36"/>
    <p:sldId id="808" r:id="rId37"/>
    <p:sldId id="811" r:id="rId38"/>
    <p:sldId id="812" r:id="rId39"/>
    <p:sldId id="810" r:id="rId40"/>
    <p:sldId id="343" r:id="rId41"/>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20376" autoAdjust="0"/>
    <p:restoredTop sz="90392" autoAdjust="0"/>
  </p:normalViewPr>
  <p:slideViewPr>
    <p:cSldViewPr>
      <p:cViewPr>
        <p:scale>
          <a:sx n="50" d="100"/>
          <a:sy n="50" d="100"/>
        </p:scale>
        <p:origin x="-1476" y="-332"/>
      </p:cViewPr>
      <p:guideLst>
        <p:guide orient="horz" pos="2160"/>
        <p:guide pos="2880"/>
      </p:guideLst>
    </p:cSldViewPr>
  </p:slideViewPr>
  <p:outlineViewPr>
    <p:cViewPr>
      <p:scale>
        <a:sx n="33" d="100"/>
        <a:sy n="33" d="100"/>
      </p:scale>
      <p:origin x="0" y="46014"/>
    </p:cViewPr>
  </p:outlineViewPr>
  <p:notesTextViewPr>
    <p:cViewPr>
      <p:scale>
        <a:sx n="150" d="100"/>
        <a:sy n="150" d="100"/>
      </p:scale>
      <p:origin x="0" y="0"/>
    </p:cViewPr>
  </p:notesTextViewPr>
  <p:sorterViewPr>
    <p:cViewPr>
      <p:scale>
        <a:sx n="66" d="100"/>
        <a:sy n="66" d="100"/>
      </p:scale>
      <p:origin x="0" y="276"/>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s>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B58A325-B009-49F9-A128-081C327AD2F2}" type="doc">
      <dgm:prSet loTypeId="urn:microsoft.com/office/officeart/2005/8/layout/orgChart1" loCatId="hierarchy" qsTypeId="urn:microsoft.com/office/officeart/2005/8/quickstyle/simple1" qsCatId="simple" csTypeId="urn:microsoft.com/office/officeart/2005/8/colors/accent1_1" csCatId="accent1" phldr="1"/>
      <dgm:spPr/>
      <dgm:t>
        <a:bodyPr/>
        <a:lstStyle/>
        <a:p>
          <a:endParaRPr lang="en-US"/>
        </a:p>
      </dgm:t>
    </dgm:pt>
    <dgm:pt modelId="{D0C6ED01-4450-4111-8DBB-B9894BF2BE80}">
      <dgm:prSet phldrT="[Text]" custT="1"/>
      <dgm:spPr/>
      <dgm:t>
        <a:bodyPr/>
        <a:lstStyle/>
        <a:p>
          <a:r>
            <a:rPr lang="en-US" sz="1600" smtClean="0"/>
            <a:t>Project</a:t>
          </a:r>
          <a:endParaRPr lang="en-US" sz="1600"/>
        </a:p>
      </dgm:t>
    </dgm:pt>
    <dgm:pt modelId="{5DFA6CC5-9A9E-431B-A2F3-F6828CDABE3C}" type="parTrans" cxnId="{E9C9F63D-B44F-4340-AA94-3917AA23EE7D}">
      <dgm:prSet/>
      <dgm:spPr/>
      <dgm:t>
        <a:bodyPr/>
        <a:lstStyle/>
        <a:p>
          <a:endParaRPr lang="en-US"/>
        </a:p>
      </dgm:t>
    </dgm:pt>
    <dgm:pt modelId="{A2E120AF-ED8B-46FE-8D1D-7DB190E53250}" type="sibTrans" cxnId="{E9C9F63D-B44F-4340-AA94-3917AA23EE7D}">
      <dgm:prSet/>
      <dgm:spPr/>
      <dgm:t>
        <a:bodyPr/>
        <a:lstStyle/>
        <a:p>
          <a:endParaRPr lang="en-US"/>
        </a:p>
      </dgm:t>
    </dgm:pt>
    <dgm:pt modelId="{F0913960-A184-4A5A-B305-5A2DCF2F30DE}" type="asst">
      <dgm:prSet phldrT="[Text]" custT="1"/>
      <dgm:spPr/>
      <dgm:t>
        <a:bodyPr/>
        <a:lstStyle/>
        <a:p>
          <a:r>
            <a:rPr lang="en-US" sz="1600" smtClean="0"/>
            <a:t>Documents</a:t>
          </a:r>
          <a:endParaRPr lang="en-US" sz="1600"/>
        </a:p>
      </dgm:t>
    </dgm:pt>
    <dgm:pt modelId="{5B9E103F-AAE7-455D-A5AA-2055C40674FE}" type="parTrans" cxnId="{41B22EF1-46BD-42B9-BC61-ACC7EC74821B}">
      <dgm:prSet/>
      <dgm:spPr/>
      <dgm:t>
        <a:bodyPr/>
        <a:lstStyle/>
        <a:p>
          <a:endParaRPr lang="en-US" sz="1800"/>
        </a:p>
      </dgm:t>
    </dgm:pt>
    <dgm:pt modelId="{BA02B627-31DE-4EC9-97D9-93D89486F02F}" type="sibTrans" cxnId="{41B22EF1-46BD-42B9-BC61-ACC7EC74821B}">
      <dgm:prSet/>
      <dgm:spPr/>
      <dgm:t>
        <a:bodyPr/>
        <a:lstStyle/>
        <a:p>
          <a:endParaRPr lang="en-US"/>
        </a:p>
      </dgm:t>
    </dgm:pt>
    <dgm:pt modelId="{F4979204-58E6-463F-9FB8-A983D8E69E8E}" type="asst">
      <dgm:prSet phldrT="[Text]" custT="1"/>
      <dgm:spPr/>
      <dgm:t>
        <a:bodyPr/>
        <a:lstStyle/>
        <a:p>
          <a:r>
            <a:rPr lang="en-US" sz="1600" smtClean="0"/>
            <a:t>Application</a:t>
          </a:r>
          <a:endParaRPr lang="en-US" sz="1600"/>
        </a:p>
      </dgm:t>
    </dgm:pt>
    <dgm:pt modelId="{1E7197DD-387F-4B9A-9C71-C736C5B42EA9}" type="parTrans" cxnId="{70EA1363-328F-4868-8C83-64C7C125C691}">
      <dgm:prSet/>
      <dgm:spPr/>
      <dgm:t>
        <a:bodyPr/>
        <a:lstStyle/>
        <a:p>
          <a:endParaRPr lang="en-US" sz="1800"/>
        </a:p>
      </dgm:t>
    </dgm:pt>
    <dgm:pt modelId="{617DB06C-18F4-4172-A3F5-D0B515FDE946}" type="sibTrans" cxnId="{70EA1363-328F-4868-8C83-64C7C125C691}">
      <dgm:prSet/>
      <dgm:spPr/>
      <dgm:t>
        <a:bodyPr/>
        <a:lstStyle/>
        <a:p>
          <a:endParaRPr lang="en-US"/>
        </a:p>
      </dgm:t>
    </dgm:pt>
    <dgm:pt modelId="{D864EF71-6A8A-47C7-8764-E8A22E42DB8A}" type="asst">
      <dgm:prSet phldrT="[Text]" custT="1"/>
      <dgm:spPr/>
      <dgm:t>
        <a:bodyPr/>
        <a:lstStyle/>
        <a:p>
          <a:r>
            <a:rPr lang="en-US" sz="1600" smtClean="0"/>
            <a:t>User guide</a:t>
          </a:r>
          <a:endParaRPr lang="en-US" sz="1600"/>
        </a:p>
      </dgm:t>
    </dgm:pt>
    <dgm:pt modelId="{7350681B-DBD3-48DF-A48E-81F9C82C2183}" type="parTrans" cxnId="{87ABDE3A-E6B0-4A2C-A721-75418893847F}">
      <dgm:prSet/>
      <dgm:spPr/>
      <dgm:t>
        <a:bodyPr/>
        <a:lstStyle/>
        <a:p>
          <a:endParaRPr lang="en-US" sz="1800"/>
        </a:p>
      </dgm:t>
    </dgm:pt>
    <dgm:pt modelId="{42FC115B-04A5-4243-9EE7-0ACFEF8294CF}" type="sibTrans" cxnId="{87ABDE3A-E6B0-4A2C-A721-75418893847F}">
      <dgm:prSet/>
      <dgm:spPr/>
      <dgm:t>
        <a:bodyPr/>
        <a:lstStyle/>
        <a:p>
          <a:endParaRPr lang="en-US"/>
        </a:p>
      </dgm:t>
    </dgm:pt>
    <dgm:pt modelId="{0B13BE09-812C-43CE-843B-A702F623F862}" type="asst">
      <dgm:prSet phldrT="[Text]" custT="1"/>
      <dgm:spPr/>
      <dgm:t>
        <a:bodyPr/>
        <a:lstStyle/>
        <a:p>
          <a:r>
            <a:rPr lang="en-US" sz="1600" smtClean="0"/>
            <a:t>Compilation guide</a:t>
          </a:r>
          <a:endParaRPr lang="en-US" sz="1600"/>
        </a:p>
      </dgm:t>
    </dgm:pt>
    <dgm:pt modelId="{DAD6AB52-D2D8-451D-B19D-93782B94F1AF}" type="parTrans" cxnId="{F3C7FCFC-9FA5-45EC-9C29-A9263BCCA2CC}">
      <dgm:prSet/>
      <dgm:spPr/>
      <dgm:t>
        <a:bodyPr/>
        <a:lstStyle/>
        <a:p>
          <a:endParaRPr lang="en-US" sz="1800"/>
        </a:p>
      </dgm:t>
    </dgm:pt>
    <dgm:pt modelId="{4A5F5F48-873D-4871-81FA-A20E63145A7E}" type="sibTrans" cxnId="{F3C7FCFC-9FA5-45EC-9C29-A9263BCCA2CC}">
      <dgm:prSet/>
      <dgm:spPr/>
      <dgm:t>
        <a:bodyPr/>
        <a:lstStyle/>
        <a:p>
          <a:endParaRPr lang="en-US"/>
        </a:p>
      </dgm:t>
    </dgm:pt>
    <dgm:pt modelId="{216817A3-51AF-43CB-8B9A-E8764E0FCAD0}" type="asst">
      <dgm:prSet phldrT="[Text]" custT="1"/>
      <dgm:spPr/>
      <dgm:t>
        <a:bodyPr/>
        <a:lstStyle/>
        <a:p>
          <a:r>
            <a:rPr lang="en-US" sz="1600" smtClean="0"/>
            <a:t>Feature 1</a:t>
          </a:r>
          <a:endParaRPr lang="en-US" sz="1600"/>
        </a:p>
      </dgm:t>
    </dgm:pt>
    <dgm:pt modelId="{C1A76D78-CF70-4F7B-9B73-C7F0AFB08DC1}" type="parTrans" cxnId="{7234115B-9100-45D6-9BCE-99FD3A2AD09A}">
      <dgm:prSet/>
      <dgm:spPr/>
      <dgm:t>
        <a:bodyPr/>
        <a:lstStyle/>
        <a:p>
          <a:endParaRPr lang="en-US" sz="1800"/>
        </a:p>
      </dgm:t>
    </dgm:pt>
    <dgm:pt modelId="{EA3AEDE5-8176-490F-8B02-2F6E3B5056B2}" type="sibTrans" cxnId="{7234115B-9100-45D6-9BCE-99FD3A2AD09A}">
      <dgm:prSet/>
      <dgm:spPr/>
      <dgm:t>
        <a:bodyPr/>
        <a:lstStyle/>
        <a:p>
          <a:endParaRPr lang="en-US"/>
        </a:p>
      </dgm:t>
    </dgm:pt>
    <dgm:pt modelId="{0BB89111-1F04-4A4D-B4D9-83B5C1916C3F}" type="asst">
      <dgm:prSet phldrT="[Text]" custT="1"/>
      <dgm:spPr/>
      <dgm:t>
        <a:bodyPr/>
        <a:lstStyle/>
        <a:p>
          <a:r>
            <a:rPr lang="en-US" sz="1600" smtClean="0"/>
            <a:t>Feature 2</a:t>
          </a:r>
          <a:endParaRPr lang="en-US" sz="1600"/>
        </a:p>
      </dgm:t>
    </dgm:pt>
    <dgm:pt modelId="{2617E6F9-6F76-4FAC-A67F-D79B099235CA}" type="parTrans" cxnId="{E1EA338A-734D-4B0B-9A61-8C36EB7B7A65}">
      <dgm:prSet/>
      <dgm:spPr/>
      <dgm:t>
        <a:bodyPr/>
        <a:lstStyle/>
        <a:p>
          <a:endParaRPr lang="en-US" sz="1800"/>
        </a:p>
      </dgm:t>
    </dgm:pt>
    <dgm:pt modelId="{C38B9FEA-2161-4FED-BB7D-40F4998CF4D8}" type="sibTrans" cxnId="{E1EA338A-734D-4B0B-9A61-8C36EB7B7A65}">
      <dgm:prSet/>
      <dgm:spPr/>
      <dgm:t>
        <a:bodyPr/>
        <a:lstStyle/>
        <a:p>
          <a:endParaRPr lang="en-US"/>
        </a:p>
      </dgm:t>
    </dgm:pt>
    <dgm:pt modelId="{C39FA169-70B0-4693-AF22-FFCCA3AE785C}" type="asst">
      <dgm:prSet phldrT="[Text]" custT="1"/>
      <dgm:spPr/>
      <dgm:t>
        <a:bodyPr/>
        <a:lstStyle/>
        <a:p>
          <a:r>
            <a:rPr lang="en-US" sz="1600" smtClean="0"/>
            <a:t>Use Cases / User Stories</a:t>
          </a:r>
          <a:endParaRPr lang="en-US" sz="1600"/>
        </a:p>
      </dgm:t>
    </dgm:pt>
    <dgm:pt modelId="{C4D01A6B-7749-47CB-9F3B-406D17ABEC30}" type="parTrans" cxnId="{079B3B1F-6C0F-457A-AFC0-938709BF2DBF}">
      <dgm:prSet/>
      <dgm:spPr/>
      <dgm:t>
        <a:bodyPr/>
        <a:lstStyle/>
        <a:p>
          <a:endParaRPr lang="en-US" sz="1800"/>
        </a:p>
      </dgm:t>
    </dgm:pt>
    <dgm:pt modelId="{C11BDA19-4154-438D-8F2C-037EC3B862AC}" type="sibTrans" cxnId="{079B3B1F-6C0F-457A-AFC0-938709BF2DBF}">
      <dgm:prSet/>
      <dgm:spPr/>
      <dgm:t>
        <a:bodyPr/>
        <a:lstStyle/>
        <a:p>
          <a:endParaRPr lang="en-US"/>
        </a:p>
      </dgm:t>
    </dgm:pt>
    <dgm:pt modelId="{48280AB1-B611-4A7E-BCC2-26291CC4E0FF}" type="asst">
      <dgm:prSet phldrT="[Text]" custT="1"/>
      <dgm:spPr/>
      <dgm:t>
        <a:bodyPr/>
        <a:lstStyle/>
        <a:p>
          <a:r>
            <a:rPr lang="en-US" sz="1600" smtClean="0"/>
            <a:t>Source Code</a:t>
          </a:r>
          <a:endParaRPr lang="en-US" sz="1600"/>
        </a:p>
      </dgm:t>
    </dgm:pt>
    <dgm:pt modelId="{CE5FA8EF-039E-4DDC-83B3-C377720F183E}" type="parTrans" cxnId="{F28A7CC2-D2A2-4D68-B723-EF3A29DE7898}">
      <dgm:prSet/>
      <dgm:spPr/>
      <dgm:t>
        <a:bodyPr/>
        <a:lstStyle/>
        <a:p>
          <a:endParaRPr lang="en-US" sz="1800"/>
        </a:p>
      </dgm:t>
    </dgm:pt>
    <dgm:pt modelId="{D99D7AA4-DA2E-4E9C-A572-7269D83B9A17}" type="sibTrans" cxnId="{F28A7CC2-D2A2-4D68-B723-EF3A29DE7898}">
      <dgm:prSet/>
      <dgm:spPr/>
      <dgm:t>
        <a:bodyPr/>
        <a:lstStyle/>
        <a:p>
          <a:endParaRPr lang="en-US"/>
        </a:p>
      </dgm:t>
    </dgm:pt>
    <dgm:pt modelId="{FABFE473-3281-4C79-A6EA-292819F32F91}" type="asst">
      <dgm:prSet phldrT="[Text]" custT="1"/>
      <dgm:spPr/>
      <dgm:t>
        <a:bodyPr/>
        <a:lstStyle/>
        <a:p>
          <a:r>
            <a:rPr lang="en-US" sz="1600" smtClean="0"/>
            <a:t>Use Cases / User Stories</a:t>
          </a:r>
          <a:endParaRPr lang="en-US" sz="1600"/>
        </a:p>
      </dgm:t>
    </dgm:pt>
    <dgm:pt modelId="{1F641E5B-B117-4C77-A201-E34D68D5C83E}" type="parTrans" cxnId="{9E1766E3-7B5A-44E3-B053-EDB094F5353F}">
      <dgm:prSet/>
      <dgm:spPr/>
      <dgm:t>
        <a:bodyPr/>
        <a:lstStyle/>
        <a:p>
          <a:endParaRPr lang="en-US" sz="1800"/>
        </a:p>
      </dgm:t>
    </dgm:pt>
    <dgm:pt modelId="{46305FB6-F03D-4E11-937C-323004DAC669}" type="sibTrans" cxnId="{9E1766E3-7B5A-44E3-B053-EDB094F5353F}">
      <dgm:prSet/>
      <dgm:spPr/>
      <dgm:t>
        <a:bodyPr/>
        <a:lstStyle/>
        <a:p>
          <a:endParaRPr lang="en-US"/>
        </a:p>
      </dgm:t>
    </dgm:pt>
    <dgm:pt modelId="{FD48A61F-05BA-4639-B719-4388E4AC2FCD}" type="asst">
      <dgm:prSet phldrT="[Text]" custT="1"/>
      <dgm:spPr/>
      <dgm:t>
        <a:bodyPr/>
        <a:lstStyle/>
        <a:p>
          <a:r>
            <a:rPr lang="en-US" sz="1600" smtClean="0"/>
            <a:t>Source Code</a:t>
          </a:r>
          <a:endParaRPr lang="en-US" sz="1600"/>
        </a:p>
      </dgm:t>
    </dgm:pt>
    <dgm:pt modelId="{394FC506-B728-444A-AB07-5AECD127AE5E}" type="parTrans" cxnId="{28E48F5A-0C92-4607-B258-BBF24C47421C}">
      <dgm:prSet/>
      <dgm:spPr/>
      <dgm:t>
        <a:bodyPr/>
        <a:lstStyle/>
        <a:p>
          <a:endParaRPr lang="en-US" sz="1800"/>
        </a:p>
      </dgm:t>
    </dgm:pt>
    <dgm:pt modelId="{D7DB6BC8-C7DD-4939-87CF-7880AB3F55F4}" type="sibTrans" cxnId="{28E48F5A-0C92-4607-B258-BBF24C47421C}">
      <dgm:prSet/>
      <dgm:spPr/>
      <dgm:t>
        <a:bodyPr/>
        <a:lstStyle/>
        <a:p>
          <a:endParaRPr lang="en-US"/>
        </a:p>
      </dgm:t>
    </dgm:pt>
    <dgm:pt modelId="{A643D5CA-EBAA-4E14-AE7C-944D1F6EBE7A}" type="pres">
      <dgm:prSet presAssocID="{6B58A325-B009-49F9-A128-081C327AD2F2}" presName="hierChild1" presStyleCnt="0">
        <dgm:presLayoutVars>
          <dgm:orgChart val="1"/>
          <dgm:chPref val="1"/>
          <dgm:dir/>
          <dgm:animOne val="branch"/>
          <dgm:animLvl val="lvl"/>
          <dgm:resizeHandles/>
        </dgm:presLayoutVars>
      </dgm:prSet>
      <dgm:spPr/>
      <dgm:t>
        <a:bodyPr/>
        <a:lstStyle/>
        <a:p>
          <a:endParaRPr lang="en-US"/>
        </a:p>
      </dgm:t>
    </dgm:pt>
    <dgm:pt modelId="{7F8B293B-7218-4BB9-B171-4A777CFC52E9}" type="pres">
      <dgm:prSet presAssocID="{D0C6ED01-4450-4111-8DBB-B9894BF2BE80}" presName="hierRoot1" presStyleCnt="0">
        <dgm:presLayoutVars>
          <dgm:hierBranch val="init"/>
        </dgm:presLayoutVars>
      </dgm:prSet>
      <dgm:spPr/>
    </dgm:pt>
    <dgm:pt modelId="{F481189E-0445-4D4A-9173-6BB2B11A526A}" type="pres">
      <dgm:prSet presAssocID="{D0C6ED01-4450-4111-8DBB-B9894BF2BE80}" presName="rootComposite1" presStyleCnt="0"/>
      <dgm:spPr/>
    </dgm:pt>
    <dgm:pt modelId="{5C7B206B-C08C-4505-A3EE-4958994E7AA6}" type="pres">
      <dgm:prSet presAssocID="{D0C6ED01-4450-4111-8DBB-B9894BF2BE80}" presName="rootText1" presStyleLbl="node0" presStyleIdx="0" presStyleCnt="1">
        <dgm:presLayoutVars>
          <dgm:chPref val="3"/>
        </dgm:presLayoutVars>
      </dgm:prSet>
      <dgm:spPr/>
      <dgm:t>
        <a:bodyPr/>
        <a:lstStyle/>
        <a:p>
          <a:endParaRPr lang="en-US"/>
        </a:p>
      </dgm:t>
    </dgm:pt>
    <dgm:pt modelId="{0981AED6-3E3B-4F41-A4D3-D715C9C86E7C}" type="pres">
      <dgm:prSet presAssocID="{D0C6ED01-4450-4111-8DBB-B9894BF2BE80}" presName="rootConnector1" presStyleLbl="node1" presStyleIdx="0" presStyleCnt="0"/>
      <dgm:spPr/>
      <dgm:t>
        <a:bodyPr/>
        <a:lstStyle/>
        <a:p>
          <a:endParaRPr lang="en-US"/>
        </a:p>
      </dgm:t>
    </dgm:pt>
    <dgm:pt modelId="{452EA42F-F65C-41B5-8453-589DD2160BC5}" type="pres">
      <dgm:prSet presAssocID="{D0C6ED01-4450-4111-8DBB-B9894BF2BE80}" presName="hierChild2" presStyleCnt="0"/>
      <dgm:spPr/>
    </dgm:pt>
    <dgm:pt modelId="{262A5F5E-0512-4836-B9C2-18FEDE5B09A7}" type="pres">
      <dgm:prSet presAssocID="{D0C6ED01-4450-4111-8DBB-B9894BF2BE80}" presName="hierChild3" presStyleCnt="0"/>
      <dgm:spPr/>
    </dgm:pt>
    <dgm:pt modelId="{68C6A110-623E-4DD6-BE31-82E561B16300}" type="pres">
      <dgm:prSet presAssocID="{5B9E103F-AAE7-455D-A5AA-2055C40674FE}" presName="Name111" presStyleLbl="parChTrans1D2" presStyleIdx="0" presStyleCnt="2"/>
      <dgm:spPr/>
      <dgm:t>
        <a:bodyPr/>
        <a:lstStyle/>
        <a:p>
          <a:endParaRPr lang="en-US"/>
        </a:p>
      </dgm:t>
    </dgm:pt>
    <dgm:pt modelId="{953A10DC-9E69-4A11-A33A-72A7D328DC26}" type="pres">
      <dgm:prSet presAssocID="{F0913960-A184-4A5A-B305-5A2DCF2F30DE}" presName="hierRoot3" presStyleCnt="0">
        <dgm:presLayoutVars>
          <dgm:hierBranch val="init"/>
        </dgm:presLayoutVars>
      </dgm:prSet>
      <dgm:spPr/>
    </dgm:pt>
    <dgm:pt modelId="{A0F88C62-0728-4B8B-A39A-18D03513DEDC}" type="pres">
      <dgm:prSet presAssocID="{F0913960-A184-4A5A-B305-5A2DCF2F30DE}" presName="rootComposite3" presStyleCnt="0"/>
      <dgm:spPr/>
    </dgm:pt>
    <dgm:pt modelId="{0A4506DF-A32D-4AE0-AE75-0D5E4208FDF2}" type="pres">
      <dgm:prSet presAssocID="{F0913960-A184-4A5A-B305-5A2DCF2F30DE}" presName="rootText3" presStyleLbl="asst1" presStyleIdx="0" presStyleCnt="10">
        <dgm:presLayoutVars>
          <dgm:chPref val="3"/>
        </dgm:presLayoutVars>
      </dgm:prSet>
      <dgm:spPr/>
      <dgm:t>
        <a:bodyPr/>
        <a:lstStyle/>
        <a:p>
          <a:endParaRPr lang="en-US"/>
        </a:p>
      </dgm:t>
    </dgm:pt>
    <dgm:pt modelId="{D8D16896-1AA3-4FFB-A366-14408FC7D1F3}" type="pres">
      <dgm:prSet presAssocID="{F0913960-A184-4A5A-B305-5A2DCF2F30DE}" presName="rootConnector3" presStyleLbl="asst1" presStyleIdx="0" presStyleCnt="10"/>
      <dgm:spPr/>
      <dgm:t>
        <a:bodyPr/>
        <a:lstStyle/>
        <a:p>
          <a:endParaRPr lang="en-US"/>
        </a:p>
      </dgm:t>
    </dgm:pt>
    <dgm:pt modelId="{2821194B-89CA-4369-99CB-A90B8E4423AD}" type="pres">
      <dgm:prSet presAssocID="{F0913960-A184-4A5A-B305-5A2DCF2F30DE}" presName="hierChild6" presStyleCnt="0"/>
      <dgm:spPr/>
    </dgm:pt>
    <dgm:pt modelId="{F32B46E3-0DF2-4A79-AD0E-C688636BE001}" type="pres">
      <dgm:prSet presAssocID="{F0913960-A184-4A5A-B305-5A2DCF2F30DE}" presName="hierChild7" presStyleCnt="0"/>
      <dgm:spPr/>
    </dgm:pt>
    <dgm:pt modelId="{A6D13755-34C1-4CE2-8BF7-E1AF8F388595}" type="pres">
      <dgm:prSet presAssocID="{7350681B-DBD3-48DF-A48E-81F9C82C2183}" presName="Name111" presStyleLbl="parChTrans1D3" presStyleIdx="0" presStyleCnt="4"/>
      <dgm:spPr/>
      <dgm:t>
        <a:bodyPr/>
        <a:lstStyle/>
        <a:p>
          <a:endParaRPr lang="en-US"/>
        </a:p>
      </dgm:t>
    </dgm:pt>
    <dgm:pt modelId="{D1D66953-1255-40A1-AA18-EBC5BA7D3722}" type="pres">
      <dgm:prSet presAssocID="{D864EF71-6A8A-47C7-8764-E8A22E42DB8A}" presName="hierRoot3" presStyleCnt="0">
        <dgm:presLayoutVars>
          <dgm:hierBranch val="init"/>
        </dgm:presLayoutVars>
      </dgm:prSet>
      <dgm:spPr/>
    </dgm:pt>
    <dgm:pt modelId="{D669D71C-329B-458B-9307-7D3ED3FC7C94}" type="pres">
      <dgm:prSet presAssocID="{D864EF71-6A8A-47C7-8764-E8A22E42DB8A}" presName="rootComposite3" presStyleCnt="0"/>
      <dgm:spPr/>
    </dgm:pt>
    <dgm:pt modelId="{2B3FE0DC-10D4-4684-B4D9-2AB7476AC977}" type="pres">
      <dgm:prSet presAssocID="{D864EF71-6A8A-47C7-8764-E8A22E42DB8A}" presName="rootText3" presStyleLbl="asst1" presStyleIdx="1" presStyleCnt="10">
        <dgm:presLayoutVars>
          <dgm:chPref val="3"/>
        </dgm:presLayoutVars>
      </dgm:prSet>
      <dgm:spPr/>
      <dgm:t>
        <a:bodyPr/>
        <a:lstStyle/>
        <a:p>
          <a:endParaRPr lang="en-US"/>
        </a:p>
      </dgm:t>
    </dgm:pt>
    <dgm:pt modelId="{70D0C521-8C8E-45C5-BE85-D2144D6C78EA}" type="pres">
      <dgm:prSet presAssocID="{D864EF71-6A8A-47C7-8764-E8A22E42DB8A}" presName="rootConnector3" presStyleLbl="asst1" presStyleIdx="1" presStyleCnt="10"/>
      <dgm:spPr/>
      <dgm:t>
        <a:bodyPr/>
        <a:lstStyle/>
        <a:p>
          <a:endParaRPr lang="en-US"/>
        </a:p>
      </dgm:t>
    </dgm:pt>
    <dgm:pt modelId="{EC2A038A-D67C-4D7D-981A-7A1E90489967}" type="pres">
      <dgm:prSet presAssocID="{D864EF71-6A8A-47C7-8764-E8A22E42DB8A}" presName="hierChild6" presStyleCnt="0"/>
      <dgm:spPr/>
    </dgm:pt>
    <dgm:pt modelId="{A40AD92D-CBBF-4B45-85AA-2D33E2BD7534}" type="pres">
      <dgm:prSet presAssocID="{D864EF71-6A8A-47C7-8764-E8A22E42DB8A}" presName="hierChild7" presStyleCnt="0"/>
      <dgm:spPr/>
    </dgm:pt>
    <dgm:pt modelId="{53680253-4AC4-4842-9E61-8637205D7C75}" type="pres">
      <dgm:prSet presAssocID="{DAD6AB52-D2D8-451D-B19D-93782B94F1AF}" presName="Name111" presStyleLbl="parChTrans1D3" presStyleIdx="1" presStyleCnt="4"/>
      <dgm:spPr/>
      <dgm:t>
        <a:bodyPr/>
        <a:lstStyle/>
        <a:p>
          <a:endParaRPr lang="en-US"/>
        </a:p>
      </dgm:t>
    </dgm:pt>
    <dgm:pt modelId="{EFEDD6B8-2864-4991-8984-3FC644C664A7}" type="pres">
      <dgm:prSet presAssocID="{0B13BE09-812C-43CE-843B-A702F623F862}" presName="hierRoot3" presStyleCnt="0">
        <dgm:presLayoutVars>
          <dgm:hierBranch val="init"/>
        </dgm:presLayoutVars>
      </dgm:prSet>
      <dgm:spPr/>
    </dgm:pt>
    <dgm:pt modelId="{1646CA6A-089E-4E95-A635-9CC59CBB67DC}" type="pres">
      <dgm:prSet presAssocID="{0B13BE09-812C-43CE-843B-A702F623F862}" presName="rootComposite3" presStyleCnt="0"/>
      <dgm:spPr/>
    </dgm:pt>
    <dgm:pt modelId="{85FF478D-F9CE-4B99-A270-A1EA909BE403}" type="pres">
      <dgm:prSet presAssocID="{0B13BE09-812C-43CE-843B-A702F623F862}" presName="rootText3" presStyleLbl="asst1" presStyleIdx="2" presStyleCnt="10">
        <dgm:presLayoutVars>
          <dgm:chPref val="3"/>
        </dgm:presLayoutVars>
      </dgm:prSet>
      <dgm:spPr/>
      <dgm:t>
        <a:bodyPr/>
        <a:lstStyle/>
        <a:p>
          <a:endParaRPr lang="en-US"/>
        </a:p>
      </dgm:t>
    </dgm:pt>
    <dgm:pt modelId="{DADB93F7-A88D-427F-B676-502155375381}" type="pres">
      <dgm:prSet presAssocID="{0B13BE09-812C-43CE-843B-A702F623F862}" presName="rootConnector3" presStyleLbl="asst1" presStyleIdx="2" presStyleCnt="10"/>
      <dgm:spPr/>
      <dgm:t>
        <a:bodyPr/>
        <a:lstStyle/>
        <a:p>
          <a:endParaRPr lang="en-US"/>
        </a:p>
      </dgm:t>
    </dgm:pt>
    <dgm:pt modelId="{3DEB947F-5E66-4FB1-BA91-37C2506175DC}" type="pres">
      <dgm:prSet presAssocID="{0B13BE09-812C-43CE-843B-A702F623F862}" presName="hierChild6" presStyleCnt="0"/>
      <dgm:spPr/>
    </dgm:pt>
    <dgm:pt modelId="{8BA150BF-429A-4E3A-8291-13E1A6703D5A}" type="pres">
      <dgm:prSet presAssocID="{0B13BE09-812C-43CE-843B-A702F623F862}" presName="hierChild7" presStyleCnt="0"/>
      <dgm:spPr/>
    </dgm:pt>
    <dgm:pt modelId="{815BD7CD-FF21-4D6F-860C-9B78A5DFA11A}" type="pres">
      <dgm:prSet presAssocID="{1E7197DD-387F-4B9A-9C71-C736C5B42EA9}" presName="Name111" presStyleLbl="parChTrans1D2" presStyleIdx="1" presStyleCnt="2"/>
      <dgm:spPr/>
      <dgm:t>
        <a:bodyPr/>
        <a:lstStyle/>
        <a:p>
          <a:endParaRPr lang="en-US"/>
        </a:p>
      </dgm:t>
    </dgm:pt>
    <dgm:pt modelId="{8ABA2885-E597-4C12-B4D2-231F93174C1B}" type="pres">
      <dgm:prSet presAssocID="{F4979204-58E6-463F-9FB8-A983D8E69E8E}" presName="hierRoot3" presStyleCnt="0">
        <dgm:presLayoutVars>
          <dgm:hierBranch val="init"/>
        </dgm:presLayoutVars>
      </dgm:prSet>
      <dgm:spPr/>
    </dgm:pt>
    <dgm:pt modelId="{F3003EEE-0044-4349-AD22-75E094559AB3}" type="pres">
      <dgm:prSet presAssocID="{F4979204-58E6-463F-9FB8-A983D8E69E8E}" presName="rootComposite3" presStyleCnt="0"/>
      <dgm:spPr/>
    </dgm:pt>
    <dgm:pt modelId="{5859EC14-E2DB-44CE-B034-0E93AB6B1943}" type="pres">
      <dgm:prSet presAssocID="{F4979204-58E6-463F-9FB8-A983D8E69E8E}" presName="rootText3" presStyleLbl="asst1" presStyleIdx="3" presStyleCnt="10">
        <dgm:presLayoutVars>
          <dgm:chPref val="3"/>
        </dgm:presLayoutVars>
      </dgm:prSet>
      <dgm:spPr/>
      <dgm:t>
        <a:bodyPr/>
        <a:lstStyle/>
        <a:p>
          <a:endParaRPr lang="en-US"/>
        </a:p>
      </dgm:t>
    </dgm:pt>
    <dgm:pt modelId="{EA0E3F09-2DAD-4305-BB7B-AEF38591DAA5}" type="pres">
      <dgm:prSet presAssocID="{F4979204-58E6-463F-9FB8-A983D8E69E8E}" presName="rootConnector3" presStyleLbl="asst1" presStyleIdx="3" presStyleCnt="10"/>
      <dgm:spPr/>
      <dgm:t>
        <a:bodyPr/>
        <a:lstStyle/>
        <a:p>
          <a:endParaRPr lang="en-US"/>
        </a:p>
      </dgm:t>
    </dgm:pt>
    <dgm:pt modelId="{D7F7164D-46E7-4232-8D8E-326BA547C246}" type="pres">
      <dgm:prSet presAssocID="{F4979204-58E6-463F-9FB8-A983D8E69E8E}" presName="hierChild6" presStyleCnt="0"/>
      <dgm:spPr/>
    </dgm:pt>
    <dgm:pt modelId="{134F451F-761F-4A05-AFB9-63108BD74495}" type="pres">
      <dgm:prSet presAssocID="{F4979204-58E6-463F-9FB8-A983D8E69E8E}" presName="hierChild7" presStyleCnt="0"/>
      <dgm:spPr/>
    </dgm:pt>
    <dgm:pt modelId="{A853C72C-5504-4B00-8BB9-22EE7AF15CA4}" type="pres">
      <dgm:prSet presAssocID="{C1A76D78-CF70-4F7B-9B73-C7F0AFB08DC1}" presName="Name111" presStyleLbl="parChTrans1D3" presStyleIdx="2" presStyleCnt="4"/>
      <dgm:spPr/>
      <dgm:t>
        <a:bodyPr/>
        <a:lstStyle/>
        <a:p>
          <a:endParaRPr lang="en-US"/>
        </a:p>
      </dgm:t>
    </dgm:pt>
    <dgm:pt modelId="{632A50D0-358B-4ABB-97E2-5CD9E6320596}" type="pres">
      <dgm:prSet presAssocID="{216817A3-51AF-43CB-8B9A-E8764E0FCAD0}" presName="hierRoot3" presStyleCnt="0">
        <dgm:presLayoutVars>
          <dgm:hierBranch val="init"/>
        </dgm:presLayoutVars>
      </dgm:prSet>
      <dgm:spPr/>
    </dgm:pt>
    <dgm:pt modelId="{51259B52-8DD3-46D0-9F7B-DB035781DF14}" type="pres">
      <dgm:prSet presAssocID="{216817A3-51AF-43CB-8B9A-E8764E0FCAD0}" presName="rootComposite3" presStyleCnt="0"/>
      <dgm:spPr/>
    </dgm:pt>
    <dgm:pt modelId="{A816BBE9-2702-4CD4-902B-578D8037B8D7}" type="pres">
      <dgm:prSet presAssocID="{216817A3-51AF-43CB-8B9A-E8764E0FCAD0}" presName="rootText3" presStyleLbl="asst1" presStyleIdx="4" presStyleCnt="10">
        <dgm:presLayoutVars>
          <dgm:chPref val="3"/>
        </dgm:presLayoutVars>
      </dgm:prSet>
      <dgm:spPr/>
      <dgm:t>
        <a:bodyPr/>
        <a:lstStyle/>
        <a:p>
          <a:endParaRPr lang="en-US"/>
        </a:p>
      </dgm:t>
    </dgm:pt>
    <dgm:pt modelId="{1D393FF8-118F-43C8-9F2E-24FC2B2693AB}" type="pres">
      <dgm:prSet presAssocID="{216817A3-51AF-43CB-8B9A-E8764E0FCAD0}" presName="rootConnector3" presStyleLbl="asst1" presStyleIdx="4" presStyleCnt="10"/>
      <dgm:spPr/>
      <dgm:t>
        <a:bodyPr/>
        <a:lstStyle/>
        <a:p>
          <a:endParaRPr lang="en-US"/>
        </a:p>
      </dgm:t>
    </dgm:pt>
    <dgm:pt modelId="{35606BF0-0106-4637-AA82-764C256417EC}" type="pres">
      <dgm:prSet presAssocID="{216817A3-51AF-43CB-8B9A-E8764E0FCAD0}" presName="hierChild6" presStyleCnt="0"/>
      <dgm:spPr/>
    </dgm:pt>
    <dgm:pt modelId="{19D0B595-7175-43F0-B9F5-1040448D2EA3}" type="pres">
      <dgm:prSet presAssocID="{216817A3-51AF-43CB-8B9A-E8764E0FCAD0}" presName="hierChild7" presStyleCnt="0"/>
      <dgm:spPr/>
    </dgm:pt>
    <dgm:pt modelId="{D52A5810-A7AC-4483-96AB-59596E9922E1}" type="pres">
      <dgm:prSet presAssocID="{C4D01A6B-7749-47CB-9F3B-406D17ABEC30}" presName="Name111" presStyleLbl="parChTrans1D4" presStyleIdx="0" presStyleCnt="4"/>
      <dgm:spPr/>
      <dgm:t>
        <a:bodyPr/>
        <a:lstStyle/>
        <a:p>
          <a:endParaRPr lang="en-US"/>
        </a:p>
      </dgm:t>
    </dgm:pt>
    <dgm:pt modelId="{0CE63057-4CA2-4F07-9808-18AA87677629}" type="pres">
      <dgm:prSet presAssocID="{C39FA169-70B0-4693-AF22-FFCCA3AE785C}" presName="hierRoot3" presStyleCnt="0">
        <dgm:presLayoutVars>
          <dgm:hierBranch val="init"/>
        </dgm:presLayoutVars>
      </dgm:prSet>
      <dgm:spPr/>
    </dgm:pt>
    <dgm:pt modelId="{FF936DD0-EC09-44C9-A2E9-CA1EDB6C60E2}" type="pres">
      <dgm:prSet presAssocID="{C39FA169-70B0-4693-AF22-FFCCA3AE785C}" presName="rootComposite3" presStyleCnt="0"/>
      <dgm:spPr/>
    </dgm:pt>
    <dgm:pt modelId="{3E52908E-579D-40F3-A402-9F28D6B68351}" type="pres">
      <dgm:prSet presAssocID="{C39FA169-70B0-4693-AF22-FFCCA3AE785C}" presName="rootText3" presStyleLbl="asst1" presStyleIdx="5" presStyleCnt="10">
        <dgm:presLayoutVars>
          <dgm:chPref val="3"/>
        </dgm:presLayoutVars>
      </dgm:prSet>
      <dgm:spPr/>
      <dgm:t>
        <a:bodyPr/>
        <a:lstStyle/>
        <a:p>
          <a:endParaRPr lang="en-US"/>
        </a:p>
      </dgm:t>
    </dgm:pt>
    <dgm:pt modelId="{0782AC0B-255C-46B0-9075-408653B3E89C}" type="pres">
      <dgm:prSet presAssocID="{C39FA169-70B0-4693-AF22-FFCCA3AE785C}" presName="rootConnector3" presStyleLbl="asst1" presStyleIdx="5" presStyleCnt="10"/>
      <dgm:spPr/>
      <dgm:t>
        <a:bodyPr/>
        <a:lstStyle/>
        <a:p>
          <a:endParaRPr lang="en-US"/>
        </a:p>
      </dgm:t>
    </dgm:pt>
    <dgm:pt modelId="{23DB0A5F-1872-48EA-A823-6394F5922303}" type="pres">
      <dgm:prSet presAssocID="{C39FA169-70B0-4693-AF22-FFCCA3AE785C}" presName="hierChild6" presStyleCnt="0"/>
      <dgm:spPr/>
    </dgm:pt>
    <dgm:pt modelId="{EDAA7BF2-74C6-4E0F-808C-A671F3639EF4}" type="pres">
      <dgm:prSet presAssocID="{C39FA169-70B0-4693-AF22-FFCCA3AE785C}" presName="hierChild7" presStyleCnt="0"/>
      <dgm:spPr/>
    </dgm:pt>
    <dgm:pt modelId="{1D719491-A7F4-4174-B5C9-FA4CA9DE5328}" type="pres">
      <dgm:prSet presAssocID="{CE5FA8EF-039E-4DDC-83B3-C377720F183E}" presName="Name111" presStyleLbl="parChTrans1D4" presStyleIdx="1" presStyleCnt="4"/>
      <dgm:spPr/>
      <dgm:t>
        <a:bodyPr/>
        <a:lstStyle/>
        <a:p>
          <a:endParaRPr lang="en-US"/>
        </a:p>
      </dgm:t>
    </dgm:pt>
    <dgm:pt modelId="{8C7D3E21-4A70-49EE-9E5D-C2627B74C7DB}" type="pres">
      <dgm:prSet presAssocID="{48280AB1-B611-4A7E-BCC2-26291CC4E0FF}" presName="hierRoot3" presStyleCnt="0">
        <dgm:presLayoutVars>
          <dgm:hierBranch val="init"/>
        </dgm:presLayoutVars>
      </dgm:prSet>
      <dgm:spPr/>
    </dgm:pt>
    <dgm:pt modelId="{66C903F4-F5D7-45C9-8B5F-25E60371228C}" type="pres">
      <dgm:prSet presAssocID="{48280AB1-B611-4A7E-BCC2-26291CC4E0FF}" presName="rootComposite3" presStyleCnt="0"/>
      <dgm:spPr/>
    </dgm:pt>
    <dgm:pt modelId="{D7B869B2-A1AF-4348-8E59-0CD7082CCCDC}" type="pres">
      <dgm:prSet presAssocID="{48280AB1-B611-4A7E-BCC2-26291CC4E0FF}" presName="rootText3" presStyleLbl="asst1" presStyleIdx="6" presStyleCnt="10">
        <dgm:presLayoutVars>
          <dgm:chPref val="3"/>
        </dgm:presLayoutVars>
      </dgm:prSet>
      <dgm:spPr/>
      <dgm:t>
        <a:bodyPr/>
        <a:lstStyle/>
        <a:p>
          <a:endParaRPr lang="en-US"/>
        </a:p>
      </dgm:t>
    </dgm:pt>
    <dgm:pt modelId="{08E55C76-2ED2-49FC-A955-BF69E5C9673F}" type="pres">
      <dgm:prSet presAssocID="{48280AB1-B611-4A7E-BCC2-26291CC4E0FF}" presName="rootConnector3" presStyleLbl="asst1" presStyleIdx="6" presStyleCnt="10"/>
      <dgm:spPr/>
      <dgm:t>
        <a:bodyPr/>
        <a:lstStyle/>
        <a:p>
          <a:endParaRPr lang="en-US"/>
        </a:p>
      </dgm:t>
    </dgm:pt>
    <dgm:pt modelId="{BCA65154-8B9A-4F06-866C-FD1A94795769}" type="pres">
      <dgm:prSet presAssocID="{48280AB1-B611-4A7E-BCC2-26291CC4E0FF}" presName="hierChild6" presStyleCnt="0"/>
      <dgm:spPr/>
    </dgm:pt>
    <dgm:pt modelId="{F74E411A-1C98-4790-99CE-588B38F38476}" type="pres">
      <dgm:prSet presAssocID="{48280AB1-B611-4A7E-BCC2-26291CC4E0FF}" presName="hierChild7" presStyleCnt="0"/>
      <dgm:spPr/>
    </dgm:pt>
    <dgm:pt modelId="{DBABBF2D-4141-4BED-BFF9-669F771FA8B0}" type="pres">
      <dgm:prSet presAssocID="{2617E6F9-6F76-4FAC-A67F-D79B099235CA}" presName="Name111" presStyleLbl="parChTrans1D3" presStyleIdx="3" presStyleCnt="4"/>
      <dgm:spPr/>
      <dgm:t>
        <a:bodyPr/>
        <a:lstStyle/>
        <a:p>
          <a:endParaRPr lang="en-US"/>
        </a:p>
      </dgm:t>
    </dgm:pt>
    <dgm:pt modelId="{DCD4F3DF-4CE3-488B-A09E-64983C7ACCDD}" type="pres">
      <dgm:prSet presAssocID="{0BB89111-1F04-4A4D-B4D9-83B5C1916C3F}" presName="hierRoot3" presStyleCnt="0">
        <dgm:presLayoutVars>
          <dgm:hierBranch val="init"/>
        </dgm:presLayoutVars>
      </dgm:prSet>
      <dgm:spPr/>
    </dgm:pt>
    <dgm:pt modelId="{50F4377D-AAC6-42BC-BFFE-2BAB196FA0E5}" type="pres">
      <dgm:prSet presAssocID="{0BB89111-1F04-4A4D-B4D9-83B5C1916C3F}" presName="rootComposite3" presStyleCnt="0"/>
      <dgm:spPr/>
    </dgm:pt>
    <dgm:pt modelId="{5354D761-CB23-4C85-BB87-5D006B38D06E}" type="pres">
      <dgm:prSet presAssocID="{0BB89111-1F04-4A4D-B4D9-83B5C1916C3F}" presName="rootText3" presStyleLbl="asst1" presStyleIdx="7" presStyleCnt="10">
        <dgm:presLayoutVars>
          <dgm:chPref val="3"/>
        </dgm:presLayoutVars>
      </dgm:prSet>
      <dgm:spPr/>
      <dgm:t>
        <a:bodyPr/>
        <a:lstStyle/>
        <a:p>
          <a:endParaRPr lang="en-US"/>
        </a:p>
      </dgm:t>
    </dgm:pt>
    <dgm:pt modelId="{B22E7F02-8DB6-4527-80A4-E23E64D53B88}" type="pres">
      <dgm:prSet presAssocID="{0BB89111-1F04-4A4D-B4D9-83B5C1916C3F}" presName="rootConnector3" presStyleLbl="asst1" presStyleIdx="7" presStyleCnt="10"/>
      <dgm:spPr/>
      <dgm:t>
        <a:bodyPr/>
        <a:lstStyle/>
        <a:p>
          <a:endParaRPr lang="en-US"/>
        </a:p>
      </dgm:t>
    </dgm:pt>
    <dgm:pt modelId="{32F3537E-D385-418A-B578-E4B80182A9FB}" type="pres">
      <dgm:prSet presAssocID="{0BB89111-1F04-4A4D-B4D9-83B5C1916C3F}" presName="hierChild6" presStyleCnt="0"/>
      <dgm:spPr/>
    </dgm:pt>
    <dgm:pt modelId="{C52F7AA2-452E-44B1-AF76-9E8A2B62FFDD}" type="pres">
      <dgm:prSet presAssocID="{0BB89111-1F04-4A4D-B4D9-83B5C1916C3F}" presName="hierChild7" presStyleCnt="0"/>
      <dgm:spPr/>
    </dgm:pt>
    <dgm:pt modelId="{072CB9E7-5FE1-4EF0-9A57-48EA59E47A7F}" type="pres">
      <dgm:prSet presAssocID="{1F641E5B-B117-4C77-A201-E34D68D5C83E}" presName="Name111" presStyleLbl="parChTrans1D4" presStyleIdx="2" presStyleCnt="4"/>
      <dgm:spPr/>
      <dgm:t>
        <a:bodyPr/>
        <a:lstStyle/>
        <a:p>
          <a:endParaRPr lang="en-US"/>
        </a:p>
      </dgm:t>
    </dgm:pt>
    <dgm:pt modelId="{AD042666-59B2-4A97-AF76-1A0460AE2291}" type="pres">
      <dgm:prSet presAssocID="{FABFE473-3281-4C79-A6EA-292819F32F91}" presName="hierRoot3" presStyleCnt="0">
        <dgm:presLayoutVars>
          <dgm:hierBranch val="init"/>
        </dgm:presLayoutVars>
      </dgm:prSet>
      <dgm:spPr/>
    </dgm:pt>
    <dgm:pt modelId="{29EB024F-6A4A-40CF-89EF-C0BFADB0B350}" type="pres">
      <dgm:prSet presAssocID="{FABFE473-3281-4C79-A6EA-292819F32F91}" presName="rootComposite3" presStyleCnt="0"/>
      <dgm:spPr/>
    </dgm:pt>
    <dgm:pt modelId="{FBBE2114-11C7-476F-B940-11E345D98DEF}" type="pres">
      <dgm:prSet presAssocID="{FABFE473-3281-4C79-A6EA-292819F32F91}" presName="rootText3" presStyleLbl="asst1" presStyleIdx="8" presStyleCnt="10">
        <dgm:presLayoutVars>
          <dgm:chPref val="3"/>
        </dgm:presLayoutVars>
      </dgm:prSet>
      <dgm:spPr/>
      <dgm:t>
        <a:bodyPr/>
        <a:lstStyle/>
        <a:p>
          <a:endParaRPr lang="en-US"/>
        </a:p>
      </dgm:t>
    </dgm:pt>
    <dgm:pt modelId="{C0C6474B-E71A-4AB7-8171-0D8DBF7105A4}" type="pres">
      <dgm:prSet presAssocID="{FABFE473-3281-4C79-A6EA-292819F32F91}" presName="rootConnector3" presStyleLbl="asst1" presStyleIdx="8" presStyleCnt="10"/>
      <dgm:spPr/>
      <dgm:t>
        <a:bodyPr/>
        <a:lstStyle/>
        <a:p>
          <a:endParaRPr lang="en-US"/>
        </a:p>
      </dgm:t>
    </dgm:pt>
    <dgm:pt modelId="{A96C4BAD-94E0-46D0-9D2A-0ABAD647DB89}" type="pres">
      <dgm:prSet presAssocID="{FABFE473-3281-4C79-A6EA-292819F32F91}" presName="hierChild6" presStyleCnt="0"/>
      <dgm:spPr/>
    </dgm:pt>
    <dgm:pt modelId="{201DA9E7-F698-43BD-B7CA-A396491E2716}" type="pres">
      <dgm:prSet presAssocID="{FABFE473-3281-4C79-A6EA-292819F32F91}" presName="hierChild7" presStyleCnt="0"/>
      <dgm:spPr/>
    </dgm:pt>
    <dgm:pt modelId="{A924B618-BBA6-4108-8AD7-AC272A226C6E}" type="pres">
      <dgm:prSet presAssocID="{394FC506-B728-444A-AB07-5AECD127AE5E}" presName="Name111" presStyleLbl="parChTrans1D4" presStyleIdx="3" presStyleCnt="4"/>
      <dgm:spPr/>
      <dgm:t>
        <a:bodyPr/>
        <a:lstStyle/>
        <a:p>
          <a:endParaRPr lang="en-US"/>
        </a:p>
      </dgm:t>
    </dgm:pt>
    <dgm:pt modelId="{4AC2E699-B40B-4722-8A0E-6AE6E1146523}" type="pres">
      <dgm:prSet presAssocID="{FD48A61F-05BA-4639-B719-4388E4AC2FCD}" presName="hierRoot3" presStyleCnt="0">
        <dgm:presLayoutVars>
          <dgm:hierBranch val="init"/>
        </dgm:presLayoutVars>
      </dgm:prSet>
      <dgm:spPr/>
    </dgm:pt>
    <dgm:pt modelId="{74C936BE-281D-4F36-9BE9-811BA09BE2BA}" type="pres">
      <dgm:prSet presAssocID="{FD48A61F-05BA-4639-B719-4388E4AC2FCD}" presName="rootComposite3" presStyleCnt="0"/>
      <dgm:spPr/>
    </dgm:pt>
    <dgm:pt modelId="{B6419AF4-108D-4C47-884A-0FAA94BEE474}" type="pres">
      <dgm:prSet presAssocID="{FD48A61F-05BA-4639-B719-4388E4AC2FCD}" presName="rootText3" presStyleLbl="asst1" presStyleIdx="9" presStyleCnt="10">
        <dgm:presLayoutVars>
          <dgm:chPref val="3"/>
        </dgm:presLayoutVars>
      </dgm:prSet>
      <dgm:spPr/>
      <dgm:t>
        <a:bodyPr/>
        <a:lstStyle/>
        <a:p>
          <a:endParaRPr lang="en-US"/>
        </a:p>
      </dgm:t>
    </dgm:pt>
    <dgm:pt modelId="{CC504508-2D12-49EC-AA3A-6D7EDE57E6CC}" type="pres">
      <dgm:prSet presAssocID="{FD48A61F-05BA-4639-B719-4388E4AC2FCD}" presName="rootConnector3" presStyleLbl="asst1" presStyleIdx="9" presStyleCnt="10"/>
      <dgm:spPr/>
      <dgm:t>
        <a:bodyPr/>
        <a:lstStyle/>
        <a:p>
          <a:endParaRPr lang="en-US"/>
        </a:p>
      </dgm:t>
    </dgm:pt>
    <dgm:pt modelId="{B532545D-B66D-4F29-BB77-39AA4C82F73E}" type="pres">
      <dgm:prSet presAssocID="{FD48A61F-05BA-4639-B719-4388E4AC2FCD}" presName="hierChild6" presStyleCnt="0"/>
      <dgm:spPr/>
    </dgm:pt>
    <dgm:pt modelId="{4845D7FB-DA89-42B5-BEA8-D33F75CF5532}" type="pres">
      <dgm:prSet presAssocID="{FD48A61F-05BA-4639-B719-4388E4AC2FCD}" presName="hierChild7" presStyleCnt="0"/>
      <dgm:spPr/>
    </dgm:pt>
  </dgm:ptLst>
  <dgm:cxnLst>
    <dgm:cxn modelId="{529EF62F-5D67-43D0-9F70-D4832632CDEE}" type="presOf" srcId="{C1A76D78-CF70-4F7B-9B73-C7F0AFB08DC1}" destId="{A853C72C-5504-4B00-8BB9-22EE7AF15CA4}" srcOrd="0" destOrd="0" presId="urn:microsoft.com/office/officeart/2005/8/layout/orgChart1"/>
    <dgm:cxn modelId="{F3C7FCFC-9FA5-45EC-9C29-A9263BCCA2CC}" srcId="{F0913960-A184-4A5A-B305-5A2DCF2F30DE}" destId="{0B13BE09-812C-43CE-843B-A702F623F862}" srcOrd="1" destOrd="0" parTransId="{DAD6AB52-D2D8-451D-B19D-93782B94F1AF}" sibTransId="{4A5F5F48-873D-4871-81FA-A20E63145A7E}"/>
    <dgm:cxn modelId="{7F911EBB-4976-443B-9740-20018B113F83}" type="presOf" srcId="{F4979204-58E6-463F-9FB8-A983D8E69E8E}" destId="{EA0E3F09-2DAD-4305-BB7B-AEF38591DAA5}" srcOrd="1" destOrd="0" presId="urn:microsoft.com/office/officeart/2005/8/layout/orgChart1"/>
    <dgm:cxn modelId="{079B3B1F-6C0F-457A-AFC0-938709BF2DBF}" srcId="{216817A3-51AF-43CB-8B9A-E8764E0FCAD0}" destId="{C39FA169-70B0-4693-AF22-FFCCA3AE785C}" srcOrd="0" destOrd="0" parTransId="{C4D01A6B-7749-47CB-9F3B-406D17ABEC30}" sibTransId="{C11BDA19-4154-438D-8F2C-037EC3B862AC}"/>
    <dgm:cxn modelId="{18508036-520F-4EEB-8027-BB05A7ECA778}" type="presOf" srcId="{F0913960-A184-4A5A-B305-5A2DCF2F30DE}" destId="{0A4506DF-A32D-4AE0-AE75-0D5E4208FDF2}" srcOrd="0" destOrd="0" presId="urn:microsoft.com/office/officeart/2005/8/layout/orgChart1"/>
    <dgm:cxn modelId="{A50EC01E-398A-4949-9DA9-75FD635B708A}" type="presOf" srcId="{D864EF71-6A8A-47C7-8764-E8A22E42DB8A}" destId="{2B3FE0DC-10D4-4684-B4D9-2AB7476AC977}" srcOrd="0" destOrd="0" presId="urn:microsoft.com/office/officeart/2005/8/layout/orgChart1"/>
    <dgm:cxn modelId="{5C40BF27-9429-4C03-A9B3-B149FA95402C}" type="presOf" srcId="{216817A3-51AF-43CB-8B9A-E8764E0FCAD0}" destId="{A816BBE9-2702-4CD4-902B-578D8037B8D7}" srcOrd="0" destOrd="0" presId="urn:microsoft.com/office/officeart/2005/8/layout/orgChart1"/>
    <dgm:cxn modelId="{BC13D6C1-A475-48E3-A501-A0696A69F2DA}" type="presOf" srcId="{394FC506-B728-444A-AB07-5AECD127AE5E}" destId="{A924B618-BBA6-4108-8AD7-AC272A226C6E}" srcOrd="0" destOrd="0" presId="urn:microsoft.com/office/officeart/2005/8/layout/orgChart1"/>
    <dgm:cxn modelId="{666E3260-E166-43EE-A501-190308FB7E0A}" type="presOf" srcId="{48280AB1-B611-4A7E-BCC2-26291CC4E0FF}" destId="{08E55C76-2ED2-49FC-A955-BF69E5C9673F}" srcOrd="1" destOrd="0" presId="urn:microsoft.com/office/officeart/2005/8/layout/orgChart1"/>
    <dgm:cxn modelId="{553B2BF1-0235-4D4B-B365-7A411BEC9A6F}" type="presOf" srcId="{CE5FA8EF-039E-4DDC-83B3-C377720F183E}" destId="{1D719491-A7F4-4174-B5C9-FA4CA9DE5328}" srcOrd="0" destOrd="0" presId="urn:microsoft.com/office/officeart/2005/8/layout/orgChart1"/>
    <dgm:cxn modelId="{7F68C5CC-0284-44BA-AED8-0A708738D5FE}" type="presOf" srcId="{C39FA169-70B0-4693-AF22-FFCCA3AE785C}" destId="{3E52908E-579D-40F3-A402-9F28D6B68351}" srcOrd="0" destOrd="0" presId="urn:microsoft.com/office/officeart/2005/8/layout/orgChart1"/>
    <dgm:cxn modelId="{00303009-A035-4337-96E0-9EFF59BD73E0}" type="presOf" srcId="{C39FA169-70B0-4693-AF22-FFCCA3AE785C}" destId="{0782AC0B-255C-46B0-9075-408653B3E89C}" srcOrd="1" destOrd="0" presId="urn:microsoft.com/office/officeart/2005/8/layout/orgChart1"/>
    <dgm:cxn modelId="{F898910A-EA75-4CDD-B8E8-D388442341B7}" type="presOf" srcId="{6B58A325-B009-49F9-A128-081C327AD2F2}" destId="{A643D5CA-EBAA-4E14-AE7C-944D1F6EBE7A}" srcOrd="0" destOrd="0" presId="urn:microsoft.com/office/officeart/2005/8/layout/orgChart1"/>
    <dgm:cxn modelId="{28E48F5A-0C92-4607-B258-BBF24C47421C}" srcId="{0BB89111-1F04-4A4D-B4D9-83B5C1916C3F}" destId="{FD48A61F-05BA-4639-B719-4388E4AC2FCD}" srcOrd="1" destOrd="0" parTransId="{394FC506-B728-444A-AB07-5AECD127AE5E}" sibTransId="{D7DB6BC8-C7DD-4939-87CF-7880AB3F55F4}"/>
    <dgm:cxn modelId="{FEF95E36-F66C-43C7-8D57-F1AFD0CFF709}" type="presOf" srcId="{FABFE473-3281-4C79-A6EA-292819F32F91}" destId="{C0C6474B-E71A-4AB7-8171-0D8DBF7105A4}" srcOrd="1" destOrd="0" presId="urn:microsoft.com/office/officeart/2005/8/layout/orgChart1"/>
    <dgm:cxn modelId="{BFCF9E31-2A57-4989-BAE0-60210923B215}" type="presOf" srcId="{48280AB1-B611-4A7E-BCC2-26291CC4E0FF}" destId="{D7B869B2-A1AF-4348-8E59-0CD7082CCCDC}" srcOrd="0" destOrd="0" presId="urn:microsoft.com/office/officeart/2005/8/layout/orgChart1"/>
    <dgm:cxn modelId="{16FAC2A7-FA46-4110-9E84-986D69C0C02D}" type="presOf" srcId="{C4D01A6B-7749-47CB-9F3B-406D17ABEC30}" destId="{D52A5810-A7AC-4483-96AB-59596E9922E1}" srcOrd="0" destOrd="0" presId="urn:microsoft.com/office/officeart/2005/8/layout/orgChart1"/>
    <dgm:cxn modelId="{4599A3B7-7859-48BB-B485-3E798ECB0220}" type="presOf" srcId="{0BB89111-1F04-4A4D-B4D9-83B5C1916C3F}" destId="{5354D761-CB23-4C85-BB87-5D006B38D06E}" srcOrd="0" destOrd="0" presId="urn:microsoft.com/office/officeart/2005/8/layout/orgChart1"/>
    <dgm:cxn modelId="{ABC7880B-179D-43EC-9CBC-CBD19DD9719D}" type="presOf" srcId="{2617E6F9-6F76-4FAC-A67F-D79B099235CA}" destId="{DBABBF2D-4141-4BED-BFF9-669F771FA8B0}" srcOrd="0" destOrd="0" presId="urn:microsoft.com/office/officeart/2005/8/layout/orgChart1"/>
    <dgm:cxn modelId="{7234115B-9100-45D6-9BCE-99FD3A2AD09A}" srcId="{F4979204-58E6-463F-9FB8-A983D8E69E8E}" destId="{216817A3-51AF-43CB-8B9A-E8764E0FCAD0}" srcOrd="0" destOrd="0" parTransId="{C1A76D78-CF70-4F7B-9B73-C7F0AFB08DC1}" sibTransId="{EA3AEDE5-8176-490F-8B02-2F6E3B5056B2}"/>
    <dgm:cxn modelId="{8C355D0D-1454-4D2C-898C-EC11B75A0641}" type="presOf" srcId="{F0913960-A184-4A5A-B305-5A2DCF2F30DE}" destId="{D8D16896-1AA3-4FFB-A366-14408FC7D1F3}" srcOrd="1" destOrd="0" presId="urn:microsoft.com/office/officeart/2005/8/layout/orgChart1"/>
    <dgm:cxn modelId="{115056B5-34E2-44F1-B91F-CA89D3703CA2}" type="presOf" srcId="{1E7197DD-387F-4B9A-9C71-C736C5B42EA9}" destId="{815BD7CD-FF21-4D6F-860C-9B78A5DFA11A}" srcOrd="0" destOrd="0" presId="urn:microsoft.com/office/officeart/2005/8/layout/orgChart1"/>
    <dgm:cxn modelId="{103872A5-CF3A-4822-9575-10A4F55F9E19}" type="presOf" srcId="{216817A3-51AF-43CB-8B9A-E8764E0FCAD0}" destId="{1D393FF8-118F-43C8-9F2E-24FC2B2693AB}" srcOrd="1" destOrd="0" presId="urn:microsoft.com/office/officeart/2005/8/layout/orgChart1"/>
    <dgm:cxn modelId="{AB91910B-454D-476F-B4FF-D9F07069BB15}" type="presOf" srcId="{0B13BE09-812C-43CE-843B-A702F623F862}" destId="{DADB93F7-A88D-427F-B676-502155375381}" srcOrd="1" destOrd="0" presId="urn:microsoft.com/office/officeart/2005/8/layout/orgChart1"/>
    <dgm:cxn modelId="{35FD75F8-11A9-432F-923F-4C3B119965DC}" type="presOf" srcId="{FD48A61F-05BA-4639-B719-4388E4AC2FCD}" destId="{B6419AF4-108D-4C47-884A-0FAA94BEE474}" srcOrd="0" destOrd="0" presId="urn:microsoft.com/office/officeart/2005/8/layout/orgChart1"/>
    <dgm:cxn modelId="{E1EA338A-734D-4B0B-9A61-8C36EB7B7A65}" srcId="{F4979204-58E6-463F-9FB8-A983D8E69E8E}" destId="{0BB89111-1F04-4A4D-B4D9-83B5C1916C3F}" srcOrd="1" destOrd="0" parTransId="{2617E6F9-6F76-4FAC-A67F-D79B099235CA}" sibTransId="{C38B9FEA-2161-4FED-BB7D-40F4998CF4D8}"/>
    <dgm:cxn modelId="{A7D143A7-019E-4CC9-85CE-D25EE2E7CC69}" type="presOf" srcId="{0B13BE09-812C-43CE-843B-A702F623F862}" destId="{85FF478D-F9CE-4B99-A270-A1EA909BE403}" srcOrd="0" destOrd="0" presId="urn:microsoft.com/office/officeart/2005/8/layout/orgChart1"/>
    <dgm:cxn modelId="{6D2B2823-3011-44B5-BA05-5346DC74FB9C}" type="presOf" srcId="{5B9E103F-AAE7-455D-A5AA-2055C40674FE}" destId="{68C6A110-623E-4DD6-BE31-82E561B16300}" srcOrd="0" destOrd="0" presId="urn:microsoft.com/office/officeart/2005/8/layout/orgChart1"/>
    <dgm:cxn modelId="{515AE948-D0EA-4235-94E8-071C45ADEE6D}" type="presOf" srcId="{D864EF71-6A8A-47C7-8764-E8A22E42DB8A}" destId="{70D0C521-8C8E-45C5-BE85-D2144D6C78EA}" srcOrd="1" destOrd="0" presId="urn:microsoft.com/office/officeart/2005/8/layout/orgChart1"/>
    <dgm:cxn modelId="{41B22EF1-46BD-42B9-BC61-ACC7EC74821B}" srcId="{D0C6ED01-4450-4111-8DBB-B9894BF2BE80}" destId="{F0913960-A184-4A5A-B305-5A2DCF2F30DE}" srcOrd="0" destOrd="0" parTransId="{5B9E103F-AAE7-455D-A5AA-2055C40674FE}" sibTransId="{BA02B627-31DE-4EC9-97D9-93D89486F02F}"/>
    <dgm:cxn modelId="{9E1766E3-7B5A-44E3-B053-EDB094F5353F}" srcId="{0BB89111-1F04-4A4D-B4D9-83B5C1916C3F}" destId="{FABFE473-3281-4C79-A6EA-292819F32F91}" srcOrd="0" destOrd="0" parTransId="{1F641E5B-B117-4C77-A201-E34D68D5C83E}" sibTransId="{46305FB6-F03D-4E11-937C-323004DAC669}"/>
    <dgm:cxn modelId="{F28A7CC2-D2A2-4D68-B723-EF3A29DE7898}" srcId="{216817A3-51AF-43CB-8B9A-E8764E0FCAD0}" destId="{48280AB1-B611-4A7E-BCC2-26291CC4E0FF}" srcOrd="1" destOrd="0" parTransId="{CE5FA8EF-039E-4DDC-83B3-C377720F183E}" sibTransId="{D99D7AA4-DA2E-4E9C-A572-7269D83B9A17}"/>
    <dgm:cxn modelId="{864E0637-1474-4A14-8967-B5F91DEE601A}" type="presOf" srcId="{FD48A61F-05BA-4639-B719-4388E4AC2FCD}" destId="{CC504508-2D12-49EC-AA3A-6D7EDE57E6CC}" srcOrd="1" destOrd="0" presId="urn:microsoft.com/office/officeart/2005/8/layout/orgChart1"/>
    <dgm:cxn modelId="{18ED33E3-95DF-4A5F-A4BF-99474BBECE9B}" type="presOf" srcId="{F4979204-58E6-463F-9FB8-A983D8E69E8E}" destId="{5859EC14-E2DB-44CE-B034-0E93AB6B1943}" srcOrd="0" destOrd="0" presId="urn:microsoft.com/office/officeart/2005/8/layout/orgChart1"/>
    <dgm:cxn modelId="{275D59F0-EC44-4AB6-A070-0CBE6BD33E57}" type="presOf" srcId="{7350681B-DBD3-48DF-A48E-81F9C82C2183}" destId="{A6D13755-34C1-4CE2-8BF7-E1AF8F388595}" srcOrd="0" destOrd="0" presId="urn:microsoft.com/office/officeart/2005/8/layout/orgChart1"/>
    <dgm:cxn modelId="{87ABDE3A-E6B0-4A2C-A721-75418893847F}" srcId="{F0913960-A184-4A5A-B305-5A2DCF2F30DE}" destId="{D864EF71-6A8A-47C7-8764-E8A22E42DB8A}" srcOrd="0" destOrd="0" parTransId="{7350681B-DBD3-48DF-A48E-81F9C82C2183}" sibTransId="{42FC115B-04A5-4243-9EE7-0ACFEF8294CF}"/>
    <dgm:cxn modelId="{E9C9F63D-B44F-4340-AA94-3917AA23EE7D}" srcId="{6B58A325-B009-49F9-A128-081C327AD2F2}" destId="{D0C6ED01-4450-4111-8DBB-B9894BF2BE80}" srcOrd="0" destOrd="0" parTransId="{5DFA6CC5-9A9E-431B-A2F3-F6828CDABE3C}" sibTransId="{A2E120AF-ED8B-46FE-8D1D-7DB190E53250}"/>
    <dgm:cxn modelId="{45BCAEBD-34E1-42B9-92C4-36FD98767455}" type="presOf" srcId="{FABFE473-3281-4C79-A6EA-292819F32F91}" destId="{FBBE2114-11C7-476F-B940-11E345D98DEF}" srcOrd="0" destOrd="0" presId="urn:microsoft.com/office/officeart/2005/8/layout/orgChart1"/>
    <dgm:cxn modelId="{70EA1363-328F-4868-8C83-64C7C125C691}" srcId="{D0C6ED01-4450-4111-8DBB-B9894BF2BE80}" destId="{F4979204-58E6-463F-9FB8-A983D8E69E8E}" srcOrd="1" destOrd="0" parTransId="{1E7197DD-387F-4B9A-9C71-C736C5B42EA9}" sibTransId="{617DB06C-18F4-4172-A3F5-D0B515FDE946}"/>
    <dgm:cxn modelId="{B2E6BB7A-B107-4C04-A679-05874E4EEDC3}" type="presOf" srcId="{D0C6ED01-4450-4111-8DBB-B9894BF2BE80}" destId="{0981AED6-3E3B-4F41-A4D3-D715C9C86E7C}" srcOrd="1" destOrd="0" presId="urn:microsoft.com/office/officeart/2005/8/layout/orgChart1"/>
    <dgm:cxn modelId="{CEBC10EA-7010-4D4A-97CD-133F3D5DF91F}" type="presOf" srcId="{DAD6AB52-D2D8-451D-B19D-93782B94F1AF}" destId="{53680253-4AC4-4842-9E61-8637205D7C75}" srcOrd="0" destOrd="0" presId="urn:microsoft.com/office/officeart/2005/8/layout/orgChart1"/>
    <dgm:cxn modelId="{27C50E0E-B18B-49E8-9480-1119FCA322BB}" type="presOf" srcId="{0BB89111-1F04-4A4D-B4D9-83B5C1916C3F}" destId="{B22E7F02-8DB6-4527-80A4-E23E64D53B88}" srcOrd="1" destOrd="0" presId="urn:microsoft.com/office/officeart/2005/8/layout/orgChart1"/>
    <dgm:cxn modelId="{AA7CB8E4-0499-4029-A92D-7713AFCB14CA}" type="presOf" srcId="{1F641E5B-B117-4C77-A201-E34D68D5C83E}" destId="{072CB9E7-5FE1-4EF0-9A57-48EA59E47A7F}" srcOrd="0" destOrd="0" presId="urn:microsoft.com/office/officeart/2005/8/layout/orgChart1"/>
    <dgm:cxn modelId="{9551EA01-5989-4490-8BC1-BE347F65CE6B}" type="presOf" srcId="{D0C6ED01-4450-4111-8DBB-B9894BF2BE80}" destId="{5C7B206B-C08C-4505-A3EE-4958994E7AA6}" srcOrd="0" destOrd="0" presId="urn:microsoft.com/office/officeart/2005/8/layout/orgChart1"/>
    <dgm:cxn modelId="{239E66E7-ACB1-45F2-85AD-DE91C209F26D}" type="presParOf" srcId="{A643D5CA-EBAA-4E14-AE7C-944D1F6EBE7A}" destId="{7F8B293B-7218-4BB9-B171-4A777CFC52E9}" srcOrd="0" destOrd="0" presId="urn:microsoft.com/office/officeart/2005/8/layout/orgChart1"/>
    <dgm:cxn modelId="{DA08858F-E821-4275-9699-C8E3671E428E}" type="presParOf" srcId="{7F8B293B-7218-4BB9-B171-4A777CFC52E9}" destId="{F481189E-0445-4D4A-9173-6BB2B11A526A}" srcOrd="0" destOrd="0" presId="urn:microsoft.com/office/officeart/2005/8/layout/orgChart1"/>
    <dgm:cxn modelId="{6C16CDFB-748F-450F-BC7C-9A3040993C50}" type="presParOf" srcId="{F481189E-0445-4D4A-9173-6BB2B11A526A}" destId="{5C7B206B-C08C-4505-A3EE-4958994E7AA6}" srcOrd="0" destOrd="0" presId="urn:microsoft.com/office/officeart/2005/8/layout/orgChart1"/>
    <dgm:cxn modelId="{DC6BF242-D350-4AA4-ACC4-4DBB3FB484B6}" type="presParOf" srcId="{F481189E-0445-4D4A-9173-6BB2B11A526A}" destId="{0981AED6-3E3B-4F41-A4D3-D715C9C86E7C}" srcOrd="1" destOrd="0" presId="urn:microsoft.com/office/officeart/2005/8/layout/orgChart1"/>
    <dgm:cxn modelId="{65CAEA07-6FBF-4AAC-A150-088810AFB123}" type="presParOf" srcId="{7F8B293B-7218-4BB9-B171-4A777CFC52E9}" destId="{452EA42F-F65C-41B5-8453-589DD2160BC5}" srcOrd="1" destOrd="0" presId="urn:microsoft.com/office/officeart/2005/8/layout/orgChart1"/>
    <dgm:cxn modelId="{B71F4363-394D-49C2-B8C6-49BF3F2FAAD7}" type="presParOf" srcId="{7F8B293B-7218-4BB9-B171-4A777CFC52E9}" destId="{262A5F5E-0512-4836-B9C2-18FEDE5B09A7}" srcOrd="2" destOrd="0" presId="urn:microsoft.com/office/officeart/2005/8/layout/orgChart1"/>
    <dgm:cxn modelId="{BA83C845-C101-4D59-8C01-FAF5ED175848}" type="presParOf" srcId="{262A5F5E-0512-4836-B9C2-18FEDE5B09A7}" destId="{68C6A110-623E-4DD6-BE31-82E561B16300}" srcOrd="0" destOrd="0" presId="urn:microsoft.com/office/officeart/2005/8/layout/orgChart1"/>
    <dgm:cxn modelId="{EFD00296-D477-4CCE-B385-82787D529974}" type="presParOf" srcId="{262A5F5E-0512-4836-B9C2-18FEDE5B09A7}" destId="{953A10DC-9E69-4A11-A33A-72A7D328DC26}" srcOrd="1" destOrd="0" presId="urn:microsoft.com/office/officeart/2005/8/layout/orgChart1"/>
    <dgm:cxn modelId="{EB7A6A49-C421-402D-8934-0A2CEFCE102B}" type="presParOf" srcId="{953A10DC-9E69-4A11-A33A-72A7D328DC26}" destId="{A0F88C62-0728-4B8B-A39A-18D03513DEDC}" srcOrd="0" destOrd="0" presId="urn:microsoft.com/office/officeart/2005/8/layout/orgChart1"/>
    <dgm:cxn modelId="{DBDBBE9E-19D2-4B13-A16A-F13526F8BFF5}" type="presParOf" srcId="{A0F88C62-0728-4B8B-A39A-18D03513DEDC}" destId="{0A4506DF-A32D-4AE0-AE75-0D5E4208FDF2}" srcOrd="0" destOrd="0" presId="urn:microsoft.com/office/officeart/2005/8/layout/orgChart1"/>
    <dgm:cxn modelId="{88276F2A-F4C6-47D0-885E-DAD024223AC0}" type="presParOf" srcId="{A0F88C62-0728-4B8B-A39A-18D03513DEDC}" destId="{D8D16896-1AA3-4FFB-A366-14408FC7D1F3}" srcOrd="1" destOrd="0" presId="urn:microsoft.com/office/officeart/2005/8/layout/orgChart1"/>
    <dgm:cxn modelId="{2D8AFFF3-A4A9-4E0A-9DD3-F6088FB52888}" type="presParOf" srcId="{953A10DC-9E69-4A11-A33A-72A7D328DC26}" destId="{2821194B-89CA-4369-99CB-A90B8E4423AD}" srcOrd="1" destOrd="0" presId="urn:microsoft.com/office/officeart/2005/8/layout/orgChart1"/>
    <dgm:cxn modelId="{DF0EC240-D472-412C-975F-F7172C5DB04E}" type="presParOf" srcId="{953A10DC-9E69-4A11-A33A-72A7D328DC26}" destId="{F32B46E3-0DF2-4A79-AD0E-C688636BE001}" srcOrd="2" destOrd="0" presId="urn:microsoft.com/office/officeart/2005/8/layout/orgChart1"/>
    <dgm:cxn modelId="{039A3D24-E761-4FE7-AB51-4D3D32E7BB16}" type="presParOf" srcId="{F32B46E3-0DF2-4A79-AD0E-C688636BE001}" destId="{A6D13755-34C1-4CE2-8BF7-E1AF8F388595}" srcOrd="0" destOrd="0" presId="urn:microsoft.com/office/officeart/2005/8/layout/orgChart1"/>
    <dgm:cxn modelId="{BEFD5EC4-B376-4AC4-92BE-D5442F290CD0}" type="presParOf" srcId="{F32B46E3-0DF2-4A79-AD0E-C688636BE001}" destId="{D1D66953-1255-40A1-AA18-EBC5BA7D3722}" srcOrd="1" destOrd="0" presId="urn:microsoft.com/office/officeart/2005/8/layout/orgChart1"/>
    <dgm:cxn modelId="{B4B99D7C-0E4A-4B63-8078-6BB159FF5D72}" type="presParOf" srcId="{D1D66953-1255-40A1-AA18-EBC5BA7D3722}" destId="{D669D71C-329B-458B-9307-7D3ED3FC7C94}" srcOrd="0" destOrd="0" presId="urn:microsoft.com/office/officeart/2005/8/layout/orgChart1"/>
    <dgm:cxn modelId="{F80639A2-2DB3-40CD-8DFF-E44D160D3D10}" type="presParOf" srcId="{D669D71C-329B-458B-9307-7D3ED3FC7C94}" destId="{2B3FE0DC-10D4-4684-B4D9-2AB7476AC977}" srcOrd="0" destOrd="0" presId="urn:microsoft.com/office/officeart/2005/8/layout/orgChart1"/>
    <dgm:cxn modelId="{EAF8A9A8-C486-42AA-8E5A-4FD3BFFDC342}" type="presParOf" srcId="{D669D71C-329B-458B-9307-7D3ED3FC7C94}" destId="{70D0C521-8C8E-45C5-BE85-D2144D6C78EA}" srcOrd="1" destOrd="0" presId="urn:microsoft.com/office/officeart/2005/8/layout/orgChart1"/>
    <dgm:cxn modelId="{F0974B2E-6D2E-4087-A7AC-373BF746D9A6}" type="presParOf" srcId="{D1D66953-1255-40A1-AA18-EBC5BA7D3722}" destId="{EC2A038A-D67C-4D7D-981A-7A1E90489967}" srcOrd="1" destOrd="0" presId="urn:microsoft.com/office/officeart/2005/8/layout/orgChart1"/>
    <dgm:cxn modelId="{51091CD1-6A59-4FF3-88B6-65467F2DE8D5}" type="presParOf" srcId="{D1D66953-1255-40A1-AA18-EBC5BA7D3722}" destId="{A40AD92D-CBBF-4B45-85AA-2D33E2BD7534}" srcOrd="2" destOrd="0" presId="urn:microsoft.com/office/officeart/2005/8/layout/orgChart1"/>
    <dgm:cxn modelId="{10C84B4E-A27D-4810-8211-8A49211DB606}" type="presParOf" srcId="{F32B46E3-0DF2-4A79-AD0E-C688636BE001}" destId="{53680253-4AC4-4842-9E61-8637205D7C75}" srcOrd="2" destOrd="0" presId="urn:microsoft.com/office/officeart/2005/8/layout/orgChart1"/>
    <dgm:cxn modelId="{A512A49F-39F9-4D7A-BAD7-8DFCEAC3F788}" type="presParOf" srcId="{F32B46E3-0DF2-4A79-AD0E-C688636BE001}" destId="{EFEDD6B8-2864-4991-8984-3FC644C664A7}" srcOrd="3" destOrd="0" presId="urn:microsoft.com/office/officeart/2005/8/layout/orgChart1"/>
    <dgm:cxn modelId="{1A2FD142-1E92-4E3E-BBF1-ED3294B04ADF}" type="presParOf" srcId="{EFEDD6B8-2864-4991-8984-3FC644C664A7}" destId="{1646CA6A-089E-4E95-A635-9CC59CBB67DC}" srcOrd="0" destOrd="0" presId="urn:microsoft.com/office/officeart/2005/8/layout/orgChart1"/>
    <dgm:cxn modelId="{DD3D7174-92A5-4181-B146-916A5BEC3AFF}" type="presParOf" srcId="{1646CA6A-089E-4E95-A635-9CC59CBB67DC}" destId="{85FF478D-F9CE-4B99-A270-A1EA909BE403}" srcOrd="0" destOrd="0" presId="urn:microsoft.com/office/officeart/2005/8/layout/orgChart1"/>
    <dgm:cxn modelId="{28452016-AABA-4149-A2C1-A7D58E1179A0}" type="presParOf" srcId="{1646CA6A-089E-4E95-A635-9CC59CBB67DC}" destId="{DADB93F7-A88D-427F-B676-502155375381}" srcOrd="1" destOrd="0" presId="urn:microsoft.com/office/officeart/2005/8/layout/orgChart1"/>
    <dgm:cxn modelId="{D7150282-9EFE-4230-9F4E-70E499B44361}" type="presParOf" srcId="{EFEDD6B8-2864-4991-8984-3FC644C664A7}" destId="{3DEB947F-5E66-4FB1-BA91-37C2506175DC}" srcOrd="1" destOrd="0" presId="urn:microsoft.com/office/officeart/2005/8/layout/orgChart1"/>
    <dgm:cxn modelId="{FA964C65-E7C2-4CD8-B77F-A7CFE5EDE2FB}" type="presParOf" srcId="{EFEDD6B8-2864-4991-8984-3FC644C664A7}" destId="{8BA150BF-429A-4E3A-8291-13E1A6703D5A}" srcOrd="2" destOrd="0" presId="urn:microsoft.com/office/officeart/2005/8/layout/orgChart1"/>
    <dgm:cxn modelId="{6224268C-9067-4FA5-A75E-132339164B69}" type="presParOf" srcId="{262A5F5E-0512-4836-B9C2-18FEDE5B09A7}" destId="{815BD7CD-FF21-4D6F-860C-9B78A5DFA11A}" srcOrd="2" destOrd="0" presId="urn:microsoft.com/office/officeart/2005/8/layout/orgChart1"/>
    <dgm:cxn modelId="{B41AD685-F0D4-4ADC-BF3F-95A8F3192A88}" type="presParOf" srcId="{262A5F5E-0512-4836-B9C2-18FEDE5B09A7}" destId="{8ABA2885-E597-4C12-B4D2-231F93174C1B}" srcOrd="3" destOrd="0" presId="urn:microsoft.com/office/officeart/2005/8/layout/orgChart1"/>
    <dgm:cxn modelId="{DAA30346-A73A-4F04-AAC0-ACDE3CEFB420}" type="presParOf" srcId="{8ABA2885-E597-4C12-B4D2-231F93174C1B}" destId="{F3003EEE-0044-4349-AD22-75E094559AB3}" srcOrd="0" destOrd="0" presId="urn:microsoft.com/office/officeart/2005/8/layout/orgChart1"/>
    <dgm:cxn modelId="{C8BB1AEB-134D-4629-8C76-846ECD30CFA0}" type="presParOf" srcId="{F3003EEE-0044-4349-AD22-75E094559AB3}" destId="{5859EC14-E2DB-44CE-B034-0E93AB6B1943}" srcOrd="0" destOrd="0" presId="urn:microsoft.com/office/officeart/2005/8/layout/orgChart1"/>
    <dgm:cxn modelId="{0E563305-32B6-4847-89F2-8DA270A21D10}" type="presParOf" srcId="{F3003EEE-0044-4349-AD22-75E094559AB3}" destId="{EA0E3F09-2DAD-4305-BB7B-AEF38591DAA5}" srcOrd="1" destOrd="0" presId="urn:microsoft.com/office/officeart/2005/8/layout/orgChart1"/>
    <dgm:cxn modelId="{7E3AF8EF-79F1-4B99-B5EB-8BFA3E2923A5}" type="presParOf" srcId="{8ABA2885-E597-4C12-B4D2-231F93174C1B}" destId="{D7F7164D-46E7-4232-8D8E-326BA547C246}" srcOrd="1" destOrd="0" presId="urn:microsoft.com/office/officeart/2005/8/layout/orgChart1"/>
    <dgm:cxn modelId="{E4A298E8-0E29-4273-A945-2D754E48C5DA}" type="presParOf" srcId="{8ABA2885-E597-4C12-B4D2-231F93174C1B}" destId="{134F451F-761F-4A05-AFB9-63108BD74495}" srcOrd="2" destOrd="0" presId="urn:microsoft.com/office/officeart/2005/8/layout/orgChart1"/>
    <dgm:cxn modelId="{94EA837B-00A4-47BA-9E0D-5FBF4A68FC09}" type="presParOf" srcId="{134F451F-761F-4A05-AFB9-63108BD74495}" destId="{A853C72C-5504-4B00-8BB9-22EE7AF15CA4}" srcOrd="0" destOrd="0" presId="urn:microsoft.com/office/officeart/2005/8/layout/orgChart1"/>
    <dgm:cxn modelId="{2EFDE695-4C0F-4C81-93EA-201DD6E3F46C}" type="presParOf" srcId="{134F451F-761F-4A05-AFB9-63108BD74495}" destId="{632A50D0-358B-4ABB-97E2-5CD9E6320596}" srcOrd="1" destOrd="0" presId="urn:microsoft.com/office/officeart/2005/8/layout/orgChart1"/>
    <dgm:cxn modelId="{32C826DE-2FB4-422B-AE0E-38256308514C}" type="presParOf" srcId="{632A50D0-358B-4ABB-97E2-5CD9E6320596}" destId="{51259B52-8DD3-46D0-9F7B-DB035781DF14}" srcOrd="0" destOrd="0" presId="urn:microsoft.com/office/officeart/2005/8/layout/orgChart1"/>
    <dgm:cxn modelId="{5664795B-5BBD-4D9E-93C5-7A3979140259}" type="presParOf" srcId="{51259B52-8DD3-46D0-9F7B-DB035781DF14}" destId="{A816BBE9-2702-4CD4-902B-578D8037B8D7}" srcOrd="0" destOrd="0" presId="urn:microsoft.com/office/officeart/2005/8/layout/orgChart1"/>
    <dgm:cxn modelId="{6386F43F-E3A5-499E-B760-4BD551FE2B5D}" type="presParOf" srcId="{51259B52-8DD3-46D0-9F7B-DB035781DF14}" destId="{1D393FF8-118F-43C8-9F2E-24FC2B2693AB}" srcOrd="1" destOrd="0" presId="urn:microsoft.com/office/officeart/2005/8/layout/orgChart1"/>
    <dgm:cxn modelId="{4B20EB30-FBCB-4301-B6C4-71161F931958}" type="presParOf" srcId="{632A50D0-358B-4ABB-97E2-5CD9E6320596}" destId="{35606BF0-0106-4637-AA82-764C256417EC}" srcOrd="1" destOrd="0" presId="urn:microsoft.com/office/officeart/2005/8/layout/orgChart1"/>
    <dgm:cxn modelId="{1F5CCEEA-E2BE-4C09-91DC-318A8075D818}" type="presParOf" srcId="{632A50D0-358B-4ABB-97E2-5CD9E6320596}" destId="{19D0B595-7175-43F0-B9F5-1040448D2EA3}" srcOrd="2" destOrd="0" presId="urn:microsoft.com/office/officeart/2005/8/layout/orgChart1"/>
    <dgm:cxn modelId="{5417EEE1-73E2-40F0-B49C-D902B2A3807E}" type="presParOf" srcId="{19D0B595-7175-43F0-B9F5-1040448D2EA3}" destId="{D52A5810-A7AC-4483-96AB-59596E9922E1}" srcOrd="0" destOrd="0" presId="urn:microsoft.com/office/officeart/2005/8/layout/orgChart1"/>
    <dgm:cxn modelId="{B24B9BB0-251E-42AB-AEED-22158EF0531F}" type="presParOf" srcId="{19D0B595-7175-43F0-B9F5-1040448D2EA3}" destId="{0CE63057-4CA2-4F07-9808-18AA87677629}" srcOrd="1" destOrd="0" presId="urn:microsoft.com/office/officeart/2005/8/layout/orgChart1"/>
    <dgm:cxn modelId="{5920DBA7-692E-4A0A-A56A-8D1CBAFE9CB3}" type="presParOf" srcId="{0CE63057-4CA2-4F07-9808-18AA87677629}" destId="{FF936DD0-EC09-44C9-A2E9-CA1EDB6C60E2}" srcOrd="0" destOrd="0" presId="urn:microsoft.com/office/officeart/2005/8/layout/orgChart1"/>
    <dgm:cxn modelId="{00E61376-0610-4E10-B468-C255284B2C61}" type="presParOf" srcId="{FF936DD0-EC09-44C9-A2E9-CA1EDB6C60E2}" destId="{3E52908E-579D-40F3-A402-9F28D6B68351}" srcOrd="0" destOrd="0" presId="urn:microsoft.com/office/officeart/2005/8/layout/orgChart1"/>
    <dgm:cxn modelId="{AE58F467-9E16-4273-8F9E-BBEE419C5335}" type="presParOf" srcId="{FF936DD0-EC09-44C9-A2E9-CA1EDB6C60E2}" destId="{0782AC0B-255C-46B0-9075-408653B3E89C}" srcOrd="1" destOrd="0" presId="urn:microsoft.com/office/officeart/2005/8/layout/orgChart1"/>
    <dgm:cxn modelId="{FD474413-A0F7-4A5A-AA1D-66608A2DE1E3}" type="presParOf" srcId="{0CE63057-4CA2-4F07-9808-18AA87677629}" destId="{23DB0A5F-1872-48EA-A823-6394F5922303}" srcOrd="1" destOrd="0" presId="urn:microsoft.com/office/officeart/2005/8/layout/orgChart1"/>
    <dgm:cxn modelId="{B90CA390-AEB3-45FD-B39B-E65838F74A22}" type="presParOf" srcId="{0CE63057-4CA2-4F07-9808-18AA87677629}" destId="{EDAA7BF2-74C6-4E0F-808C-A671F3639EF4}" srcOrd="2" destOrd="0" presId="urn:microsoft.com/office/officeart/2005/8/layout/orgChart1"/>
    <dgm:cxn modelId="{F02EFA10-83A3-468F-96FD-A930CC016F26}" type="presParOf" srcId="{19D0B595-7175-43F0-B9F5-1040448D2EA3}" destId="{1D719491-A7F4-4174-B5C9-FA4CA9DE5328}" srcOrd="2" destOrd="0" presId="urn:microsoft.com/office/officeart/2005/8/layout/orgChart1"/>
    <dgm:cxn modelId="{07A970BC-7EC6-4DCF-95ED-1A066F6F8EED}" type="presParOf" srcId="{19D0B595-7175-43F0-B9F5-1040448D2EA3}" destId="{8C7D3E21-4A70-49EE-9E5D-C2627B74C7DB}" srcOrd="3" destOrd="0" presId="urn:microsoft.com/office/officeart/2005/8/layout/orgChart1"/>
    <dgm:cxn modelId="{61FF9080-432A-47CF-8F01-685A17712646}" type="presParOf" srcId="{8C7D3E21-4A70-49EE-9E5D-C2627B74C7DB}" destId="{66C903F4-F5D7-45C9-8B5F-25E60371228C}" srcOrd="0" destOrd="0" presId="urn:microsoft.com/office/officeart/2005/8/layout/orgChart1"/>
    <dgm:cxn modelId="{7FFDED76-1C6E-4A6D-ABB0-E9496DE92663}" type="presParOf" srcId="{66C903F4-F5D7-45C9-8B5F-25E60371228C}" destId="{D7B869B2-A1AF-4348-8E59-0CD7082CCCDC}" srcOrd="0" destOrd="0" presId="urn:microsoft.com/office/officeart/2005/8/layout/orgChart1"/>
    <dgm:cxn modelId="{AA731B7B-B45C-4F61-BC33-54D5AEB68CE3}" type="presParOf" srcId="{66C903F4-F5D7-45C9-8B5F-25E60371228C}" destId="{08E55C76-2ED2-49FC-A955-BF69E5C9673F}" srcOrd="1" destOrd="0" presId="urn:microsoft.com/office/officeart/2005/8/layout/orgChart1"/>
    <dgm:cxn modelId="{3607EE58-8D8A-43E4-A5CA-9429AACFC77E}" type="presParOf" srcId="{8C7D3E21-4A70-49EE-9E5D-C2627B74C7DB}" destId="{BCA65154-8B9A-4F06-866C-FD1A94795769}" srcOrd="1" destOrd="0" presId="urn:microsoft.com/office/officeart/2005/8/layout/orgChart1"/>
    <dgm:cxn modelId="{A98B6103-656C-4F96-9B30-1CEF08DC0200}" type="presParOf" srcId="{8C7D3E21-4A70-49EE-9E5D-C2627B74C7DB}" destId="{F74E411A-1C98-4790-99CE-588B38F38476}" srcOrd="2" destOrd="0" presId="urn:microsoft.com/office/officeart/2005/8/layout/orgChart1"/>
    <dgm:cxn modelId="{4451B8FA-3F29-49BC-99FD-5BF1B07E0399}" type="presParOf" srcId="{134F451F-761F-4A05-AFB9-63108BD74495}" destId="{DBABBF2D-4141-4BED-BFF9-669F771FA8B0}" srcOrd="2" destOrd="0" presId="urn:microsoft.com/office/officeart/2005/8/layout/orgChart1"/>
    <dgm:cxn modelId="{7E89C922-78EF-41DD-9FED-ACE9B550EF3E}" type="presParOf" srcId="{134F451F-761F-4A05-AFB9-63108BD74495}" destId="{DCD4F3DF-4CE3-488B-A09E-64983C7ACCDD}" srcOrd="3" destOrd="0" presId="urn:microsoft.com/office/officeart/2005/8/layout/orgChart1"/>
    <dgm:cxn modelId="{42AF7D47-4985-48F8-8413-F792C3457483}" type="presParOf" srcId="{DCD4F3DF-4CE3-488B-A09E-64983C7ACCDD}" destId="{50F4377D-AAC6-42BC-BFFE-2BAB196FA0E5}" srcOrd="0" destOrd="0" presId="urn:microsoft.com/office/officeart/2005/8/layout/orgChart1"/>
    <dgm:cxn modelId="{AAE33DE4-DE6E-4CBE-89F7-0E0C92533587}" type="presParOf" srcId="{50F4377D-AAC6-42BC-BFFE-2BAB196FA0E5}" destId="{5354D761-CB23-4C85-BB87-5D006B38D06E}" srcOrd="0" destOrd="0" presId="urn:microsoft.com/office/officeart/2005/8/layout/orgChart1"/>
    <dgm:cxn modelId="{5BF0C343-218A-47C4-9BB8-329D0CF7FBD2}" type="presParOf" srcId="{50F4377D-AAC6-42BC-BFFE-2BAB196FA0E5}" destId="{B22E7F02-8DB6-4527-80A4-E23E64D53B88}" srcOrd="1" destOrd="0" presId="urn:microsoft.com/office/officeart/2005/8/layout/orgChart1"/>
    <dgm:cxn modelId="{0A0511E8-1F15-47A5-BE87-E16612FF688F}" type="presParOf" srcId="{DCD4F3DF-4CE3-488B-A09E-64983C7ACCDD}" destId="{32F3537E-D385-418A-B578-E4B80182A9FB}" srcOrd="1" destOrd="0" presId="urn:microsoft.com/office/officeart/2005/8/layout/orgChart1"/>
    <dgm:cxn modelId="{7DA80903-8ABA-46EC-8C96-1528330959B2}" type="presParOf" srcId="{DCD4F3DF-4CE3-488B-A09E-64983C7ACCDD}" destId="{C52F7AA2-452E-44B1-AF76-9E8A2B62FFDD}" srcOrd="2" destOrd="0" presId="urn:microsoft.com/office/officeart/2005/8/layout/orgChart1"/>
    <dgm:cxn modelId="{266A833B-FBBD-4752-B714-25E6B9894C7F}" type="presParOf" srcId="{C52F7AA2-452E-44B1-AF76-9E8A2B62FFDD}" destId="{072CB9E7-5FE1-4EF0-9A57-48EA59E47A7F}" srcOrd="0" destOrd="0" presId="urn:microsoft.com/office/officeart/2005/8/layout/orgChart1"/>
    <dgm:cxn modelId="{BBBD052C-874E-45D8-A6B8-639B1466A700}" type="presParOf" srcId="{C52F7AA2-452E-44B1-AF76-9E8A2B62FFDD}" destId="{AD042666-59B2-4A97-AF76-1A0460AE2291}" srcOrd="1" destOrd="0" presId="urn:microsoft.com/office/officeart/2005/8/layout/orgChart1"/>
    <dgm:cxn modelId="{AC43EF2F-018E-46E6-973A-787281749B74}" type="presParOf" srcId="{AD042666-59B2-4A97-AF76-1A0460AE2291}" destId="{29EB024F-6A4A-40CF-89EF-C0BFADB0B350}" srcOrd="0" destOrd="0" presId="urn:microsoft.com/office/officeart/2005/8/layout/orgChart1"/>
    <dgm:cxn modelId="{B7828F17-3757-4375-8E47-17FE74032D29}" type="presParOf" srcId="{29EB024F-6A4A-40CF-89EF-C0BFADB0B350}" destId="{FBBE2114-11C7-476F-B940-11E345D98DEF}" srcOrd="0" destOrd="0" presId="urn:microsoft.com/office/officeart/2005/8/layout/orgChart1"/>
    <dgm:cxn modelId="{5C08898C-26B0-4597-B7E8-D0516BB8727C}" type="presParOf" srcId="{29EB024F-6A4A-40CF-89EF-C0BFADB0B350}" destId="{C0C6474B-E71A-4AB7-8171-0D8DBF7105A4}" srcOrd="1" destOrd="0" presId="urn:microsoft.com/office/officeart/2005/8/layout/orgChart1"/>
    <dgm:cxn modelId="{CF390ECD-D15B-46DB-9C28-8C6B8434470A}" type="presParOf" srcId="{AD042666-59B2-4A97-AF76-1A0460AE2291}" destId="{A96C4BAD-94E0-46D0-9D2A-0ABAD647DB89}" srcOrd="1" destOrd="0" presId="urn:microsoft.com/office/officeart/2005/8/layout/orgChart1"/>
    <dgm:cxn modelId="{0CB4FF0A-61DD-4ED4-9117-4FE493C07C93}" type="presParOf" srcId="{AD042666-59B2-4A97-AF76-1A0460AE2291}" destId="{201DA9E7-F698-43BD-B7CA-A396491E2716}" srcOrd="2" destOrd="0" presId="urn:microsoft.com/office/officeart/2005/8/layout/orgChart1"/>
    <dgm:cxn modelId="{83610B4F-1958-4D77-AC7F-C2C5CE1F48BE}" type="presParOf" srcId="{C52F7AA2-452E-44B1-AF76-9E8A2B62FFDD}" destId="{A924B618-BBA6-4108-8AD7-AC272A226C6E}" srcOrd="2" destOrd="0" presId="urn:microsoft.com/office/officeart/2005/8/layout/orgChart1"/>
    <dgm:cxn modelId="{B7C94B62-8CEA-4632-B621-712EDEDDF00C}" type="presParOf" srcId="{C52F7AA2-452E-44B1-AF76-9E8A2B62FFDD}" destId="{4AC2E699-B40B-4722-8A0E-6AE6E1146523}" srcOrd="3" destOrd="0" presId="urn:microsoft.com/office/officeart/2005/8/layout/orgChart1"/>
    <dgm:cxn modelId="{B7C41E51-69DB-4881-8384-8AB1146DAFDE}" type="presParOf" srcId="{4AC2E699-B40B-4722-8A0E-6AE6E1146523}" destId="{74C936BE-281D-4F36-9BE9-811BA09BE2BA}" srcOrd="0" destOrd="0" presId="urn:microsoft.com/office/officeart/2005/8/layout/orgChart1"/>
    <dgm:cxn modelId="{D4B53A96-2CAC-406F-A63C-1052C72B93DC}" type="presParOf" srcId="{74C936BE-281D-4F36-9BE9-811BA09BE2BA}" destId="{B6419AF4-108D-4C47-884A-0FAA94BEE474}" srcOrd="0" destOrd="0" presId="urn:microsoft.com/office/officeart/2005/8/layout/orgChart1"/>
    <dgm:cxn modelId="{4DB9A8E6-6F62-4A32-A322-3214301E1C1C}" type="presParOf" srcId="{74C936BE-281D-4F36-9BE9-811BA09BE2BA}" destId="{CC504508-2D12-49EC-AA3A-6D7EDE57E6CC}" srcOrd="1" destOrd="0" presId="urn:microsoft.com/office/officeart/2005/8/layout/orgChart1"/>
    <dgm:cxn modelId="{E1EE5F2E-037B-4681-9429-4676C9C81163}" type="presParOf" srcId="{4AC2E699-B40B-4722-8A0E-6AE6E1146523}" destId="{B532545D-B66D-4F29-BB77-39AA4C82F73E}" srcOrd="1" destOrd="0" presId="urn:microsoft.com/office/officeart/2005/8/layout/orgChart1"/>
    <dgm:cxn modelId="{123DE57D-9E40-4144-B80E-7DA5F7C7F168}" type="presParOf" srcId="{4AC2E699-B40B-4722-8A0E-6AE6E1146523}" destId="{4845D7FB-DA89-42B5-BEA8-D33F75CF5532}" srcOrd="2" destOrd="0" presId="urn:microsoft.com/office/officeart/2005/8/layout/orgChart1"/>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DAF2E2E-D0D1-41C6-9CE6-3CFE79F5FB1A}" type="doc">
      <dgm:prSet loTypeId="urn:microsoft.com/office/officeart/2005/8/layout/process1" loCatId="process" qsTypeId="urn:microsoft.com/office/officeart/2005/8/quickstyle/simple5" qsCatId="simple" csTypeId="urn:microsoft.com/office/officeart/2005/8/colors/colorful1" csCatId="colorful" phldr="1"/>
      <dgm:spPr/>
    </dgm:pt>
    <dgm:pt modelId="{288E0DFF-17EB-4D03-80F4-E61984355A45}">
      <dgm:prSet phldrT="[Text]" custT="1"/>
      <dgm:spPr/>
      <dgm:t>
        <a:bodyPr/>
        <a:lstStyle/>
        <a:p>
          <a:r>
            <a:rPr lang="en-US" sz="2200" i="1" smtClean="0"/>
            <a:t>Input - </a:t>
          </a:r>
          <a:r>
            <a:rPr lang="en-US" sz="2200" smtClean="0"/>
            <a:t>Vision and scope document, </a:t>
          </a:r>
          <a:r>
            <a:rPr lang="en-US" sz="2200" err="1" smtClean="0"/>
            <a:t>PoC</a:t>
          </a:r>
          <a:r>
            <a:rPr lang="en-US" sz="2200" smtClean="0"/>
            <a:t>, other documentation and systems</a:t>
          </a:r>
          <a:endParaRPr lang="en-US" sz="2200"/>
        </a:p>
      </dgm:t>
    </dgm:pt>
    <dgm:pt modelId="{235B4F48-B21F-4205-9E13-0FA3441290AB}" type="parTrans" cxnId="{8B132047-3402-4198-A24F-5A51865EBA09}">
      <dgm:prSet/>
      <dgm:spPr/>
      <dgm:t>
        <a:bodyPr/>
        <a:lstStyle/>
        <a:p>
          <a:endParaRPr lang="en-US"/>
        </a:p>
      </dgm:t>
    </dgm:pt>
    <dgm:pt modelId="{1C798858-9243-42D5-A7D8-E645B3FFEC64}" type="sibTrans" cxnId="{8B132047-3402-4198-A24F-5A51865EBA09}">
      <dgm:prSet/>
      <dgm:spPr/>
      <dgm:t>
        <a:bodyPr/>
        <a:lstStyle/>
        <a:p>
          <a:endParaRPr lang="en-US"/>
        </a:p>
      </dgm:t>
    </dgm:pt>
    <dgm:pt modelId="{1E6F5464-37F4-4F68-B2A2-8A165C230838}">
      <dgm:prSet phldrT="[Text]" custT="1"/>
      <dgm:spPr/>
      <dgm:t>
        <a:bodyPr/>
        <a:lstStyle/>
        <a:p>
          <a:r>
            <a:rPr lang="en-US" sz="2200" smtClean="0"/>
            <a:t>Repeat identifying, judging, discussing </a:t>
          </a:r>
          <a:r>
            <a:rPr lang="en-US" sz="2200" u="sng" smtClean="0"/>
            <a:t>deliverables</a:t>
          </a:r>
          <a:r>
            <a:rPr lang="en-US" sz="2200" smtClean="0"/>
            <a:t>, work and removing duplicates</a:t>
          </a:r>
          <a:endParaRPr lang="en-US" sz="2200"/>
        </a:p>
      </dgm:t>
    </dgm:pt>
    <dgm:pt modelId="{C8D8E389-4C4B-4896-9888-A09BAB6BDFAD}" type="parTrans" cxnId="{D12C003B-7C92-4F2C-A78D-59E7A68715B1}">
      <dgm:prSet/>
      <dgm:spPr/>
      <dgm:t>
        <a:bodyPr/>
        <a:lstStyle/>
        <a:p>
          <a:endParaRPr lang="en-US"/>
        </a:p>
      </dgm:t>
    </dgm:pt>
    <dgm:pt modelId="{0034F112-4E3F-4DCB-B628-DFD7B01F72B3}" type="sibTrans" cxnId="{D12C003B-7C92-4F2C-A78D-59E7A68715B1}">
      <dgm:prSet/>
      <dgm:spPr/>
      <dgm:t>
        <a:bodyPr/>
        <a:lstStyle/>
        <a:p>
          <a:endParaRPr lang="en-US"/>
        </a:p>
      </dgm:t>
    </dgm:pt>
    <dgm:pt modelId="{210F46A7-D145-46C3-86F8-CE920789F410}">
      <dgm:prSet phldrT="[Text]" custT="1"/>
      <dgm:spPr/>
      <dgm:t>
        <a:bodyPr/>
        <a:lstStyle/>
        <a:p>
          <a:r>
            <a:rPr lang="en-US" sz="2200" i="1" smtClean="0"/>
            <a:t>Output - </a:t>
          </a:r>
          <a:r>
            <a:rPr lang="en-US" sz="2200" smtClean="0"/>
            <a:t>Work breakdown structure (WBS).</a:t>
          </a:r>
          <a:endParaRPr lang="en-US" sz="2200" u="sng"/>
        </a:p>
      </dgm:t>
    </dgm:pt>
    <dgm:pt modelId="{9FD86690-8147-4813-B53B-7F57760C6C90}" type="parTrans" cxnId="{FCDF5678-DC4F-461D-A2CF-F3B9313CE084}">
      <dgm:prSet/>
      <dgm:spPr/>
      <dgm:t>
        <a:bodyPr/>
        <a:lstStyle/>
        <a:p>
          <a:endParaRPr lang="en-US"/>
        </a:p>
      </dgm:t>
    </dgm:pt>
    <dgm:pt modelId="{BBE38365-9EB5-4E29-8725-C091872C0330}" type="sibTrans" cxnId="{FCDF5678-DC4F-461D-A2CF-F3B9313CE084}">
      <dgm:prSet/>
      <dgm:spPr/>
      <dgm:t>
        <a:bodyPr/>
        <a:lstStyle/>
        <a:p>
          <a:endParaRPr lang="en-US"/>
        </a:p>
      </dgm:t>
    </dgm:pt>
    <dgm:pt modelId="{3C77D84D-4C4E-4FF2-82D0-CFE9DB383C98}" type="pres">
      <dgm:prSet presAssocID="{1DAF2E2E-D0D1-41C6-9CE6-3CFE79F5FB1A}" presName="Name0" presStyleCnt="0">
        <dgm:presLayoutVars>
          <dgm:dir/>
          <dgm:resizeHandles val="exact"/>
        </dgm:presLayoutVars>
      </dgm:prSet>
      <dgm:spPr/>
    </dgm:pt>
    <dgm:pt modelId="{49F3141C-60E0-424A-8295-FDD9966CCDE8}" type="pres">
      <dgm:prSet presAssocID="{288E0DFF-17EB-4D03-80F4-E61984355A45}" presName="node" presStyleLbl="node1" presStyleIdx="0" presStyleCnt="3" custScaleX="247211">
        <dgm:presLayoutVars>
          <dgm:bulletEnabled val="1"/>
        </dgm:presLayoutVars>
      </dgm:prSet>
      <dgm:spPr/>
      <dgm:t>
        <a:bodyPr/>
        <a:lstStyle/>
        <a:p>
          <a:endParaRPr lang="en-US"/>
        </a:p>
      </dgm:t>
    </dgm:pt>
    <dgm:pt modelId="{0CA93EAB-3016-4269-96DA-8DA863BA2D0F}" type="pres">
      <dgm:prSet presAssocID="{1C798858-9243-42D5-A7D8-E645B3FFEC64}" presName="sibTrans" presStyleLbl="sibTrans2D1" presStyleIdx="0" presStyleCnt="2"/>
      <dgm:spPr/>
      <dgm:t>
        <a:bodyPr/>
        <a:lstStyle/>
        <a:p>
          <a:endParaRPr lang="en-US"/>
        </a:p>
      </dgm:t>
    </dgm:pt>
    <dgm:pt modelId="{DF0F4B82-4087-4620-BDF5-B71CD56C25CB}" type="pres">
      <dgm:prSet presAssocID="{1C798858-9243-42D5-A7D8-E645B3FFEC64}" presName="connectorText" presStyleLbl="sibTrans2D1" presStyleIdx="0" presStyleCnt="2"/>
      <dgm:spPr/>
      <dgm:t>
        <a:bodyPr/>
        <a:lstStyle/>
        <a:p>
          <a:endParaRPr lang="en-US"/>
        </a:p>
      </dgm:t>
    </dgm:pt>
    <dgm:pt modelId="{ACDBFEC7-A867-4077-9244-5F6023D8B3D8}" type="pres">
      <dgm:prSet presAssocID="{1E6F5464-37F4-4F68-B2A2-8A165C230838}" presName="node" presStyleLbl="node1" presStyleIdx="1" presStyleCnt="3" custScaleX="247211">
        <dgm:presLayoutVars>
          <dgm:bulletEnabled val="1"/>
        </dgm:presLayoutVars>
      </dgm:prSet>
      <dgm:spPr/>
      <dgm:t>
        <a:bodyPr/>
        <a:lstStyle/>
        <a:p>
          <a:endParaRPr lang="en-US"/>
        </a:p>
      </dgm:t>
    </dgm:pt>
    <dgm:pt modelId="{E927024B-0795-4C32-9570-0A1B6C10375B}" type="pres">
      <dgm:prSet presAssocID="{0034F112-4E3F-4DCB-B628-DFD7B01F72B3}" presName="sibTrans" presStyleLbl="sibTrans2D1" presStyleIdx="1" presStyleCnt="2"/>
      <dgm:spPr/>
      <dgm:t>
        <a:bodyPr/>
        <a:lstStyle/>
        <a:p>
          <a:endParaRPr lang="en-US"/>
        </a:p>
      </dgm:t>
    </dgm:pt>
    <dgm:pt modelId="{869B7228-CE67-4D46-9043-5D9BD4A38414}" type="pres">
      <dgm:prSet presAssocID="{0034F112-4E3F-4DCB-B628-DFD7B01F72B3}" presName="connectorText" presStyleLbl="sibTrans2D1" presStyleIdx="1" presStyleCnt="2"/>
      <dgm:spPr/>
      <dgm:t>
        <a:bodyPr/>
        <a:lstStyle/>
        <a:p>
          <a:endParaRPr lang="en-US"/>
        </a:p>
      </dgm:t>
    </dgm:pt>
    <dgm:pt modelId="{A7B3375D-F283-4BEE-ACB7-0FE4E1A0C72A}" type="pres">
      <dgm:prSet presAssocID="{210F46A7-D145-46C3-86F8-CE920789F410}" presName="node" presStyleLbl="node1" presStyleIdx="2" presStyleCnt="3" custScaleX="247211">
        <dgm:presLayoutVars>
          <dgm:bulletEnabled val="1"/>
        </dgm:presLayoutVars>
      </dgm:prSet>
      <dgm:spPr/>
      <dgm:t>
        <a:bodyPr/>
        <a:lstStyle/>
        <a:p>
          <a:endParaRPr lang="en-US"/>
        </a:p>
      </dgm:t>
    </dgm:pt>
  </dgm:ptLst>
  <dgm:cxnLst>
    <dgm:cxn modelId="{EBA7FD2A-E311-4731-AF9D-78621753B36E}" type="presOf" srcId="{0034F112-4E3F-4DCB-B628-DFD7B01F72B3}" destId="{E927024B-0795-4C32-9570-0A1B6C10375B}" srcOrd="0" destOrd="0" presId="urn:microsoft.com/office/officeart/2005/8/layout/process1"/>
    <dgm:cxn modelId="{792978C0-4907-41F2-8F97-59117EDAD91C}" type="presOf" srcId="{0034F112-4E3F-4DCB-B628-DFD7B01F72B3}" destId="{869B7228-CE67-4D46-9043-5D9BD4A38414}" srcOrd="1" destOrd="0" presId="urn:microsoft.com/office/officeart/2005/8/layout/process1"/>
    <dgm:cxn modelId="{41F3F739-6046-4240-B59D-74FD62585812}" type="presOf" srcId="{210F46A7-D145-46C3-86F8-CE920789F410}" destId="{A7B3375D-F283-4BEE-ACB7-0FE4E1A0C72A}" srcOrd="0" destOrd="0" presId="urn:microsoft.com/office/officeart/2005/8/layout/process1"/>
    <dgm:cxn modelId="{D12C003B-7C92-4F2C-A78D-59E7A68715B1}" srcId="{1DAF2E2E-D0D1-41C6-9CE6-3CFE79F5FB1A}" destId="{1E6F5464-37F4-4F68-B2A2-8A165C230838}" srcOrd="1" destOrd="0" parTransId="{C8D8E389-4C4B-4896-9888-A09BAB6BDFAD}" sibTransId="{0034F112-4E3F-4DCB-B628-DFD7B01F72B3}"/>
    <dgm:cxn modelId="{775C73C4-E7B3-4808-8AF6-251C97CBA1C1}" type="presOf" srcId="{288E0DFF-17EB-4D03-80F4-E61984355A45}" destId="{49F3141C-60E0-424A-8295-FDD9966CCDE8}" srcOrd="0" destOrd="0" presId="urn:microsoft.com/office/officeart/2005/8/layout/process1"/>
    <dgm:cxn modelId="{FCDF5678-DC4F-461D-A2CF-F3B9313CE084}" srcId="{1DAF2E2E-D0D1-41C6-9CE6-3CFE79F5FB1A}" destId="{210F46A7-D145-46C3-86F8-CE920789F410}" srcOrd="2" destOrd="0" parTransId="{9FD86690-8147-4813-B53B-7F57760C6C90}" sibTransId="{BBE38365-9EB5-4E29-8725-C091872C0330}"/>
    <dgm:cxn modelId="{9D703E08-8BDF-454F-9AE1-D8F3B2D05ECA}" type="presOf" srcId="{1E6F5464-37F4-4F68-B2A2-8A165C230838}" destId="{ACDBFEC7-A867-4077-9244-5F6023D8B3D8}" srcOrd="0" destOrd="0" presId="urn:microsoft.com/office/officeart/2005/8/layout/process1"/>
    <dgm:cxn modelId="{EC179811-501E-4EFA-8CF3-B43A4CAF8487}" type="presOf" srcId="{1C798858-9243-42D5-A7D8-E645B3FFEC64}" destId="{0CA93EAB-3016-4269-96DA-8DA863BA2D0F}" srcOrd="0" destOrd="0" presId="urn:microsoft.com/office/officeart/2005/8/layout/process1"/>
    <dgm:cxn modelId="{CE54F337-584F-4BD3-9D97-1DDC1B5AC976}" type="presOf" srcId="{1DAF2E2E-D0D1-41C6-9CE6-3CFE79F5FB1A}" destId="{3C77D84D-4C4E-4FF2-82D0-CFE9DB383C98}" srcOrd="0" destOrd="0" presId="urn:microsoft.com/office/officeart/2005/8/layout/process1"/>
    <dgm:cxn modelId="{8B132047-3402-4198-A24F-5A51865EBA09}" srcId="{1DAF2E2E-D0D1-41C6-9CE6-3CFE79F5FB1A}" destId="{288E0DFF-17EB-4D03-80F4-E61984355A45}" srcOrd="0" destOrd="0" parTransId="{235B4F48-B21F-4205-9E13-0FA3441290AB}" sibTransId="{1C798858-9243-42D5-A7D8-E645B3FFEC64}"/>
    <dgm:cxn modelId="{63B2213F-EF7B-4E3A-A567-947EFE9EDF0F}" type="presOf" srcId="{1C798858-9243-42D5-A7D8-E645B3FFEC64}" destId="{DF0F4B82-4087-4620-BDF5-B71CD56C25CB}" srcOrd="1" destOrd="0" presId="urn:microsoft.com/office/officeart/2005/8/layout/process1"/>
    <dgm:cxn modelId="{CF701C6B-77CE-4289-B6A3-269A5A859C4E}" type="presParOf" srcId="{3C77D84D-4C4E-4FF2-82D0-CFE9DB383C98}" destId="{49F3141C-60E0-424A-8295-FDD9966CCDE8}" srcOrd="0" destOrd="0" presId="urn:microsoft.com/office/officeart/2005/8/layout/process1"/>
    <dgm:cxn modelId="{5D266B2E-E2F0-4D10-A701-198A67CD6F08}" type="presParOf" srcId="{3C77D84D-4C4E-4FF2-82D0-CFE9DB383C98}" destId="{0CA93EAB-3016-4269-96DA-8DA863BA2D0F}" srcOrd="1" destOrd="0" presId="urn:microsoft.com/office/officeart/2005/8/layout/process1"/>
    <dgm:cxn modelId="{359B3968-CD22-447B-9529-3D1A4A63782B}" type="presParOf" srcId="{0CA93EAB-3016-4269-96DA-8DA863BA2D0F}" destId="{DF0F4B82-4087-4620-BDF5-B71CD56C25CB}" srcOrd="0" destOrd="0" presId="urn:microsoft.com/office/officeart/2005/8/layout/process1"/>
    <dgm:cxn modelId="{D089CC28-F3C5-4AD7-BB1E-B02212ED72D1}" type="presParOf" srcId="{3C77D84D-4C4E-4FF2-82D0-CFE9DB383C98}" destId="{ACDBFEC7-A867-4077-9244-5F6023D8B3D8}" srcOrd="2" destOrd="0" presId="urn:microsoft.com/office/officeart/2005/8/layout/process1"/>
    <dgm:cxn modelId="{E9A31C42-6CB1-4B95-BBC4-94D702662BC1}" type="presParOf" srcId="{3C77D84D-4C4E-4FF2-82D0-CFE9DB383C98}" destId="{E927024B-0795-4C32-9570-0A1B6C10375B}" srcOrd="3" destOrd="0" presId="urn:microsoft.com/office/officeart/2005/8/layout/process1"/>
    <dgm:cxn modelId="{6FFF4D03-A588-413F-B0EB-E904E3AD106E}" type="presParOf" srcId="{E927024B-0795-4C32-9570-0A1B6C10375B}" destId="{869B7228-CE67-4D46-9043-5D9BD4A38414}" srcOrd="0" destOrd="0" presId="urn:microsoft.com/office/officeart/2005/8/layout/process1"/>
    <dgm:cxn modelId="{3189F988-206E-425C-88E1-0CAA9CEDF1EF}" type="presParOf" srcId="{3C77D84D-4C4E-4FF2-82D0-CFE9DB383C98}" destId="{A7B3375D-F283-4BEE-ACB7-0FE4E1A0C72A}" srcOrd="4" destOrd="0" presId="urn:microsoft.com/office/officeart/2005/8/layout/process1"/>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0921BD8-1743-4E5E-AD2A-4A39BBF83357}"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9FC1212F-A9DE-46CF-97C0-27B2850E877D}">
      <dgm:prSet phldrT="[Text]" custT="1"/>
      <dgm:spPr/>
      <dgm:t>
        <a:bodyPr/>
        <a:lstStyle/>
        <a:p>
          <a:r>
            <a:rPr lang="en-US" sz="2000" smtClean="0"/>
            <a:t>Product</a:t>
          </a:r>
          <a:endParaRPr lang="en-US" sz="2000"/>
        </a:p>
      </dgm:t>
    </dgm:pt>
    <dgm:pt modelId="{D4ECA695-5A3A-4DE3-846B-526C315EBD90}" type="parTrans" cxnId="{E2092382-612C-4BF1-96C0-5FF3DC801606}">
      <dgm:prSet/>
      <dgm:spPr/>
      <dgm:t>
        <a:bodyPr/>
        <a:lstStyle/>
        <a:p>
          <a:endParaRPr lang="en-US"/>
        </a:p>
      </dgm:t>
    </dgm:pt>
    <dgm:pt modelId="{D83E8294-1333-45D2-845D-57D5D451E034}" type="sibTrans" cxnId="{E2092382-612C-4BF1-96C0-5FF3DC801606}">
      <dgm:prSet/>
      <dgm:spPr/>
      <dgm:t>
        <a:bodyPr/>
        <a:lstStyle/>
        <a:p>
          <a:endParaRPr lang="en-US"/>
        </a:p>
      </dgm:t>
    </dgm:pt>
    <dgm:pt modelId="{FBD6F890-A215-43D5-B969-209BB6A83AA0}">
      <dgm:prSet phldrT="[Text]" custT="1"/>
      <dgm:spPr>
        <a:solidFill>
          <a:schemeClr val="accent2"/>
        </a:solidFill>
      </dgm:spPr>
      <dgm:t>
        <a:bodyPr/>
        <a:lstStyle/>
        <a:p>
          <a:r>
            <a:rPr lang="en-US" sz="2000" smtClean="0"/>
            <a:t>Documents</a:t>
          </a:r>
          <a:endParaRPr lang="en-US" sz="2000"/>
        </a:p>
      </dgm:t>
    </dgm:pt>
    <dgm:pt modelId="{E5C1E6EC-EF3F-4519-A6F7-C73F59437425}" type="parTrans" cxnId="{1BEF197F-C387-4EAF-88B9-F56F47AAD991}">
      <dgm:prSet/>
      <dgm:spPr/>
      <dgm:t>
        <a:bodyPr/>
        <a:lstStyle/>
        <a:p>
          <a:endParaRPr lang="en-US"/>
        </a:p>
      </dgm:t>
    </dgm:pt>
    <dgm:pt modelId="{2151D0E4-D832-4352-8D03-056DD2AF722E}" type="sibTrans" cxnId="{1BEF197F-C387-4EAF-88B9-F56F47AAD991}">
      <dgm:prSet/>
      <dgm:spPr/>
      <dgm:t>
        <a:bodyPr/>
        <a:lstStyle/>
        <a:p>
          <a:endParaRPr lang="en-US"/>
        </a:p>
      </dgm:t>
    </dgm:pt>
    <dgm:pt modelId="{E20F13DB-FB72-4F00-A19A-212F02E55D95}">
      <dgm:prSet phldrT="[Text]" custT="1"/>
      <dgm:spPr>
        <a:solidFill>
          <a:schemeClr val="accent2"/>
        </a:solidFill>
      </dgm:spPr>
      <dgm:t>
        <a:bodyPr/>
        <a:lstStyle/>
        <a:p>
          <a:r>
            <a:rPr lang="en-US" sz="2000" smtClean="0"/>
            <a:t>System</a:t>
          </a:r>
          <a:endParaRPr lang="en-US" sz="2000"/>
        </a:p>
      </dgm:t>
    </dgm:pt>
    <dgm:pt modelId="{7A2A6D83-A101-4F25-8184-AFB47D53DB28}" type="parTrans" cxnId="{BA4F0BFD-60C3-4FE0-A30F-7195E312D145}">
      <dgm:prSet/>
      <dgm:spPr/>
      <dgm:t>
        <a:bodyPr/>
        <a:lstStyle/>
        <a:p>
          <a:endParaRPr lang="en-US"/>
        </a:p>
      </dgm:t>
    </dgm:pt>
    <dgm:pt modelId="{6F2D9E26-AB92-4486-B1D5-1DD8BB7AD462}" type="sibTrans" cxnId="{BA4F0BFD-60C3-4FE0-A30F-7195E312D145}">
      <dgm:prSet/>
      <dgm:spPr/>
      <dgm:t>
        <a:bodyPr/>
        <a:lstStyle/>
        <a:p>
          <a:endParaRPr lang="en-US"/>
        </a:p>
      </dgm:t>
    </dgm:pt>
    <dgm:pt modelId="{374A3EDE-0301-4F15-9D2C-BC762BFCB786}">
      <dgm:prSet phldrT="[Text]" custT="1"/>
      <dgm:spPr>
        <a:solidFill>
          <a:schemeClr val="accent2"/>
        </a:solidFill>
      </dgm:spPr>
      <dgm:t>
        <a:bodyPr/>
        <a:lstStyle/>
        <a:p>
          <a:r>
            <a:rPr lang="en-US" sz="2000" smtClean="0"/>
            <a:t>Graphics</a:t>
          </a:r>
          <a:endParaRPr lang="en-US" sz="2000"/>
        </a:p>
      </dgm:t>
    </dgm:pt>
    <dgm:pt modelId="{70C24DED-4221-443F-A264-71B5369316E7}" type="parTrans" cxnId="{8E692530-DB31-42D0-A162-C7D623162768}">
      <dgm:prSet/>
      <dgm:spPr/>
      <dgm:t>
        <a:bodyPr/>
        <a:lstStyle/>
        <a:p>
          <a:endParaRPr lang="en-US"/>
        </a:p>
      </dgm:t>
    </dgm:pt>
    <dgm:pt modelId="{4E5A3225-9557-40E4-BD1A-D36AB948083C}" type="sibTrans" cxnId="{8E692530-DB31-42D0-A162-C7D623162768}">
      <dgm:prSet/>
      <dgm:spPr/>
      <dgm:t>
        <a:bodyPr/>
        <a:lstStyle/>
        <a:p>
          <a:endParaRPr lang="en-US"/>
        </a:p>
      </dgm:t>
    </dgm:pt>
    <dgm:pt modelId="{2EB0C251-BDE4-4556-854B-89B293F3BDCC}">
      <dgm:prSet phldrT="[Text]" custT="1"/>
      <dgm:spPr>
        <a:solidFill>
          <a:schemeClr val="accent2"/>
        </a:solidFill>
      </dgm:spPr>
      <dgm:t>
        <a:bodyPr/>
        <a:lstStyle/>
        <a:p>
          <a:r>
            <a:rPr lang="en-US" sz="2000" smtClean="0"/>
            <a:t>…</a:t>
          </a:r>
          <a:endParaRPr lang="en-US" sz="2000"/>
        </a:p>
      </dgm:t>
    </dgm:pt>
    <dgm:pt modelId="{1B0A9363-38A2-4C96-BA8F-49125154D15D}" type="parTrans" cxnId="{640231CF-AC3C-4906-AEC7-9945AEAFD4FB}">
      <dgm:prSet/>
      <dgm:spPr/>
      <dgm:t>
        <a:bodyPr/>
        <a:lstStyle/>
        <a:p>
          <a:endParaRPr lang="en-US"/>
        </a:p>
      </dgm:t>
    </dgm:pt>
    <dgm:pt modelId="{89D7B114-3ECA-49D9-B42D-11AFC1EDC24F}" type="sibTrans" cxnId="{640231CF-AC3C-4906-AEC7-9945AEAFD4FB}">
      <dgm:prSet/>
      <dgm:spPr/>
      <dgm:t>
        <a:bodyPr/>
        <a:lstStyle/>
        <a:p>
          <a:endParaRPr lang="en-US"/>
        </a:p>
      </dgm:t>
    </dgm:pt>
    <dgm:pt modelId="{F9C4B6B4-A139-4902-9662-8147AFA16526}">
      <dgm:prSet phldrT="[Text]" custT="1"/>
      <dgm:spPr>
        <a:solidFill>
          <a:schemeClr val="accent3"/>
        </a:solidFill>
      </dgm:spPr>
      <dgm:t>
        <a:bodyPr/>
        <a:lstStyle/>
        <a:p>
          <a:r>
            <a:rPr lang="en-US" sz="2000" smtClean="0"/>
            <a:t>Executive summary</a:t>
          </a:r>
          <a:endParaRPr lang="en-US" sz="2000"/>
        </a:p>
      </dgm:t>
    </dgm:pt>
    <dgm:pt modelId="{D9409E77-2445-4A24-9613-860621829690}" type="parTrans" cxnId="{22B1C45D-F8B8-4E9F-B13A-A6A5E360B0A0}">
      <dgm:prSet/>
      <dgm:spPr/>
      <dgm:t>
        <a:bodyPr/>
        <a:lstStyle/>
        <a:p>
          <a:endParaRPr lang="en-US"/>
        </a:p>
      </dgm:t>
    </dgm:pt>
    <dgm:pt modelId="{DC340AC2-3F52-48A9-A8D0-D6D894912B2E}" type="sibTrans" cxnId="{22B1C45D-F8B8-4E9F-B13A-A6A5E360B0A0}">
      <dgm:prSet/>
      <dgm:spPr/>
      <dgm:t>
        <a:bodyPr/>
        <a:lstStyle/>
        <a:p>
          <a:endParaRPr lang="en-US"/>
        </a:p>
      </dgm:t>
    </dgm:pt>
    <dgm:pt modelId="{B19695A3-1C36-40C8-81C8-DACD7B6FEBB7}">
      <dgm:prSet phldrT="[Text]" custT="1"/>
      <dgm:spPr>
        <a:solidFill>
          <a:schemeClr val="accent3"/>
        </a:solidFill>
      </dgm:spPr>
      <dgm:t>
        <a:bodyPr/>
        <a:lstStyle/>
        <a:p>
          <a:r>
            <a:rPr lang="en-US" sz="2000" smtClean="0"/>
            <a:t>Project vision</a:t>
          </a:r>
          <a:endParaRPr lang="en-US" sz="2000"/>
        </a:p>
      </dgm:t>
    </dgm:pt>
    <dgm:pt modelId="{6E1457C7-8F8A-4575-9D42-52E5785EE665}" type="parTrans" cxnId="{7E656D0E-34D4-400F-B072-387F0D023279}">
      <dgm:prSet/>
      <dgm:spPr/>
      <dgm:t>
        <a:bodyPr/>
        <a:lstStyle/>
        <a:p>
          <a:endParaRPr lang="en-US"/>
        </a:p>
      </dgm:t>
    </dgm:pt>
    <dgm:pt modelId="{5C1E0251-E6A3-4C4D-AEF4-AD5CDED2DF50}" type="sibTrans" cxnId="{7E656D0E-34D4-400F-B072-387F0D023279}">
      <dgm:prSet/>
      <dgm:spPr/>
      <dgm:t>
        <a:bodyPr/>
        <a:lstStyle/>
        <a:p>
          <a:endParaRPr lang="en-US"/>
        </a:p>
      </dgm:t>
    </dgm:pt>
    <dgm:pt modelId="{1786C0D7-A375-49CB-9B4E-8200CA8A443E}">
      <dgm:prSet phldrT="[Text]" custT="1"/>
      <dgm:spPr>
        <a:solidFill>
          <a:schemeClr val="accent3"/>
        </a:solidFill>
      </dgm:spPr>
      <dgm:t>
        <a:bodyPr/>
        <a:lstStyle/>
        <a:p>
          <a:r>
            <a:rPr lang="en-US" sz="2000" smtClean="0"/>
            <a:t>…</a:t>
          </a:r>
          <a:endParaRPr lang="en-US" sz="2000"/>
        </a:p>
      </dgm:t>
    </dgm:pt>
    <dgm:pt modelId="{8160CE0A-52B5-44BF-8E71-52E8A1C399C3}" type="parTrans" cxnId="{6770D5F7-EC01-4DE3-BD13-31D63C05B812}">
      <dgm:prSet/>
      <dgm:spPr/>
      <dgm:t>
        <a:bodyPr/>
        <a:lstStyle/>
        <a:p>
          <a:endParaRPr lang="en-US"/>
        </a:p>
      </dgm:t>
    </dgm:pt>
    <dgm:pt modelId="{36D54539-DA4A-45C7-8840-D25922417AD9}" type="sibTrans" cxnId="{6770D5F7-EC01-4DE3-BD13-31D63C05B812}">
      <dgm:prSet/>
      <dgm:spPr/>
      <dgm:t>
        <a:bodyPr/>
        <a:lstStyle/>
        <a:p>
          <a:endParaRPr lang="en-US"/>
        </a:p>
      </dgm:t>
    </dgm:pt>
    <dgm:pt modelId="{88BA0801-A318-4A41-B1AA-30E4D5769F77}">
      <dgm:prSet phldrT="[Text]" custT="1"/>
      <dgm:spPr>
        <a:solidFill>
          <a:schemeClr val="accent3"/>
        </a:solidFill>
      </dgm:spPr>
      <dgm:t>
        <a:bodyPr/>
        <a:lstStyle/>
        <a:p>
          <a:r>
            <a:rPr lang="en-US" sz="2000" smtClean="0"/>
            <a:t>Data</a:t>
          </a:r>
          <a:endParaRPr lang="en-US" sz="2000"/>
        </a:p>
      </dgm:t>
    </dgm:pt>
    <dgm:pt modelId="{47320AD3-5A0E-4C18-927C-338D87E30F91}" type="parTrans" cxnId="{E2A4D54B-B94F-4932-AF2C-38AD1D71959D}">
      <dgm:prSet/>
      <dgm:spPr/>
      <dgm:t>
        <a:bodyPr/>
        <a:lstStyle/>
        <a:p>
          <a:endParaRPr lang="en-US"/>
        </a:p>
      </dgm:t>
    </dgm:pt>
    <dgm:pt modelId="{FCC2D55D-A95A-4C99-94C2-1F63267C0CCC}" type="sibTrans" cxnId="{E2A4D54B-B94F-4932-AF2C-38AD1D71959D}">
      <dgm:prSet/>
      <dgm:spPr/>
      <dgm:t>
        <a:bodyPr/>
        <a:lstStyle/>
        <a:p>
          <a:endParaRPr lang="en-US"/>
        </a:p>
      </dgm:t>
    </dgm:pt>
    <dgm:pt modelId="{75B8C361-2221-4B89-87B0-F3023E7E14FD}">
      <dgm:prSet phldrT="[Text]" custT="1"/>
      <dgm:spPr>
        <a:solidFill>
          <a:schemeClr val="accent3"/>
        </a:solidFill>
      </dgm:spPr>
      <dgm:t>
        <a:bodyPr/>
        <a:lstStyle/>
        <a:p>
          <a:r>
            <a:rPr lang="en-US" sz="2000" smtClean="0"/>
            <a:t>…</a:t>
          </a:r>
          <a:endParaRPr lang="en-US" sz="2000"/>
        </a:p>
      </dgm:t>
    </dgm:pt>
    <dgm:pt modelId="{50DC0FE7-B044-47A8-AEAE-6B4BC423D986}" type="parTrans" cxnId="{BF6CC894-7F00-40A0-BDC5-ABBF169782B5}">
      <dgm:prSet/>
      <dgm:spPr/>
      <dgm:t>
        <a:bodyPr/>
        <a:lstStyle/>
        <a:p>
          <a:endParaRPr lang="en-US"/>
        </a:p>
      </dgm:t>
    </dgm:pt>
    <dgm:pt modelId="{7A3DD8DC-1560-40C5-A422-23EB77539081}" type="sibTrans" cxnId="{BF6CC894-7F00-40A0-BDC5-ABBF169782B5}">
      <dgm:prSet/>
      <dgm:spPr/>
      <dgm:t>
        <a:bodyPr/>
        <a:lstStyle/>
        <a:p>
          <a:endParaRPr lang="en-US"/>
        </a:p>
      </dgm:t>
    </dgm:pt>
    <dgm:pt modelId="{940C45F6-8C18-458E-9C14-A0D320E11B09}">
      <dgm:prSet phldrT="[Text]" custT="1"/>
      <dgm:spPr>
        <a:solidFill>
          <a:schemeClr val="accent3"/>
        </a:solidFill>
      </dgm:spPr>
      <dgm:t>
        <a:bodyPr/>
        <a:lstStyle/>
        <a:p>
          <a:r>
            <a:rPr lang="en-US" sz="2000" smtClean="0"/>
            <a:t>Icons</a:t>
          </a:r>
          <a:endParaRPr lang="en-US" sz="2000"/>
        </a:p>
      </dgm:t>
    </dgm:pt>
    <dgm:pt modelId="{D5FF74E9-8EF2-4890-9521-20ED7073E860}" type="parTrans" cxnId="{25C4C201-21C8-4C2D-B195-0DB67B2F800D}">
      <dgm:prSet/>
      <dgm:spPr/>
      <dgm:t>
        <a:bodyPr/>
        <a:lstStyle/>
        <a:p>
          <a:endParaRPr lang="en-US"/>
        </a:p>
      </dgm:t>
    </dgm:pt>
    <dgm:pt modelId="{22F6D784-871D-4135-B1A0-CA36DAB6D432}" type="sibTrans" cxnId="{25C4C201-21C8-4C2D-B195-0DB67B2F800D}">
      <dgm:prSet/>
      <dgm:spPr/>
      <dgm:t>
        <a:bodyPr/>
        <a:lstStyle/>
        <a:p>
          <a:endParaRPr lang="en-US"/>
        </a:p>
      </dgm:t>
    </dgm:pt>
    <dgm:pt modelId="{AFB00AEF-0040-4029-8903-E9D32F9B2852}">
      <dgm:prSet phldrT="[Text]" custT="1"/>
      <dgm:spPr>
        <a:solidFill>
          <a:schemeClr val="accent3"/>
        </a:solidFill>
      </dgm:spPr>
      <dgm:t>
        <a:bodyPr/>
        <a:lstStyle/>
        <a:p>
          <a:r>
            <a:rPr lang="en-US" sz="2000" smtClean="0"/>
            <a:t>UIs</a:t>
          </a:r>
          <a:endParaRPr lang="en-US" sz="2000"/>
        </a:p>
      </dgm:t>
    </dgm:pt>
    <dgm:pt modelId="{5FE6009B-9D69-428E-B620-1CEA9729DDBA}" type="parTrans" cxnId="{C850041E-6388-4770-93FB-A82A78F497AC}">
      <dgm:prSet/>
      <dgm:spPr/>
      <dgm:t>
        <a:bodyPr/>
        <a:lstStyle/>
        <a:p>
          <a:endParaRPr lang="en-US"/>
        </a:p>
      </dgm:t>
    </dgm:pt>
    <dgm:pt modelId="{32CE034A-69E2-4ADC-A0A0-25AEA88994E2}" type="sibTrans" cxnId="{C850041E-6388-4770-93FB-A82A78F497AC}">
      <dgm:prSet/>
      <dgm:spPr/>
      <dgm:t>
        <a:bodyPr/>
        <a:lstStyle/>
        <a:p>
          <a:endParaRPr lang="en-US"/>
        </a:p>
      </dgm:t>
    </dgm:pt>
    <dgm:pt modelId="{ED04AFAE-5799-47E3-B0DA-9435962367E2}">
      <dgm:prSet phldrT="[Text]" custT="1"/>
      <dgm:spPr>
        <a:solidFill>
          <a:schemeClr val="accent3"/>
        </a:solidFill>
      </dgm:spPr>
      <dgm:t>
        <a:bodyPr/>
        <a:lstStyle/>
        <a:p>
          <a:r>
            <a:rPr lang="en-US" sz="2000" smtClean="0"/>
            <a:t>…</a:t>
          </a:r>
          <a:endParaRPr lang="en-US" sz="2000"/>
        </a:p>
      </dgm:t>
    </dgm:pt>
    <dgm:pt modelId="{135798F2-AF17-43D4-B576-B8336B1CC4F0}" type="parTrans" cxnId="{4CF102AB-8078-4EB0-A28F-66963A11139F}">
      <dgm:prSet/>
      <dgm:spPr/>
      <dgm:t>
        <a:bodyPr/>
        <a:lstStyle/>
        <a:p>
          <a:endParaRPr lang="en-US"/>
        </a:p>
      </dgm:t>
    </dgm:pt>
    <dgm:pt modelId="{47D7EC17-4E92-4745-A1FA-0C27BAAB63CA}" type="sibTrans" cxnId="{4CF102AB-8078-4EB0-A28F-66963A11139F}">
      <dgm:prSet/>
      <dgm:spPr/>
      <dgm:t>
        <a:bodyPr/>
        <a:lstStyle/>
        <a:p>
          <a:endParaRPr lang="en-US"/>
        </a:p>
      </dgm:t>
    </dgm:pt>
    <dgm:pt modelId="{C570628D-EE6A-413C-9348-DA451193F688}">
      <dgm:prSet phldrT="[Text]" custT="1"/>
      <dgm:spPr>
        <a:solidFill>
          <a:schemeClr val="accent3"/>
        </a:solidFill>
      </dgm:spPr>
      <dgm:t>
        <a:bodyPr/>
        <a:lstStyle/>
        <a:p>
          <a:r>
            <a:rPr lang="en-US" sz="2000" smtClean="0"/>
            <a:t>Source code</a:t>
          </a:r>
          <a:endParaRPr lang="en-US" sz="2000"/>
        </a:p>
      </dgm:t>
    </dgm:pt>
    <dgm:pt modelId="{7A79BD04-3A12-4710-A372-CF7A5128C240}" type="sibTrans" cxnId="{7E76805A-0036-463B-BAC7-9F09DF4F92F8}">
      <dgm:prSet/>
      <dgm:spPr/>
      <dgm:t>
        <a:bodyPr/>
        <a:lstStyle/>
        <a:p>
          <a:endParaRPr lang="en-US"/>
        </a:p>
      </dgm:t>
    </dgm:pt>
    <dgm:pt modelId="{9EB2F999-F8E3-47BF-8BFC-7635D79902D0}" type="parTrans" cxnId="{7E76805A-0036-463B-BAC7-9F09DF4F92F8}">
      <dgm:prSet/>
      <dgm:spPr/>
      <dgm:t>
        <a:bodyPr/>
        <a:lstStyle/>
        <a:p>
          <a:endParaRPr lang="en-US"/>
        </a:p>
      </dgm:t>
    </dgm:pt>
    <dgm:pt modelId="{8FC8682F-7BA3-4A12-84E0-1E6A3971F567}" type="pres">
      <dgm:prSet presAssocID="{50921BD8-1743-4E5E-AD2A-4A39BBF83357}" presName="hierChild1" presStyleCnt="0">
        <dgm:presLayoutVars>
          <dgm:orgChart val="1"/>
          <dgm:chPref val="1"/>
          <dgm:dir/>
          <dgm:animOne val="branch"/>
          <dgm:animLvl val="lvl"/>
          <dgm:resizeHandles/>
        </dgm:presLayoutVars>
      </dgm:prSet>
      <dgm:spPr/>
      <dgm:t>
        <a:bodyPr/>
        <a:lstStyle/>
        <a:p>
          <a:endParaRPr lang="en-US"/>
        </a:p>
      </dgm:t>
    </dgm:pt>
    <dgm:pt modelId="{AB6C4915-A3A8-42CE-AD6C-ED8450930C75}" type="pres">
      <dgm:prSet presAssocID="{9FC1212F-A9DE-46CF-97C0-27B2850E877D}" presName="hierRoot1" presStyleCnt="0">
        <dgm:presLayoutVars>
          <dgm:hierBranch val="init"/>
        </dgm:presLayoutVars>
      </dgm:prSet>
      <dgm:spPr/>
    </dgm:pt>
    <dgm:pt modelId="{F9C0D795-8880-4F51-B6C8-519BB8DDC415}" type="pres">
      <dgm:prSet presAssocID="{9FC1212F-A9DE-46CF-97C0-27B2850E877D}" presName="rootComposite1" presStyleCnt="0"/>
      <dgm:spPr/>
    </dgm:pt>
    <dgm:pt modelId="{D0AA3983-86C9-4696-A764-2C6A1B91E41F}" type="pres">
      <dgm:prSet presAssocID="{9FC1212F-A9DE-46CF-97C0-27B2850E877D}" presName="rootText1" presStyleLbl="node0" presStyleIdx="0" presStyleCnt="1">
        <dgm:presLayoutVars>
          <dgm:chPref val="3"/>
        </dgm:presLayoutVars>
      </dgm:prSet>
      <dgm:spPr/>
      <dgm:t>
        <a:bodyPr/>
        <a:lstStyle/>
        <a:p>
          <a:endParaRPr lang="en-US"/>
        </a:p>
      </dgm:t>
    </dgm:pt>
    <dgm:pt modelId="{9E798581-E3F6-47F1-B110-A8FD78D68A22}" type="pres">
      <dgm:prSet presAssocID="{9FC1212F-A9DE-46CF-97C0-27B2850E877D}" presName="rootConnector1" presStyleLbl="node1" presStyleIdx="0" presStyleCnt="0"/>
      <dgm:spPr/>
      <dgm:t>
        <a:bodyPr/>
        <a:lstStyle/>
        <a:p>
          <a:endParaRPr lang="en-US"/>
        </a:p>
      </dgm:t>
    </dgm:pt>
    <dgm:pt modelId="{28C9399C-2699-4030-9D76-2503B6EA3D95}" type="pres">
      <dgm:prSet presAssocID="{9FC1212F-A9DE-46CF-97C0-27B2850E877D}" presName="hierChild2" presStyleCnt="0"/>
      <dgm:spPr/>
    </dgm:pt>
    <dgm:pt modelId="{D1287146-4D25-46B4-A680-7330E6E61D79}" type="pres">
      <dgm:prSet presAssocID="{E5C1E6EC-EF3F-4519-A6F7-C73F59437425}" presName="Name37" presStyleLbl="parChTrans1D2" presStyleIdx="0" presStyleCnt="4"/>
      <dgm:spPr/>
      <dgm:t>
        <a:bodyPr/>
        <a:lstStyle/>
        <a:p>
          <a:endParaRPr lang="en-US"/>
        </a:p>
      </dgm:t>
    </dgm:pt>
    <dgm:pt modelId="{54CA47CF-C557-4F9A-97B9-E79D54948D6B}" type="pres">
      <dgm:prSet presAssocID="{FBD6F890-A215-43D5-B969-209BB6A83AA0}" presName="hierRoot2" presStyleCnt="0">
        <dgm:presLayoutVars>
          <dgm:hierBranch val="init"/>
        </dgm:presLayoutVars>
      </dgm:prSet>
      <dgm:spPr/>
    </dgm:pt>
    <dgm:pt modelId="{A85F3ECA-04AB-42B9-B80A-C59C26532DEE}" type="pres">
      <dgm:prSet presAssocID="{FBD6F890-A215-43D5-B969-209BB6A83AA0}" presName="rootComposite" presStyleCnt="0"/>
      <dgm:spPr/>
    </dgm:pt>
    <dgm:pt modelId="{7BFD6437-FE06-4672-9344-DC2FC2BEB605}" type="pres">
      <dgm:prSet presAssocID="{FBD6F890-A215-43D5-B969-209BB6A83AA0}" presName="rootText" presStyleLbl="node2" presStyleIdx="0" presStyleCnt="4">
        <dgm:presLayoutVars>
          <dgm:chPref val="3"/>
        </dgm:presLayoutVars>
      </dgm:prSet>
      <dgm:spPr/>
      <dgm:t>
        <a:bodyPr/>
        <a:lstStyle/>
        <a:p>
          <a:endParaRPr lang="en-US"/>
        </a:p>
      </dgm:t>
    </dgm:pt>
    <dgm:pt modelId="{31C88419-C770-4856-8E3C-6A458174332B}" type="pres">
      <dgm:prSet presAssocID="{FBD6F890-A215-43D5-B969-209BB6A83AA0}" presName="rootConnector" presStyleLbl="node2" presStyleIdx="0" presStyleCnt="4"/>
      <dgm:spPr/>
      <dgm:t>
        <a:bodyPr/>
        <a:lstStyle/>
        <a:p>
          <a:endParaRPr lang="en-US"/>
        </a:p>
      </dgm:t>
    </dgm:pt>
    <dgm:pt modelId="{AD8A91BE-A444-456C-B213-DA1461C063BB}" type="pres">
      <dgm:prSet presAssocID="{FBD6F890-A215-43D5-B969-209BB6A83AA0}" presName="hierChild4" presStyleCnt="0"/>
      <dgm:spPr/>
    </dgm:pt>
    <dgm:pt modelId="{5D19C2DB-DB4C-47B7-8D03-D32EDB4CA6C2}" type="pres">
      <dgm:prSet presAssocID="{D9409E77-2445-4A24-9613-860621829690}" presName="Name37" presStyleLbl="parChTrans1D3" presStyleIdx="0" presStyleCnt="9"/>
      <dgm:spPr/>
      <dgm:t>
        <a:bodyPr/>
        <a:lstStyle/>
        <a:p>
          <a:endParaRPr lang="en-US"/>
        </a:p>
      </dgm:t>
    </dgm:pt>
    <dgm:pt modelId="{4A5DDDD9-4534-475F-8CE9-449A4187F2BD}" type="pres">
      <dgm:prSet presAssocID="{F9C4B6B4-A139-4902-9662-8147AFA16526}" presName="hierRoot2" presStyleCnt="0">
        <dgm:presLayoutVars>
          <dgm:hierBranch val="init"/>
        </dgm:presLayoutVars>
      </dgm:prSet>
      <dgm:spPr/>
    </dgm:pt>
    <dgm:pt modelId="{8F1B9B5F-94F7-41A2-BD13-A9FC912CE3CF}" type="pres">
      <dgm:prSet presAssocID="{F9C4B6B4-A139-4902-9662-8147AFA16526}" presName="rootComposite" presStyleCnt="0"/>
      <dgm:spPr/>
    </dgm:pt>
    <dgm:pt modelId="{F24754C2-B098-4BFC-9FC1-8B05D2E1B791}" type="pres">
      <dgm:prSet presAssocID="{F9C4B6B4-A139-4902-9662-8147AFA16526}" presName="rootText" presStyleLbl="node3" presStyleIdx="0" presStyleCnt="9">
        <dgm:presLayoutVars>
          <dgm:chPref val="3"/>
        </dgm:presLayoutVars>
      </dgm:prSet>
      <dgm:spPr/>
      <dgm:t>
        <a:bodyPr/>
        <a:lstStyle/>
        <a:p>
          <a:endParaRPr lang="en-US"/>
        </a:p>
      </dgm:t>
    </dgm:pt>
    <dgm:pt modelId="{C0344055-2A02-4679-AFD3-1F767601100B}" type="pres">
      <dgm:prSet presAssocID="{F9C4B6B4-A139-4902-9662-8147AFA16526}" presName="rootConnector" presStyleLbl="node3" presStyleIdx="0" presStyleCnt="9"/>
      <dgm:spPr/>
      <dgm:t>
        <a:bodyPr/>
        <a:lstStyle/>
        <a:p>
          <a:endParaRPr lang="en-US"/>
        </a:p>
      </dgm:t>
    </dgm:pt>
    <dgm:pt modelId="{087E4467-B254-4FBC-8A74-ED8F49957F0F}" type="pres">
      <dgm:prSet presAssocID="{F9C4B6B4-A139-4902-9662-8147AFA16526}" presName="hierChild4" presStyleCnt="0"/>
      <dgm:spPr/>
    </dgm:pt>
    <dgm:pt modelId="{20DC28C5-0708-4805-BF6A-F21A1EC0B05E}" type="pres">
      <dgm:prSet presAssocID="{F9C4B6B4-A139-4902-9662-8147AFA16526}" presName="hierChild5" presStyleCnt="0"/>
      <dgm:spPr/>
    </dgm:pt>
    <dgm:pt modelId="{2832BDBB-80B0-4DFE-A7FE-7EC47A8D0E23}" type="pres">
      <dgm:prSet presAssocID="{6E1457C7-8F8A-4575-9D42-52E5785EE665}" presName="Name37" presStyleLbl="parChTrans1D3" presStyleIdx="1" presStyleCnt="9"/>
      <dgm:spPr/>
      <dgm:t>
        <a:bodyPr/>
        <a:lstStyle/>
        <a:p>
          <a:endParaRPr lang="en-US"/>
        </a:p>
      </dgm:t>
    </dgm:pt>
    <dgm:pt modelId="{F628FFAA-52A1-4D29-8053-5C2BF7CC8B88}" type="pres">
      <dgm:prSet presAssocID="{B19695A3-1C36-40C8-81C8-DACD7B6FEBB7}" presName="hierRoot2" presStyleCnt="0">
        <dgm:presLayoutVars>
          <dgm:hierBranch val="init"/>
        </dgm:presLayoutVars>
      </dgm:prSet>
      <dgm:spPr/>
    </dgm:pt>
    <dgm:pt modelId="{A33D492C-97C2-4ECD-9013-AB6963D3E052}" type="pres">
      <dgm:prSet presAssocID="{B19695A3-1C36-40C8-81C8-DACD7B6FEBB7}" presName="rootComposite" presStyleCnt="0"/>
      <dgm:spPr/>
    </dgm:pt>
    <dgm:pt modelId="{51A0A06F-9083-4B64-BF1F-208488A17DF3}" type="pres">
      <dgm:prSet presAssocID="{B19695A3-1C36-40C8-81C8-DACD7B6FEBB7}" presName="rootText" presStyleLbl="node3" presStyleIdx="1" presStyleCnt="9">
        <dgm:presLayoutVars>
          <dgm:chPref val="3"/>
        </dgm:presLayoutVars>
      </dgm:prSet>
      <dgm:spPr/>
      <dgm:t>
        <a:bodyPr/>
        <a:lstStyle/>
        <a:p>
          <a:endParaRPr lang="en-US"/>
        </a:p>
      </dgm:t>
    </dgm:pt>
    <dgm:pt modelId="{A1EEBBDD-F2E9-4C28-A9A5-0009780A3009}" type="pres">
      <dgm:prSet presAssocID="{B19695A3-1C36-40C8-81C8-DACD7B6FEBB7}" presName="rootConnector" presStyleLbl="node3" presStyleIdx="1" presStyleCnt="9"/>
      <dgm:spPr/>
      <dgm:t>
        <a:bodyPr/>
        <a:lstStyle/>
        <a:p>
          <a:endParaRPr lang="en-US"/>
        </a:p>
      </dgm:t>
    </dgm:pt>
    <dgm:pt modelId="{61AE455E-3240-4598-A401-DEC57837BBB5}" type="pres">
      <dgm:prSet presAssocID="{B19695A3-1C36-40C8-81C8-DACD7B6FEBB7}" presName="hierChild4" presStyleCnt="0"/>
      <dgm:spPr/>
    </dgm:pt>
    <dgm:pt modelId="{D37582C6-D9F5-476A-B20E-366D219E905E}" type="pres">
      <dgm:prSet presAssocID="{B19695A3-1C36-40C8-81C8-DACD7B6FEBB7}" presName="hierChild5" presStyleCnt="0"/>
      <dgm:spPr/>
    </dgm:pt>
    <dgm:pt modelId="{CC1F72F7-D610-46B2-9C2D-B79FA8B02FEA}" type="pres">
      <dgm:prSet presAssocID="{8160CE0A-52B5-44BF-8E71-52E8A1C399C3}" presName="Name37" presStyleLbl="parChTrans1D3" presStyleIdx="2" presStyleCnt="9"/>
      <dgm:spPr/>
      <dgm:t>
        <a:bodyPr/>
        <a:lstStyle/>
        <a:p>
          <a:endParaRPr lang="en-US"/>
        </a:p>
      </dgm:t>
    </dgm:pt>
    <dgm:pt modelId="{DBE49F9F-CAE7-4AD2-8DDD-28277536AAF5}" type="pres">
      <dgm:prSet presAssocID="{1786C0D7-A375-49CB-9B4E-8200CA8A443E}" presName="hierRoot2" presStyleCnt="0">
        <dgm:presLayoutVars>
          <dgm:hierBranch val="init"/>
        </dgm:presLayoutVars>
      </dgm:prSet>
      <dgm:spPr/>
    </dgm:pt>
    <dgm:pt modelId="{EC6A3827-5DE1-43C4-BBF3-FF6C88F82718}" type="pres">
      <dgm:prSet presAssocID="{1786C0D7-A375-49CB-9B4E-8200CA8A443E}" presName="rootComposite" presStyleCnt="0"/>
      <dgm:spPr/>
    </dgm:pt>
    <dgm:pt modelId="{7C2B11E8-C5E0-4CC4-B5BD-845AB46C57D7}" type="pres">
      <dgm:prSet presAssocID="{1786C0D7-A375-49CB-9B4E-8200CA8A443E}" presName="rootText" presStyleLbl="node3" presStyleIdx="2" presStyleCnt="9">
        <dgm:presLayoutVars>
          <dgm:chPref val="3"/>
        </dgm:presLayoutVars>
      </dgm:prSet>
      <dgm:spPr/>
      <dgm:t>
        <a:bodyPr/>
        <a:lstStyle/>
        <a:p>
          <a:endParaRPr lang="en-US"/>
        </a:p>
      </dgm:t>
    </dgm:pt>
    <dgm:pt modelId="{43FE488A-98CD-47BA-9B93-13672EF30D38}" type="pres">
      <dgm:prSet presAssocID="{1786C0D7-A375-49CB-9B4E-8200CA8A443E}" presName="rootConnector" presStyleLbl="node3" presStyleIdx="2" presStyleCnt="9"/>
      <dgm:spPr/>
      <dgm:t>
        <a:bodyPr/>
        <a:lstStyle/>
        <a:p>
          <a:endParaRPr lang="en-US"/>
        </a:p>
      </dgm:t>
    </dgm:pt>
    <dgm:pt modelId="{5EED1E72-13B9-40C8-820D-1D2EA0AFF742}" type="pres">
      <dgm:prSet presAssocID="{1786C0D7-A375-49CB-9B4E-8200CA8A443E}" presName="hierChild4" presStyleCnt="0"/>
      <dgm:spPr/>
    </dgm:pt>
    <dgm:pt modelId="{D848AD99-2716-43B7-96EA-094CEEA4934E}" type="pres">
      <dgm:prSet presAssocID="{1786C0D7-A375-49CB-9B4E-8200CA8A443E}" presName="hierChild5" presStyleCnt="0"/>
      <dgm:spPr/>
    </dgm:pt>
    <dgm:pt modelId="{23B18A3D-C580-417B-9423-02F074F2F3B2}" type="pres">
      <dgm:prSet presAssocID="{FBD6F890-A215-43D5-B969-209BB6A83AA0}" presName="hierChild5" presStyleCnt="0"/>
      <dgm:spPr/>
    </dgm:pt>
    <dgm:pt modelId="{8A454C65-9D10-4B66-BB9B-FAE8F8D7C241}" type="pres">
      <dgm:prSet presAssocID="{7A2A6D83-A101-4F25-8184-AFB47D53DB28}" presName="Name37" presStyleLbl="parChTrans1D2" presStyleIdx="1" presStyleCnt="4"/>
      <dgm:spPr/>
      <dgm:t>
        <a:bodyPr/>
        <a:lstStyle/>
        <a:p>
          <a:endParaRPr lang="en-US"/>
        </a:p>
      </dgm:t>
    </dgm:pt>
    <dgm:pt modelId="{E0A74A4E-A47F-4996-A159-E787BC8211C2}" type="pres">
      <dgm:prSet presAssocID="{E20F13DB-FB72-4F00-A19A-212F02E55D95}" presName="hierRoot2" presStyleCnt="0">
        <dgm:presLayoutVars>
          <dgm:hierBranch val="init"/>
        </dgm:presLayoutVars>
      </dgm:prSet>
      <dgm:spPr/>
    </dgm:pt>
    <dgm:pt modelId="{7030A1F2-BFF1-4678-898D-D64FA650BDB7}" type="pres">
      <dgm:prSet presAssocID="{E20F13DB-FB72-4F00-A19A-212F02E55D95}" presName="rootComposite" presStyleCnt="0"/>
      <dgm:spPr/>
    </dgm:pt>
    <dgm:pt modelId="{81843FFF-1D6E-4431-8281-AE6DCF47F240}" type="pres">
      <dgm:prSet presAssocID="{E20F13DB-FB72-4F00-A19A-212F02E55D95}" presName="rootText" presStyleLbl="node2" presStyleIdx="1" presStyleCnt="4">
        <dgm:presLayoutVars>
          <dgm:chPref val="3"/>
        </dgm:presLayoutVars>
      </dgm:prSet>
      <dgm:spPr/>
      <dgm:t>
        <a:bodyPr/>
        <a:lstStyle/>
        <a:p>
          <a:endParaRPr lang="en-US"/>
        </a:p>
      </dgm:t>
    </dgm:pt>
    <dgm:pt modelId="{97E49DF7-315A-423F-AB1E-412BBF2B7825}" type="pres">
      <dgm:prSet presAssocID="{E20F13DB-FB72-4F00-A19A-212F02E55D95}" presName="rootConnector" presStyleLbl="node2" presStyleIdx="1" presStyleCnt="4"/>
      <dgm:spPr/>
      <dgm:t>
        <a:bodyPr/>
        <a:lstStyle/>
        <a:p>
          <a:endParaRPr lang="en-US"/>
        </a:p>
      </dgm:t>
    </dgm:pt>
    <dgm:pt modelId="{326A2660-E57B-4AEE-9F6D-A3773E110CAC}" type="pres">
      <dgm:prSet presAssocID="{E20F13DB-FB72-4F00-A19A-212F02E55D95}" presName="hierChild4" presStyleCnt="0"/>
      <dgm:spPr/>
    </dgm:pt>
    <dgm:pt modelId="{576831EC-0E16-4D60-B894-0852C656BC9E}" type="pres">
      <dgm:prSet presAssocID="{9EB2F999-F8E3-47BF-8BFC-7635D79902D0}" presName="Name37" presStyleLbl="parChTrans1D3" presStyleIdx="3" presStyleCnt="9"/>
      <dgm:spPr/>
      <dgm:t>
        <a:bodyPr/>
        <a:lstStyle/>
        <a:p>
          <a:endParaRPr lang="en-US"/>
        </a:p>
      </dgm:t>
    </dgm:pt>
    <dgm:pt modelId="{B9A3B21B-9554-4EA6-A512-EB0FAD025437}" type="pres">
      <dgm:prSet presAssocID="{C570628D-EE6A-413C-9348-DA451193F688}" presName="hierRoot2" presStyleCnt="0">
        <dgm:presLayoutVars>
          <dgm:hierBranch val="init"/>
        </dgm:presLayoutVars>
      </dgm:prSet>
      <dgm:spPr/>
    </dgm:pt>
    <dgm:pt modelId="{6F61751E-24B6-4C46-9D1D-F3D813A5681B}" type="pres">
      <dgm:prSet presAssocID="{C570628D-EE6A-413C-9348-DA451193F688}" presName="rootComposite" presStyleCnt="0"/>
      <dgm:spPr/>
    </dgm:pt>
    <dgm:pt modelId="{8BBDDD57-F717-4CC1-BC99-6B1F29017EAF}" type="pres">
      <dgm:prSet presAssocID="{C570628D-EE6A-413C-9348-DA451193F688}" presName="rootText" presStyleLbl="node3" presStyleIdx="3" presStyleCnt="9">
        <dgm:presLayoutVars>
          <dgm:chPref val="3"/>
        </dgm:presLayoutVars>
      </dgm:prSet>
      <dgm:spPr/>
      <dgm:t>
        <a:bodyPr/>
        <a:lstStyle/>
        <a:p>
          <a:endParaRPr lang="en-US"/>
        </a:p>
      </dgm:t>
    </dgm:pt>
    <dgm:pt modelId="{46B62160-E22E-4D37-A7F2-23A4A652CA83}" type="pres">
      <dgm:prSet presAssocID="{C570628D-EE6A-413C-9348-DA451193F688}" presName="rootConnector" presStyleLbl="node3" presStyleIdx="3" presStyleCnt="9"/>
      <dgm:spPr/>
      <dgm:t>
        <a:bodyPr/>
        <a:lstStyle/>
        <a:p>
          <a:endParaRPr lang="en-US"/>
        </a:p>
      </dgm:t>
    </dgm:pt>
    <dgm:pt modelId="{33D81C6F-DC36-4443-9570-230B9C47EABB}" type="pres">
      <dgm:prSet presAssocID="{C570628D-EE6A-413C-9348-DA451193F688}" presName="hierChild4" presStyleCnt="0"/>
      <dgm:spPr/>
    </dgm:pt>
    <dgm:pt modelId="{EFB0E5D2-CDE8-4D3C-B088-7DC9338149FC}" type="pres">
      <dgm:prSet presAssocID="{C570628D-EE6A-413C-9348-DA451193F688}" presName="hierChild5" presStyleCnt="0"/>
      <dgm:spPr/>
    </dgm:pt>
    <dgm:pt modelId="{19EADFD3-7AC2-4212-B7CB-45F104CD1442}" type="pres">
      <dgm:prSet presAssocID="{47320AD3-5A0E-4C18-927C-338D87E30F91}" presName="Name37" presStyleLbl="parChTrans1D3" presStyleIdx="4" presStyleCnt="9"/>
      <dgm:spPr/>
      <dgm:t>
        <a:bodyPr/>
        <a:lstStyle/>
        <a:p>
          <a:endParaRPr lang="en-US"/>
        </a:p>
      </dgm:t>
    </dgm:pt>
    <dgm:pt modelId="{162713EC-FE4D-48A5-97EB-5AA626B6E8D8}" type="pres">
      <dgm:prSet presAssocID="{88BA0801-A318-4A41-B1AA-30E4D5769F77}" presName="hierRoot2" presStyleCnt="0">
        <dgm:presLayoutVars>
          <dgm:hierBranch val="init"/>
        </dgm:presLayoutVars>
      </dgm:prSet>
      <dgm:spPr/>
    </dgm:pt>
    <dgm:pt modelId="{328836EC-E186-48C2-913B-D35EF61B22C7}" type="pres">
      <dgm:prSet presAssocID="{88BA0801-A318-4A41-B1AA-30E4D5769F77}" presName="rootComposite" presStyleCnt="0"/>
      <dgm:spPr/>
    </dgm:pt>
    <dgm:pt modelId="{10257C47-804A-4448-92FA-4A7EA962007C}" type="pres">
      <dgm:prSet presAssocID="{88BA0801-A318-4A41-B1AA-30E4D5769F77}" presName="rootText" presStyleLbl="node3" presStyleIdx="4" presStyleCnt="9">
        <dgm:presLayoutVars>
          <dgm:chPref val="3"/>
        </dgm:presLayoutVars>
      </dgm:prSet>
      <dgm:spPr/>
      <dgm:t>
        <a:bodyPr/>
        <a:lstStyle/>
        <a:p>
          <a:endParaRPr lang="en-US"/>
        </a:p>
      </dgm:t>
    </dgm:pt>
    <dgm:pt modelId="{97BCF88E-4ED4-4B0C-B065-C4EA5544A299}" type="pres">
      <dgm:prSet presAssocID="{88BA0801-A318-4A41-B1AA-30E4D5769F77}" presName="rootConnector" presStyleLbl="node3" presStyleIdx="4" presStyleCnt="9"/>
      <dgm:spPr/>
      <dgm:t>
        <a:bodyPr/>
        <a:lstStyle/>
        <a:p>
          <a:endParaRPr lang="en-US"/>
        </a:p>
      </dgm:t>
    </dgm:pt>
    <dgm:pt modelId="{24ED18FE-C0B7-4312-B760-87A08DCAC039}" type="pres">
      <dgm:prSet presAssocID="{88BA0801-A318-4A41-B1AA-30E4D5769F77}" presName="hierChild4" presStyleCnt="0"/>
      <dgm:spPr/>
    </dgm:pt>
    <dgm:pt modelId="{4555A08D-BA7C-4744-8490-EA37A0B88041}" type="pres">
      <dgm:prSet presAssocID="{88BA0801-A318-4A41-B1AA-30E4D5769F77}" presName="hierChild5" presStyleCnt="0"/>
      <dgm:spPr/>
    </dgm:pt>
    <dgm:pt modelId="{2F0AE643-C0CC-4E07-A9D4-A4B841EA1824}" type="pres">
      <dgm:prSet presAssocID="{50DC0FE7-B044-47A8-AEAE-6B4BC423D986}" presName="Name37" presStyleLbl="parChTrans1D3" presStyleIdx="5" presStyleCnt="9"/>
      <dgm:spPr/>
      <dgm:t>
        <a:bodyPr/>
        <a:lstStyle/>
        <a:p>
          <a:endParaRPr lang="en-US"/>
        </a:p>
      </dgm:t>
    </dgm:pt>
    <dgm:pt modelId="{DCE4281F-14EA-4283-9B00-D9C3AF57FD35}" type="pres">
      <dgm:prSet presAssocID="{75B8C361-2221-4B89-87B0-F3023E7E14FD}" presName="hierRoot2" presStyleCnt="0">
        <dgm:presLayoutVars>
          <dgm:hierBranch val="init"/>
        </dgm:presLayoutVars>
      </dgm:prSet>
      <dgm:spPr/>
    </dgm:pt>
    <dgm:pt modelId="{B66D1615-3851-4C7F-978C-AC5749D314C1}" type="pres">
      <dgm:prSet presAssocID="{75B8C361-2221-4B89-87B0-F3023E7E14FD}" presName="rootComposite" presStyleCnt="0"/>
      <dgm:spPr/>
    </dgm:pt>
    <dgm:pt modelId="{ECC9FE9A-4EBC-471B-83B9-3FE61E4BE008}" type="pres">
      <dgm:prSet presAssocID="{75B8C361-2221-4B89-87B0-F3023E7E14FD}" presName="rootText" presStyleLbl="node3" presStyleIdx="5" presStyleCnt="9">
        <dgm:presLayoutVars>
          <dgm:chPref val="3"/>
        </dgm:presLayoutVars>
      </dgm:prSet>
      <dgm:spPr/>
      <dgm:t>
        <a:bodyPr/>
        <a:lstStyle/>
        <a:p>
          <a:endParaRPr lang="en-US"/>
        </a:p>
      </dgm:t>
    </dgm:pt>
    <dgm:pt modelId="{03571C63-E946-4C31-B0F8-B5B64A125526}" type="pres">
      <dgm:prSet presAssocID="{75B8C361-2221-4B89-87B0-F3023E7E14FD}" presName="rootConnector" presStyleLbl="node3" presStyleIdx="5" presStyleCnt="9"/>
      <dgm:spPr/>
      <dgm:t>
        <a:bodyPr/>
        <a:lstStyle/>
        <a:p>
          <a:endParaRPr lang="en-US"/>
        </a:p>
      </dgm:t>
    </dgm:pt>
    <dgm:pt modelId="{3A4DB344-A7CF-4CD8-886E-88479BC7F109}" type="pres">
      <dgm:prSet presAssocID="{75B8C361-2221-4B89-87B0-F3023E7E14FD}" presName="hierChild4" presStyleCnt="0"/>
      <dgm:spPr/>
    </dgm:pt>
    <dgm:pt modelId="{C711277D-3DFE-40C3-A9E0-BD18C8C24B38}" type="pres">
      <dgm:prSet presAssocID="{75B8C361-2221-4B89-87B0-F3023E7E14FD}" presName="hierChild5" presStyleCnt="0"/>
      <dgm:spPr/>
    </dgm:pt>
    <dgm:pt modelId="{F367F774-D39B-487D-A7E8-BAEA85D3700C}" type="pres">
      <dgm:prSet presAssocID="{E20F13DB-FB72-4F00-A19A-212F02E55D95}" presName="hierChild5" presStyleCnt="0"/>
      <dgm:spPr/>
    </dgm:pt>
    <dgm:pt modelId="{65E7B7D0-41EC-42FD-A4A8-786E644AAFCB}" type="pres">
      <dgm:prSet presAssocID="{70C24DED-4221-443F-A264-71B5369316E7}" presName="Name37" presStyleLbl="parChTrans1D2" presStyleIdx="2" presStyleCnt="4"/>
      <dgm:spPr/>
      <dgm:t>
        <a:bodyPr/>
        <a:lstStyle/>
        <a:p>
          <a:endParaRPr lang="en-US"/>
        </a:p>
      </dgm:t>
    </dgm:pt>
    <dgm:pt modelId="{BF6FD4B8-8472-4FC2-A9B9-6EB805E966C7}" type="pres">
      <dgm:prSet presAssocID="{374A3EDE-0301-4F15-9D2C-BC762BFCB786}" presName="hierRoot2" presStyleCnt="0">
        <dgm:presLayoutVars>
          <dgm:hierBranch val="init"/>
        </dgm:presLayoutVars>
      </dgm:prSet>
      <dgm:spPr/>
    </dgm:pt>
    <dgm:pt modelId="{A2EBAD68-1D64-45EF-8368-745EF6377CF6}" type="pres">
      <dgm:prSet presAssocID="{374A3EDE-0301-4F15-9D2C-BC762BFCB786}" presName="rootComposite" presStyleCnt="0"/>
      <dgm:spPr/>
    </dgm:pt>
    <dgm:pt modelId="{68751DE7-C829-4E6D-BE93-A0A7E61B450A}" type="pres">
      <dgm:prSet presAssocID="{374A3EDE-0301-4F15-9D2C-BC762BFCB786}" presName="rootText" presStyleLbl="node2" presStyleIdx="2" presStyleCnt="4">
        <dgm:presLayoutVars>
          <dgm:chPref val="3"/>
        </dgm:presLayoutVars>
      </dgm:prSet>
      <dgm:spPr/>
      <dgm:t>
        <a:bodyPr/>
        <a:lstStyle/>
        <a:p>
          <a:endParaRPr lang="en-US"/>
        </a:p>
      </dgm:t>
    </dgm:pt>
    <dgm:pt modelId="{270BE485-88D8-4984-87BA-BC8DEAD8A77B}" type="pres">
      <dgm:prSet presAssocID="{374A3EDE-0301-4F15-9D2C-BC762BFCB786}" presName="rootConnector" presStyleLbl="node2" presStyleIdx="2" presStyleCnt="4"/>
      <dgm:spPr/>
      <dgm:t>
        <a:bodyPr/>
        <a:lstStyle/>
        <a:p>
          <a:endParaRPr lang="en-US"/>
        </a:p>
      </dgm:t>
    </dgm:pt>
    <dgm:pt modelId="{7F87E443-0751-4F76-ACCB-736DA8C0F504}" type="pres">
      <dgm:prSet presAssocID="{374A3EDE-0301-4F15-9D2C-BC762BFCB786}" presName="hierChild4" presStyleCnt="0"/>
      <dgm:spPr/>
    </dgm:pt>
    <dgm:pt modelId="{5613E1B3-51F2-4F9B-8211-E347D247AAC4}" type="pres">
      <dgm:prSet presAssocID="{D5FF74E9-8EF2-4890-9521-20ED7073E860}" presName="Name37" presStyleLbl="parChTrans1D3" presStyleIdx="6" presStyleCnt="9"/>
      <dgm:spPr/>
      <dgm:t>
        <a:bodyPr/>
        <a:lstStyle/>
        <a:p>
          <a:endParaRPr lang="en-US"/>
        </a:p>
      </dgm:t>
    </dgm:pt>
    <dgm:pt modelId="{9A89C313-9750-4A39-B127-94A100AB8E1D}" type="pres">
      <dgm:prSet presAssocID="{940C45F6-8C18-458E-9C14-A0D320E11B09}" presName="hierRoot2" presStyleCnt="0">
        <dgm:presLayoutVars>
          <dgm:hierBranch val="init"/>
        </dgm:presLayoutVars>
      </dgm:prSet>
      <dgm:spPr/>
    </dgm:pt>
    <dgm:pt modelId="{E3D232BD-9F9E-41F4-B620-33DE5786DA87}" type="pres">
      <dgm:prSet presAssocID="{940C45F6-8C18-458E-9C14-A0D320E11B09}" presName="rootComposite" presStyleCnt="0"/>
      <dgm:spPr/>
    </dgm:pt>
    <dgm:pt modelId="{815DB7CD-0AB6-43B7-98B5-78DD1A813FAC}" type="pres">
      <dgm:prSet presAssocID="{940C45F6-8C18-458E-9C14-A0D320E11B09}" presName="rootText" presStyleLbl="node3" presStyleIdx="6" presStyleCnt="9">
        <dgm:presLayoutVars>
          <dgm:chPref val="3"/>
        </dgm:presLayoutVars>
      </dgm:prSet>
      <dgm:spPr/>
      <dgm:t>
        <a:bodyPr/>
        <a:lstStyle/>
        <a:p>
          <a:endParaRPr lang="en-US"/>
        </a:p>
      </dgm:t>
    </dgm:pt>
    <dgm:pt modelId="{FD88BFD7-3F23-4250-9656-2C8641F7835F}" type="pres">
      <dgm:prSet presAssocID="{940C45F6-8C18-458E-9C14-A0D320E11B09}" presName="rootConnector" presStyleLbl="node3" presStyleIdx="6" presStyleCnt="9"/>
      <dgm:spPr/>
      <dgm:t>
        <a:bodyPr/>
        <a:lstStyle/>
        <a:p>
          <a:endParaRPr lang="en-US"/>
        </a:p>
      </dgm:t>
    </dgm:pt>
    <dgm:pt modelId="{48E5E4E5-838A-45A6-AB2C-7A65A1AACB20}" type="pres">
      <dgm:prSet presAssocID="{940C45F6-8C18-458E-9C14-A0D320E11B09}" presName="hierChild4" presStyleCnt="0"/>
      <dgm:spPr/>
    </dgm:pt>
    <dgm:pt modelId="{BD2E885B-E79E-4E71-9CD6-7C0D0015542C}" type="pres">
      <dgm:prSet presAssocID="{940C45F6-8C18-458E-9C14-A0D320E11B09}" presName="hierChild5" presStyleCnt="0"/>
      <dgm:spPr/>
    </dgm:pt>
    <dgm:pt modelId="{4F88E53E-0F43-42C0-AEE2-22F2493A9213}" type="pres">
      <dgm:prSet presAssocID="{5FE6009B-9D69-428E-B620-1CEA9729DDBA}" presName="Name37" presStyleLbl="parChTrans1D3" presStyleIdx="7" presStyleCnt="9"/>
      <dgm:spPr/>
      <dgm:t>
        <a:bodyPr/>
        <a:lstStyle/>
        <a:p>
          <a:endParaRPr lang="en-US"/>
        </a:p>
      </dgm:t>
    </dgm:pt>
    <dgm:pt modelId="{317D667A-B77D-48C1-AAD0-18E458390A6F}" type="pres">
      <dgm:prSet presAssocID="{AFB00AEF-0040-4029-8903-E9D32F9B2852}" presName="hierRoot2" presStyleCnt="0">
        <dgm:presLayoutVars>
          <dgm:hierBranch val="init"/>
        </dgm:presLayoutVars>
      </dgm:prSet>
      <dgm:spPr/>
    </dgm:pt>
    <dgm:pt modelId="{841A28D4-EA9A-4A9F-AF1A-A26B9435B876}" type="pres">
      <dgm:prSet presAssocID="{AFB00AEF-0040-4029-8903-E9D32F9B2852}" presName="rootComposite" presStyleCnt="0"/>
      <dgm:spPr/>
    </dgm:pt>
    <dgm:pt modelId="{B7B7549F-33CC-4264-ACED-07169E3A1C83}" type="pres">
      <dgm:prSet presAssocID="{AFB00AEF-0040-4029-8903-E9D32F9B2852}" presName="rootText" presStyleLbl="node3" presStyleIdx="7" presStyleCnt="9">
        <dgm:presLayoutVars>
          <dgm:chPref val="3"/>
        </dgm:presLayoutVars>
      </dgm:prSet>
      <dgm:spPr/>
      <dgm:t>
        <a:bodyPr/>
        <a:lstStyle/>
        <a:p>
          <a:endParaRPr lang="en-US"/>
        </a:p>
      </dgm:t>
    </dgm:pt>
    <dgm:pt modelId="{1E6AB8F8-F3C7-4B07-B358-2CE8EE72296B}" type="pres">
      <dgm:prSet presAssocID="{AFB00AEF-0040-4029-8903-E9D32F9B2852}" presName="rootConnector" presStyleLbl="node3" presStyleIdx="7" presStyleCnt="9"/>
      <dgm:spPr/>
      <dgm:t>
        <a:bodyPr/>
        <a:lstStyle/>
        <a:p>
          <a:endParaRPr lang="en-US"/>
        </a:p>
      </dgm:t>
    </dgm:pt>
    <dgm:pt modelId="{DE1A8637-406B-4CA9-8271-DF50D6C2E467}" type="pres">
      <dgm:prSet presAssocID="{AFB00AEF-0040-4029-8903-E9D32F9B2852}" presName="hierChild4" presStyleCnt="0"/>
      <dgm:spPr/>
    </dgm:pt>
    <dgm:pt modelId="{801A3BF6-CE75-4FE9-AD53-BE26B9838163}" type="pres">
      <dgm:prSet presAssocID="{AFB00AEF-0040-4029-8903-E9D32F9B2852}" presName="hierChild5" presStyleCnt="0"/>
      <dgm:spPr/>
    </dgm:pt>
    <dgm:pt modelId="{43023BD5-EFE1-4727-B23C-C5664FDD9773}" type="pres">
      <dgm:prSet presAssocID="{135798F2-AF17-43D4-B576-B8336B1CC4F0}" presName="Name37" presStyleLbl="parChTrans1D3" presStyleIdx="8" presStyleCnt="9"/>
      <dgm:spPr/>
      <dgm:t>
        <a:bodyPr/>
        <a:lstStyle/>
        <a:p>
          <a:endParaRPr lang="en-US"/>
        </a:p>
      </dgm:t>
    </dgm:pt>
    <dgm:pt modelId="{4972657B-5D31-424E-8D5C-DD408193CC65}" type="pres">
      <dgm:prSet presAssocID="{ED04AFAE-5799-47E3-B0DA-9435962367E2}" presName="hierRoot2" presStyleCnt="0">
        <dgm:presLayoutVars>
          <dgm:hierBranch val="init"/>
        </dgm:presLayoutVars>
      </dgm:prSet>
      <dgm:spPr/>
    </dgm:pt>
    <dgm:pt modelId="{30BCA102-6E9C-4A40-AE4E-6E447F185D15}" type="pres">
      <dgm:prSet presAssocID="{ED04AFAE-5799-47E3-B0DA-9435962367E2}" presName="rootComposite" presStyleCnt="0"/>
      <dgm:spPr/>
    </dgm:pt>
    <dgm:pt modelId="{ED48CF19-DDA4-432F-BA0D-88ABB815EFF8}" type="pres">
      <dgm:prSet presAssocID="{ED04AFAE-5799-47E3-B0DA-9435962367E2}" presName="rootText" presStyleLbl="node3" presStyleIdx="8" presStyleCnt="9">
        <dgm:presLayoutVars>
          <dgm:chPref val="3"/>
        </dgm:presLayoutVars>
      </dgm:prSet>
      <dgm:spPr/>
      <dgm:t>
        <a:bodyPr/>
        <a:lstStyle/>
        <a:p>
          <a:endParaRPr lang="en-US"/>
        </a:p>
      </dgm:t>
    </dgm:pt>
    <dgm:pt modelId="{17319907-0A90-471A-A91D-50028E476851}" type="pres">
      <dgm:prSet presAssocID="{ED04AFAE-5799-47E3-B0DA-9435962367E2}" presName="rootConnector" presStyleLbl="node3" presStyleIdx="8" presStyleCnt="9"/>
      <dgm:spPr/>
      <dgm:t>
        <a:bodyPr/>
        <a:lstStyle/>
        <a:p>
          <a:endParaRPr lang="en-US"/>
        </a:p>
      </dgm:t>
    </dgm:pt>
    <dgm:pt modelId="{F752914E-A4F6-41C0-80E1-49B1BEEB2683}" type="pres">
      <dgm:prSet presAssocID="{ED04AFAE-5799-47E3-B0DA-9435962367E2}" presName="hierChild4" presStyleCnt="0"/>
      <dgm:spPr/>
    </dgm:pt>
    <dgm:pt modelId="{8F9313F5-6A9F-4797-96A1-AC3BFDEC1EAD}" type="pres">
      <dgm:prSet presAssocID="{ED04AFAE-5799-47E3-B0DA-9435962367E2}" presName="hierChild5" presStyleCnt="0"/>
      <dgm:spPr/>
    </dgm:pt>
    <dgm:pt modelId="{B8FF03EA-49AE-4D8B-893D-3F41E4A50DB6}" type="pres">
      <dgm:prSet presAssocID="{374A3EDE-0301-4F15-9D2C-BC762BFCB786}" presName="hierChild5" presStyleCnt="0"/>
      <dgm:spPr/>
    </dgm:pt>
    <dgm:pt modelId="{C6DFA708-0D25-4AA1-9265-C276110F5EF1}" type="pres">
      <dgm:prSet presAssocID="{1B0A9363-38A2-4C96-BA8F-49125154D15D}" presName="Name37" presStyleLbl="parChTrans1D2" presStyleIdx="3" presStyleCnt="4"/>
      <dgm:spPr/>
      <dgm:t>
        <a:bodyPr/>
        <a:lstStyle/>
        <a:p>
          <a:endParaRPr lang="en-US"/>
        </a:p>
      </dgm:t>
    </dgm:pt>
    <dgm:pt modelId="{164C7ED4-7706-4021-B36B-B551D492917B}" type="pres">
      <dgm:prSet presAssocID="{2EB0C251-BDE4-4556-854B-89B293F3BDCC}" presName="hierRoot2" presStyleCnt="0">
        <dgm:presLayoutVars>
          <dgm:hierBranch val="init"/>
        </dgm:presLayoutVars>
      </dgm:prSet>
      <dgm:spPr/>
    </dgm:pt>
    <dgm:pt modelId="{73D17F28-BE24-4799-84B4-3CC811C5428D}" type="pres">
      <dgm:prSet presAssocID="{2EB0C251-BDE4-4556-854B-89B293F3BDCC}" presName="rootComposite" presStyleCnt="0"/>
      <dgm:spPr/>
    </dgm:pt>
    <dgm:pt modelId="{5E71BA9E-1F97-4803-98D4-F673EF490CBC}" type="pres">
      <dgm:prSet presAssocID="{2EB0C251-BDE4-4556-854B-89B293F3BDCC}" presName="rootText" presStyleLbl="node2" presStyleIdx="3" presStyleCnt="4">
        <dgm:presLayoutVars>
          <dgm:chPref val="3"/>
        </dgm:presLayoutVars>
      </dgm:prSet>
      <dgm:spPr/>
      <dgm:t>
        <a:bodyPr/>
        <a:lstStyle/>
        <a:p>
          <a:endParaRPr lang="en-US"/>
        </a:p>
      </dgm:t>
    </dgm:pt>
    <dgm:pt modelId="{DBC3E753-67B0-4873-A4FB-4BFABC758CCC}" type="pres">
      <dgm:prSet presAssocID="{2EB0C251-BDE4-4556-854B-89B293F3BDCC}" presName="rootConnector" presStyleLbl="node2" presStyleIdx="3" presStyleCnt="4"/>
      <dgm:spPr/>
      <dgm:t>
        <a:bodyPr/>
        <a:lstStyle/>
        <a:p>
          <a:endParaRPr lang="en-US"/>
        </a:p>
      </dgm:t>
    </dgm:pt>
    <dgm:pt modelId="{21599FF3-86C5-43AF-A27A-BBC6F3DA1379}" type="pres">
      <dgm:prSet presAssocID="{2EB0C251-BDE4-4556-854B-89B293F3BDCC}" presName="hierChild4" presStyleCnt="0"/>
      <dgm:spPr/>
    </dgm:pt>
    <dgm:pt modelId="{EEF898F0-A212-4CF0-B5B9-DD13F6D718A3}" type="pres">
      <dgm:prSet presAssocID="{2EB0C251-BDE4-4556-854B-89B293F3BDCC}" presName="hierChild5" presStyleCnt="0"/>
      <dgm:spPr/>
    </dgm:pt>
    <dgm:pt modelId="{8D50CFE0-8F17-4811-865C-8AC149DB8637}" type="pres">
      <dgm:prSet presAssocID="{9FC1212F-A9DE-46CF-97C0-27B2850E877D}" presName="hierChild3" presStyleCnt="0"/>
      <dgm:spPr/>
    </dgm:pt>
  </dgm:ptLst>
  <dgm:cxnLst>
    <dgm:cxn modelId="{C850041E-6388-4770-93FB-A82A78F497AC}" srcId="{374A3EDE-0301-4F15-9D2C-BC762BFCB786}" destId="{AFB00AEF-0040-4029-8903-E9D32F9B2852}" srcOrd="1" destOrd="0" parTransId="{5FE6009B-9D69-428E-B620-1CEA9729DDBA}" sibTransId="{32CE034A-69E2-4ADC-A0A0-25AEA88994E2}"/>
    <dgm:cxn modelId="{BAD41DC4-82A4-40B1-B3FE-C2C0C7F7E8EE}" type="presOf" srcId="{88BA0801-A318-4A41-B1AA-30E4D5769F77}" destId="{10257C47-804A-4448-92FA-4A7EA962007C}" srcOrd="0" destOrd="0" presId="urn:microsoft.com/office/officeart/2005/8/layout/orgChart1"/>
    <dgm:cxn modelId="{1BEF197F-C387-4EAF-88B9-F56F47AAD991}" srcId="{9FC1212F-A9DE-46CF-97C0-27B2850E877D}" destId="{FBD6F890-A215-43D5-B969-209BB6A83AA0}" srcOrd="0" destOrd="0" parTransId="{E5C1E6EC-EF3F-4519-A6F7-C73F59437425}" sibTransId="{2151D0E4-D832-4352-8D03-056DD2AF722E}"/>
    <dgm:cxn modelId="{174CC596-C4FA-4856-AAB0-846ADB1B82CB}" type="presOf" srcId="{B19695A3-1C36-40C8-81C8-DACD7B6FEBB7}" destId="{51A0A06F-9083-4B64-BF1F-208488A17DF3}" srcOrd="0" destOrd="0" presId="urn:microsoft.com/office/officeart/2005/8/layout/orgChart1"/>
    <dgm:cxn modelId="{4CF102AB-8078-4EB0-A28F-66963A11139F}" srcId="{374A3EDE-0301-4F15-9D2C-BC762BFCB786}" destId="{ED04AFAE-5799-47E3-B0DA-9435962367E2}" srcOrd="2" destOrd="0" parTransId="{135798F2-AF17-43D4-B576-B8336B1CC4F0}" sibTransId="{47D7EC17-4E92-4745-A1FA-0C27BAAB63CA}"/>
    <dgm:cxn modelId="{E2092382-612C-4BF1-96C0-5FF3DC801606}" srcId="{50921BD8-1743-4E5E-AD2A-4A39BBF83357}" destId="{9FC1212F-A9DE-46CF-97C0-27B2850E877D}" srcOrd="0" destOrd="0" parTransId="{D4ECA695-5A3A-4DE3-846B-526C315EBD90}" sibTransId="{D83E8294-1333-45D2-845D-57D5D451E034}"/>
    <dgm:cxn modelId="{2540C44A-428A-4A1A-839A-52C933E97213}" type="presOf" srcId="{135798F2-AF17-43D4-B576-B8336B1CC4F0}" destId="{43023BD5-EFE1-4727-B23C-C5664FDD9773}" srcOrd="0" destOrd="0" presId="urn:microsoft.com/office/officeart/2005/8/layout/orgChart1"/>
    <dgm:cxn modelId="{26DE5CE7-4B01-433A-A594-7580FC4D9B16}" type="presOf" srcId="{50921BD8-1743-4E5E-AD2A-4A39BBF83357}" destId="{8FC8682F-7BA3-4A12-84E0-1E6A3971F567}" srcOrd="0" destOrd="0" presId="urn:microsoft.com/office/officeart/2005/8/layout/orgChart1"/>
    <dgm:cxn modelId="{B37515C0-B3A2-4915-8B4E-70401997CCD4}" type="presOf" srcId="{ED04AFAE-5799-47E3-B0DA-9435962367E2}" destId="{ED48CF19-DDA4-432F-BA0D-88ABB815EFF8}" srcOrd="0" destOrd="0" presId="urn:microsoft.com/office/officeart/2005/8/layout/orgChart1"/>
    <dgm:cxn modelId="{159D0ED8-E6EC-44CA-AE63-FABED28D380C}" type="presOf" srcId="{AFB00AEF-0040-4029-8903-E9D32F9B2852}" destId="{1E6AB8F8-F3C7-4B07-B358-2CE8EE72296B}" srcOrd="1" destOrd="0" presId="urn:microsoft.com/office/officeart/2005/8/layout/orgChart1"/>
    <dgm:cxn modelId="{4DE4B6E7-DD25-434F-AA00-B4E172D4562B}" type="presOf" srcId="{AFB00AEF-0040-4029-8903-E9D32F9B2852}" destId="{B7B7549F-33CC-4264-ACED-07169E3A1C83}" srcOrd="0" destOrd="0" presId="urn:microsoft.com/office/officeart/2005/8/layout/orgChart1"/>
    <dgm:cxn modelId="{BA50CE9D-E663-4962-B636-1A2E1EAB9E5F}" type="presOf" srcId="{75B8C361-2221-4B89-87B0-F3023E7E14FD}" destId="{03571C63-E946-4C31-B0F8-B5B64A125526}" srcOrd="1" destOrd="0" presId="urn:microsoft.com/office/officeart/2005/8/layout/orgChart1"/>
    <dgm:cxn modelId="{C3453E12-2828-4CD5-9BD1-6C50C8921DF6}" type="presOf" srcId="{C570628D-EE6A-413C-9348-DA451193F688}" destId="{46B62160-E22E-4D37-A7F2-23A4A652CA83}" srcOrd="1" destOrd="0" presId="urn:microsoft.com/office/officeart/2005/8/layout/orgChart1"/>
    <dgm:cxn modelId="{03CBE568-3C07-4EE1-B4EA-DA2DCD1789DD}" type="presOf" srcId="{B19695A3-1C36-40C8-81C8-DACD7B6FEBB7}" destId="{A1EEBBDD-F2E9-4C28-A9A5-0009780A3009}" srcOrd="1" destOrd="0" presId="urn:microsoft.com/office/officeart/2005/8/layout/orgChart1"/>
    <dgm:cxn modelId="{787CDFF1-461D-4F47-A1A3-6E87233CADE5}" type="presOf" srcId="{ED04AFAE-5799-47E3-B0DA-9435962367E2}" destId="{17319907-0A90-471A-A91D-50028E476851}" srcOrd="1" destOrd="0" presId="urn:microsoft.com/office/officeart/2005/8/layout/orgChart1"/>
    <dgm:cxn modelId="{1DBEDE33-797C-4255-BF5E-9701811C30D1}" type="presOf" srcId="{1786C0D7-A375-49CB-9B4E-8200CA8A443E}" destId="{7C2B11E8-C5E0-4CC4-B5BD-845AB46C57D7}" srcOrd="0" destOrd="0" presId="urn:microsoft.com/office/officeart/2005/8/layout/orgChart1"/>
    <dgm:cxn modelId="{78D26BCC-4A51-4B4E-8679-E2C97B1A06E5}" type="presOf" srcId="{D5FF74E9-8EF2-4890-9521-20ED7073E860}" destId="{5613E1B3-51F2-4F9B-8211-E347D247AAC4}" srcOrd="0" destOrd="0" presId="urn:microsoft.com/office/officeart/2005/8/layout/orgChart1"/>
    <dgm:cxn modelId="{6EA08375-78D2-4F75-9BF5-09392FE446FC}" type="presOf" srcId="{1786C0D7-A375-49CB-9B4E-8200CA8A443E}" destId="{43FE488A-98CD-47BA-9B93-13672EF30D38}" srcOrd="1" destOrd="0" presId="urn:microsoft.com/office/officeart/2005/8/layout/orgChart1"/>
    <dgm:cxn modelId="{640231CF-AC3C-4906-AEC7-9945AEAFD4FB}" srcId="{9FC1212F-A9DE-46CF-97C0-27B2850E877D}" destId="{2EB0C251-BDE4-4556-854B-89B293F3BDCC}" srcOrd="3" destOrd="0" parTransId="{1B0A9363-38A2-4C96-BA8F-49125154D15D}" sibTransId="{89D7B114-3ECA-49D9-B42D-11AFC1EDC24F}"/>
    <dgm:cxn modelId="{FA105688-C9C5-4F64-B996-1843A904D929}" type="presOf" srcId="{E20F13DB-FB72-4F00-A19A-212F02E55D95}" destId="{97E49DF7-315A-423F-AB1E-412BBF2B7825}" srcOrd="1" destOrd="0" presId="urn:microsoft.com/office/officeart/2005/8/layout/orgChart1"/>
    <dgm:cxn modelId="{7E76805A-0036-463B-BAC7-9F09DF4F92F8}" srcId="{E20F13DB-FB72-4F00-A19A-212F02E55D95}" destId="{C570628D-EE6A-413C-9348-DA451193F688}" srcOrd="0" destOrd="0" parTransId="{9EB2F999-F8E3-47BF-8BFC-7635D79902D0}" sibTransId="{7A79BD04-3A12-4710-A372-CF7A5128C240}"/>
    <dgm:cxn modelId="{35DF8B57-4EF9-41C9-85E2-BC76E0B607E4}" type="presOf" srcId="{2EB0C251-BDE4-4556-854B-89B293F3BDCC}" destId="{5E71BA9E-1F97-4803-98D4-F673EF490CBC}" srcOrd="0" destOrd="0" presId="urn:microsoft.com/office/officeart/2005/8/layout/orgChart1"/>
    <dgm:cxn modelId="{CD76D98B-36C5-4DE7-A7DE-90AD206F114C}" type="presOf" srcId="{5FE6009B-9D69-428E-B620-1CEA9729DDBA}" destId="{4F88E53E-0F43-42C0-AEE2-22F2493A9213}" srcOrd="0" destOrd="0" presId="urn:microsoft.com/office/officeart/2005/8/layout/orgChart1"/>
    <dgm:cxn modelId="{80AE90C5-54B6-4944-A06E-E64DCB4A5DC2}" type="presOf" srcId="{2EB0C251-BDE4-4556-854B-89B293F3BDCC}" destId="{DBC3E753-67B0-4873-A4FB-4BFABC758CCC}" srcOrd="1" destOrd="0" presId="urn:microsoft.com/office/officeart/2005/8/layout/orgChart1"/>
    <dgm:cxn modelId="{84258FDA-1EE0-4DCE-B58B-08098B877FA2}" type="presOf" srcId="{E5C1E6EC-EF3F-4519-A6F7-C73F59437425}" destId="{D1287146-4D25-46B4-A680-7330E6E61D79}" srcOrd="0" destOrd="0" presId="urn:microsoft.com/office/officeart/2005/8/layout/orgChart1"/>
    <dgm:cxn modelId="{C5B9B31F-5E16-4C49-B6E8-5A0A78088E86}" type="presOf" srcId="{7A2A6D83-A101-4F25-8184-AFB47D53DB28}" destId="{8A454C65-9D10-4B66-BB9B-FAE8F8D7C241}" srcOrd="0" destOrd="0" presId="urn:microsoft.com/office/officeart/2005/8/layout/orgChart1"/>
    <dgm:cxn modelId="{BA4F0BFD-60C3-4FE0-A30F-7195E312D145}" srcId="{9FC1212F-A9DE-46CF-97C0-27B2850E877D}" destId="{E20F13DB-FB72-4F00-A19A-212F02E55D95}" srcOrd="1" destOrd="0" parTransId="{7A2A6D83-A101-4F25-8184-AFB47D53DB28}" sibTransId="{6F2D9E26-AB92-4486-B1D5-1DD8BB7AD462}"/>
    <dgm:cxn modelId="{7E656D0E-34D4-400F-B072-387F0D023279}" srcId="{FBD6F890-A215-43D5-B969-209BB6A83AA0}" destId="{B19695A3-1C36-40C8-81C8-DACD7B6FEBB7}" srcOrd="1" destOrd="0" parTransId="{6E1457C7-8F8A-4575-9D42-52E5785EE665}" sibTransId="{5C1E0251-E6A3-4C4D-AEF4-AD5CDED2DF50}"/>
    <dgm:cxn modelId="{25F90B5C-869D-4FE8-99C6-07FAA8344F94}" type="presOf" srcId="{940C45F6-8C18-458E-9C14-A0D320E11B09}" destId="{815DB7CD-0AB6-43B7-98B5-78DD1A813FAC}" srcOrd="0" destOrd="0" presId="urn:microsoft.com/office/officeart/2005/8/layout/orgChart1"/>
    <dgm:cxn modelId="{D1E5254E-F3D7-4777-BEE7-64E93B7DC586}" type="presOf" srcId="{9FC1212F-A9DE-46CF-97C0-27B2850E877D}" destId="{9E798581-E3F6-47F1-B110-A8FD78D68A22}" srcOrd="1" destOrd="0" presId="urn:microsoft.com/office/officeart/2005/8/layout/orgChart1"/>
    <dgm:cxn modelId="{29935A9F-F005-472B-9E6D-795FA2F250BB}" type="presOf" srcId="{D9409E77-2445-4A24-9613-860621829690}" destId="{5D19C2DB-DB4C-47B7-8D03-D32EDB4CA6C2}" srcOrd="0" destOrd="0" presId="urn:microsoft.com/office/officeart/2005/8/layout/orgChart1"/>
    <dgm:cxn modelId="{6770D5F7-EC01-4DE3-BD13-31D63C05B812}" srcId="{FBD6F890-A215-43D5-B969-209BB6A83AA0}" destId="{1786C0D7-A375-49CB-9B4E-8200CA8A443E}" srcOrd="2" destOrd="0" parTransId="{8160CE0A-52B5-44BF-8E71-52E8A1C399C3}" sibTransId="{36D54539-DA4A-45C7-8840-D25922417AD9}"/>
    <dgm:cxn modelId="{E2A4D54B-B94F-4932-AF2C-38AD1D71959D}" srcId="{E20F13DB-FB72-4F00-A19A-212F02E55D95}" destId="{88BA0801-A318-4A41-B1AA-30E4D5769F77}" srcOrd="1" destOrd="0" parTransId="{47320AD3-5A0E-4C18-927C-338D87E30F91}" sibTransId="{FCC2D55D-A95A-4C99-94C2-1F63267C0CCC}"/>
    <dgm:cxn modelId="{8F555609-A47A-477F-A329-7E252973A5F8}" type="presOf" srcId="{F9C4B6B4-A139-4902-9662-8147AFA16526}" destId="{F24754C2-B098-4BFC-9FC1-8B05D2E1B791}" srcOrd="0" destOrd="0" presId="urn:microsoft.com/office/officeart/2005/8/layout/orgChart1"/>
    <dgm:cxn modelId="{424E4964-C9C2-4736-8ED8-24ED7AF33960}" type="presOf" srcId="{9FC1212F-A9DE-46CF-97C0-27B2850E877D}" destId="{D0AA3983-86C9-4696-A764-2C6A1B91E41F}" srcOrd="0" destOrd="0" presId="urn:microsoft.com/office/officeart/2005/8/layout/orgChart1"/>
    <dgm:cxn modelId="{9747361F-3758-43DE-A9E2-100B48772F01}" type="presOf" srcId="{374A3EDE-0301-4F15-9D2C-BC762BFCB786}" destId="{270BE485-88D8-4984-87BA-BC8DEAD8A77B}" srcOrd="1" destOrd="0" presId="urn:microsoft.com/office/officeart/2005/8/layout/orgChart1"/>
    <dgm:cxn modelId="{25C4C201-21C8-4C2D-B195-0DB67B2F800D}" srcId="{374A3EDE-0301-4F15-9D2C-BC762BFCB786}" destId="{940C45F6-8C18-458E-9C14-A0D320E11B09}" srcOrd="0" destOrd="0" parTransId="{D5FF74E9-8EF2-4890-9521-20ED7073E860}" sibTransId="{22F6D784-871D-4135-B1A0-CA36DAB6D432}"/>
    <dgm:cxn modelId="{FA442ABD-7007-46EB-9B1C-1EB16B283B1E}" type="presOf" srcId="{FBD6F890-A215-43D5-B969-209BB6A83AA0}" destId="{7BFD6437-FE06-4672-9344-DC2FC2BEB605}" srcOrd="0" destOrd="0" presId="urn:microsoft.com/office/officeart/2005/8/layout/orgChart1"/>
    <dgm:cxn modelId="{C498BCC1-8FDA-4ED8-84F7-F33987A2FB77}" type="presOf" srcId="{9EB2F999-F8E3-47BF-8BFC-7635D79902D0}" destId="{576831EC-0E16-4D60-B894-0852C656BC9E}" srcOrd="0" destOrd="0" presId="urn:microsoft.com/office/officeart/2005/8/layout/orgChart1"/>
    <dgm:cxn modelId="{A0C5CE5E-E652-4D14-B384-CF1DBFEC9A15}" type="presOf" srcId="{FBD6F890-A215-43D5-B969-209BB6A83AA0}" destId="{31C88419-C770-4856-8E3C-6A458174332B}" srcOrd="1" destOrd="0" presId="urn:microsoft.com/office/officeart/2005/8/layout/orgChart1"/>
    <dgm:cxn modelId="{3A9487EE-5C99-49A6-A520-989050089D71}" type="presOf" srcId="{940C45F6-8C18-458E-9C14-A0D320E11B09}" destId="{FD88BFD7-3F23-4250-9656-2C8641F7835F}" srcOrd="1" destOrd="0" presId="urn:microsoft.com/office/officeart/2005/8/layout/orgChart1"/>
    <dgm:cxn modelId="{15ACA1A0-74A7-46B5-9574-650FFDF224D3}" type="presOf" srcId="{70C24DED-4221-443F-A264-71B5369316E7}" destId="{65E7B7D0-41EC-42FD-A4A8-786E644AAFCB}" srcOrd="0" destOrd="0" presId="urn:microsoft.com/office/officeart/2005/8/layout/orgChart1"/>
    <dgm:cxn modelId="{DFB6C2B7-3CF5-4DCB-8D47-3635D0B715AA}" type="presOf" srcId="{1B0A9363-38A2-4C96-BA8F-49125154D15D}" destId="{C6DFA708-0D25-4AA1-9265-C276110F5EF1}" srcOrd="0" destOrd="0" presId="urn:microsoft.com/office/officeart/2005/8/layout/orgChart1"/>
    <dgm:cxn modelId="{926751A3-38D8-4519-9B2C-46EA40C7CF0E}" type="presOf" srcId="{50DC0FE7-B044-47A8-AEAE-6B4BC423D986}" destId="{2F0AE643-C0CC-4E07-A9D4-A4B841EA1824}" srcOrd="0" destOrd="0" presId="urn:microsoft.com/office/officeart/2005/8/layout/orgChart1"/>
    <dgm:cxn modelId="{32019FAB-2DF7-464A-AA86-AAD4668C8D0F}" type="presOf" srcId="{F9C4B6B4-A139-4902-9662-8147AFA16526}" destId="{C0344055-2A02-4679-AFD3-1F767601100B}" srcOrd="1" destOrd="0" presId="urn:microsoft.com/office/officeart/2005/8/layout/orgChart1"/>
    <dgm:cxn modelId="{3DC670B3-02D0-479B-A4C7-133C822294FC}" type="presOf" srcId="{374A3EDE-0301-4F15-9D2C-BC762BFCB786}" destId="{68751DE7-C829-4E6D-BE93-A0A7E61B450A}" srcOrd="0" destOrd="0" presId="urn:microsoft.com/office/officeart/2005/8/layout/orgChart1"/>
    <dgm:cxn modelId="{F92603E4-FC9C-4189-A8A0-A8B93D3AA70E}" type="presOf" srcId="{6E1457C7-8F8A-4575-9D42-52E5785EE665}" destId="{2832BDBB-80B0-4DFE-A7FE-7EC47A8D0E23}" srcOrd="0" destOrd="0" presId="urn:microsoft.com/office/officeart/2005/8/layout/orgChart1"/>
    <dgm:cxn modelId="{5DF45ABA-2778-4002-B5DA-60AF8088048B}" type="presOf" srcId="{47320AD3-5A0E-4C18-927C-338D87E30F91}" destId="{19EADFD3-7AC2-4212-B7CB-45F104CD1442}" srcOrd="0" destOrd="0" presId="urn:microsoft.com/office/officeart/2005/8/layout/orgChart1"/>
    <dgm:cxn modelId="{45423F25-2134-428F-AAF9-A594718EBA30}" type="presOf" srcId="{8160CE0A-52B5-44BF-8E71-52E8A1C399C3}" destId="{CC1F72F7-D610-46B2-9C2D-B79FA8B02FEA}" srcOrd="0" destOrd="0" presId="urn:microsoft.com/office/officeart/2005/8/layout/orgChart1"/>
    <dgm:cxn modelId="{E45EC04A-03E2-489F-A1F7-3392394E749D}" type="presOf" srcId="{75B8C361-2221-4B89-87B0-F3023E7E14FD}" destId="{ECC9FE9A-4EBC-471B-83B9-3FE61E4BE008}" srcOrd="0" destOrd="0" presId="urn:microsoft.com/office/officeart/2005/8/layout/orgChart1"/>
    <dgm:cxn modelId="{22B1C45D-F8B8-4E9F-B13A-A6A5E360B0A0}" srcId="{FBD6F890-A215-43D5-B969-209BB6A83AA0}" destId="{F9C4B6B4-A139-4902-9662-8147AFA16526}" srcOrd="0" destOrd="0" parTransId="{D9409E77-2445-4A24-9613-860621829690}" sibTransId="{DC340AC2-3F52-48A9-A8D0-D6D894912B2E}"/>
    <dgm:cxn modelId="{BF6CC894-7F00-40A0-BDC5-ABBF169782B5}" srcId="{E20F13DB-FB72-4F00-A19A-212F02E55D95}" destId="{75B8C361-2221-4B89-87B0-F3023E7E14FD}" srcOrd="2" destOrd="0" parTransId="{50DC0FE7-B044-47A8-AEAE-6B4BC423D986}" sibTransId="{7A3DD8DC-1560-40C5-A422-23EB77539081}"/>
    <dgm:cxn modelId="{E43001B4-2691-4AD9-B44B-2410EF34C31F}" type="presOf" srcId="{88BA0801-A318-4A41-B1AA-30E4D5769F77}" destId="{97BCF88E-4ED4-4B0C-B065-C4EA5544A299}" srcOrd="1" destOrd="0" presId="urn:microsoft.com/office/officeart/2005/8/layout/orgChart1"/>
    <dgm:cxn modelId="{9D65867A-30B6-4EE6-B471-DF356E80ED2F}" type="presOf" srcId="{C570628D-EE6A-413C-9348-DA451193F688}" destId="{8BBDDD57-F717-4CC1-BC99-6B1F29017EAF}" srcOrd="0" destOrd="0" presId="urn:microsoft.com/office/officeart/2005/8/layout/orgChart1"/>
    <dgm:cxn modelId="{CCE67FE9-4761-46FC-9C6E-3863E05383EF}" type="presOf" srcId="{E20F13DB-FB72-4F00-A19A-212F02E55D95}" destId="{81843FFF-1D6E-4431-8281-AE6DCF47F240}" srcOrd="0" destOrd="0" presId="urn:microsoft.com/office/officeart/2005/8/layout/orgChart1"/>
    <dgm:cxn modelId="{8E692530-DB31-42D0-A162-C7D623162768}" srcId="{9FC1212F-A9DE-46CF-97C0-27B2850E877D}" destId="{374A3EDE-0301-4F15-9D2C-BC762BFCB786}" srcOrd="2" destOrd="0" parTransId="{70C24DED-4221-443F-A264-71B5369316E7}" sibTransId="{4E5A3225-9557-40E4-BD1A-D36AB948083C}"/>
    <dgm:cxn modelId="{B6B6238E-C067-41D1-A3C2-833D9546D1E2}" type="presParOf" srcId="{8FC8682F-7BA3-4A12-84E0-1E6A3971F567}" destId="{AB6C4915-A3A8-42CE-AD6C-ED8450930C75}" srcOrd="0" destOrd="0" presId="urn:microsoft.com/office/officeart/2005/8/layout/orgChart1"/>
    <dgm:cxn modelId="{3CA574FE-7C6B-4703-B2C0-BD29219A0389}" type="presParOf" srcId="{AB6C4915-A3A8-42CE-AD6C-ED8450930C75}" destId="{F9C0D795-8880-4F51-B6C8-519BB8DDC415}" srcOrd="0" destOrd="0" presId="urn:microsoft.com/office/officeart/2005/8/layout/orgChart1"/>
    <dgm:cxn modelId="{B8A238FC-D98A-4656-82EE-A59D5D7E9477}" type="presParOf" srcId="{F9C0D795-8880-4F51-B6C8-519BB8DDC415}" destId="{D0AA3983-86C9-4696-A764-2C6A1B91E41F}" srcOrd="0" destOrd="0" presId="urn:microsoft.com/office/officeart/2005/8/layout/orgChart1"/>
    <dgm:cxn modelId="{978BB0F7-F114-48C2-A454-382BB61AD777}" type="presParOf" srcId="{F9C0D795-8880-4F51-B6C8-519BB8DDC415}" destId="{9E798581-E3F6-47F1-B110-A8FD78D68A22}" srcOrd="1" destOrd="0" presId="urn:microsoft.com/office/officeart/2005/8/layout/orgChart1"/>
    <dgm:cxn modelId="{AFF2D4FF-A295-4894-82F5-FA8AB771E98D}" type="presParOf" srcId="{AB6C4915-A3A8-42CE-AD6C-ED8450930C75}" destId="{28C9399C-2699-4030-9D76-2503B6EA3D95}" srcOrd="1" destOrd="0" presId="urn:microsoft.com/office/officeart/2005/8/layout/orgChart1"/>
    <dgm:cxn modelId="{4D0F936E-0461-4551-A332-C3C9E3CFAC87}" type="presParOf" srcId="{28C9399C-2699-4030-9D76-2503B6EA3D95}" destId="{D1287146-4D25-46B4-A680-7330E6E61D79}" srcOrd="0" destOrd="0" presId="urn:microsoft.com/office/officeart/2005/8/layout/orgChart1"/>
    <dgm:cxn modelId="{987ED623-F135-4A47-953B-17E9B5B672AA}" type="presParOf" srcId="{28C9399C-2699-4030-9D76-2503B6EA3D95}" destId="{54CA47CF-C557-4F9A-97B9-E79D54948D6B}" srcOrd="1" destOrd="0" presId="urn:microsoft.com/office/officeart/2005/8/layout/orgChart1"/>
    <dgm:cxn modelId="{9113E6C6-EA12-42A8-85CC-638E86719DC4}" type="presParOf" srcId="{54CA47CF-C557-4F9A-97B9-E79D54948D6B}" destId="{A85F3ECA-04AB-42B9-B80A-C59C26532DEE}" srcOrd="0" destOrd="0" presId="urn:microsoft.com/office/officeart/2005/8/layout/orgChart1"/>
    <dgm:cxn modelId="{CF189B97-2E9B-4344-AE4C-9A1ECDD1E214}" type="presParOf" srcId="{A85F3ECA-04AB-42B9-B80A-C59C26532DEE}" destId="{7BFD6437-FE06-4672-9344-DC2FC2BEB605}" srcOrd="0" destOrd="0" presId="urn:microsoft.com/office/officeart/2005/8/layout/orgChart1"/>
    <dgm:cxn modelId="{9394B0F3-F7CE-4E83-BE32-2C43D7CFE3D3}" type="presParOf" srcId="{A85F3ECA-04AB-42B9-B80A-C59C26532DEE}" destId="{31C88419-C770-4856-8E3C-6A458174332B}" srcOrd="1" destOrd="0" presId="urn:microsoft.com/office/officeart/2005/8/layout/orgChart1"/>
    <dgm:cxn modelId="{A34BA43D-D450-4002-A399-CD075D4FC0ED}" type="presParOf" srcId="{54CA47CF-C557-4F9A-97B9-E79D54948D6B}" destId="{AD8A91BE-A444-456C-B213-DA1461C063BB}" srcOrd="1" destOrd="0" presId="urn:microsoft.com/office/officeart/2005/8/layout/orgChart1"/>
    <dgm:cxn modelId="{105CD229-13D2-421D-9BD0-B84DFF6E817E}" type="presParOf" srcId="{AD8A91BE-A444-456C-B213-DA1461C063BB}" destId="{5D19C2DB-DB4C-47B7-8D03-D32EDB4CA6C2}" srcOrd="0" destOrd="0" presId="urn:microsoft.com/office/officeart/2005/8/layout/orgChart1"/>
    <dgm:cxn modelId="{2727067D-51DC-4CB6-81DF-1E1115AAF4BB}" type="presParOf" srcId="{AD8A91BE-A444-456C-B213-DA1461C063BB}" destId="{4A5DDDD9-4534-475F-8CE9-449A4187F2BD}" srcOrd="1" destOrd="0" presId="urn:microsoft.com/office/officeart/2005/8/layout/orgChart1"/>
    <dgm:cxn modelId="{7A2DCEA7-6835-43D8-863A-C0948903C83C}" type="presParOf" srcId="{4A5DDDD9-4534-475F-8CE9-449A4187F2BD}" destId="{8F1B9B5F-94F7-41A2-BD13-A9FC912CE3CF}" srcOrd="0" destOrd="0" presId="urn:microsoft.com/office/officeart/2005/8/layout/orgChart1"/>
    <dgm:cxn modelId="{C1FDA4B9-6675-4B8F-AD9E-7F19E8BD2248}" type="presParOf" srcId="{8F1B9B5F-94F7-41A2-BD13-A9FC912CE3CF}" destId="{F24754C2-B098-4BFC-9FC1-8B05D2E1B791}" srcOrd="0" destOrd="0" presId="urn:microsoft.com/office/officeart/2005/8/layout/orgChart1"/>
    <dgm:cxn modelId="{DB0D6086-03AA-479D-B5F4-B463AA943BD1}" type="presParOf" srcId="{8F1B9B5F-94F7-41A2-BD13-A9FC912CE3CF}" destId="{C0344055-2A02-4679-AFD3-1F767601100B}" srcOrd="1" destOrd="0" presId="urn:microsoft.com/office/officeart/2005/8/layout/orgChart1"/>
    <dgm:cxn modelId="{9FCC80AF-1E97-45F9-ABF1-523F7160FA15}" type="presParOf" srcId="{4A5DDDD9-4534-475F-8CE9-449A4187F2BD}" destId="{087E4467-B254-4FBC-8A74-ED8F49957F0F}" srcOrd="1" destOrd="0" presId="urn:microsoft.com/office/officeart/2005/8/layout/orgChart1"/>
    <dgm:cxn modelId="{71E5B116-E0C9-4FCA-AFC5-4F2420281726}" type="presParOf" srcId="{4A5DDDD9-4534-475F-8CE9-449A4187F2BD}" destId="{20DC28C5-0708-4805-BF6A-F21A1EC0B05E}" srcOrd="2" destOrd="0" presId="urn:microsoft.com/office/officeart/2005/8/layout/orgChart1"/>
    <dgm:cxn modelId="{8944D438-1647-4F6C-9849-6952BDE9F89A}" type="presParOf" srcId="{AD8A91BE-A444-456C-B213-DA1461C063BB}" destId="{2832BDBB-80B0-4DFE-A7FE-7EC47A8D0E23}" srcOrd="2" destOrd="0" presId="urn:microsoft.com/office/officeart/2005/8/layout/orgChart1"/>
    <dgm:cxn modelId="{2B344464-6CBB-4C37-9141-526C99E1F193}" type="presParOf" srcId="{AD8A91BE-A444-456C-B213-DA1461C063BB}" destId="{F628FFAA-52A1-4D29-8053-5C2BF7CC8B88}" srcOrd="3" destOrd="0" presId="urn:microsoft.com/office/officeart/2005/8/layout/orgChart1"/>
    <dgm:cxn modelId="{DBE0F597-9230-488D-80CE-D80B905C9AC4}" type="presParOf" srcId="{F628FFAA-52A1-4D29-8053-5C2BF7CC8B88}" destId="{A33D492C-97C2-4ECD-9013-AB6963D3E052}" srcOrd="0" destOrd="0" presId="urn:microsoft.com/office/officeart/2005/8/layout/orgChart1"/>
    <dgm:cxn modelId="{07E81AF8-8BB8-46C7-A2D8-7FACD45838D3}" type="presParOf" srcId="{A33D492C-97C2-4ECD-9013-AB6963D3E052}" destId="{51A0A06F-9083-4B64-BF1F-208488A17DF3}" srcOrd="0" destOrd="0" presId="urn:microsoft.com/office/officeart/2005/8/layout/orgChart1"/>
    <dgm:cxn modelId="{505C33E4-0E01-40FF-9D26-90412AC26E57}" type="presParOf" srcId="{A33D492C-97C2-4ECD-9013-AB6963D3E052}" destId="{A1EEBBDD-F2E9-4C28-A9A5-0009780A3009}" srcOrd="1" destOrd="0" presId="urn:microsoft.com/office/officeart/2005/8/layout/orgChart1"/>
    <dgm:cxn modelId="{686E9FE6-9686-487E-9DA5-D09A87FAE6E6}" type="presParOf" srcId="{F628FFAA-52A1-4D29-8053-5C2BF7CC8B88}" destId="{61AE455E-3240-4598-A401-DEC57837BBB5}" srcOrd="1" destOrd="0" presId="urn:microsoft.com/office/officeart/2005/8/layout/orgChart1"/>
    <dgm:cxn modelId="{73850ABF-6471-476A-8879-2AA73A1EF1BD}" type="presParOf" srcId="{F628FFAA-52A1-4D29-8053-5C2BF7CC8B88}" destId="{D37582C6-D9F5-476A-B20E-366D219E905E}" srcOrd="2" destOrd="0" presId="urn:microsoft.com/office/officeart/2005/8/layout/orgChart1"/>
    <dgm:cxn modelId="{CA70F35C-5C8D-423F-835B-CED7C139178D}" type="presParOf" srcId="{AD8A91BE-A444-456C-B213-DA1461C063BB}" destId="{CC1F72F7-D610-46B2-9C2D-B79FA8B02FEA}" srcOrd="4" destOrd="0" presId="urn:microsoft.com/office/officeart/2005/8/layout/orgChart1"/>
    <dgm:cxn modelId="{3FCB35C9-078C-4FA3-9730-D3908F61304B}" type="presParOf" srcId="{AD8A91BE-A444-456C-B213-DA1461C063BB}" destId="{DBE49F9F-CAE7-4AD2-8DDD-28277536AAF5}" srcOrd="5" destOrd="0" presId="urn:microsoft.com/office/officeart/2005/8/layout/orgChart1"/>
    <dgm:cxn modelId="{FC27EA7D-488B-49EA-949A-B9003C423E36}" type="presParOf" srcId="{DBE49F9F-CAE7-4AD2-8DDD-28277536AAF5}" destId="{EC6A3827-5DE1-43C4-BBF3-FF6C88F82718}" srcOrd="0" destOrd="0" presId="urn:microsoft.com/office/officeart/2005/8/layout/orgChart1"/>
    <dgm:cxn modelId="{742EEED6-3A75-4362-9121-B7368634B8D8}" type="presParOf" srcId="{EC6A3827-5DE1-43C4-BBF3-FF6C88F82718}" destId="{7C2B11E8-C5E0-4CC4-B5BD-845AB46C57D7}" srcOrd="0" destOrd="0" presId="urn:microsoft.com/office/officeart/2005/8/layout/orgChart1"/>
    <dgm:cxn modelId="{54D80638-6BE9-4119-A7FD-7B9044FEBC07}" type="presParOf" srcId="{EC6A3827-5DE1-43C4-BBF3-FF6C88F82718}" destId="{43FE488A-98CD-47BA-9B93-13672EF30D38}" srcOrd="1" destOrd="0" presId="urn:microsoft.com/office/officeart/2005/8/layout/orgChart1"/>
    <dgm:cxn modelId="{0436C051-13F5-4B86-BF41-393C17767ED2}" type="presParOf" srcId="{DBE49F9F-CAE7-4AD2-8DDD-28277536AAF5}" destId="{5EED1E72-13B9-40C8-820D-1D2EA0AFF742}" srcOrd="1" destOrd="0" presId="urn:microsoft.com/office/officeart/2005/8/layout/orgChart1"/>
    <dgm:cxn modelId="{FDEDC532-C5C1-46EE-9A82-34DE2E06B15F}" type="presParOf" srcId="{DBE49F9F-CAE7-4AD2-8DDD-28277536AAF5}" destId="{D848AD99-2716-43B7-96EA-094CEEA4934E}" srcOrd="2" destOrd="0" presId="urn:microsoft.com/office/officeart/2005/8/layout/orgChart1"/>
    <dgm:cxn modelId="{CE410E05-6F34-4CFB-B2AD-C38F14B4A3DE}" type="presParOf" srcId="{54CA47CF-C557-4F9A-97B9-E79D54948D6B}" destId="{23B18A3D-C580-417B-9423-02F074F2F3B2}" srcOrd="2" destOrd="0" presId="urn:microsoft.com/office/officeart/2005/8/layout/orgChart1"/>
    <dgm:cxn modelId="{E56C0D35-722A-464C-8B18-9FF8BCC851EC}" type="presParOf" srcId="{28C9399C-2699-4030-9D76-2503B6EA3D95}" destId="{8A454C65-9D10-4B66-BB9B-FAE8F8D7C241}" srcOrd="2" destOrd="0" presId="urn:microsoft.com/office/officeart/2005/8/layout/orgChart1"/>
    <dgm:cxn modelId="{33D5AF0B-0FFD-4C36-9B5B-153F0B4CF51F}" type="presParOf" srcId="{28C9399C-2699-4030-9D76-2503B6EA3D95}" destId="{E0A74A4E-A47F-4996-A159-E787BC8211C2}" srcOrd="3" destOrd="0" presId="urn:microsoft.com/office/officeart/2005/8/layout/orgChart1"/>
    <dgm:cxn modelId="{345703FC-A426-45DA-B178-E57782B393AE}" type="presParOf" srcId="{E0A74A4E-A47F-4996-A159-E787BC8211C2}" destId="{7030A1F2-BFF1-4678-898D-D64FA650BDB7}" srcOrd="0" destOrd="0" presId="urn:microsoft.com/office/officeart/2005/8/layout/orgChart1"/>
    <dgm:cxn modelId="{2CA92459-74ED-45F5-B92B-C25A91E0D6AE}" type="presParOf" srcId="{7030A1F2-BFF1-4678-898D-D64FA650BDB7}" destId="{81843FFF-1D6E-4431-8281-AE6DCF47F240}" srcOrd="0" destOrd="0" presId="urn:microsoft.com/office/officeart/2005/8/layout/orgChart1"/>
    <dgm:cxn modelId="{9B811893-0048-4B05-9019-B0BEB417B2A0}" type="presParOf" srcId="{7030A1F2-BFF1-4678-898D-D64FA650BDB7}" destId="{97E49DF7-315A-423F-AB1E-412BBF2B7825}" srcOrd="1" destOrd="0" presId="urn:microsoft.com/office/officeart/2005/8/layout/orgChart1"/>
    <dgm:cxn modelId="{CE83328D-135C-440F-BDDD-203F0E372CEF}" type="presParOf" srcId="{E0A74A4E-A47F-4996-A159-E787BC8211C2}" destId="{326A2660-E57B-4AEE-9F6D-A3773E110CAC}" srcOrd="1" destOrd="0" presId="urn:microsoft.com/office/officeart/2005/8/layout/orgChart1"/>
    <dgm:cxn modelId="{2A5307D9-BB4F-411D-B033-7C3BF4257014}" type="presParOf" srcId="{326A2660-E57B-4AEE-9F6D-A3773E110CAC}" destId="{576831EC-0E16-4D60-B894-0852C656BC9E}" srcOrd="0" destOrd="0" presId="urn:microsoft.com/office/officeart/2005/8/layout/orgChart1"/>
    <dgm:cxn modelId="{F4BFEB83-3C8A-4608-8DA4-F26E18EA5E1F}" type="presParOf" srcId="{326A2660-E57B-4AEE-9F6D-A3773E110CAC}" destId="{B9A3B21B-9554-4EA6-A512-EB0FAD025437}" srcOrd="1" destOrd="0" presId="urn:microsoft.com/office/officeart/2005/8/layout/orgChart1"/>
    <dgm:cxn modelId="{44648CD5-16CF-45B7-8E98-FEED8620A537}" type="presParOf" srcId="{B9A3B21B-9554-4EA6-A512-EB0FAD025437}" destId="{6F61751E-24B6-4C46-9D1D-F3D813A5681B}" srcOrd="0" destOrd="0" presId="urn:microsoft.com/office/officeart/2005/8/layout/orgChart1"/>
    <dgm:cxn modelId="{1072AC48-3117-486B-A04B-5B0611156226}" type="presParOf" srcId="{6F61751E-24B6-4C46-9D1D-F3D813A5681B}" destId="{8BBDDD57-F717-4CC1-BC99-6B1F29017EAF}" srcOrd="0" destOrd="0" presId="urn:microsoft.com/office/officeart/2005/8/layout/orgChart1"/>
    <dgm:cxn modelId="{D41A903A-96C6-42BC-A330-9F022090F8A0}" type="presParOf" srcId="{6F61751E-24B6-4C46-9D1D-F3D813A5681B}" destId="{46B62160-E22E-4D37-A7F2-23A4A652CA83}" srcOrd="1" destOrd="0" presId="urn:microsoft.com/office/officeart/2005/8/layout/orgChart1"/>
    <dgm:cxn modelId="{622E6678-502D-4C0A-9DDA-33F0963610D0}" type="presParOf" srcId="{B9A3B21B-9554-4EA6-A512-EB0FAD025437}" destId="{33D81C6F-DC36-4443-9570-230B9C47EABB}" srcOrd="1" destOrd="0" presId="urn:microsoft.com/office/officeart/2005/8/layout/orgChart1"/>
    <dgm:cxn modelId="{55BA6E31-9A7A-4AEC-B0DA-369039C3A412}" type="presParOf" srcId="{B9A3B21B-9554-4EA6-A512-EB0FAD025437}" destId="{EFB0E5D2-CDE8-4D3C-B088-7DC9338149FC}" srcOrd="2" destOrd="0" presId="urn:microsoft.com/office/officeart/2005/8/layout/orgChart1"/>
    <dgm:cxn modelId="{8E1347A0-91D3-4FE1-8EDF-8974831BAEB1}" type="presParOf" srcId="{326A2660-E57B-4AEE-9F6D-A3773E110CAC}" destId="{19EADFD3-7AC2-4212-B7CB-45F104CD1442}" srcOrd="2" destOrd="0" presId="urn:microsoft.com/office/officeart/2005/8/layout/orgChart1"/>
    <dgm:cxn modelId="{A9BA7C9F-CB44-49C2-9FB9-114E76E4FD5B}" type="presParOf" srcId="{326A2660-E57B-4AEE-9F6D-A3773E110CAC}" destId="{162713EC-FE4D-48A5-97EB-5AA626B6E8D8}" srcOrd="3" destOrd="0" presId="urn:microsoft.com/office/officeart/2005/8/layout/orgChart1"/>
    <dgm:cxn modelId="{A4F988A2-83B3-40FA-8E5F-D39FC87DA2D0}" type="presParOf" srcId="{162713EC-FE4D-48A5-97EB-5AA626B6E8D8}" destId="{328836EC-E186-48C2-913B-D35EF61B22C7}" srcOrd="0" destOrd="0" presId="urn:microsoft.com/office/officeart/2005/8/layout/orgChart1"/>
    <dgm:cxn modelId="{1C7E5D77-6399-4B7A-926C-E86465F5E9ED}" type="presParOf" srcId="{328836EC-E186-48C2-913B-D35EF61B22C7}" destId="{10257C47-804A-4448-92FA-4A7EA962007C}" srcOrd="0" destOrd="0" presId="urn:microsoft.com/office/officeart/2005/8/layout/orgChart1"/>
    <dgm:cxn modelId="{AE74CC22-5CB8-4A23-898C-524FB0F5533A}" type="presParOf" srcId="{328836EC-E186-48C2-913B-D35EF61B22C7}" destId="{97BCF88E-4ED4-4B0C-B065-C4EA5544A299}" srcOrd="1" destOrd="0" presId="urn:microsoft.com/office/officeart/2005/8/layout/orgChart1"/>
    <dgm:cxn modelId="{CA99B1CB-F8EF-48E8-9B30-4357FD3A5B34}" type="presParOf" srcId="{162713EC-FE4D-48A5-97EB-5AA626B6E8D8}" destId="{24ED18FE-C0B7-4312-B760-87A08DCAC039}" srcOrd="1" destOrd="0" presId="urn:microsoft.com/office/officeart/2005/8/layout/orgChart1"/>
    <dgm:cxn modelId="{013DF3A6-4970-4FA9-B35F-6C8F2E1423F6}" type="presParOf" srcId="{162713EC-FE4D-48A5-97EB-5AA626B6E8D8}" destId="{4555A08D-BA7C-4744-8490-EA37A0B88041}" srcOrd="2" destOrd="0" presId="urn:microsoft.com/office/officeart/2005/8/layout/orgChart1"/>
    <dgm:cxn modelId="{B7063A04-CCC4-45C1-B5D6-6E86E83603F3}" type="presParOf" srcId="{326A2660-E57B-4AEE-9F6D-A3773E110CAC}" destId="{2F0AE643-C0CC-4E07-A9D4-A4B841EA1824}" srcOrd="4" destOrd="0" presId="urn:microsoft.com/office/officeart/2005/8/layout/orgChart1"/>
    <dgm:cxn modelId="{D7677ACD-4E15-4694-B4EF-E277BFCB6E12}" type="presParOf" srcId="{326A2660-E57B-4AEE-9F6D-A3773E110CAC}" destId="{DCE4281F-14EA-4283-9B00-D9C3AF57FD35}" srcOrd="5" destOrd="0" presId="urn:microsoft.com/office/officeart/2005/8/layout/orgChart1"/>
    <dgm:cxn modelId="{0C2D78E0-C6D3-420E-A6A5-D9F600E8F576}" type="presParOf" srcId="{DCE4281F-14EA-4283-9B00-D9C3AF57FD35}" destId="{B66D1615-3851-4C7F-978C-AC5749D314C1}" srcOrd="0" destOrd="0" presId="urn:microsoft.com/office/officeart/2005/8/layout/orgChart1"/>
    <dgm:cxn modelId="{0021C490-B87B-4E46-8605-DAFC6B935AEF}" type="presParOf" srcId="{B66D1615-3851-4C7F-978C-AC5749D314C1}" destId="{ECC9FE9A-4EBC-471B-83B9-3FE61E4BE008}" srcOrd="0" destOrd="0" presId="urn:microsoft.com/office/officeart/2005/8/layout/orgChart1"/>
    <dgm:cxn modelId="{E3A0E138-6436-48AB-8F21-931340C4ED18}" type="presParOf" srcId="{B66D1615-3851-4C7F-978C-AC5749D314C1}" destId="{03571C63-E946-4C31-B0F8-B5B64A125526}" srcOrd="1" destOrd="0" presId="urn:microsoft.com/office/officeart/2005/8/layout/orgChart1"/>
    <dgm:cxn modelId="{8352B74C-DC77-4B69-A007-95FCC63CDE56}" type="presParOf" srcId="{DCE4281F-14EA-4283-9B00-D9C3AF57FD35}" destId="{3A4DB344-A7CF-4CD8-886E-88479BC7F109}" srcOrd="1" destOrd="0" presId="urn:microsoft.com/office/officeart/2005/8/layout/orgChart1"/>
    <dgm:cxn modelId="{C04AA26D-26E7-445F-8A7F-7C5330E79763}" type="presParOf" srcId="{DCE4281F-14EA-4283-9B00-D9C3AF57FD35}" destId="{C711277D-3DFE-40C3-A9E0-BD18C8C24B38}" srcOrd="2" destOrd="0" presId="urn:microsoft.com/office/officeart/2005/8/layout/orgChart1"/>
    <dgm:cxn modelId="{448D278E-3CD9-4E41-A6B0-D7D723AFAFFE}" type="presParOf" srcId="{E0A74A4E-A47F-4996-A159-E787BC8211C2}" destId="{F367F774-D39B-487D-A7E8-BAEA85D3700C}" srcOrd="2" destOrd="0" presId="urn:microsoft.com/office/officeart/2005/8/layout/orgChart1"/>
    <dgm:cxn modelId="{63684A8E-724D-442A-AFDE-83AADC018539}" type="presParOf" srcId="{28C9399C-2699-4030-9D76-2503B6EA3D95}" destId="{65E7B7D0-41EC-42FD-A4A8-786E644AAFCB}" srcOrd="4" destOrd="0" presId="urn:microsoft.com/office/officeart/2005/8/layout/orgChart1"/>
    <dgm:cxn modelId="{6394FF60-4FF5-4ACB-AB3E-66B293379FB2}" type="presParOf" srcId="{28C9399C-2699-4030-9D76-2503B6EA3D95}" destId="{BF6FD4B8-8472-4FC2-A9B9-6EB805E966C7}" srcOrd="5" destOrd="0" presId="urn:microsoft.com/office/officeart/2005/8/layout/orgChart1"/>
    <dgm:cxn modelId="{AE82A33A-49D2-4418-9B1A-B4A6E9EC64B0}" type="presParOf" srcId="{BF6FD4B8-8472-4FC2-A9B9-6EB805E966C7}" destId="{A2EBAD68-1D64-45EF-8368-745EF6377CF6}" srcOrd="0" destOrd="0" presId="urn:microsoft.com/office/officeart/2005/8/layout/orgChart1"/>
    <dgm:cxn modelId="{82EDF67A-FDF9-4AC1-B35B-94B05B54E321}" type="presParOf" srcId="{A2EBAD68-1D64-45EF-8368-745EF6377CF6}" destId="{68751DE7-C829-4E6D-BE93-A0A7E61B450A}" srcOrd="0" destOrd="0" presId="urn:microsoft.com/office/officeart/2005/8/layout/orgChart1"/>
    <dgm:cxn modelId="{4DFE26D4-1B39-46F1-A45A-0F8A53246B49}" type="presParOf" srcId="{A2EBAD68-1D64-45EF-8368-745EF6377CF6}" destId="{270BE485-88D8-4984-87BA-BC8DEAD8A77B}" srcOrd="1" destOrd="0" presId="urn:microsoft.com/office/officeart/2005/8/layout/orgChart1"/>
    <dgm:cxn modelId="{4AF685D0-7080-4C4E-9317-04B341F3AD5D}" type="presParOf" srcId="{BF6FD4B8-8472-4FC2-A9B9-6EB805E966C7}" destId="{7F87E443-0751-4F76-ACCB-736DA8C0F504}" srcOrd="1" destOrd="0" presId="urn:microsoft.com/office/officeart/2005/8/layout/orgChart1"/>
    <dgm:cxn modelId="{27E27165-44FE-4C58-8DE6-46705F297167}" type="presParOf" srcId="{7F87E443-0751-4F76-ACCB-736DA8C0F504}" destId="{5613E1B3-51F2-4F9B-8211-E347D247AAC4}" srcOrd="0" destOrd="0" presId="urn:microsoft.com/office/officeart/2005/8/layout/orgChart1"/>
    <dgm:cxn modelId="{FA687F3F-9029-4D65-A124-AC9AC38BBB4D}" type="presParOf" srcId="{7F87E443-0751-4F76-ACCB-736DA8C0F504}" destId="{9A89C313-9750-4A39-B127-94A100AB8E1D}" srcOrd="1" destOrd="0" presId="urn:microsoft.com/office/officeart/2005/8/layout/orgChart1"/>
    <dgm:cxn modelId="{7FF846DD-B8BC-4AA3-982A-8DB3D9297B7C}" type="presParOf" srcId="{9A89C313-9750-4A39-B127-94A100AB8E1D}" destId="{E3D232BD-9F9E-41F4-B620-33DE5786DA87}" srcOrd="0" destOrd="0" presId="urn:microsoft.com/office/officeart/2005/8/layout/orgChart1"/>
    <dgm:cxn modelId="{D07BFD47-0078-4415-9AA8-67BC0007C600}" type="presParOf" srcId="{E3D232BD-9F9E-41F4-B620-33DE5786DA87}" destId="{815DB7CD-0AB6-43B7-98B5-78DD1A813FAC}" srcOrd="0" destOrd="0" presId="urn:microsoft.com/office/officeart/2005/8/layout/orgChart1"/>
    <dgm:cxn modelId="{699CEE31-B0E5-460D-A476-8BDBFD7C73A7}" type="presParOf" srcId="{E3D232BD-9F9E-41F4-B620-33DE5786DA87}" destId="{FD88BFD7-3F23-4250-9656-2C8641F7835F}" srcOrd="1" destOrd="0" presId="urn:microsoft.com/office/officeart/2005/8/layout/orgChart1"/>
    <dgm:cxn modelId="{4A5CE724-98BA-42B9-BD09-8523153AC92A}" type="presParOf" srcId="{9A89C313-9750-4A39-B127-94A100AB8E1D}" destId="{48E5E4E5-838A-45A6-AB2C-7A65A1AACB20}" srcOrd="1" destOrd="0" presId="urn:microsoft.com/office/officeart/2005/8/layout/orgChart1"/>
    <dgm:cxn modelId="{78CDCDF6-A3DA-414B-9E35-D5F159A0C287}" type="presParOf" srcId="{9A89C313-9750-4A39-B127-94A100AB8E1D}" destId="{BD2E885B-E79E-4E71-9CD6-7C0D0015542C}" srcOrd="2" destOrd="0" presId="urn:microsoft.com/office/officeart/2005/8/layout/orgChart1"/>
    <dgm:cxn modelId="{7963F2C1-A754-4088-9061-B194F34946ED}" type="presParOf" srcId="{7F87E443-0751-4F76-ACCB-736DA8C0F504}" destId="{4F88E53E-0F43-42C0-AEE2-22F2493A9213}" srcOrd="2" destOrd="0" presId="urn:microsoft.com/office/officeart/2005/8/layout/orgChart1"/>
    <dgm:cxn modelId="{B47F989D-5729-413A-A66D-584DDB6D2C05}" type="presParOf" srcId="{7F87E443-0751-4F76-ACCB-736DA8C0F504}" destId="{317D667A-B77D-48C1-AAD0-18E458390A6F}" srcOrd="3" destOrd="0" presId="urn:microsoft.com/office/officeart/2005/8/layout/orgChart1"/>
    <dgm:cxn modelId="{07576EDC-4D36-442C-8993-9791277D9668}" type="presParOf" srcId="{317D667A-B77D-48C1-AAD0-18E458390A6F}" destId="{841A28D4-EA9A-4A9F-AF1A-A26B9435B876}" srcOrd="0" destOrd="0" presId="urn:microsoft.com/office/officeart/2005/8/layout/orgChart1"/>
    <dgm:cxn modelId="{363AD113-C0EC-4DE7-8243-FE9665EB0092}" type="presParOf" srcId="{841A28D4-EA9A-4A9F-AF1A-A26B9435B876}" destId="{B7B7549F-33CC-4264-ACED-07169E3A1C83}" srcOrd="0" destOrd="0" presId="urn:microsoft.com/office/officeart/2005/8/layout/orgChart1"/>
    <dgm:cxn modelId="{8AC9A2F6-1605-4CC8-81DA-3520FB07F053}" type="presParOf" srcId="{841A28D4-EA9A-4A9F-AF1A-A26B9435B876}" destId="{1E6AB8F8-F3C7-4B07-B358-2CE8EE72296B}" srcOrd="1" destOrd="0" presId="urn:microsoft.com/office/officeart/2005/8/layout/orgChart1"/>
    <dgm:cxn modelId="{1970EEBC-993E-4995-AAC8-8CF2CCA2CE71}" type="presParOf" srcId="{317D667A-B77D-48C1-AAD0-18E458390A6F}" destId="{DE1A8637-406B-4CA9-8271-DF50D6C2E467}" srcOrd="1" destOrd="0" presId="urn:microsoft.com/office/officeart/2005/8/layout/orgChart1"/>
    <dgm:cxn modelId="{F4BFD0EB-B5FD-4881-A0FE-8B2FE6366F6F}" type="presParOf" srcId="{317D667A-B77D-48C1-AAD0-18E458390A6F}" destId="{801A3BF6-CE75-4FE9-AD53-BE26B9838163}" srcOrd="2" destOrd="0" presId="urn:microsoft.com/office/officeart/2005/8/layout/orgChart1"/>
    <dgm:cxn modelId="{A31AF455-8AE7-4AB2-BF85-9AFCD6B27DB3}" type="presParOf" srcId="{7F87E443-0751-4F76-ACCB-736DA8C0F504}" destId="{43023BD5-EFE1-4727-B23C-C5664FDD9773}" srcOrd="4" destOrd="0" presId="urn:microsoft.com/office/officeart/2005/8/layout/orgChart1"/>
    <dgm:cxn modelId="{A5CBCF1D-8DD4-4A61-942C-52F226286B94}" type="presParOf" srcId="{7F87E443-0751-4F76-ACCB-736DA8C0F504}" destId="{4972657B-5D31-424E-8D5C-DD408193CC65}" srcOrd="5" destOrd="0" presId="urn:microsoft.com/office/officeart/2005/8/layout/orgChart1"/>
    <dgm:cxn modelId="{7CAFAC2B-09D9-4F44-B6A1-85C46AC7F3FD}" type="presParOf" srcId="{4972657B-5D31-424E-8D5C-DD408193CC65}" destId="{30BCA102-6E9C-4A40-AE4E-6E447F185D15}" srcOrd="0" destOrd="0" presId="urn:microsoft.com/office/officeart/2005/8/layout/orgChart1"/>
    <dgm:cxn modelId="{80F992EC-8307-43B0-8DC0-24DD3706F07C}" type="presParOf" srcId="{30BCA102-6E9C-4A40-AE4E-6E447F185D15}" destId="{ED48CF19-DDA4-432F-BA0D-88ABB815EFF8}" srcOrd="0" destOrd="0" presId="urn:microsoft.com/office/officeart/2005/8/layout/orgChart1"/>
    <dgm:cxn modelId="{F3E045ED-01FD-4CEF-B0A0-70F9400A8535}" type="presParOf" srcId="{30BCA102-6E9C-4A40-AE4E-6E447F185D15}" destId="{17319907-0A90-471A-A91D-50028E476851}" srcOrd="1" destOrd="0" presId="urn:microsoft.com/office/officeart/2005/8/layout/orgChart1"/>
    <dgm:cxn modelId="{9C7C4C27-C31C-4A22-9033-80A3AB31AC84}" type="presParOf" srcId="{4972657B-5D31-424E-8D5C-DD408193CC65}" destId="{F752914E-A4F6-41C0-80E1-49B1BEEB2683}" srcOrd="1" destOrd="0" presId="urn:microsoft.com/office/officeart/2005/8/layout/orgChart1"/>
    <dgm:cxn modelId="{87F6E5AB-8587-407C-B06B-8FC3C6014D92}" type="presParOf" srcId="{4972657B-5D31-424E-8D5C-DD408193CC65}" destId="{8F9313F5-6A9F-4797-96A1-AC3BFDEC1EAD}" srcOrd="2" destOrd="0" presId="urn:microsoft.com/office/officeart/2005/8/layout/orgChart1"/>
    <dgm:cxn modelId="{6812093D-DCC0-4CF0-97D2-12EE3A06970F}" type="presParOf" srcId="{BF6FD4B8-8472-4FC2-A9B9-6EB805E966C7}" destId="{B8FF03EA-49AE-4D8B-893D-3F41E4A50DB6}" srcOrd="2" destOrd="0" presId="urn:microsoft.com/office/officeart/2005/8/layout/orgChart1"/>
    <dgm:cxn modelId="{5A44AB2A-8218-4075-8E78-DD2466426F1A}" type="presParOf" srcId="{28C9399C-2699-4030-9D76-2503B6EA3D95}" destId="{C6DFA708-0D25-4AA1-9265-C276110F5EF1}" srcOrd="6" destOrd="0" presId="urn:microsoft.com/office/officeart/2005/8/layout/orgChart1"/>
    <dgm:cxn modelId="{0C05FE7E-E74F-4D6B-B5E5-7B5CD150C539}" type="presParOf" srcId="{28C9399C-2699-4030-9D76-2503B6EA3D95}" destId="{164C7ED4-7706-4021-B36B-B551D492917B}" srcOrd="7" destOrd="0" presId="urn:microsoft.com/office/officeart/2005/8/layout/orgChart1"/>
    <dgm:cxn modelId="{484DF551-1FD5-4CA4-8C55-82DF6A0DC21E}" type="presParOf" srcId="{164C7ED4-7706-4021-B36B-B551D492917B}" destId="{73D17F28-BE24-4799-84B4-3CC811C5428D}" srcOrd="0" destOrd="0" presId="urn:microsoft.com/office/officeart/2005/8/layout/orgChart1"/>
    <dgm:cxn modelId="{CC15524F-26E7-4D37-A52B-3E5EB61AC5B9}" type="presParOf" srcId="{73D17F28-BE24-4799-84B4-3CC811C5428D}" destId="{5E71BA9E-1F97-4803-98D4-F673EF490CBC}" srcOrd="0" destOrd="0" presId="urn:microsoft.com/office/officeart/2005/8/layout/orgChart1"/>
    <dgm:cxn modelId="{74764099-8D9C-4BF2-807E-55E91CDCFF36}" type="presParOf" srcId="{73D17F28-BE24-4799-84B4-3CC811C5428D}" destId="{DBC3E753-67B0-4873-A4FB-4BFABC758CCC}" srcOrd="1" destOrd="0" presId="urn:microsoft.com/office/officeart/2005/8/layout/orgChart1"/>
    <dgm:cxn modelId="{538C6C15-EE04-484D-AD92-B82BBCE1AC0E}" type="presParOf" srcId="{164C7ED4-7706-4021-B36B-B551D492917B}" destId="{21599FF3-86C5-43AF-A27A-BBC6F3DA1379}" srcOrd="1" destOrd="0" presId="urn:microsoft.com/office/officeart/2005/8/layout/orgChart1"/>
    <dgm:cxn modelId="{836F8235-B0AE-45A2-872C-3145F24FB0AC}" type="presParOf" srcId="{164C7ED4-7706-4021-B36B-B551D492917B}" destId="{EEF898F0-A212-4CF0-B5B9-DD13F6D718A3}" srcOrd="2" destOrd="0" presId="urn:microsoft.com/office/officeart/2005/8/layout/orgChart1"/>
    <dgm:cxn modelId="{4B7BE775-C2C6-41E4-9C9C-C1ACB8D696D6}" type="presParOf" srcId="{AB6C4915-A3A8-42CE-AD6C-ED8450930C75}" destId="{8D50CFE0-8F17-4811-865C-8AC149DB8637}" srcOrd="2" destOrd="0" presId="urn:microsoft.com/office/officeart/2005/8/layout/orgChart1"/>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652AA3E-4233-43FC-8502-4C6C8572C00F}" type="doc">
      <dgm:prSet loTypeId="urn:microsoft.com/office/officeart/2005/8/layout/hierarchy2" loCatId="hierarchy" qsTypeId="urn:microsoft.com/office/officeart/2005/8/quickstyle/simple1" qsCatId="simple" csTypeId="urn:microsoft.com/office/officeart/2005/8/colors/colorful2" csCatId="colorful" phldr="1"/>
      <dgm:spPr/>
      <dgm:t>
        <a:bodyPr/>
        <a:lstStyle/>
        <a:p>
          <a:endParaRPr lang="en-US"/>
        </a:p>
      </dgm:t>
    </dgm:pt>
    <dgm:pt modelId="{841DEDA3-1117-48E8-A4B0-282643FEA3A7}">
      <dgm:prSet phldrT="[Text]" custT="1"/>
      <dgm:spPr/>
      <dgm:t>
        <a:bodyPr/>
        <a:lstStyle/>
        <a:p>
          <a:r>
            <a:rPr lang="en-US" sz="2200" smtClean="0"/>
            <a:t>Portal</a:t>
          </a:r>
          <a:endParaRPr lang="en-US" sz="2200"/>
        </a:p>
      </dgm:t>
    </dgm:pt>
    <dgm:pt modelId="{B742AEE3-B880-476D-9A62-BC6B145F230B}" type="parTrans" cxnId="{5229EBEB-BB7F-44CB-A457-795CCB8F0C16}">
      <dgm:prSet/>
      <dgm:spPr/>
      <dgm:t>
        <a:bodyPr/>
        <a:lstStyle/>
        <a:p>
          <a:endParaRPr lang="en-US"/>
        </a:p>
      </dgm:t>
    </dgm:pt>
    <dgm:pt modelId="{B786DD57-D71B-44D7-BDC0-D1370A8690D2}" type="sibTrans" cxnId="{5229EBEB-BB7F-44CB-A457-795CCB8F0C16}">
      <dgm:prSet/>
      <dgm:spPr/>
      <dgm:t>
        <a:bodyPr/>
        <a:lstStyle/>
        <a:p>
          <a:endParaRPr lang="en-US"/>
        </a:p>
      </dgm:t>
    </dgm:pt>
    <dgm:pt modelId="{1CE52511-4A13-4CD4-A86F-C502A55A99FA}">
      <dgm:prSet phldrT="[Text]" custT="1"/>
      <dgm:spPr/>
      <dgm:t>
        <a:bodyPr/>
        <a:lstStyle/>
        <a:p>
          <a:r>
            <a:rPr lang="en-US" sz="2200" smtClean="0"/>
            <a:t>Authentication</a:t>
          </a:r>
          <a:endParaRPr lang="en-US" sz="2200"/>
        </a:p>
      </dgm:t>
    </dgm:pt>
    <dgm:pt modelId="{1FE8C7D0-EC32-411F-9023-06BCDD6D7E89}" type="parTrans" cxnId="{D7DE5705-7ED5-4E6F-A67C-4AA7E1C3D4F4}">
      <dgm:prSet/>
      <dgm:spPr/>
      <dgm:t>
        <a:bodyPr/>
        <a:lstStyle/>
        <a:p>
          <a:endParaRPr lang="en-US"/>
        </a:p>
      </dgm:t>
    </dgm:pt>
    <dgm:pt modelId="{E207C995-6347-446D-B116-B86BBC90A255}" type="sibTrans" cxnId="{D7DE5705-7ED5-4E6F-A67C-4AA7E1C3D4F4}">
      <dgm:prSet/>
      <dgm:spPr/>
      <dgm:t>
        <a:bodyPr/>
        <a:lstStyle/>
        <a:p>
          <a:endParaRPr lang="en-US"/>
        </a:p>
      </dgm:t>
    </dgm:pt>
    <dgm:pt modelId="{9DFE1742-4D46-411E-A85A-3E20822C6506}">
      <dgm:prSet phldrT="[Text]" custT="1"/>
      <dgm:spPr/>
      <dgm:t>
        <a:bodyPr/>
        <a:lstStyle/>
        <a:p>
          <a:r>
            <a:rPr lang="en-US" sz="2200" smtClean="0"/>
            <a:t>Login</a:t>
          </a:r>
          <a:endParaRPr lang="en-US" sz="2200"/>
        </a:p>
      </dgm:t>
    </dgm:pt>
    <dgm:pt modelId="{0DBBB45D-516A-4757-A37A-0C2F42CC27CD}" type="parTrans" cxnId="{B1A8732D-72FF-4F63-9735-0E92D8ADC37F}">
      <dgm:prSet/>
      <dgm:spPr/>
      <dgm:t>
        <a:bodyPr/>
        <a:lstStyle/>
        <a:p>
          <a:endParaRPr lang="en-US"/>
        </a:p>
      </dgm:t>
    </dgm:pt>
    <dgm:pt modelId="{2C970812-5D6B-40B6-80B1-78C855B4418D}" type="sibTrans" cxnId="{B1A8732D-72FF-4F63-9735-0E92D8ADC37F}">
      <dgm:prSet/>
      <dgm:spPr/>
      <dgm:t>
        <a:bodyPr/>
        <a:lstStyle/>
        <a:p>
          <a:endParaRPr lang="en-US"/>
        </a:p>
      </dgm:t>
    </dgm:pt>
    <dgm:pt modelId="{9348C04A-61F9-45B9-A2D1-9DA0CA5F9DBE}">
      <dgm:prSet phldrT="[Text]" custT="1"/>
      <dgm:spPr/>
      <dgm:t>
        <a:bodyPr/>
        <a:lstStyle/>
        <a:p>
          <a:r>
            <a:rPr lang="en-US" sz="2200" smtClean="0"/>
            <a:t>Forgot password</a:t>
          </a:r>
          <a:endParaRPr lang="en-US" sz="2200"/>
        </a:p>
      </dgm:t>
    </dgm:pt>
    <dgm:pt modelId="{7CE8BA93-C5B4-42E6-9974-EA88FA002AC7}" type="parTrans" cxnId="{F67893B2-5070-4E55-BCEC-054969401D74}">
      <dgm:prSet/>
      <dgm:spPr/>
      <dgm:t>
        <a:bodyPr/>
        <a:lstStyle/>
        <a:p>
          <a:endParaRPr lang="en-US"/>
        </a:p>
      </dgm:t>
    </dgm:pt>
    <dgm:pt modelId="{63630532-8070-4B81-A3DC-FA7A15AE351A}" type="sibTrans" cxnId="{F67893B2-5070-4E55-BCEC-054969401D74}">
      <dgm:prSet/>
      <dgm:spPr/>
      <dgm:t>
        <a:bodyPr/>
        <a:lstStyle/>
        <a:p>
          <a:endParaRPr lang="en-US"/>
        </a:p>
      </dgm:t>
    </dgm:pt>
    <dgm:pt modelId="{28D709BA-D5D4-4969-8E34-0F0B48D6BC24}">
      <dgm:prSet phldrT="[Text]" custT="1"/>
      <dgm:spPr/>
      <dgm:t>
        <a:bodyPr/>
        <a:lstStyle/>
        <a:p>
          <a:r>
            <a:rPr lang="en-US" sz="2200" smtClean="0"/>
            <a:t>Authorization</a:t>
          </a:r>
          <a:endParaRPr lang="en-US" sz="2200"/>
        </a:p>
      </dgm:t>
    </dgm:pt>
    <dgm:pt modelId="{3D1E767B-BFED-40EA-B06B-2067B1838728}" type="parTrans" cxnId="{2E2079C9-A47D-498E-809A-60271282C7D8}">
      <dgm:prSet/>
      <dgm:spPr/>
      <dgm:t>
        <a:bodyPr/>
        <a:lstStyle/>
        <a:p>
          <a:endParaRPr lang="en-US"/>
        </a:p>
      </dgm:t>
    </dgm:pt>
    <dgm:pt modelId="{BB7AB8C9-DEE6-4BFF-9650-661A3F0DF01D}" type="sibTrans" cxnId="{2E2079C9-A47D-498E-809A-60271282C7D8}">
      <dgm:prSet/>
      <dgm:spPr/>
      <dgm:t>
        <a:bodyPr/>
        <a:lstStyle/>
        <a:p>
          <a:endParaRPr lang="en-US"/>
        </a:p>
      </dgm:t>
    </dgm:pt>
    <dgm:pt modelId="{DA0C6F8B-BC06-4BD8-BB2E-4C44A64BD047}">
      <dgm:prSet phldrT="[Text]" custT="1"/>
      <dgm:spPr/>
      <dgm:t>
        <a:bodyPr/>
        <a:lstStyle/>
        <a:p>
          <a:r>
            <a:rPr lang="en-US" sz="2200" smtClean="0"/>
            <a:t>Roles</a:t>
          </a:r>
          <a:endParaRPr lang="en-US" sz="2200"/>
        </a:p>
      </dgm:t>
    </dgm:pt>
    <dgm:pt modelId="{92D8B8B0-42F6-49BA-BBCA-481C9FB40E28}" type="parTrans" cxnId="{371933C1-1282-468D-AC11-4429E9FF8331}">
      <dgm:prSet/>
      <dgm:spPr/>
      <dgm:t>
        <a:bodyPr/>
        <a:lstStyle/>
        <a:p>
          <a:endParaRPr lang="en-US"/>
        </a:p>
      </dgm:t>
    </dgm:pt>
    <dgm:pt modelId="{8A02385D-774B-49EE-B451-CF7B53A63792}" type="sibTrans" cxnId="{371933C1-1282-468D-AC11-4429E9FF8331}">
      <dgm:prSet/>
      <dgm:spPr/>
      <dgm:t>
        <a:bodyPr/>
        <a:lstStyle/>
        <a:p>
          <a:endParaRPr lang="en-US"/>
        </a:p>
      </dgm:t>
    </dgm:pt>
    <dgm:pt modelId="{40C2F971-BE5C-41B9-B472-3F1017E37A62}">
      <dgm:prSet phldrT="[Text]" custT="1"/>
      <dgm:spPr/>
      <dgm:t>
        <a:bodyPr/>
        <a:lstStyle/>
        <a:p>
          <a:r>
            <a:rPr lang="en-US" sz="2200" smtClean="0"/>
            <a:t>Users</a:t>
          </a:r>
          <a:endParaRPr lang="en-US" sz="2200"/>
        </a:p>
      </dgm:t>
    </dgm:pt>
    <dgm:pt modelId="{A522901A-8D12-4ABD-BA7F-9BB0B641BAB8}" type="parTrans" cxnId="{F666FF61-3B4A-44BF-A099-6ED3DC8E9304}">
      <dgm:prSet/>
      <dgm:spPr/>
      <dgm:t>
        <a:bodyPr/>
        <a:lstStyle/>
        <a:p>
          <a:endParaRPr lang="en-US"/>
        </a:p>
      </dgm:t>
    </dgm:pt>
    <dgm:pt modelId="{55AEDA52-9E9A-4B32-8298-D98C07F39513}" type="sibTrans" cxnId="{F666FF61-3B4A-44BF-A099-6ED3DC8E9304}">
      <dgm:prSet/>
      <dgm:spPr/>
      <dgm:t>
        <a:bodyPr/>
        <a:lstStyle/>
        <a:p>
          <a:endParaRPr lang="en-US"/>
        </a:p>
      </dgm:t>
    </dgm:pt>
    <dgm:pt modelId="{02FFF590-7644-4B9D-9818-56643B003FF8}">
      <dgm:prSet phldrT="[Text]" custT="1"/>
      <dgm:spPr/>
      <dgm:t>
        <a:bodyPr/>
        <a:lstStyle/>
        <a:p>
          <a:r>
            <a:rPr lang="en-US" sz="2200" smtClean="0"/>
            <a:t>Theme</a:t>
          </a:r>
          <a:endParaRPr lang="en-US" sz="2200"/>
        </a:p>
      </dgm:t>
    </dgm:pt>
    <dgm:pt modelId="{D0E3BDFE-FD5D-4B3A-BE2C-FE49D8D2ECE4}" type="parTrans" cxnId="{30A8496B-9C8C-46EC-81AD-438C273918B5}">
      <dgm:prSet/>
      <dgm:spPr/>
      <dgm:t>
        <a:bodyPr/>
        <a:lstStyle/>
        <a:p>
          <a:endParaRPr lang="en-US"/>
        </a:p>
      </dgm:t>
    </dgm:pt>
    <dgm:pt modelId="{65D7E83C-E74F-4326-A3E5-59527F2FCA32}" type="sibTrans" cxnId="{30A8496B-9C8C-46EC-81AD-438C273918B5}">
      <dgm:prSet/>
      <dgm:spPr/>
      <dgm:t>
        <a:bodyPr/>
        <a:lstStyle/>
        <a:p>
          <a:endParaRPr lang="en-US"/>
        </a:p>
      </dgm:t>
    </dgm:pt>
    <dgm:pt modelId="{8672FDA0-E5D7-4500-98A0-E6CD164EA43C}">
      <dgm:prSet phldrT="[Text]" custT="1"/>
      <dgm:spPr/>
      <dgm:t>
        <a:bodyPr/>
        <a:lstStyle/>
        <a:p>
          <a:r>
            <a:rPr lang="en-US" sz="2200" smtClean="0"/>
            <a:t>Module theme</a:t>
          </a:r>
          <a:endParaRPr lang="en-US" sz="2200"/>
        </a:p>
      </dgm:t>
    </dgm:pt>
    <dgm:pt modelId="{7C913C15-AB94-4C64-BD77-74EEE0F19FD2}" type="parTrans" cxnId="{4F32FFF3-A2C0-4375-B27E-AFE611FBC4CD}">
      <dgm:prSet/>
      <dgm:spPr/>
      <dgm:t>
        <a:bodyPr/>
        <a:lstStyle/>
        <a:p>
          <a:endParaRPr lang="en-US"/>
        </a:p>
      </dgm:t>
    </dgm:pt>
    <dgm:pt modelId="{BB426EAF-FD38-4739-8241-B3E017BC5A76}" type="sibTrans" cxnId="{4F32FFF3-A2C0-4375-B27E-AFE611FBC4CD}">
      <dgm:prSet/>
      <dgm:spPr/>
      <dgm:t>
        <a:bodyPr/>
        <a:lstStyle/>
        <a:p>
          <a:endParaRPr lang="en-US"/>
        </a:p>
      </dgm:t>
    </dgm:pt>
    <dgm:pt modelId="{299EE25C-7959-4A71-813E-8364035215BA}">
      <dgm:prSet phldrT="[Text]" custT="1"/>
      <dgm:spPr/>
      <dgm:t>
        <a:bodyPr/>
        <a:lstStyle/>
        <a:p>
          <a:r>
            <a:rPr lang="en-US" sz="2200" smtClean="0"/>
            <a:t>System theme</a:t>
          </a:r>
          <a:endParaRPr lang="en-US" sz="2200"/>
        </a:p>
      </dgm:t>
    </dgm:pt>
    <dgm:pt modelId="{263F8897-F6CA-49E3-975B-B9D832AEBCF6}" type="parTrans" cxnId="{7A719C8C-15AF-4DD8-8FA3-7338322BCA7E}">
      <dgm:prSet/>
      <dgm:spPr/>
      <dgm:t>
        <a:bodyPr/>
        <a:lstStyle/>
        <a:p>
          <a:endParaRPr lang="en-US"/>
        </a:p>
      </dgm:t>
    </dgm:pt>
    <dgm:pt modelId="{B17FEF1E-4634-427A-921D-28ED24B78AC0}" type="sibTrans" cxnId="{7A719C8C-15AF-4DD8-8FA3-7338322BCA7E}">
      <dgm:prSet/>
      <dgm:spPr/>
      <dgm:t>
        <a:bodyPr/>
        <a:lstStyle/>
        <a:p>
          <a:endParaRPr lang="en-US"/>
        </a:p>
      </dgm:t>
    </dgm:pt>
    <dgm:pt modelId="{884110F2-EB08-4B79-8FA7-0017B6758A8C}">
      <dgm:prSet phldrT="[Text]" custT="1"/>
      <dgm:spPr/>
      <dgm:t>
        <a:bodyPr/>
        <a:lstStyle/>
        <a:p>
          <a:r>
            <a:rPr lang="en-US" sz="2200" smtClean="0"/>
            <a:t>User’s theme</a:t>
          </a:r>
          <a:endParaRPr lang="en-US" sz="2200"/>
        </a:p>
      </dgm:t>
    </dgm:pt>
    <dgm:pt modelId="{F5D09629-314F-4AEC-85FE-1472E61922F0}" type="parTrans" cxnId="{7107AE42-A4AA-4071-9868-5821385DD8D7}">
      <dgm:prSet/>
      <dgm:spPr/>
      <dgm:t>
        <a:bodyPr/>
        <a:lstStyle/>
        <a:p>
          <a:endParaRPr lang="en-US"/>
        </a:p>
      </dgm:t>
    </dgm:pt>
    <dgm:pt modelId="{53CB77CE-BF5C-4E1F-B874-325344E66E66}" type="sibTrans" cxnId="{7107AE42-A4AA-4071-9868-5821385DD8D7}">
      <dgm:prSet/>
      <dgm:spPr/>
      <dgm:t>
        <a:bodyPr/>
        <a:lstStyle/>
        <a:p>
          <a:endParaRPr lang="en-US"/>
        </a:p>
      </dgm:t>
    </dgm:pt>
    <dgm:pt modelId="{77B8962E-0B87-42EA-A696-A52166E4014C}" type="pres">
      <dgm:prSet presAssocID="{8652AA3E-4233-43FC-8502-4C6C8572C00F}" presName="diagram" presStyleCnt="0">
        <dgm:presLayoutVars>
          <dgm:chPref val="1"/>
          <dgm:dir/>
          <dgm:animOne val="branch"/>
          <dgm:animLvl val="lvl"/>
          <dgm:resizeHandles val="exact"/>
        </dgm:presLayoutVars>
      </dgm:prSet>
      <dgm:spPr/>
      <dgm:t>
        <a:bodyPr/>
        <a:lstStyle/>
        <a:p>
          <a:endParaRPr lang="en-US"/>
        </a:p>
      </dgm:t>
    </dgm:pt>
    <dgm:pt modelId="{07545A34-D6FA-4888-BAA6-2C915D3E8671}" type="pres">
      <dgm:prSet presAssocID="{841DEDA3-1117-48E8-A4B0-282643FEA3A7}" presName="root1" presStyleCnt="0"/>
      <dgm:spPr/>
      <dgm:t>
        <a:bodyPr/>
        <a:lstStyle/>
        <a:p>
          <a:endParaRPr lang="en-US"/>
        </a:p>
      </dgm:t>
    </dgm:pt>
    <dgm:pt modelId="{65E191A3-F08A-405A-A250-34C022BC3DF3}" type="pres">
      <dgm:prSet presAssocID="{841DEDA3-1117-48E8-A4B0-282643FEA3A7}" presName="LevelOneTextNode" presStyleLbl="node0" presStyleIdx="0" presStyleCnt="1" custScaleX="150668">
        <dgm:presLayoutVars>
          <dgm:chPref val="3"/>
        </dgm:presLayoutVars>
      </dgm:prSet>
      <dgm:spPr/>
      <dgm:t>
        <a:bodyPr/>
        <a:lstStyle/>
        <a:p>
          <a:endParaRPr lang="en-US"/>
        </a:p>
      </dgm:t>
    </dgm:pt>
    <dgm:pt modelId="{66521D61-42D1-4F34-A7C3-77D827BE6976}" type="pres">
      <dgm:prSet presAssocID="{841DEDA3-1117-48E8-A4B0-282643FEA3A7}" presName="level2hierChild" presStyleCnt="0"/>
      <dgm:spPr/>
      <dgm:t>
        <a:bodyPr/>
        <a:lstStyle/>
        <a:p>
          <a:endParaRPr lang="en-US"/>
        </a:p>
      </dgm:t>
    </dgm:pt>
    <dgm:pt modelId="{6100AF8A-E6AE-4182-B152-CEA84455EF96}" type="pres">
      <dgm:prSet presAssocID="{1FE8C7D0-EC32-411F-9023-06BCDD6D7E89}" presName="conn2-1" presStyleLbl="parChTrans1D2" presStyleIdx="0" presStyleCnt="3"/>
      <dgm:spPr/>
      <dgm:t>
        <a:bodyPr/>
        <a:lstStyle/>
        <a:p>
          <a:endParaRPr lang="en-US"/>
        </a:p>
      </dgm:t>
    </dgm:pt>
    <dgm:pt modelId="{923E020F-A926-4112-B6B2-9A54B2AE0E11}" type="pres">
      <dgm:prSet presAssocID="{1FE8C7D0-EC32-411F-9023-06BCDD6D7E89}" presName="connTx" presStyleLbl="parChTrans1D2" presStyleIdx="0" presStyleCnt="3"/>
      <dgm:spPr/>
      <dgm:t>
        <a:bodyPr/>
        <a:lstStyle/>
        <a:p>
          <a:endParaRPr lang="en-US"/>
        </a:p>
      </dgm:t>
    </dgm:pt>
    <dgm:pt modelId="{21E494F7-96D0-4AD3-910B-1611C06F0F89}" type="pres">
      <dgm:prSet presAssocID="{1CE52511-4A13-4CD4-A86F-C502A55A99FA}" presName="root2" presStyleCnt="0"/>
      <dgm:spPr/>
      <dgm:t>
        <a:bodyPr/>
        <a:lstStyle/>
        <a:p>
          <a:endParaRPr lang="en-US"/>
        </a:p>
      </dgm:t>
    </dgm:pt>
    <dgm:pt modelId="{C7C7B875-FE84-4848-AA45-1DCA50048F1F}" type="pres">
      <dgm:prSet presAssocID="{1CE52511-4A13-4CD4-A86F-C502A55A99FA}" presName="LevelTwoTextNode" presStyleLbl="node2" presStyleIdx="0" presStyleCnt="3" custScaleX="150668">
        <dgm:presLayoutVars>
          <dgm:chPref val="3"/>
        </dgm:presLayoutVars>
      </dgm:prSet>
      <dgm:spPr/>
      <dgm:t>
        <a:bodyPr/>
        <a:lstStyle/>
        <a:p>
          <a:endParaRPr lang="en-US"/>
        </a:p>
      </dgm:t>
    </dgm:pt>
    <dgm:pt modelId="{F7852A3B-97C0-4E32-AAD1-5D0DE036BEAA}" type="pres">
      <dgm:prSet presAssocID="{1CE52511-4A13-4CD4-A86F-C502A55A99FA}" presName="level3hierChild" presStyleCnt="0"/>
      <dgm:spPr/>
      <dgm:t>
        <a:bodyPr/>
        <a:lstStyle/>
        <a:p>
          <a:endParaRPr lang="en-US"/>
        </a:p>
      </dgm:t>
    </dgm:pt>
    <dgm:pt modelId="{75683A1B-254D-445D-BD4B-0FEBCFB0F62A}" type="pres">
      <dgm:prSet presAssocID="{0DBBB45D-516A-4757-A37A-0C2F42CC27CD}" presName="conn2-1" presStyleLbl="parChTrans1D3" presStyleIdx="0" presStyleCnt="7"/>
      <dgm:spPr/>
      <dgm:t>
        <a:bodyPr/>
        <a:lstStyle/>
        <a:p>
          <a:endParaRPr lang="en-US"/>
        </a:p>
      </dgm:t>
    </dgm:pt>
    <dgm:pt modelId="{14E5E512-C44D-4FFA-B9AA-4E47286082B8}" type="pres">
      <dgm:prSet presAssocID="{0DBBB45D-516A-4757-A37A-0C2F42CC27CD}" presName="connTx" presStyleLbl="parChTrans1D3" presStyleIdx="0" presStyleCnt="7"/>
      <dgm:spPr/>
      <dgm:t>
        <a:bodyPr/>
        <a:lstStyle/>
        <a:p>
          <a:endParaRPr lang="en-US"/>
        </a:p>
      </dgm:t>
    </dgm:pt>
    <dgm:pt modelId="{0CC39B0C-1652-4865-B954-19BBDACC6FF5}" type="pres">
      <dgm:prSet presAssocID="{9DFE1742-4D46-411E-A85A-3E20822C6506}" presName="root2" presStyleCnt="0"/>
      <dgm:spPr/>
      <dgm:t>
        <a:bodyPr/>
        <a:lstStyle/>
        <a:p>
          <a:endParaRPr lang="en-US"/>
        </a:p>
      </dgm:t>
    </dgm:pt>
    <dgm:pt modelId="{BEC089AD-8B0C-4F04-BE08-664F65AE32D9}" type="pres">
      <dgm:prSet presAssocID="{9DFE1742-4D46-411E-A85A-3E20822C6506}" presName="LevelTwoTextNode" presStyleLbl="node3" presStyleIdx="0" presStyleCnt="7" custScaleX="177798">
        <dgm:presLayoutVars>
          <dgm:chPref val="3"/>
        </dgm:presLayoutVars>
      </dgm:prSet>
      <dgm:spPr/>
      <dgm:t>
        <a:bodyPr/>
        <a:lstStyle/>
        <a:p>
          <a:endParaRPr lang="en-US"/>
        </a:p>
      </dgm:t>
    </dgm:pt>
    <dgm:pt modelId="{C6273943-93B6-434A-B9B8-E8811F487A67}" type="pres">
      <dgm:prSet presAssocID="{9DFE1742-4D46-411E-A85A-3E20822C6506}" presName="level3hierChild" presStyleCnt="0"/>
      <dgm:spPr/>
      <dgm:t>
        <a:bodyPr/>
        <a:lstStyle/>
        <a:p>
          <a:endParaRPr lang="en-US"/>
        </a:p>
      </dgm:t>
    </dgm:pt>
    <dgm:pt modelId="{D0C60930-F006-483B-BD69-97B6A03B1A92}" type="pres">
      <dgm:prSet presAssocID="{7CE8BA93-C5B4-42E6-9974-EA88FA002AC7}" presName="conn2-1" presStyleLbl="parChTrans1D3" presStyleIdx="1" presStyleCnt="7"/>
      <dgm:spPr/>
      <dgm:t>
        <a:bodyPr/>
        <a:lstStyle/>
        <a:p>
          <a:endParaRPr lang="en-US"/>
        </a:p>
      </dgm:t>
    </dgm:pt>
    <dgm:pt modelId="{10DF489D-A620-486A-B1F7-041E251ECE1A}" type="pres">
      <dgm:prSet presAssocID="{7CE8BA93-C5B4-42E6-9974-EA88FA002AC7}" presName="connTx" presStyleLbl="parChTrans1D3" presStyleIdx="1" presStyleCnt="7"/>
      <dgm:spPr/>
      <dgm:t>
        <a:bodyPr/>
        <a:lstStyle/>
        <a:p>
          <a:endParaRPr lang="en-US"/>
        </a:p>
      </dgm:t>
    </dgm:pt>
    <dgm:pt modelId="{D0142169-B62D-46FB-BCD6-C1FA0B5D3170}" type="pres">
      <dgm:prSet presAssocID="{9348C04A-61F9-45B9-A2D1-9DA0CA5F9DBE}" presName="root2" presStyleCnt="0"/>
      <dgm:spPr/>
      <dgm:t>
        <a:bodyPr/>
        <a:lstStyle/>
        <a:p>
          <a:endParaRPr lang="en-US"/>
        </a:p>
      </dgm:t>
    </dgm:pt>
    <dgm:pt modelId="{25649B31-A038-433D-B6E7-24D3AC0A0246}" type="pres">
      <dgm:prSet presAssocID="{9348C04A-61F9-45B9-A2D1-9DA0CA5F9DBE}" presName="LevelTwoTextNode" presStyleLbl="node3" presStyleIdx="1" presStyleCnt="7" custScaleX="177798">
        <dgm:presLayoutVars>
          <dgm:chPref val="3"/>
        </dgm:presLayoutVars>
      </dgm:prSet>
      <dgm:spPr/>
      <dgm:t>
        <a:bodyPr/>
        <a:lstStyle/>
        <a:p>
          <a:endParaRPr lang="en-US"/>
        </a:p>
      </dgm:t>
    </dgm:pt>
    <dgm:pt modelId="{23AE8631-3324-44DC-806D-A306809CA706}" type="pres">
      <dgm:prSet presAssocID="{9348C04A-61F9-45B9-A2D1-9DA0CA5F9DBE}" presName="level3hierChild" presStyleCnt="0"/>
      <dgm:spPr/>
      <dgm:t>
        <a:bodyPr/>
        <a:lstStyle/>
        <a:p>
          <a:endParaRPr lang="en-US"/>
        </a:p>
      </dgm:t>
    </dgm:pt>
    <dgm:pt modelId="{D8968786-C272-4818-8DF7-059138DE2056}" type="pres">
      <dgm:prSet presAssocID="{3D1E767B-BFED-40EA-B06B-2067B1838728}" presName="conn2-1" presStyleLbl="parChTrans1D2" presStyleIdx="1" presStyleCnt="3"/>
      <dgm:spPr/>
      <dgm:t>
        <a:bodyPr/>
        <a:lstStyle/>
        <a:p>
          <a:endParaRPr lang="en-US"/>
        </a:p>
      </dgm:t>
    </dgm:pt>
    <dgm:pt modelId="{07F2EBEC-214E-43E3-8910-C923E95D91EA}" type="pres">
      <dgm:prSet presAssocID="{3D1E767B-BFED-40EA-B06B-2067B1838728}" presName="connTx" presStyleLbl="parChTrans1D2" presStyleIdx="1" presStyleCnt="3"/>
      <dgm:spPr/>
      <dgm:t>
        <a:bodyPr/>
        <a:lstStyle/>
        <a:p>
          <a:endParaRPr lang="en-US"/>
        </a:p>
      </dgm:t>
    </dgm:pt>
    <dgm:pt modelId="{9E409236-2CB0-408D-B6CC-109708E4D01C}" type="pres">
      <dgm:prSet presAssocID="{28D709BA-D5D4-4969-8E34-0F0B48D6BC24}" presName="root2" presStyleCnt="0"/>
      <dgm:spPr/>
      <dgm:t>
        <a:bodyPr/>
        <a:lstStyle/>
        <a:p>
          <a:endParaRPr lang="en-US"/>
        </a:p>
      </dgm:t>
    </dgm:pt>
    <dgm:pt modelId="{326CBBD8-54EF-4908-9FD7-081EEE2DB90C}" type="pres">
      <dgm:prSet presAssocID="{28D709BA-D5D4-4969-8E34-0F0B48D6BC24}" presName="LevelTwoTextNode" presStyleLbl="node2" presStyleIdx="1" presStyleCnt="3" custScaleX="150668">
        <dgm:presLayoutVars>
          <dgm:chPref val="3"/>
        </dgm:presLayoutVars>
      </dgm:prSet>
      <dgm:spPr/>
      <dgm:t>
        <a:bodyPr/>
        <a:lstStyle/>
        <a:p>
          <a:endParaRPr lang="en-US"/>
        </a:p>
      </dgm:t>
    </dgm:pt>
    <dgm:pt modelId="{38045339-3ADC-447F-8A69-9BFF82197280}" type="pres">
      <dgm:prSet presAssocID="{28D709BA-D5D4-4969-8E34-0F0B48D6BC24}" presName="level3hierChild" presStyleCnt="0"/>
      <dgm:spPr/>
      <dgm:t>
        <a:bodyPr/>
        <a:lstStyle/>
        <a:p>
          <a:endParaRPr lang="en-US"/>
        </a:p>
      </dgm:t>
    </dgm:pt>
    <dgm:pt modelId="{2B2BEC55-9AB6-46F7-8659-7A56426E9803}" type="pres">
      <dgm:prSet presAssocID="{92D8B8B0-42F6-49BA-BBCA-481C9FB40E28}" presName="conn2-1" presStyleLbl="parChTrans1D3" presStyleIdx="2" presStyleCnt="7"/>
      <dgm:spPr/>
      <dgm:t>
        <a:bodyPr/>
        <a:lstStyle/>
        <a:p>
          <a:endParaRPr lang="en-US"/>
        </a:p>
      </dgm:t>
    </dgm:pt>
    <dgm:pt modelId="{5A221E35-FC21-4DED-9966-FB21CC27569E}" type="pres">
      <dgm:prSet presAssocID="{92D8B8B0-42F6-49BA-BBCA-481C9FB40E28}" presName="connTx" presStyleLbl="parChTrans1D3" presStyleIdx="2" presStyleCnt="7"/>
      <dgm:spPr/>
      <dgm:t>
        <a:bodyPr/>
        <a:lstStyle/>
        <a:p>
          <a:endParaRPr lang="en-US"/>
        </a:p>
      </dgm:t>
    </dgm:pt>
    <dgm:pt modelId="{20D02F34-D92B-4FF7-847A-3F7208AFF808}" type="pres">
      <dgm:prSet presAssocID="{DA0C6F8B-BC06-4BD8-BB2E-4C44A64BD047}" presName="root2" presStyleCnt="0"/>
      <dgm:spPr/>
      <dgm:t>
        <a:bodyPr/>
        <a:lstStyle/>
        <a:p>
          <a:endParaRPr lang="en-US"/>
        </a:p>
      </dgm:t>
    </dgm:pt>
    <dgm:pt modelId="{8A0BE5D9-DFD0-493D-81D3-A6881E6B4B8C}" type="pres">
      <dgm:prSet presAssocID="{DA0C6F8B-BC06-4BD8-BB2E-4C44A64BD047}" presName="LevelTwoTextNode" presStyleLbl="node3" presStyleIdx="2" presStyleCnt="7" custScaleX="177798">
        <dgm:presLayoutVars>
          <dgm:chPref val="3"/>
        </dgm:presLayoutVars>
      </dgm:prSet>
      <dgm:spPr/>
      <dgm:t>
        <a:bodyPr/>
        <a:lstStyle/>
        <a:p>
          <a:endParaRPr lang="en-US"/>
        </a:p>
      </dgm:t>
    </dgm:pt>
    <dgm:pt modelId="{BA678AC6-459B-4B42-89D8-5AD8A64F819E}" type="pres">
      <dgm:prSet presAssocID="{DA0C6F8B-BC06-4BD8-BB2E-4C44A64BD047}" presName="level3hierChild" presStyleCnt="0"/>
      <dgm:spPr/>
      <dgm:t>
        <a:bodyPr/>
        <a:lstStyle/>
        <a:p>
          <a:endParaRPr lang="en-US"/>
        </a:p>
      </dgm:t>
    </dgm:pt>
    <dgm:pt modelId="{34CC32F8-5438-4E62-BB67-23BD88E80115}" type="pres">
      <dgm:prSet presAssocID="{A522901A-8D12-4ABD-BA7F-9BB0B641BAB8}" presName="conn2-1" presStyleLbl="parChTrans1D3" presStyleIdx="3" presStyleCnt="7"/>
      <dgm:spPr/>
      <dgm:t>
        <a:bodyPr/>
        <a:lstStyle/>
        <a:p>
          <a:endParaRPr lang="en-US"/>
        </a:p>
      </dgm:t>
    </dgm:pt>
    <dgm:pt modelId="{C85C91C2-7EFC-441A-B3AA-00A4C27A83FD}" type="pres">
      <dgm:prSet presAssocID="{A522901A-8D12-4ABD-BA7F-9BB0B641BAB8}" presName="connTx" presStyleLbl="parChTrans1D3" presStyleIdx="3" presStyleCnt="7"/>
      <dgm:spPr/>
      <dgm:t>
        <a:bodyPr/>
        <a:lstStyle/>
        <a:p>
          <a:endParaRPr lang="en-US"/>
        </a:p>
      </dgm:t>
    </dgm:pt>
    <dgm:pt modelId="{637EFA68-6C78-4212-ABF8-FE8486D71B83}" type="pres">
      <dgm:prSet presAssocID="{40C2F971-BE5C-41B9-B472-3F1017E37A62}" presName="root2" presStyleCnt="0"/>
      <dgm:spPr/>
      <dgm:t>
        <a:bodyPr/>
        <a:lstStyle/>
        <a:p>
          <a:endParaRPr lang="en-US"/>
        </a:p>
      </dgm:t>
    </dgm:pt>
    <dgm:pt modelId="{40132980-D98E-4620-9167-96BC0A46F363}" type="pres">
      <dgm:prSet presAssocID="{40C2F971-BE5C-41B9-B472-3F1017E37A62}" presName="LevelTwoTextNode" presStyleLbl="node3" presStyleIdx="3" presStyleCnt="7" custScaleX="177798" custScaleY="73775">
        <dgm:presLayoutVars>
          <dgm:chPref val="3"/>
        </dgm:presLayoutVars>
      </dgm:prSet>
      <dgm:spPr/>
      <dgm:t>
        <a:bodyPr/>
        <a:lstStyle/>
        <a:p>
          <a:endParaRPr lang="en-US"/>
        </a:p>
      </dgm:t>
    </dgm:pt>
    <dgm:pt modelId="{D7C8EC17-EC67-42AC-839E-1A2062DB7A2A}" type="pres">
      <dgm:prSet presAssocID="{40C2F971-BE5C-41B9-B472-3F1017E37A62}" presName="level3hierChild" presStyleCnt="0"/>
      <dgm:spPr/>
      <dgm:t>
        <a:bodyPr/>
        <a:lstStyle/>
        <a:p>
          <a:endParaRPr lang="en-US"/>
        </a:p>
      </dgm:t>
    </dgm:pt>
    <dgm:pt modelId="{D615A4EB-D656-44EA-9C6F-CADA0EC46BE0}" type="pres">
      <dgm:prSet presAssocID="{D0E3BDFE-FD5D-4B3A-BE2C-FE49D8D2ECE4}" presName="conn2-1" presStyleLbl="parChTrans1D2" presStyleIdx="2" presStyleCnt="3"/>
      <dgm:spPr/>
      <dgm:t>
        <a:bodyPr/>
        <a:lstStyle/>
        <a:p>
          <a:endParaRPr lang="en-US"/>
        </a:p>
      </dgm:t>
    </dgm:pt>
    <dgm:pt modelId="{5C1B27AB-6C4B-48C2-9EFA-4DD0429E875D}" type="pres">
      <dgm:prSet presAssocID="{D0E3BDFE-FD5D-4B3A-BE2C-FE49D8D2ECE4}" presName="connTx" presStyleLbl="parChTrans1D2" presStyleIdx="2" presStyleCnt="3"/>
      <dgm:spPr/>
      <dgm:t>
        <a:bodyPr/>
        <a:lstStyle/>
        <a:p>
          <a:endParaRPr lang="en-US"/>
        </a:p>
      </dgm:t>
    </dgm:pt>
    <dgm:pt modelId="{E2993856-B94B-4B47-8C53-7AC0B03268AA}" type="pres">
      <dgm:prSet presAssocID="{02FFF590-7644-4B9D-9818-56643B003FF8}" presName="root2" presStyleCnt="0"/>
      <dgm:spPr/>
      <dgm:t>
        <a:bodyPr/>
        <a:lstStyle/>
        <a:p>
          <a:endParaRPr lang="en-US"/>
        </a:p>
      </dgm:t>
    </dgm:pt>
    <dgm:pt modelId="{E1C24A09-9294-4617-8C0D-031340F987A1}" type="pres">
      <dgm:prSet presAssocID="{02FFF590-7644-4B9D-9818-56643B003FF8}" presName="LevelTwoTextNode" presStyleLbl="node2" presStyleIdx="2" presStyleCnt="3" custScaleX="150668">
        <dgm:presLayoutVars>
          <dgm:chPref val="3"/>
        </dgm:presLayoutVars>
      </dgm:prSet>
      <dgm:spPr/>
      <dgm:t>
        <a:bodyPr/>
        <a:lstStyle/>
        <a:p>
          <a:endParaRPr lang="en-US"/>
        </a:p>
      </dgm:t>
    </dgm:pt>
    <dgm:pt modelId="{06CD5C4E-B40E-4F82-B396-B94444B5449D}" type="pres">
      <dgm:prSet presAssocID="{02FFF590-7644-4B9D-9818-56643B003FF8}" presName="level3hierChild" presStyleCnt="0"/>
      <dgm:spPr/>
      <dgm:t>
        <a:bodyPr/>
        <a:lstStyle/>
        <a:p>
          <a:endParaRPr lang="en-US"/>
        </a:p>
      </dgm:t>
    </dgm:pt>
    <dgm:pt modelId="{8EE71E3D-C754-49E7-9DB0-CC3FBE0D1782}" type="pres">
      <dgm:prSet presAssocID="{263F8897-F6CA-49E3-975B-B9D832AEBCF6}" presName="conn2-1" presStyleLbl="parChTrans1D3" presStyleIdx="4" presStyleCnt="7"/>
      <dgm:spPr/>
      <dgm:t>
        <a:bodyPr/>
        <a:lstStyle/>
        <a:p>
          <a:endParaRPr lang="en-US"/>
        </a:p>
      </dgm:t>
    </dgm:pt>
    <dgm:pt modelId="{6A107052-CD1C-4BAE-90D5-1C4D2834C2C4}" type="pres">
      <dgm:prSet presAssocID="{263F8897-F6CA-49E3-975B-B9D832AEBCF6}" presName="connTx" presStyleLbl="parChTrans1D3" presStyleIdx="4" presStyleCnt="7"/>
      <dgm:spPr/>
      <dgm:t>
        <a:bodyPr/>
        <a:lstStyle/>
        <a:p>
          <a:endParaRPr lang="en-US"/>
        </a:p>
      </dgm:t>
    </dgm:pt>
    <dgm:pt modelId="{3B30E7E4-088B-4B83-92BF-17DC34E4F17B}" type="pres">
      <dgm:prSet presAssocID="{299EE25C-7959-4A71-813E-8364035215BA}" presName="root2" presStyleCnt="0"/>
      <dgm:spPr/>
      <dgm:t>
        <a:bodyPr/>
        <a:lstStyle/>
        <a:p>
          <a:endParaRPr lang="en-US"/>
        </a:p>
      </dgm:t>
    </dgm:pt>
    <dgm:pt modelId="{8B084CB2-AF68-4BF6-AF22-BEE7B84C3D65}" type="pres">
      <dgm:prSet presAssocID="{299EE25C-7959-4A71-813E-8364035215BA}" presName="LevelTwoTextNode" presStyleLbl="node3" presStyleIdx="4" presStyleCnt="7" custScaleX="177798">
        <dgm:presLayoutVars>
          <dgm:chPref val="3"/>
        </dgm:presLayoutVars>
      </dgm:prSet>
      <dgm:spPr/>
      <dgm:t>
        <a:bodyPr/>
        <a:lstStyle/>
        <a:p>
          <a:endParaRPr lang="en-US"/>
        </a:p>
      </dgm:t>
    </dgm:pt>
    <dgm:pt modelId="{E17E8B42-C214-495D-A7D9-481FC8618740}" type="pres">
      <dgm:prSet presAssocID="{299EE25C-7959-4A71-813E-8364035215BA}" presName="level3hierChild" presStyleCnt="0"/>
      <dgm:spPr/>
      <dgm:t>
        <a:bodyPr/>
        <a:lstStyle/>
        <a:p>
          <a:endParaRPr lang="en-US"/>
        </a:p>
      </dgm:t>
    </dgm:pt>
    <dgm:pt modelId="{0DBEA480-A24D-47D8-B5D3-61203460C655}" type="pres">
      <dgm:prSet presAssocID="{7C913C15-AB94-4C64-BD77-74EEE0F19FD2}" presName="conn2-1" presStyleLbl="parChTrans1D3" presStyleIdx="5" presStyleCnt="7"/>
      <dgm:spPr/>
      <dgm:t>
        <a:bodyPr/>
        <a:lstStyle/>
        <a:p>
          <a:endParaRPr lang="en-US"/>
        </a:p>
      </dgm:t>
    </dgm:pt>
    <dgm:pt modelId="{EA2ACE5F-39B3-4371-B77E-5BB6B5D9A839}" type="pres">
      <dgm:prSet presAssocID="{7C913C15-AB94-4C64-BD77-74EEE0F19FD2}" presName="connTx" presStyleLbl="parChTrans1D3" presStyleIdx="5" presStyleCnt="7"/>
      <dgm:spPr/>
      <dgm:t>
        <a:bodyPr/>
        <a:lstStyle/>
        <a:p>
          <a:endParaRPr lang="en-US"/>
        </a:p>
      </dgm:t>
    </dgm:pt>
    <dgm:pt modelId="{233A3E54-CB19-4A68-8B8B-AF662CAB3F26}" type="pres">
      <dgm:prSet presAssocID="{8672FDA0-E5D7-4500-98A0-E6CD164EA43C}" presName="root2" presStyleCnt="0"/>
      <dgm:spPr/>
      <dgm:t>
        <a:bodyPr/>
        <a:lstStyle/>
        <a:p>
          <a:endParaRPr lang="en-US"/>
        </a:p>
      </dgm:t>
    </dgm:pt>
    <dgm:pt modelId="{27AF2178-F086-4D72-9AE9-0AADADCDC329}" type="pres">
      <dgm:prSet presAssocID="{8672FDA0-E5D7-4500-98A0-E6CD164EA43C}" presName="LevelTwoTextNode" presStyleLbl="node3" presStyleIdx="5" presStyleCnt="7" custScaleX="177798">
        <dgm:presLayoutVars>
          <dgm:chPref val="3"/>
        </dgm:presLayoutVars>
      </dgm:prSet>
      <dgm:spPr/>
      <dgm:t>
        <a:bodyPr/>
        <a:lstStyle/>
        <a:p>
          <a:endParaRPr lang="en-US"/>
        </a:p>
      </dgm:t>
    </dgm:pt>
    <dgm:pt modelId="{EB270B73-0C23-4A60-B8A5-6BD292978496}" type="pres">
      <dgm:prSet presAssocID="{8672FDA0-E5D7-4500-98A0-E6CD164EA43C}" presName="level3hierChild" presStyleCnt="0"/>
      <dgm:spPr/>
      <dgm:t>
        <a:bodyPr/>
        <a:lstStyle/>
        <a:p>
          <a:endParaRPr lang="en-US"/>
        </a:p>
      </dgm:t>
    </dgm:pt>
    <dgm:pt modelId="{023AF533-DD67-4B3B-A28E-4F3DE7B6B69C}" type="pres">
      <dgm:prSet presAssocID="{F5D09629-314F-4AEC-85FE-1472E61922F0}" presName="conn2-1" presStyleLbl="parChTrans1D3" presStyleIdx="6" presStyleCnt="7"/>
      <dgm:spPr/>
      <dgm:t>
        <a:bodyPr/>
        <a:lstStyle/>
        <a:p>
          <a:endParaRPr lang="en-US"/>
        </a:p>
      </dgm:t>
    </dgm:pt>
    <dgm:pt modelId="{7390E9B4-D4C1-49C5-84DE-87D91315F592}" type="pres">
      <dgm:prSet presAssocID="{F5D09629-314F-4AEC-85FE-1472E61922F0}" presName="connTx" presStyleLbl="parChTrans1D3" presStyleIdx="6" presStyleCnt="7"/>
      <dgm:spPr/>
      <dgm:t>
        <a:bodyPr/>
        <a:lstStyle/>
        <a:p>
          <a:endParaRPr lang="en-US"/>
        </a:p>
      </dgm:t>
    </dgm:pt>
    <dgm:pt modelId="{F76B11DC-D8DF-414D-B478-425AD28EF269}" type="pres">
      <dgm:prSet presAssocID="{884110F2-EB08-4B79-8FA7-0017B6758A8C}" presName="root2" presStyleCnt="0"/>
      <dgm:spPr/>
      <dgm:t>
        <a:bodyPr/>
        <a:lstStyle/>
        <a:p>
          <a:endParaRPr lang="en-US"/>
        </a:p>
      </dgm:t>
    </dgm:pt>
    <dgm:pt modelId="{37238516-9A32-4282-BD59-A5F03A2F1F18}" type="pres">
      <dgm:prSet presAssocID="{884110F2-EB08-4B79-8FA7-0017B6758A8C}" presName="LevelTwoTextNode" presStyleLbl="node3" presStyleIdx="6" presStyleCnt="7" custScaleX="177798">
        <dgm:presLayoutVars>
          <dgm:chPref val="3"/>
        </dgm:presLayoutVars>
      </dgm:prSet>
      <dgm:spPr/>
      <dgm:t>
        <a:bodyPr/>
        <a:lstStyle/>
        <a:p>
          <a:endParaRPr lang="en-US"/>
        </a:p>
      </dgm:t>
    </dgm:pt>
    <dgm:pt modelId="{20174D79-A85D-4623-80A7-FE15777D6F9F}" type="pres">
      <dgm:prSet presAssocID="{884110F2-EB08-4B79-8FA7-0017B6758A8C}" presName="level3hierChild" presStyleCnt="0"/>
      <dgm:spPr/>
      <dgm:t>
        <a:bodyPr/>
        <a:lstStyle/>
        <a:p>
          <a:endParaRPr lang="en-US"/>
        </a:p>
      </dgm:t>
    </dgm:pt>
  </dgm:ptLst>
  <dgm:cxnLst>
    <dgm:cxn modelId="{FBF92FBF-013E-419A-A4C5-3818CEC1FC6F}" type="presOf" srcId="{D0E3BDFE-FD5D-4B3A-BE2C-FE49D8D2ECE4}" destId="{5C1B27AB-6C4B-48C2-9EFA-4DD0429E875D}" srcOrd="1" destOrd="0" presId="urn:microsoft.com/office/officeart/2005/8/layout/hierarchy2"/>
    <dgm:cxn modelId="{9512CD13-72EC-42BA-BE96-02865282509E}" type="presOf" srcId="{7C913C15-AB94-4C64-BD77-74EEE0F19FD2}" destId="{EA2ACE5F-39B3-4371-B77E-5BB6B5D9A839}" srcOrd="1" destOrd="0" presId="urn:microsoft.com/office/officeart/2005/8/layout/hierarchy2"/>
    <dgm:cxn modelId="{79DF37B8-D59E-4917-A6AF-0F61DFCC856F}" type="presOf" srcId="{A522901A-8D12-4ABD-BA7F-9BB0B641BAB8}" destId="{C85C91C2-7EFC-441A-B3AA-00A4C27A83FD}" srcOrd="1" destOrd="0" presId="urn:microsoft.com/office/officeart/2005/8/layout/hierarchy2"/>
    <dgm:cxn modelId="{07AE60E2-A9A4-4115-9215-BC37D45F29D6}" type="presOf" srcId="{8672FDA0-E5D7-4500-98A0-E6CD164EA43C}" destId="{27AF2178-F086-4D72-9AE9-0AADADCDC329}" srcOrd="0" destOrd="0" presId="urn:microsoft.com/office/officeart/2005/8/layout/hierarchy2"/>
    <dgm:cxn modelId="{D7DE5705-7ED5-4E6F-A67C-4AA7E1C3D4F4}" srcId="{841DEDA3-1117-48E8-A4B0-282643FEA3A7}" destId="{1CE52511-4A13-4CD4-A86F-C502A55A99FA}" srcOrd="0" destOrd="0" parTransId="{1FE8C7D0-EC32-411F-9023-06BCDD6D7E89}" sibTransId="{E207C995-6347-446D-B116-B86BBC90A255}"/>
    <dgm:cxn modelId="{D42CD8F3-DA47-4033-9AFC-655417B09B48}" type="presOf" srcId="{3D1E767B-BFED-40EA-B06B-2067B1838728}" destId="{07F2EBEC-214E-43E3-8910-C923E95D91EA}" srcOrd="1" destOrd="0" presId="urn:microsoft.com/office/officeart/2005/8/layout/hierarchy2"/>
    <dgm:cxn modelId="{2E2079C9-A47D-498E-809A-60271282C7D8}" srcId="{841DEDA3-1117-48E8-A4B0-282643FEA3A7}" destId="{28D709BA-D5D4-4969-8E34-0F0B48D6BC24}" srcOrd="1" destOrd="0" parTransId="{3D1E767B-BFED-40EA-B06B-2067B1838728}" sibTransId="{BB7AB8C9-DEE6-4BFF-9650-661A3F0DF01D}"/>
    <dgm:cxn modelId="{DED5A743-D78C-4126-A814-3E208BD1B6E8}" type="presOf" srcId="{9348C04A-61F9-45B9-A2D1-9DA0CA5F9DBE}" destId="{25649B31-A038-433D-B6E7-24D3AC0A0246}" srcOrd="0" destOrd="0" presId="urn:microsoft.com/office/officeart/2005/8/layout/hierarchy2"/>
    <dgm:cxn modelId="{87BD2FFB-2E27-4CA5-9690-237FA287A2C9}" type="presOf" srcId="{1FE8C7D0-EC32-411F-9023-06BCDD6D7E89}" destId="{923E020F-A926-4112-B6B2-9A54B2AE0E11}" srcOrd="1" destOrd="0" presId="urn:microsoft.com/office/officeart/2005/8/layout/hierarchy2"/>
    <dgm:cxn modelId="{4F32FFF3-A2C0-4375-B27E-AFE611FBC4CD}" srcId="{02FFF590-7644-4B9D-9818-56643B003FF8}" destId="{8672FDA0-E5D7-4500-98A0-E6CD164EA43C}" srcOrd="1" destOrd="0" parTransId="{7C913C15-AB94-4C64-BD77-74EEE0F19FD2}" sibTransId="{BB426EAF-FD38-4739-8241-B3E017BC5A76}"/>
    <dgm:cxn modelId="{D6A5F071-565C-4F13-811D-58367E9C45C1}" type="presOf" srcId="{1FE8C7D0-EC32-411F-9023-06BCDD6D7E89}" destId="{6100AF8A-E6AE-4182-B152-CEA84455EF96}" srcOrd="0" destOrd="0" presId="urn:microsoft.com/office/officeart/2005/8/layout/hierarchy2"/>
    <dgm:cxn modelId="{7107AE42-A4AA-4071-9868-5821385DD8D7}" srcId="{02FFF590-7644-4B9D-9818-56643B003FF8}" destId="{884110F2-EB08-4B79-8FA7-0017B6758A8C}" srcOrd="2" destOrd="0" parTransId="{F5D09629-314F-4AEC-85FE-1472E61922F0}" sibTransId="{53CB77CE-BF5C-4E1F-B874-325344E66E66}"/>
    <dgm:cxn modelId="{3129BE2A-BEB3-40D4-8469-13AC08FE08EF}" type="presOf" srcId="{263F8897-F6CA-49E3-975B-B9D832AEBCF6}" destId="{6A107052-CD1C-4BAE-90D5-1C4D2834C2C4}" srcOrd="1" destOrd="0" presId="urn:microsoft.com/office/officeart/2005/8/layout/hierarchy2"/>
    <dgm:cxn modelId="{C8185F8C-F47B-404B-B23B-FCF06AF71AFA}" type="presOf" srcId="{92D8B8B0-42F6-49BA-BBCA-481C9FB40E28}" destId="{5A221E35-FC21-4DED-9966-FB21CC27569E}" srcOrd="1" destOrd="0" presId="urn:microsoft.com/office/officeart/2005/8/layout/hierarchy2"/>
    <dgm:cxn modelId="{106BE241-787C-41FC-85EA-4A31E4FDDC23}" type="presOf" srcId="{263F8897-F6CA-49E3-975B-B9D832AEBCF6}" destId="{8EE71E3D-C754-49E7-9DB0-CC3FBE0D1782}" srcOrd="0" destOrd="0" presId="urn:microsoft.com/office/officeart/2005/8/layout/hierarchy2"/>
    <dgm:cxn modelId="{915FEC15-8B1B-4F8B-AF0B-DEB31DBAC713}" type="presOf" srcId="{1CE52511-4A13-4CD4-A86F-C502A55A99FA}" destId="{C7C7B875-FE84-4848-AA45-1DCA50048F1F}" srcOrd="0" destOrd="0" presId="urn:microsoft.com/office/officeart/2005/8/layout/hierarchy2"/>
    <dgm:cxn modelId="{15D15B5C-5896-48C9-AD39-B3ADA418A16D}" type="presOf" srcId="{F5D09629-314F-4AEC-85FE-1472E61922F0}" destId="{7390E9B4-D4C1-49C5-84DE-87D91315F592}" srcOrd="1" destOrd="0" presId="urn:microsoft.com/office/officeart/2005/8/layout/hierarchy2"/>
    <dgm:cxn modelId="{865BBF2D-8AFF-4CBD-A61C-EA41B34FF950}" type="presOf" srcId="{3D1E767B-BFED-40EA-B06B-2067B1838728}" destId="{D8968786-C272-4818-8DF7-059138DE2056}" srcOrd="0" destOrd="0" presId="urn:microsoft.com/office/officeart/2005/8/layout/hierarchy2"/>
    <dgm:cxn modelId="{2562B0A1-1AD9-4A6F-84DE-EC270CA353BA}" type="presOf" srcId="{7CE8BA93-C5B4-42E6-9974-EA88FA002AC7}" destId="{10DF489D-A620-486A-B1F7-041E251ECE1A}" srcOrd="1" destOrd="0" presId="urn:microsoft.com/office/officeart/2005/8/layout/hierarchy2"/>
    <dgm:cxn modelId="{D279A199-F931-4FC0-9A65-DEB7F9AB5EED}" type="presOf" srcId="{92D8B8B0-42F6-49BA-BBCA-481C9FB40E28}" destId="{2B2BEC55-9AB6-46F7-8659-7A56426E9803}" srcOrd="0" destOrd="0" presId="urn:microsoft.com/office/officeart/2005/8/layout/hierarchy2"/>
    <dgm:cxn modelId="{317DF11E-A34F-47AB-B408-055395EC5FA7}" type="presOf" srcId="{DA0C6F8B-BC06-4BD8-BB2E-4C44A64BD047}" destId="{8A0BE5D9-DFD0-493D-81D3-A6881E6B4B8C}" srcOrd="0" destOrd="0" presId="urn:microsoft.com/office/officeart/2005/8/layout/hierarchy2"/>
    <dgm:cxn modelId="{0F5E9214-7A6B-4C10-AD1B-28AFADD730EB}" type="presOf" srcId="{299EE25C-7959-4A71-813E-8364035215BA}" destId="{8B084CB2-AF68-4BF6-AF22-BEE7B84C3D65}" srcOrd="0" destOrd="0" presId="urn:microsoft.com/office/officeart/2005/8/layout/hierarchy2"/>
    <dgm:cxn modelId="{5229EBEB-BB7F-44CB-A457-795CCB8F0C16}" srcId="{8652AA3E-4233-43FC-8502-4C6C8572C00F}" destId="{841DEDA3-1117-48E8-A4B0-282643FEA3A7}" srcOrd="0" destOrd="0" parTransId="{B742AEE3-B880-476D-9A62-BC6B145F230B}" sibTransId="{B786DD57-D71B-44D7-BDC0-D1370A8690D2}"/>
    <dgm:cxn modelId="{F666FF61-3B4A-44BF-A099-6ED3DC8E9304}" srcId="{28D709BA-D5D4-4969-8E34-0F0B48D6BC24}" destId="{40C2F971-BE5C-41B9-B472-3F1017E37A62}" srcOrd="1" destOrd="0" parTransId="{A522901A-8D12-4ABD-BA7F-9BB0B641BAB8}" sibTransId="{55AEDA52-9E9A-4B32-8298-D98C07F39513}"/>
    <dgm:cxn modelId="{7257C148-BF37-43F0-9F0A-0F5682A1C423}" type="presOf" srcId="{D0E3BDFE-FD5D-4B3A-BE2C-FE49D8D2ECE4}" destId="{D615A4EB-D656-44EA-9C6F-CADA0EC46BE0}" srcOrd="0" destOrd="0" presId="urn:microsoft.com/office/officeart/2005/8/layout/hierarchy2"/>
    <dgm:cxn modelId="{FB52BCF4-2DF8-4AA3-A8B3-CF01FE6D37EF}" type="presOf" srcId="{8652AA3E-4233-43FC-8502-4C6C8572C00F}" destId="{77B8962E-0B87-42EA-A696-A52166E4014C}" srcOrd="0" destOrd="0" presId="urn:microsoft.com/office/officeart/2005/8/layout/hierarchy2"/>
    <dgm:cxn modelId="{CE07999F-F3FE-4EE9-9C2D-32F96569CFD6}" type="presOf" srcId="{9DFE1742-4D46-411E-A85A-3E20822C6506}" destId="{BEC089AD-8B0C-4F04-BE08-664F65AE32D9}" srcOrd="0" destOrd="0" presId="urn:microsoft.com/office/officeart/2005/8/layout/hierarchy2"/>
    <dgm:cxn modelId="{C44DF8AE-920E-4975-AF00-124B9A8E6DD2}" type="presOf" srcId="{F5D09629-314F-4AEC-85FE-1472E61922F0}" destId="{023AF533-DD67-4B3B-A28E-4F3DE7B6B69C}" srcOrd="0" destOrd="0" presId="urn:microsoft.com/office/officeart/2005/8/layout/hierarchy2"/>
    <dgm:cxn modelId="{F67893B2-5070-4E55-BCEC-054969401D74}" srcId="{1CE52511-4A13-4CD4-A86F-C502A55A99FA}" destId="{9348C04A-61F9-45B9-A2D1-9DA0CA5F9DBE}" srcOrd="1" destOrd="0" parTransId="{7CE8BA93-C5B4-42E6-9974-EA88FA002AC7}" sibTransId="{63630532-8070-4B81-A3DC-FA7A15AE351A}"/>
    <dgm:cxn modelId="{371933C1-1282-468D-AC11-4429E9FF8331}" srcId="{28D709BA-D5D4-4969-8E34-0F0B48D6BC24}" destId="{DA0C6F8B-BC06-4BD8-BB2E-4C44A64BD047}" srcOrd="0" destOrd="0" parTransId="{92D8B8B0-42F6-49BA-BBCA-481C9FB40E28}" sibTransId="{8A02385D-774B-49EE-B451-CF7B53A63792}"/>
    <dgm:cxn modelId="{414F18E9-1430-4916-A129-63CC93C82812}" type="presOf" srcId="{40C2F971-BE5C-41B9-B472-3F1017E37A62}" destId="{40132980-D98E-4620-9167-96BC0A46F363}" srcOrd="0" destOrd="0" presId="urn:microsoft.com/office/officeart/2005/8/layout/hierarchy2"/>
    <dgm:cxn modelId="{B1A8732D-72FF-4F63-9735-0E92D8ADC37F}" srcId="{1CE52511-4A13-4CD4-A86F-C502A55A99FA}" destId="{9DFE1742-4D46-411E-A85A-3E20822C6506}" srcOrd="0" destOrd="0" parTransId="{0DBBB45D-516A-4757-A37A-0C2F42CC27CD}" sibTransId="{2C970812-5D6B-40B6-80B1-78C855B4418D}"/>
    <dgm:cxn modelId="{41A3F038-2A78-45D4-96C5-4695A6AA3F53}" type="presOf" srcId="{0DBBB45D-516A-4757-A37A-0C2F42CC27CD}" destId="{14E5E512-C44D-4FFA-B9AA-4E47286082B8}" srcOrd="1" destOrd="0" presId="urn:microsoft.com/office/officeart/2005/8/layout/hierarchy2"/>
    <dgm:cxn modelId="{6EC4E520-16BB-41F5-9520-B1CCFB9FA032}" type="presOf" srcId="{02FFF590-7644-4B9D-9818-56643B003FF8}" destId="{E1C24A09-9294-4617-8C0D-031340F987A1}" srcOrd="0" destOrd="0" presId="urn:microsoft.com/office/officeart/2005/8/layout/hierarchy2"/>
    <dgm:cxn modelId="{4B1F258E-7FF8-4DF3-9533-B704DC0A30D9}" type="presOf" srcId="{28D709BA-D5D4-4969-8E34-0F0B48D6BC24}" destId="{326CBBD8-54EF-4908-9FD7-081EEE2DB90C}" srcOrd="0" destOrd="0" presId="urn:microsoft.com/office/officeart/2005/8/layout/hierarchy2"/>
    <dgm:cxn modelId="{DCD9E63E-EE83-4D08-A28B-4FF11256EE51}" type="presOf" srcId="{7C913C15-AB94-4C64-BD77-74EEE0F19FD2}" destId="{0DBEA480-A24D-47D8-B5D3-61203460C655}" srcOrd="0" destOrd="0" presId="urn:microsoft.com/office/officeart/2005/8/layout/hierarchy2"/>
    <dgm:cxn modelId="{280C15E3-68AB-435D-91F0-99A94DC89345}" type="presOf" srcId="{A522901A-8D12-4ABD-BA7F-9BB0B641BAB8}" destId="{34CC32F8-5438-4E62-BB67-23BD88E80115}" srcOrd="0" destOrd="0" presId="urn:microsoft.com/office/officeart/2005/8/layout/hierarchy2"/>
    <dgm:cxn modelId="{839277E7-EAD0-455F-BEED-FD6D644CD9A0}" type="presOf" srcId="{884110F2-EB08-4B79-8FA7-0017B6758A8C}" destId="{37238516-9A32-4282-BD59-A5F03A2F1F18}" srcOrd="0" destOrd="0" presId="urn:microsoft.com/office/officeart/2005/8/layout/hierarchy2"/>
    <dgm:cxn modelId="{9BC40381-2984-4637-B22E-C7379BF34FD3}" type="presOf" srcId="{0DBBB45D-516A-4757-A37A-0C2F42CC27CD}" destId="{75683A1B-254D-445D-BD4B-0FEBCFB0F62A}" srcOrd="0" destOrd="0" presId="urn:microsoft.com/office/officeart/2005/8/layout/hierarchy2"/>
    <dgm:cxn modelId="{30A8496B-9C8C-46EC-81AD-438C273918B5}" srcId="{841DEDA3-1117-48E8-A4B0-282643FEA3A7}" destId="{02FFF590-7644-4B9D-9818-56643B003FF8}" srcOrd="2" destOrd="0" parTransId="{D0E3BDFE-FD5D-4B3A-BE2C-FE49D8D2ECE4}" sibTransId="{65D7E83C-E74F-4326-A3E5-59527F2FCA32}"/>
    <dgm:cxn modelId="{7A719C8C-15AF-4DD8-8FA3-7338322BCA7E}" srcId="{02FFF590-7644-4B9D-9818-56643B003FF8}" destId="{299EE25C-7959-4A71-813E-8364035215BA}" srcOrd="0" destOrd="0" parTransId="{263F8897-F6CA-49E3-975B-B9D832AEBCF6}" sibTransId="{B17FEF1E-4634-427A-921D-28ED24B78AC0}"/>
    <dgm:cxn modelId="{56054904-3B77-453C-AC19-299E1AD6804D}" type="presOf" srcId="{7CE8BA93-C5B4-42E6-9974-EA88FA002AC7}" destId="{D0C60930-F006-483B-BD69-97B6A03B1A92}" srcOrd="0" destOrd="0" presId="urn:microsoft.com/office/officeart/2005/8/layout/hierarchy2"/>
    <dgm:cxn modelId="{72DFE4D3-0E22-44E0-8C32-3C94A9222379}" type="presOf" srcId="{841DEDA3-1117-48E8-A4B0-282643FEA3A7}" destId="{65E191A3-F08A-405A-A250-34C022BC3DF3}" srcOrd="0" destOrd="0" presId="urn:microsoft.com/office/officeart/2005/8/layout/hierarchy2"/>
    <dgm:cxn modelId="{9876D166-4B1A-4AE7-AD6F-7D1DB7339851}" type="presParOf" srcId="{77B8962E-0B87-42EA-A696-A52166E4014C}" destId="{07545A34-D6FA-4888-BAA6-2C915D3E8671}" srcOrd="0" destOrd="0" presId="urn:microsoft.com/office/officeart/2005/8/layout/hierarchy2"/>
    <dgm:cxn modelId="{29748D0D-5970-405D-9F49-EFCD38D096F8}" type="presParOf" srcId="{07545A34-D6FA-4888-BAA6-2C915D3E8671}" destId="{65E191A3-F08A-405A-A250-34C022BC3DF3}" srcOrd="0" destOrd="0" presId="urn:microsoft.com/office/officeart/2005/8/layout/hierarchy2"/>
    <dgm:cxn modelId="{5C80A0EF-607F-4AA6-BF48-81C0BB0B81B1}" type="presParOf" srcId="{07545A34-D6FA-4888-BAA6-2C915D3E8671}" destId="{66521D61-42D1-4F34-A7C3-77D827BE6976}" srcOrd="1" destOrd="0" presId="urn:microsoft.com/office/officeart/2005/8/layout/hierarchy2"/>
    <dgm:cxn modelId="{469B9F51-BCCA-457B-9120-30BB819003AB}" type="presParOf" srcId="{66521D61-42D1-4F34-A7C3-77D827BE6976}" destId="{6100AF8A-E6AE-4182-B152-CEA84455EF96}" srcOrd="0" destOrd="0" presId="urn:microsoft.com/office/officeart/2005/8/layout/hierarchy2"/>
    <dgm:cxn modelId="{6787531B-585B-4E8D-AE74-1CF54A22FF4B}" type="presParOf" srcId="{6100AF8A-E6AE-4182-B152-CEA84455EF96}" destId="{923E020F-A926-4112-B6B2-9A54B2AE0E11}" srcOrd="0" destOrd="0" presId="urn:microsoft.com/office/officeart/2005/8/layout/hierarchy2"/>
    <dgm:cxn modelId="{C18AF8B4-52C8-44CF-8C6A-DA2080855960}" type="presParOf" srcId="{66521D61-42D1-4F34-A7C3-77D827BE6976}" destId="{21E494F7-96D0-4AD3-910B-1611C06F0F89}" srcOrd="1" destOrd="0" presId="urn:microsoft.com/office/officeart/2005/8/layout/hierarchy2"/>
    <dgm:cxn modelId="{416B1910-9BE4-45F0-A7A3-AB2BF2F6A7BB}" type="presParOf" srcId="{21E494F7-96D0-4AD3-910B-1611C06F0F89}" destId="{C7C7B875-FE84-4848-AA45-1DCA50048F1F}" srcOrd="0" destOrd="0" presId="urn:microsoft.com/office/officeart/2005/8/layout/hierarchy2"/>
    <dgm:cxn modelId="{6D234CF1-97A0-4762-A7C3-568A822A3D3A}" type="presParOf" srcId="{21E494F7-96D0-4AD3-910B-1611C06F0F89}" destId="{F7852A3B-97C0-4E32-AAD1-5D0DE036BEAA}" srcOrd="1" destOrd="0" presId="urn:microsoft.com/office/officeart/2005/8/layout/hierarchy2"/>
    <dgm:cxn modelId="{8A1BEE77-CE12-47CE-85FB-60C74C82FF23}" type="presParOf" srcId="{F7852A3B-97C0-4E32-AAD1-5D0DE036BEAA}" destId="{75683A1B-254D-445D-BD4B-0FEBCFB0F62A}" srcOrd="0" destOrd="0" presId="urn:microsoft.com/office/officeart/2005/8/layout/hierarchy2"/>
    <dgm:cxn modelId="{673B3F21-6E32-4D1C-8946-734ABE930C57}" type="presParOf" srcId="{75683A1B-254D-445D-BD4B-0FEBCFB0F62A}" destId="{14E5E512-C44D-4FFA-B9AA-4E47286082B8}" srcOrd="0" destOrd="0" presId="urn:microsoft.com/office/officeart/2005/8/layout/hierarchy2"/>
    <dgm:cxn modelId="{BFAB3ABF-FA99-4A65-85B4-BA509595F400}" type="presParOf" srcId="{F7852A3B-97C0-4E32-AAD1-5D0DE036BEAA}" destId="{0CC39B0C-1652-4865-B954-19BBDACC6FF5}" srcOrd="1" destOrd="0" presId="urn:microsoft.com/office/officeart/2005/8/layout/hierarchy2"/>
    <dgm:cxn modelId="{5C3E38F8-EC9B-4759-A489-871D9CB213DE}" type="presParOf" srcId="{0CC39B0C-1652-4865-B954-19BBDACC6FF5}" destId="{BEC089AD-8B0C-4F04-BE08-664F65AE32D9}" srcOrd="0" destOrd="0" presId="urn:microsoft.com/office/officeart/2005/8/layout/hierarchy2"/>
    <dgm:cxn modelId="{FCA58F32-82B2-4738-A815-657B4EFEF9A6}" type="presParOf" srcId="{0CC39B0C-1652-4865-B954-19BBDACC6FF5}" destId="{C6273943-93B6-434A-B9B8-E8811F487A67}" srcOrd="1" destOrd="0" presId="urn:microsoft.com/office/officeart/2005/8/layout/hierarchy2"/>
    <dgm:cxn modelId="{0B8A74A3-A35F-4BEE-B018-AB782725FB6C}" type="presParOf" srcId="{F7852A3B-97C0-4E32-AAD1-5D0DE036BEAA}" destId="{D0C60930-F006-483B-BD69-97B6A03B1A92}" srcOrd="2" destOrd="0" presId="urn:microsoft.com/office/officeart/2005/8/layout/hierarchy2"/>
    <dgm:cxn modelId="{09C51FBA-BA4F-4C29-834A-7D62BAFB0FE6}" type="presParOf" srcId="{D0C60930-F006-483B-BD69-97B6A03B1A92}" destId="{10DF489D-A620-486A-B1F7-041E251ECE1A}" srcOrd="0" destOrd="0" presId="urn:microsoft.com/office/officeart/2005/8/layout/hierarchy2"/>
    <dgm:cxn modelId="{752DE0CA-2B06-4769-A9EE-179470C0E643}" type="presParOf" srcId="{F7852A3B-97C0-4E32-AAD1-5D0DE036BEAA}" destId="{D0142169-B62D-46FB-BCD6-C1FA0B5D3170}" srcOrd="3" destOrd="0" presId="urn:microsoft.com/office/officeart/2005/8/layout/hierarchy2"/>
    <dgm:cxn modelId="{B2D403F4-652B-44F2-B58C-6511152D54E4}" type="presParOf" srcId="{D0142169-B62D-46FB-BCD6-C1FA0B5D3170}" destId="{25649B31-A038-433D-B6E7-24D3AC0A0246}" srcOrd="0" destOrd="0" presId="urn:microsoft.com/office/officeart/2005/8/layout/hierarchy2"/>
    <dgm:cxn modelId="{11987C56-6D69-4932-9D7A-772E61F047B0}" type="presParOf" srcId="{D0142169-B62D-46FB-BCD6-C1FA0B5D3170}" destId="{23AE8631-3324-44DC-806D-A306809CA706}" srcOrd="1" destOrd="0" presId="urn:microsoft.com/office/officeart/2005/8/layout/hierarchy2"/>
    <dgm:cxn modelId="{B4DEA947-88F7-4B10-A671-0B4767DC70FC}" type="presParOf" srcId="{66521D61-42D1-4F34-A7C3-77D827BE6976}" destId="{D8968786-C272-4818-8DF7-059138DE2056}" srcOrd="2" destOrd="0" presId="urn:microsoft.com/office/officeart/2005/8/layout/hierarchy2"/>
    <dgm:cxn modelId="{1AA1E81C-2036-411F-BFE4-808CC6E6623C}" type="presParOf" srcId="{D8968786-C272-4818-8DF7-059138DE2056}" destId="{07F2EBEC-214E-43E3-8910-C923E95D91EA}" srcOrd="0" destOrd="0" presId="urn:microsoft.com/office/officeart/2005/8/layout/hierarchy2"/>
    <dgm:cxn modelId="{216791AE-ABA1-4A4A-9293-188E377EF34E}" type="presParOf" srcId="{66521D61-42D1-4F34-A7C3-77D827BE6976}" destId="{9E409236-2CB0-408D-B6CC-109708E4D01C}" srcOrd="3" destOrd="0" presId="urn:microsoft.com/office/officeart/2005/8/layout/hierarchy2"/>
    <dgm:cxn modelId="{4E79E05A-40E6-4A8D-A1FD-AA59ED387931}" type="presParOf" srcId="{9E409236-2CB0-408D-B6CC-109708E4D01C}" destId="{326CBBD8-54EF-4908-9FD7-081EEE2DB90C}" srcOrd="0" destOrd="0" presId="urn:microsoft.com/office/officeart/2005/8/layout/hierarchy2"/>
    <dgm:cxn modelId="{FD5D50FA-BF3D-415A-A802-762D550F008E}" type="presParOf" srcId="{9E409236-2CB0-408D-B6CC-109708E4D01C}" destId="{38045339-3ADC-447F-8A69-9BFF82197280}" srcOrd="1" destOrd="0" presId="urn:microsoft.com/office/officeart/2005/8/layout/hierarchy2"/>
    <dgm:cxn modelId="{205DC1F0-D0A2-4F70-BE59-6EA3D8CFCC33}" type="presParOf" srcId="{38045339-3ADC-447F-8A69-9BFF82197280}" destId="{2B2BEC55-9AB6-46F7-8659-7A56426E9803}" srcOrd="0" destOrd="0" presId="urn:microsoft.com/office/officeart/2005/8/layout/hierarchy2"/>
    <dgm:cxn modelId="{FF7FFBB2-A7BF-4667-B300-D5AD2B6A7AB6}" type="presParOf" srcId="{2B2BEC55-9AB6-46F7-8659-7A56426E9803}" destId="{5A221E35-FC21-4DED-9966-FB21CC27569E}" srcOrd="0" destOrd="0" presId="urn:microsoft.com/office/officeart/2005/8/layout/hierarchy2"/>
    <dgm:cxn modelId="{D18220DC-F950-4F6A-8C85-ADB1DD499482}" type="presParOf" srcId="{38045339-3ADC-447F-8A69-9BFF82197280}" destId="{20D02F34-D92B-4FF7-847A-3F7208AFF808}" srcOrd="1" destOrd="0" presId="urn:microsoft.com/office/officeart/2005/8/layout/hierarchy2"/>
    <dgm:cxn modelId="{7D5DEFE7-BAEF-4353-ACAF-F93394C14F32}" type="presParOf" srcId="{20D02F34-D92B-4FF7-847A-3F7208AFF808}" destId="{8A0BE5D9-DFD0-493D-81D3-A6881E6B4B8C}" srcOrd="0" destOrd="0" presId="urn:microsoft.com/office/officeart/2005/8/layout/hierarchy2"/>
    <dgm:cxn modelId="{CD0B0D0D-B46B-41EF-9813-B62BACCB1777}" type="presParOf" srcId="{20D02F34-D92B-4FF7-847A-3F7208AFF808}" destId="{BA678AC6-459B-4B42-89D8-5AD8A64F819E}" srcOrd="1" destOrd="0" presId="urn:microsoft.com/office/officeart/2005/8/layout/hierarchy2"/>
    <dgm:cxn modelId="{3CEA9BD2-31D3-4EBF-AECA-B44C50EFD944}" type="presParOf" srcId="{38045339-3ADC-447F-8A69-9BFF82197280}" destId="{34CC32F8-5438-4E62-BB67-23BD88E80115}" srcOrd="2" destOrd="0" presId="urn:microsoft.com/office/officeart/2005/8/layout/hierarchy2"/>
    <dgm:cxn modelId="{BA066995-0430-4AA8-B66B-47B9D98A1AD0}" type="presParOf" srcId="{34CC32F8-5438-4E62-BB67-23BD88E80115}" destId="{C85C91C2-7EFC-441A-B3AA-00A4C27A83FD}" srcOrd="0" destOrd="0" presId="urn:microsoft.com/office/officeart/2005/8/layout/hierarchy2"/>
    <dgm:cxn modelId="{67478540-E3D7-435E-8DED-E65214A5F7AB}" type="presParOf" srcId="{38045339-3ADC-447F-8A69-9BFF82197280}" destId="{637EFA68-6C78-4212-ABF8-FE8486D71B83}" srcOrd="3" destOrd="0" presId="urn:microsoft.com/office/officeart/2005/8/layout/hierarchy2"/>
    <dgm:cxn modelId="{BFD08741-4407-4CD2-A4AE-1D2388E616D1}" type="presParOf" srcId="{637EFA68-6C78-4212-ABF8-FE8486D71B83}" destId="{40132980-D98E-4620-9167-96BC0A46F363}" srcOrd="0" destOrd="0" presId="urn:microsoft.com/office/officeart/2005/8/layout/hierarchy2"/>
    <dgm:cxn modelId="{AFE2405B-3724-408B-A9C8-57DAB14BD7B0}" type="presParOf" srcId="{637EFA68-6C78-4212-ABF8-FE8486D71B83}" destId="{D7C8EC17-EC67-42AC-839E-1A2062DB7A2A}" srcOrd="1" destOrd="0" presId="urn:microsoft.com/office/officeart/2005/8/layout/hierarchy2"/>
    <dgm:cxn modelId="{E0075CD8-EDBC-45B2-97AE-68C63F98A213}" type="presParOf" srcId="{66521D61-42D1-4F34-A7C3-77D827BE6976}" destId="{D615A4EB-D656-44EA-9C6F-CADA0EC46BE0}" srcOrd="4" destOrd="0" presId="urn:microsoft.com/office/officeart/2005/8/layout/hierarchy2"/>
    <dgm:cxn modelId="{0BC9C9A5-F276-4C50-8F9A-AB7AE27C5410}" type="presParOf" srcId="{D615A4EB-D656-44EA-9C6F-CADA0EC46BE0}" destId="{5C1B27AB-6C4B-48C2-9EFA-4DD0429E875D}" srcOrd="0" destOrd="0" presId="urn:microsoft.com/office/officeart/2005/8/layout/hierarchy2"/>
    <dgm:cxn modelId="{E5CC9217-0820-472E-8BCC-7E021551612E}" type="presParOf" srcId="{66521D61-42D1-4F34-A7C3-77D827BE6976}" destId="{E2993856-B94B-4B47-8C53-7AC0B03268AA}" srcOrd="5" destOrd="0" presId="urn:microsoft.com/office/officeart/2005/8/layout/hierarchy2"/>
    <dgm:cxn modelId="{4D70C365-173C-4722-B1D9-A88A57B4E81D}" type="presParOf" srcId="{E2993856-B94B-4B47-8C53-7AC0B03268AA}" destId="{E1C24A09-9294-4617-8C0D-031340F987A1}" srcOrd="0" destOrd="0" presId="urn:microsoft.com/office/officeart/2005/8/layout/hierarchy2"/>
    <dgm:cxn modelId="{B49117CE-0E11-46B2-B20A-86FA2AD0B4CD}" type="presParOf" srcId="{E2993856-B94B-4B47-8C53-7AC0B03268AA}" destId="{06CD5C4E-B40E-4F82-B396-B94444B5449D}" srcOrd="1" destOrd="0" presId="urn:microsoft.com/office/officeart/2005/8/layout/hierarchy2"/>
    <dgm:cxn modelId="{51262A8F-A981-41B4-A6DF-446BC376D05C}" type="presParOf" srcId="{06CD5C4E-B40E-4F82-B396-B94444B5449D}" destId="{8EE71E3D-C754-49E7-9DB0-CC3FBE0D1782}" srcOrd="0" destOrd="0" presId="urn:microsoft.com/office/officeart/2005/8/layout/hierarchy2"/>
    <dgm:cxn modelId="{A3F7286E-F85B-4387-A4D7-8F2E7F1B0108}" type="presParOf" srcId="{8EE71E3D-C754-49E7-9DB0-CC3FBE0D1782}" destId="{6A107052-CD1C-4BAE-90D5-1C4D2834C2C4}" srcOrd="0" destOrd="0" presId="urn:microsoft.com/office/officeart/2005/8/layout/hierarchy2"/>
    <dgm:cxn modelId="{58328124-B3BF-47CD-AF81-A5DD7744F537}" type="presParOf" srcId="{06CD5C4E-B40E-4F82-B396-B94444B5449D}" destId="{3B30E7E4-088B-4B83-92BF-17DC34E4F17B}" srcOrd="1" destOrd="0" presId="urn:microsoft.com/office/officeart/2005/8/layout/hierarchy2"/>
    <dgm:cxn modelId="{D0D54D3C-08E5-4940-AAA4-5F94DB79CDAF}" type="presParOf" srcId="{3B30E7E4-088B-4B83-92BF-17DC34E4F17B}" destId="{8B084CB2-AF68-4BF6-AF22-BEE7B84C3D65}" srcOrd="0" destOrd="0" presId="urn:microsoft.com/office/officeart/2005/8/layout/hierarchy2"/>
    <dgm:cxn modelId="{B7AA4102-4996-4CE2-836D-D41B17AB5A0B}" type="presParOf" srcId="{3B30E7E4-088B-4B83-92BF-17DC34E4F17B}" destId="{E17E8B42-C214-495D-A7D9-481FC8618740}" srcOrd="1" destOrd="0" presId="urn:microsoft.com/office/officeart/2005/8/layout/hierarchy2"/>
    <dgm:cxn modelId="{30E053A3-D2F5-46BB-9C7C-2BBBC03A9185}" type="presParOf" srcId="{06CD5C4E-B40E-4F82-B396-B94444B5449D}" destId="{0DBEA480-A24D-47D8-B5D3-61203460C655}" srcOrd="2" destOrd="0" presId="urn:microsoft.com/office/officeart/2005/8/layout/hierarchy2"/>
    <dgm:cxn modelId="{EAAB8CC7-B9C6-4078-8859-BC2DD24A5AE4}" type="presParOf" srcId="{0DBEA480-A24D-47D8-B5D3-61203460C655}" destId="{EA2ACE5F-39B3-4371-B77E-5BB6B5D9A839}" srcOrd="0" destOrd="0" presId="urn:microsoft.com/office/officeart/2005/8/layout/hierarchy2"/>
    <dgm:cxn modelId="{575284B4-8ABD-44F0-85DD-D32E15D24FC9}" type="presParOf" srcId="{06CD5C4E-B40E-4F82-B396-B94444B5449D}" destId="{233A3E54-CB19-4A68-8B8B-AF662CAB3F26}" srcOrd="3" destOrd="0" presId="urn:microsoft.com/office/officeart/2005/8/layout/hierarchy2"/>
    <dgm:cxn modelId="{915C0AFE-A315-4E11-BB2D-A6BF625C0651}" type="presParOf" srcId="{233A3E54-CB19-4A68-8B8B-AF662CAB3F26}" destId="{27AF2178-F086-4D72-9AE9-0AADADCDC329}" srcOrd="0" destOrd="0" presId="urn:microsoft.com/office/officeart/2005/8/layout/hierarchy2"/>
    <dgm:cxn modelId="{0F757789-0D67-4AA6-9FD3-E7A502466654}" type="presParOf" srcId="{233A3E54-CB19-4A68-8B8B-AF662CAB3F26}" destId="{EB270B73-0C23-4A60-B8A5-6BD292978496}" srcOrd="1" destOrd="0" presId="urn:microsoft.com/office/officeart/2005/8/layout/hierarchy2"/>
    <dgm:cxn modelId="{C753B4B7-71D1-43B7-A814-CCEDAFB10DC6}" type="presParOf" srcId="{06CD5C4E-B40E-4F82-B396-B94444B5449D}" destId="{023AF533-DD67-4B3B-A28E-4F3DE7B6B69C}" srcOrd="4" destOrd="0" presId="urn:microsoft.com/office/officeart/2005/8/layout/hierarchy2"/>
    <dgm:cxn modelId="{456871C9-867C-4314-9FFE-1EA794F3C3B3}" type="presParOf" srcId="{023AF533-DD67-4B3B-A28E-4F3DE7B6B69C}" destId="{7390E9B4-D4C1-49C5-84DE-87D91315F592}" srcOrd="0" destOrd="0" presId="urn:microsoft.com/office/officeart/2005/8/layout/hierarchy2"/>
    <dgm:cxn modelId="{6773921F-09C9-4CB4-89C1-2C7E8E28235F}" type="presParOf" srcId="{06CD5C4E-B40E-4F82-B396-B94444B5449D}" destId="{F76B11DC-D8DF-414D-B478-425AD28EF269}" srcOrd="5" destOrd="0" presId="urn:microsoft.com/office/officeart/2005/8/layout/hierarchy2"/>
    <dgm:cxn modelId="{12EDB616-FD14-48D2-93F8-C4C618AA6039}" type="presParOf" srcId="{F76B11DC-D8DF-414D-B478-425AD28EF269}" destId="{37238516-9A32-4282-BD59-A5F03A2F1F18}" srcOrd="0" destOrd="0" presId="urn:microsoft.com/office/officeart/2005/8/layout/hierarchy2"/>
    <dgm:cxn modelId="{EA8376D1-150C-4AF6-8036-7B8A52FE2B5E}" type="presParOf" srcId="{F76B11DC-D8DF-414D-B478-425AD28EF269}" destId="{20174D79-A85D-4623-80A7-FE15777D6F9F}" srcOrd="1" destOrd="0" presId="urn:microsoft.com/office/officeart/2005/8/layout/hierarchy2"/>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0921BD8-1743-4E5E-AD2A-4A39BBF83357}"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9FC1212F-A9DE-46CF-97C0-27B2850E877D}">
      <dgm:prSet phldrT="[Text]" custT="1"/>
      <dgm:spPr/>
      <dgm:t>
        <a:bodyPr/>
        <a:lstStyle/>
        <a:p>
          <a:r>
            <a:rPr lang="en-US" sz="2000" smtClean="0"/>
            <a:t>Features</a:t>
          </a:r>
          <a:endParaRPr lang="en-US" sz="2000"/>
        </a:p>
      </dgm:t>
    </dgm:pt>
    <dgm:pt modelId="{D4ECA695-5A3A-4DE3-846B-526C315EBD90}" type="parTrans" cxnId="{E2092382-612C-4BF1-96C0-5FF3DC801606}">
      <dgm:prSet/>
      <dgm:spPr/>
      <dgm:t>
        <a:bodyPr/>
        <a:lstStyle/>
        <a:p>
          <a:endParaRPr lang="en-US"/>
        </a:p>
      </dgm:t>
    </dgm:pt>
    <dgm:pt modelId="{D83E8294-1333-45D2-845D-57D5D451E034}" type="sibTrans" cxnId="{E2092382-612C-4BF1-96C0-5FF3DC801606}">
      <dgm:prSet/>
      <dgm:spPr/>
      <dgm:t>
        <a:bodyPr/>
        <a:lstStyle/>
        <a:p>
          <a:endParaRPr lang="en-US"/>
        </a:p>
      </dgm:t>
    </dgm:pt>
    <dgm:pt modelId="{FBD6F890-A215-43D5-B969-209BB6A83AA0}">
      <dgm:prSet phldrT="[Text]" custT="1"/>
      <dgm:spPr>
        <a:solidFill>
          <a:schemeClr val="accent2"/>
        </a:solidFill>
      </dgm:spPr>
      <dgm:t>
        <a:bodyPr/>
        <a:lstStyle/>
        <a:p>
          <a:r>
            <a:rPr lang="en-US" sz="2000" smtClean="0"/>
            <a:t>Manage Customers</a:t>
          </a:r>
          <a:endParaRPr lang="en-US" sz="2000"/>
        </a:p>
      </dgm:t>
    </dgm:pt>
    <dgm:pt modelId="{E5C1E6EC-EF3F-4519-A6F7-C73F59437425}" type="parTrans" cxnId="{1BEF197F-C387-4EAF-88B9-F56F47AAD991}">
      <dgm:prSet/>
      <dgm:spPr/>
      <dgm:t>
        <a:bodyPr/>
        <a:lstStyle/>
        <a:p>
          <a:endParaRPr lang="en-US"/>
        </a:p>
      </dgm:t>
    </dgm:pt>
    <dgm:pt modelId="{2151D0E4-D832-4352-8D03-056DD2AF722E}" type="sibTrans" cxnId="{1BEF197F-C387-4EAF-88B9-F56F47AAD991}">
      <dgm:prSet/>
      <dgm:spPr/>
      <dgm:t>
        <a:bodyPr/>
        <a:lstStyle/>
        <a:p>
          <a:endParaRPr lang="en-US"/>
        </a:p>
      </dgm:t>
    </dgm:pt>
    <dgm:pt modelId="{E20F13DB-FB72-4F00-A19A-212F02E55D95}">
      <dgm:prSet phldrT="[Text]" custT="1"/>
      <dgm:spPr>
        <a:solidFill>
          <a:schemeClr val="accent2"/>
        </a:solidFill>
      </dgm:spPr>
      <dgm:t>
        <a:bodyPr/>
        <a:lstStyle/>
        <a:p>
          <a:r>
            <a:rPr lang="en-US" sz="2000" smtClean="0"/>
            <a:t>Manage Employees</a:t>
          </a:r>
          <a:endParaRPr lang="en-US" sz="2000"/>
        </a:p>
      </dgm:t>
    </dgm:pt>
    <dgm:pt modelId="{7A2A6D83-A101-4F25-8184-AFB47D53DB28}" type="parTrans" cxnId="{BA4F0BFD-60C3-4FE0-A30F-7195E312D145}">
      <dgm:prSet/>
      <dgm:spPr/>
      <dgm:t>
        <a:bodyPr/>
        <a:lstStyle/>
        <a:p>
          <a:endParaRPr lang="en-US"/>
        </a:p>
      </dgm:t>
    </dgm:pt>
    <dgm:pt modelId="{6F2D9E26-AB92-4486-B1D5-1DD8BB7AD462}" type="sibTrans" cxnId="{BA4F0BFD-60C3-4FE0-A30F-7195E312D145}">
      <dgm:prSet/>
      <dgm:spPr/>
      <dgm:t>
        <a:bodyPr/>
        <a:lstStyle/>
        <a:p>
          <a:endParaRPr lang="en-US"/>
        </a:p>
      </dgm:t>
    </dgm:pt>
    <dgm:pt modelId="{374A3EDE-0301-4F15-9D2C-BC762BFCB786}">
      <dgm:prSet phldrT="[Text]" custT="1"/>
      <dgm:spPr>
        <a:solidFill>
          <a:schemeClr val="accent2"/>
        </a:solidFill>
      </dgm:spPr>
      <dgm:t>
        <a:bodyPr/>
        <a:lstStyle/>
        <a:p>
          <a:r>
            <a:rPr lang="en-US" sz="2000" smtClean="0"/>
            <a:t>Reports</a:t>
          </a:r>
          <a:endParaRPr lang="en-US" sz="2000"/>
        </a:p>
      </dgm:t>
    </dgm:pt>
    <dgm:pt modelId="{70C24DED-4221-443F-A264-71B5369316E7}" type="parTrans" cxnId="{8E692530-DB31-42D0-A162-C7D623162768}">
      <dgm:prSet/>
      <dgm:spPr/>
      <dgm:t>
        <a:bodyPr/>
        <a:lstStyle/>
        <a:p>
          <a:endParaRPr lang="en-US"/>
        </a:p>
      </dgm:t>
    </dgm:pt>
    <dgm:pt modelId="{4E5A3225-9557-40E4-BD1A-D36AB948083C}" type="sibTrans" cxnId="{8E692530-DB31-42D0-A162-C7D623162768}">
      <dgm:prSet/>
      <dgm:spPr/>
      <dgm:t>
        <a:bodyPr/>
        <a:lstStyle/>
        <a:p>
          <a:endParaRPr lang="en-US"/>
        </a:p>
      </dgm:t>
    </dgm:pt>
    <dgm:pt modelId="{2EB0C251-BDE4-4556-854B-89B293F3BDCC}">
      <dgm:prSet phldrT="[Text]" custT="1"/>
      <dgm:spPr>
        <a:solidFill>
          <a:schemeClr val="accent2"/>
        </a:solidFill>
      </dgm:spPr>
      <dgm:t>
        <a:bodyPr/>
        <a:lstStyle/>
        <a:p>
          <a:r>
            <a:rPr lang="en-US" sz="2000" smtClean="0"/>
            <a:t>…</a:t>
          </a:r>
          <a:endParaRPr lang="en-US" sz="2000"/>
        </a:p>
      </dgm:t>
    </dgm:pt>
    <dgm:pt modelId="{1B0A9363-38A2-4C96-BA8F-49125154D15D}" type="parTrans" cxnId="{640231CF-AC3C-4906-AEC7-9945AEAFD4FB}">
      <dgm:prSet/>
      <dgm:spPr/>
      <dgm:t>
        <a:bodyPr/>
        <a:lstStyle/>
        <a:p>
          <a:endParaRPr lang="en-US"/>
        </a:p>
      </dgm:t>
    </dgm:pt>
    <dgm:pt modelId="{89D7B114-3ECA-49D9-B42D-11AFC1EDC24F}" type="sibTrans" cxnId="{640231CF-AC3C-4906-AEC7-9945AEAFD4FB}">
      <dgm:prSet/>
      <dgm:spPr/>
      <dgm:t>
        <a:bodyPr/>
        <a:lstStyle/>
        <a:p>
          <a:endParaRPr lang="en-US"/>
        </a:p>
      </dgm:t>
    </dgm:pt>
    <dgm:pt modelId="{F9C4B6B4-A139-4902-9662-8147AFA16526}">
      <dgm:prSet phldrT="[Text]" custT="1"/>
      <dgm:spPr>
        <a:solidFill>
          <a:schemeClr val="accent3"/>
        </a:solidFill>
      </dgm:spPr>
      <dgm:t>
        <a:bodyPr/>
        <a:lstStyle/>
        <a:p>
          <a:r>
            <a:rPr lang="en-US" sz="2000" smtClean="0"/>
            <a:t>CRUD</a:t>
          </a:r>
          <a:endParaRPr lang="en-US" sz="2000"/>
        </a:p>
      </dgm:t>
    </dgm:pt>
    <dgm:pt modelId="{D9409E77-2445-4A24-9613-860621829690}" type="parTrans" cxnId="{22B1C45D-F8B8-4E9F-B13A-A6A5E360B0A0}">
      <dgm:prSet/>
      <dgm:spPr/>
      <dgm:t>
        <a:bodyPr/>
        <a:lstStyle/>
        <a:p>
          <a:endParaRPr lang="en-US"/>
        </a:p>
      </dgm:t>
    </dgm:pt>
    <dgm:pt modelId="{DC340AC2-3F52-48A9-A8D0-D6D894912B2E}" type="sibTrans" cxnId="{22B1C45D-F8B8-4E9F-B13A-A6A5E360B0A0}">
      <dgm:prSet/>
      <dgm:spPr/>
      <dgm:t>
        <a:bodyPr/>
        <a:lstStyle/>
        <a:p>
          <a:endParaRPr lang="en-US"/>
        </a:p>
      </dgm:t>
    </dgm:pt>
    <dgm:pt modelId="{B19695A3-1C36-40C8-81C8-DACD7B6FEBB7}">
      <dgm:prSet phldrT="[Text]" custT="1"/>
      <dgm:spPr>
        <a:solidFill>
          <a:schemeClr val="accent3"/>
        </a:solidFill>
      </dgm:spPr>
      <dgm:t>
        <a:bodyPr/>
        <a:lstStyle/>
        <a:p>
          <a:r>
            <a:rPr lang="en-US" sz="2000" smtClean="0"/>
            <a:t>Manage Feedback</a:t>
          </a:r>
          <a:endParaRPr lang="en-US" sz="2000"/>
        </a:p>
      </dgm:t>
    </dgm:pt>
    <dgm:pt modelId="{6E1457C7-8F8A-4575-9D42-52E5785EE665}" type="parTrans" cxnId="{7E656D0E-34D4-400F-B072-387F0D023279}">
      <dgm:prSet/>
      <dgm:spPr/>
      <dgm:t>
        <a:bodyPr/>
        <a:lstStyle/>
        <a:p>
          <a:endParaRPr lang="en-US"/>
        </a:p>
      </dgm:t>
    </dgm:pt>
    <dgm:pt modelId="{5C1E0251-E6A3-4C4D-AEF4-AD5CDED2DF50}" type="sibTrans" cxnId="{7E656D0E-34D4-400F-B072-387F0D023279}">
      <dgm:prSet/>
      <dgm:spPr/>
      <dgm:t>
        <a:bodyPr/>
        <a:lstStyle/>
        <a:p>
          <a:endParaRPr lang="en-US"/>
        </a:p>
      </dgm:t>
    </dgm:pt>
    <dgm:pt modelId="{1786C0D7-A375-49CB-9B4E-8200CA8A443E}">
      <dgm:prSet phldrT="[Text]" custT="1"/>
      <dgm:spPr>
        <a:solidFill>
          <a:schemeClr val="accent3"/>
        </a:solidFill>
      </dgm:spPr>
      <dgm:t>
        <a:bodyPr/>
        <a:lstStyle/>
        <a:p>
          <a:r>
            <a:rPr lang="en-US" sz="2000" smtClean="0"/>
            <a:t>…</a:t>
          </a:r>
          <a:endParaRPr lang="en-US" sz="2000"/>
        </a:p>
      </dgm:t>
    </dgm:pt>
    <dgm:pt modelId="{8160CE0A-52B5-44BF-8E71-52E8A1C399C3}" type="parTrans" cxnId="{6770D5F7-EC01-4DE3-BD13-31D63C05B812}">
      <dgm:prSet/>
      <dgm:spPr/>
      <dgm:t>
        <a:bodyPr/>
        <a:lstStyle/>
        <a:p>
          <a:endParaRPr lang="en-US"/>
        </a:p>
      </dgm:t>
    </dgm:pt>
    <dgm:pt modelId="{36D54539-DA4A-45C7-8840-D25922417AD9}" type="sibTrans" cxnId="{6770D5F7-EC01-4DE3-BD13-31D63C05B812}">
      <dgm:prSet/>
      <dgm:spPr/>
      <dgm:t>
        <a:bodyPr/>
        <a:lstStyle/>
        <a:p>
          <a:endParaRPr lang="en-US"/>
        </a:p>
      </dgm:t>
    </dgm:pt>
    <dgm:pt modelId="{88BA0801-A318-4A41-B1AA-30E4D5769F77}">
      <dgm:prSet phldrT="[Text]" custT="1"/>
      <dgm:spPr>
        <a:solidFill>
          <a:schemeClr val="accent3"/>
        </a:solidFill>
      </dgm:spPr>
      <dgm:t>
        <a:bodyPr/>
        <a:lstStyle/>
        <a:p>
          <a:r>
            <a:rPr lang="en-US" sz="2000" smtClean="0"/>
            <a:t>Manage Salaries</a:t>
          </a:r>
          <a:endParaRPr lang="en-US" sz="2000"/>
        </a:p>
      </dgm:t>
    </dgm:pt>
    <dgm:pt modelId="{47320AD3-5A0E-4C18-927C-338D87E30F91}" type="parTrans" cxnId="{E2A4D54B-B94F-4932-AF2C-38AD1D71959D}">
      <dgm:prSet/>
      <dgm:spPr/>
      <dgm:t>
        <a:bodyPr/>
        <a:lstStyle/>
        <a:p>
          <a:endParaRPr lang="en-US"/>
        </a:p>
      </dgm:t>
    </dgm:pt>
    <dgm:pt modelId="{FCC2D55D-A95A-4C99-94C2-1F63267C0CCC}" type="sibTrans" cxnId="{E2A4D54B-B94F-4932-AF2C-38AD1D71959D}">
      <dgm:prSet/>
      <dgm:spPr/>
      <dgm:t>
        <a:bodyPr/>
        <a:lstStyle/>
        <a:p>
          <a:endParaRPr lang="en-US"/>
        </a:p>
      </dgm:t>
    </dgm:pt>
    <dgm:pt modelId="{75B8C361-2221-4B89-87B0-F3023E7E14FD}">
      <dgm:prSet phldrT="[Text]" custT="1"/>
      <dgm:spPr>
        <a:solidFill>
          <a:schemeClr val="accent3"/>
        </a:solidFill>
      </dgm:spPr>
      <dgm:t>
        <a:bodyPr/>
        <a:lstStyle/>
        <a:p>
          <a:r>
            <a:rPr lang="en-US" sz="2000" smtClean="0"/>
            <a:t>…</a:t>
          </a:r>
          <a:endParaRPr lang="en-US" sz="2000"/>
        </a:p>
      </dgm:t>
    </dgm:pt>
    <dgm:pt modelId="{50DC0FE7-B044-47A8-AEAE-6B4BC423D986}" type="parTrans" cxnId="{BF6CC894-7F00-40A0-BDC5-ABBF169782B5}">
      <dgm:prSet/>
      <dgm:spPr/>
      <dgm:t>
        <a:bodyPr/>
        <a:lstStyle/>
        <a:p>
          <a:endParaRPr lang="en-US"/>
        </a:p>
      </dgm:t>
    </dgm:pt>
    <dgm:pt modelId="{7A3DD8DC-1560-40C5-A422-23EB77539081}" type="sibTrans" cxnId="{BF6CC894-7F00-40A0-BDC5-ABBF169782B5}">
      <dgm:prSet/>
      <dgm:spPr/>
      <dgm:t>
        <a:bodyPr/>
        <a:lstStyle/>
        <a:p>
          <a:endParaRPr lang="en-US"/>
        </a:p>
      </dgm:t>
    </dgm:pt>
    <dgm:pt modelId="{940C45F6-8C18-458E-9C14-A0D320E11B09}">
      <dgm:prSet phldrT="[Text]" custT="1"/>
      <dgm:spPr>
        <a:solidFill>
          <a:schemeClr val="accent3"/>
        </a:solidFill>
      </dgm:spPr>
      <dgm:t>
        <a:bodyPr/>
        <a:lstStyle/>
        <a:p>
          <a:r>
            <a:rPr lang="en-US" sz="2000" smtClean="0"/>
            <a:t>Generate reports</a:t>
          </a:r>
          <a:endParaRPr lang="en-US" sz="2000"/>
        </a:p>
      </dgm:t>
    </dgm:pt>
    <dgm:pt modelId="{D5FF74E9-8EF2-4890-9521-20ED7073E860}" type="parTrans" cxnId="{25C4C201-21C8-4C2D-B195-0DB67B2F800D}">
      <dgm:prSet/>
      <dgm:spPr/>
      <dgm:t>
        <a:bodyPr/>
        <a:lstStyle/>
        <a:p>
          <a:endParaRPr lang="en-US"/>
        </a:p>
      </dgm:t>
    </dgm:pt>
    <dgm:pt modelId="{22F6D784-871D-4135-B1A0-CA36DAB6D432}" type="sibTrans" cxnId="{25C4C201-21C8-4C2D-B195-0DB67B2F800D}">
      <dgm:prSet/>
      <dgm:spPr/>
      <dgm:t>
        <a:bodyPr/>
        <a:lstStyle/>
        <a:p>
          <a:endParaRPr lang="en-US"/>
        </a:p>
      </dgm:t>
    </dgm:pt>
    <dgm:pt modelId="{AFB00AEF-0040-4029-8903-E9D32F9B2852}">
      <dgm:prSet phldrT="[Text]" custT="1"/>
      <dgm:spPr>
        <a:solidFill>
          <a:schemeClr val="accent3"/>
        </a:solidFill>
      </dgm:spPr>
      <dgm:t>
        <a:bodyPr/>
        <a:lstStyle/>
        <a:p>
          <a:r>
            <a:rPr lang="en-US" sz="2000" smtClean="0"/>
            <a:t>Filter information</a:t>
          </a:r>
          <a:endParaRPr lang="en-US" sz="2000"/>
        </a:p>
      </dgm:t>
    </dgm:pt>
    <dgm:pt modelId="{5FE6009B-9D69-428E-B620-1CEA9729DDBA}" type="parTrans" cxnId="{C850041E-6388-4770-93FB-A82A78F497AC}">
      <dgm:prSet/>
      <dgm:spPr/>
      <dgm:t>
        <a:bodyPr/>
        <a:lstStyle/>
        <a:p>
          <a:endParaRPr lang="en-US"/>
        </a:p>
      </dgm:t>
    </dgm:pt>
    <dgm:pt modelId="{32CE034A-69E2-4ADC-A0A0-25AEA88994E2}" type="sibTrans" cxnId="{C850041E-6388-4770-93FB-A82A78F497AC}">
      <dgm:prSet/>
      <dgm:spPr/>
      <dgm:t>
        <a:bodyPr/>
        <a:lstStyle/>
        <a:p>
          <a:endParaRPr lang="en-US"/>
        </a:p>
      </dgm:t>
    </dgm:pt>
    <dgm:pt modelId="{ED04AFAE-5799-47E3-B0DA-9435962367E2}">
      <dgm:prSet phldrT="[Text]" custT="1"/>
      <dgm:spPr>
        <a:solidFill>
          <a:schemeClr val="accent3"/>
        </a:solidFill>
      </dgm:spPr>
      <dgm:t>
        <a:bodyPr/>
        <a:lstStyle/>
        <a:p>
          <a:r>
            <a:rPr lang="en-US" sz="2000" smtClean="0"/>
            <a:t>…</a:t>
          </a:r>
          <a:endParaRPr lang="en-US" sz="2000"/>
        </a:p>
      </dgm:t>
    </dgm:pt>
    <dgm:pt modelId="{135798F2-AF17-43D4-B576-B8336B1CC4F0}" type="parTrans" cxnId="{4CF102AB-8078-4EB0-A28F-66963A11139F}">
      <dgm:prSet/>
      <dgm:spPr/>
      <dgm:t>
        <a:bodyPr/>
        <a:lstStyle/>
        <a:p>
          <a:endParaRPr lang="en-US"/>
        </a:p>
      </dgm:t>
    </dgm:pt>
    <dgm:pt modelId="{47D7EC17-4E92-4745-A1FA-0C27BAAB63CA}" type="sibTrans" cxnId="{4CF102AB-8078-4EB0-A28F-66963A11139F}">
      <dgm:prSet/>
      <dgm:spPr/>
      <dgm:t>
        <a:bodyPr/>
        <a:lstStyle/>
        <a:p>
          <a:endParaRPr lang="en-US"/>
        </a:p>
      </dgm:t>
    </dgm:pt>
    <dgm:pt modelId="{C570628D-EE6A-413C-9348-DA451193F688}">
      <dgm:prSet phldrT="[Text]" custT="1"/>
      <dgm:spPr>
        <a:solidFill>
          <a:schemeClr val="accent3"/>
        </a:solidFill>
      </dgm:spPr>
      <dgm:t>
        <a:bodyPr/>
        <a:lstStyle/>
        <a:p>
          <a:r>
            <a:rPr lang="en-US" sz="2000" smtClean="0"/>
            <a:t>CRUD</a:t>
          </a:r>
          <a:endParaRPr lang="en-US" sz="2000"/>
        </a:p>
      </dgm:t>
    </dgm:pt>
    <dgm:pt modelId="{7A79BD04-3A12-4710-A372-CF7A5128C240}" type="sibTrans" cxnId="{7E76805A-0036-463B-BAC7-9F09DF4F92F8}">
      <dgm:prSet/>
      <dgm:spPr/>
      <dgm:t>
        <a:bodyPr/>
        <a:lstStyle/>
        <a:p>
          <a:endParaRPr lang="en-US"/>
        </a:p>
      </dgm:t>
    </dgm:pt>
    <dgm:pt modelId="{9EB2F999-F8E3-47BF-8BFC-7635D79902D0}" type="parTrans" cxnId="{7E76805A-0036-463B-BAC7-9F09DF4F92F8}">
      <dgm:prSet/>
      <dgm:spPr/>
      <dgm:t>
        <a:bodyPr/>
        <a:lstStyle/>
        <a:p>
          <a:endParaRPr lang="en-US"/>
        </a:p>
      </dgm:t>
    </dgm:pt>
    <dgm:pt modelId="{8FC8682F-7BA3-4A12-84E0-1E6A3971F567}" type="pres">
      <dgm:prSet presAssocID="{50921BD8-1743-4E5E-AD2A-4A39BBF83357}" presName="hierChild1" presStyleCnt="0">
        <dgm:presLayoutVars>
          <dgm:orgChart val="1"/>
          <dgm:chPref val="1"/>
          <dgm:dir/>
          <dgm:animOne val="branch"/>
          <dgm:animLvl val="lvl"/>
          <dgm:resizeHandles/>
        </dgm:presLayoutVars>
      </dgm:prSet>
      <dgm:spPr/>
      <dgm:t>
        <a:bodyPr/>
        <a:lstStyle/>
        <a:p>
          <a:endParaRPr lang="en-US"/>
        </a:p>
      </dgm:t>
    </dgm:pt>
    <dgm:pt modelId="{AB6C4915-A3A8-42CE-AD6C-ED8450930C75}" type="pres">
      <dgm:prSet presAssocID="{9FC1212F-A9DE-46CF-97C0-27B2850E877D}" presName="hierRoot1" presStyleCnt="0">
        <dgm:presLayoutVars>
          <dgm:hierBranch val="init"/>
        </dgm:presLayoutVars>
      </dgm:prSet>
      <dgm:spPr/>
    </dgm:pt>
    <dgm:pt modelId="{F9C0D795-8880-4F51-B6C8-519BB8DDC415}" type="pres">
      <dgm:prSet presAssocID="{9FC1212F-A9DE-46CF-97C0-27B2850E877D}" presName="rootComposite1" presStyleCnt="0"/>
      <dgm:spPr/>
    </dgm:pt>
    <dgm:pt modelId="{D0AA3983-86C9-4696-A764-2C6A1B91E41F}" type="pres">
      <dgm:prSet presAssocID="{9FC1212F-A9DE-46CF-97C0-27B2850E877D}" presName="rootText1" presStyleLbl="node0" presStyleIdx="0" presStyleCnt="1">
        <dgm:presLayoutVars>
          <dgm:chPref val="3"/>
        </dgm:presLayoutVars>
      </dgm:prSet>
      <dgm:spPr/>
      <dgm:t>
        <a:bodyPr/>
        <a:lstStyle/>
        <a:p>
          <a:endParaRPr lang="en-US"/>
        </a:p>
      </dgm:t>
    </dgm:pt>
    <dgm:pt modelId="{9E798581-E3F6-47F1-B110-A8FD78D68A22}" type="pres">
      <dgm:prSet presAssocID="{9FC1212F-A9DE-46CF-97C0-27B2850E877D}" presName="rootConnector1" presStyleLbl="node1" presStyleIdx="0" presStyleCnt="0"/>
      <dgm:spPr/>
      <dgm:t>
        <a:bodyPr/>
        <a:lstStyle/>
        <a:p>
          <a:endParaRPr lang="en-US"/>
        </a:p>
      </dgm:t>
    </dgm:pt>
    <dgm:pt modelId="{28C9399C-2699-4030-9D76-2503B6EA3D95}" type="pres">
      <dgm:prSet presAssocID="{9FC1212F-A9DE-46CF-97C0-27B2850E877D}" presName="hierChild2" presStyleCnt="0"/>
      <dgm:spPr/>
    </dgm:pt>
    <dgm:pt modelId="{D1287146-4D25-46B4-A680-7330E6E61D79}" type="pres">
      <dgm:prSet presAssocID="{E5C1E6EC-EF3F-4519-A6F7-C73F59437425}" presName="Name37" presStyleLbl="parChTrans1D2" presStyleIdx="0" presStyleCnt="4"/>
      <dgm:spPr/>
      <dgm:t>
        <a:bodyPr/>
        <a:lstStyle/>
        <a:p>
          <a:endParaRPr lang="en-US"/>
        </a:p>
      </dgm:t>
    </dgm:pt>
    <dgm:pt modelId="{54CA47CF-C557-4F9A-97B9-E79D54948D6B}" type="pres">
      <dgm:prSet presAssocID="{FBD6F890-A215-43D5-B969-209BB6A83AA0}" presName="hierRoot2" presStyleCnt="0">
        <dgm:presLayoutVars>
          <dgm:hierBranch val="init"/>
        </dgm:presLayoutVars>
      </dgm:prSet>
      <dgm:spPr/>
    </dgm:pt>
    <dgm:pt modelId="{A85F3ECA-04AB-42B9-B80A-C59C26532DEE}" type="pres">
      <dgm:prSet presAssocID="{FBD6F890-A215-43D5-B969-209BB6A83AA0}" presName="rootComposite" presStyleCnt="0"/>
      <dgm:spPr/>
    </dgm:pt>
    <dgm:pt modelId="{7BFD6437-FE06-4672-9344-DC2FC2BEB605}" type="pres">
      <dgm:prSet presAssocID="{FBD6F890-A215-43D5-B969-209BB6A83AA0}" presName="rootText" presStyleLbl="node2" presStyleIdx="0" presStyleCnt="4">
        <dgm:presLayoutVars>
          <dgm:chPref val="3"/>
        </dgm:presLayoutVars>
      </dgm:prSet>
      <dgm:spPr/>
      <dgm:t>
        <a:bodyPr/>
        <a:lstStyle/>
        <a:p>
          <a:endParaRPr lang="en-US"/>
        </a:p>
      </dgm:t>
    </dgm:pt>
    <dgm:pt modelId="{31C88419-C770-4856-8E3C-6A458174332B}" type="pres">
      <dgm:prSet presAssocID="{FBD6F890-A215-43D5-B969-209BB6A83AA0}" presName="rootConnector" presStyleLbl="node2" presStyleIdx="0" presStyleCnt="4"/>
      <dgm:spPr/>
      <dgm:t>
        <a:bodyPr/>
        <a:lstStyle/>
        <a:p>
          <a:endParaRPr lang="en-US"/>
        </a:p>
      </dgm:t>
    </dgm:pt>
    <dgm:pt modelId="{AD8A91BE-A444-456C-B213-DA1461C063BB}" type="pres">
      <dgm:prSet presAssocID="{FBD6F890-A215-43D5-B969-209BB6A83AA0}" presName="hierChild4" presStyleCnt="0"/>
      <dgm:spPr/>
    </dgm:pt>
    <dgm:pt modelId="{5D19C2DB-DB4C-47B7-8D03-D32EDB4CA6C2}" type="pres">
      <dgm:prSet presAssocID="{D9409E77-2445-4A24-9613-860621829690}" presName="Name37" presStyleLbl="parChTrans1D3" presStyleIdx="0" presStyleCnt="9"/>
      <dgm:spPr/>
      <dgm:t>
        <a:bodyPr/>
        <a:lstStyle/>
        <a:p>
          <a:endParaRPr lang="en-US"/>
        </a:p>
      </dgm:t>
    </dgm:pt>
    <dgm:pt modelId="{4A5DDDD9-4534-475F-8CE9-449A4187F2BD}" type="pres">
      <dgm:prSet presAssocID="{F9C4B6B4-A139-4902-9662-8147AFA16526}" presName="hierRoot2" presStyleCnt="0">
        <dgm:presLayoutVars>
          <dgm:hierBranch val="init"/>
        </dgm:presLayoutVars>
      </dgm:prSet>
      <dgm:spPr/>
    </dgm:pt>
    <dgm:pt modelId="{8F1B9B5F-94F7-41A2-BD13-A9FC912CE3CF}" type="pres">
      <dgm:prSet presAssocID="{F9C4B6B4-A139-4902-9662-8147AFA16526}" presName="rootComposite" presStyleCnt="0"/>
      <dgm:spPr/>
    </dgm:pt>
    <dgm:pt modelId="{F24754C2-B098-4BFC-9FC1-8B05D2E1B791}" type="pres">
      <dgm:prSet presAssocID="{F9C4B6B4-A139-4902-9662-8147AFA16526}" presName="rootText" presStyleLbl="node3" presStyleIdx="0" presStyleCnt="9">
        <dgm:presLayoutVars>
          <dgm:chPref val="3"/>
        </dgm:presLayoutVars>
      </dgm:prSet>
      <dgm:spPr/>
      <dgm:t>
        <a:bodyPr/>
        <a:lstStyle/>
        <a:p>
          <a:endParaRPr lang="en-US"/>
        </a:p>
      </dgm:t>
    </dgm:pt>
    <dgm:pt modelId="{C0344055-2A02-4679-AFD3-1F767601100B}" type="pres">
      <dgm:prSet presAssocID="{F9C4B6B4-A139-4902-9662-8147AFA16526}" presName="rootConnector" presStyleLbl="node3" presStyleIdx="0" presStyleCnt="9"/>
      <dgm:spPr/>
      <dgm:t>
        <a:bodyPr/>
        <a:lstStyle/>
        <a:p>
          <a:endParaRPr lang="en-US"/>
        </a:p>
      </dgm:t>
    </dgm:pt>
    <dgm:pt modelId="{087E4467-B254-4FBC-8A74-ED8F49957F0F}" type="pres">
      <dgm:prSet presAssocID="{F9C4B6B4-A139-4902-9662-8147AFA16526}" presName="hierChild4" presStyleCnt="0"/>
      <dgm:spPr/>
    </dgm:pt>
    <dgm:pt modelId="{20DC28C5-0708-4805-BF6A-F21A1EC0B05E}" type="pres">
      <dgm:prSet presAssocID="{F9C4B6B4-A139-4902-9662-8147AFA16526}" presName="hierChild5" presStyleCnt="0"/>
      <dgm:spPr/>
    </dgm:pt>
    <dgm:pt modelId="{2832BDBB-80B0-4DFE-A7FE-7EC47A8D0E23}" type="pres">
      <dgm:prSet presAssocID="{6E1457C7-8F8A-4575-9D42-52E5785EE665}" presName="Name37" presStyleLbl="parChTrans1D3" presStyleIdx="1" presStyleCnt="9"/>
      <dgm:spPr/>
      <dgm:t>
        <a:bodyPr/>
        <a:lstStyle/>
        <a:p>
          <a:endParaRPr lang="en-US"/>
        </a:p>
      </dgm:t>
    </dgm:pt>
    <dgm:pt modelId="{F628FFAA-52A1-4D29-8053-5C2BF7CC8B88}" type="pres">
      <dgm:prSet presAssocID="{B19695A3-1C36-40C8-81C8-DACD7B6FEBB7}" presName="hierRoot2" presStyleCnt="0">
        <dgm:presLayoutVars>
          <dgm:hierBranch val="init"/>
        </dgm:presLayoutVars>
      </dgm:prSet>
      <dgm:spPr/>
    </dgm:pt>
    <dgm:pt modelId="{A33D492C-97C2-4ECD-9013-AB6963D3E052}" type="pres">
      <dgm:prSet presAssocID="{B19695A3-1C36-40C8-81C8-DACD7B6FEBB7}" presName="rootComposite" presStyleCnt="0"/>
      <dgm:spPr/>
    </dgm:pt>
    <dgm:pt modelId="{51A0A06F-9083-4B64-BF1F-208488A17DF3}" type="pres">
      <dgm:prSet presAssocID="{B19695A3-1C36-40C8-81C8-DACD7B6FEBB7}" presName="rootText" presStyleLbl="node3" presStyleIdx="1" presStyleCnt="9">
        <dgm:presLayoutVars>
          <dgm:chPref val="3"/>
        </dgm:presLayoutVars>
      </dgm:prSet>
      <dgm:spPr/>
      <dgm:t>
        <a:bodyPr/>
        <a:lstStyle/>
        <a:p>
          <a:endParaRPr lang="en-US"/>
        </a:p>
      </dgm:t>
    </dgm:pt>
    <dgm:pt modelId="{A1EEBBDD-F2E9-4C28-A9A5-0009780A3009}" type="pres">
      <dgm:prSet presAssocID="{B19695A3-1C36-40C8-81C8-DACD7B6FEBB7}" presName="rootConnector" presStyleLbl="node3" presStyleIdx="1" presStyleCnt="9"/>
      <dgm:spPr/>
      <dgm:t>
        <a:bodyPr/>
        <a:lstStyle/>
        <a:p>
          <a:endParaRPr lang="en-US"/>
        </a:p>
      </dgm:t>
    </dgm:pt>
    <dgm:pt modelId="{61AE455E-3240-4598-A401-DEC57837BBB5}" type="pres">
      <dgm:prSet presAssocID="{B19695A3-1C36-40C8-81C8-DACD7B6FEBB7}" presName="hierChild4" presStyleCnt="0"/>
      <dgm:spPr/>
    </dgm:pt>
    <dgm:pt modelId="{D37582C6-D9F5-476A-B20E-366D219E905E}" type="pres">
      <dgm:prSet presAssocID="{B19695A3-1C36-40C8-81C8-DACD7B6FEBB7}" presName="hierChild5" presStyleCnt="0"/>
      <dgm:spPr/>
    </dgm:pt>
    <dgm:pt modelId="{CC1F72F7-D610-46B2-9C2D-B79FA8B02FEA}" type="pres">
      <dgm:prSet presAssocID="{8160CE0A-52B5-44BF-8E71-52E8A1C399C3}" presName="Name37" presStyleLbl="parChTrans1D3" presStyleIdx="2" presStyleCnt="9"/>
      <dgm:spPr/>
      <dgm:t>
        <a:bodyPr/>
        <a:lstStyle/>
        <a:p>
          <a:endParaRPr lang="en-US"/>
        </a:p>
      </dgm:t>
    </dgm:pt>
    <dgm:pt modelId="{DBE49F9F-CAE7-4AD2-8DDD-28277536AAF5}" type="pres">
      <dgm:prSet presAssocID="{1786C0D7-A375-49CB-9B4E-8200CA8A443E}" presName="hierRoot2" presStyleCnt="0">
        <dgm:presLayoutVars>
          <dgm:hierBranch val="init"/>
        </dgm:presLayoutVars>
      </dgm:prSet>
      <dgm:spPr/>
    </dgm:pt>
    <dgm:pt modelId="{EC6A3827-5DE1-43C4-BBF3-FF6C88F82718}" type="pres">
      <dgm:prSet presAssocID="{1786C0D7-A375-49CB-9B4E-8200CA8A443E}" presName="rootComposite" presStyleCnt="0"/>
      <dgm:spPr/>
    </dgm:pt>
    <dgm:pt modelId="{7C2B11E8-C5E0-4CC4-B5BD-845AB46C57D7}" type="pres">
      <dgm:prSet presAssocID="{1786C0D7-A375-49CB-9B4E-8200CA8A443E}" presName="rootText" presStyleLbl="node3" presStyleIdx="2" presStyleCnt="9">
        <dgm:presLayoutVars>
          <dgm:chPref val="3"/>
        </dgm:presLayoutVars>
      </dgm:prSet>
      <dgm:spPr/>
      <dgm:t>
        <a:bodyPr/>
        <a:lstStyle/>
        <a:p>
          <a:endParaRPr lang="en-US"/>
        </a:p>
      </dgm:t>
    </dgm:pt>
    <dgm:pt modelId="{43FE488A-98CD-47BA-9B93-13672EF30D38}" type="pres">
      <dgm:prSet presAssocID="{1786C0D7-A375-49CB-9B4E-8200CA8A443E}" presName="rootConnector" presStyleLbl="node3" presStyleIdx="2" presStyleCnt="9"/>
      <dgm:spPr/>
      <dgm:t>
        <a:bodyPr/>
        <a:lstStyle/>
        <a:p>
          <a:endParaRPr lang="en-US"/>
        </a:p>
      </dgm:t>
    </dgm:pt>
    <dgm:pt modelId="{5EED1E72-13B9-40C8-820D-1D2EA0AFF742}" type="pres">
      <dgm:prSet presAssocID="{1786C0D7-A375-49CB-9B4E-8200CA8A443E}" presName="hierChild4" presStyleCnt="0"/>
      <dgm:spPr/>
    </dgm:pt>
    <dgm:pt modelId="{D848AD99-2716-43B7-96EA-094CEEA4934E}" type="pres">
      <dgm:prSet presAssocID="{1786C0D7-A375-49CB-9B4E-8200CA8A443E}" presName="hierChild5" presStyleCnt="0"/>
      <dgm:spPr/>
    </dgm:pt>
    <dgm:pt modelId="{23B18A3D-C580-417B-9423-02F074F2F3B2}" type="pres">
      <dgm:prSet presAssocID="{FBD6F890-A215-43D5-B969-209BB6A83AA0}" presName="hierChild5" presStyleCnt="0"/>
      <dgm:spPr/>
    </dgm:pt>
    <dgm:pt modelId="{8A454C65-9D10-4B66-BB9B-FAE8F8D7C241}" type="pres">
      <dgm:prSet presAssocID="{7A2A6D83-A101-4F25-8184-AFB47D53DB28}" presName="Name37" presStyleLbl="parChTrans1D2" presStyleIdx="1" presStyleCnt="4"/>
      <dgm:spPr/>
      <dgm:t>
        <a:bodyPr/>
        <a:lstStyle/>
        <a:p>
          <a:endParaRPr lang="en-US"/>
        </a:p>
      </dgm:t>
    </dgm:pt>
    <dgm:pt modelId="{E0A74A4E-A47F-4996-A159-E787BC8211C2}" type="pres">
      <dgm:prSet presAssocID="{E20F13DB-FB72-4F00-A19A-212F02E55D95}" presName="hierRoot2" presStyleCnt="0">
        <dgm:presLayoutVars>
          <dgm:hierBranch val="init"/>
        </dgm:presLayoutVars>
      </dgm:prSet>
      <dgm:spPr/>
    </dgm:pt>
    <dgm:pt modelId="{7030A1F2-BFF1-4678-898D-D64FA650BDB7}" type="pres">
      <dgm:prSet presAssocID="{E20F13DB-FB72-4F00-A19A-212F02E55D95}" presName="rootComposite" presStyleCnt="0"/>
      <dgm:spPr/>
    </dgm:pt>
    <dgm:pt modelId="{81843FFF-1D6E-4431-8281-AE6DCF47F240}" type="pres">
      <dgm:prSet presAssocID="{E20F13DB-FB72-4F00-A19A-212F02E55D95}" presName="rootText" presStyleLbl="node2" presStyleIdx="1" presStyleCnt="4">
        <dgm:presLayoutVars>
          <dgm:chPref val="3"/>
        </dgm:presLayoutVars>
      </dgm:prSet>
      <dgm:spPr/>
      <dgm:t>
        <a:bodyPr/>
        <a:lstStyle/>
        <a:p>
          <a:endParaRPr lang="en-US"/>
        </a:p>
      </dgm:t>
    </dgm:pt>
    <dgm:pt modelId="{97E49DF7-315A-423F-AB1E-412BBF2B7825}" type="pres">
      <dgm:prSet presAssocID="{E20F13DB-FB72-4F00-A19A-212F02E55D95}" presName="rootConnector" presStyleLbl="node2" presStyleIdx="1" presStyleCnt="4"/>
      <dgm:spPr/>
      <dgm:t>
        <a:bodyPr/>
        <a:lstStyle/>
        <a:p>
          <a:endParaRPr lang="en-US"/>
        </a:p>
      </dgm:t>
    </dgm:pt>
    <dgm:pt modelId="{326A2660-E57B-4AEE-9F6D-A3773E110CAC}" type="pres">
      <dgm:prSet presAssocID="{E20F13DB-FB72-4F00-A19A-212F02E55D95}" presName="hierChild4" presStyleCnt="0"/>
      <dgm:spPr/>
    </dgm:pt>
    <dgm:pt modelId="{576831EC-0E16-4D60-B894-0852C656BC9E}" type="pres">
      <dgm:prSet presAssocID="{9EB2F999-F8E3-47BF-8BFC-7635D79902D0}" presName="Name37" presStyleLbl="parChTrans1D3" presStyleIdx="3" presStyleCnt="9"/>
      <dgm:spPr/>
      <dgm:t>
        <a:bodyPr/>
        <a:lstStyle/>
        <a:p>
          <a:endParaRPr lang="en-US"/>
        </a:p>
      </dgm:t>
    </dgm:pt>
    <dgm:pt modelId="{B9A3B21B-9554-4EA6-A512-EB0FAD025437}" type="pres">
      <dgm:prSet presAssocID="{C570628D-EE6A-413C-9348-DA451193F688}" presName="hierRoot2" presStyleCnt="0">
        <dgm:presLayoutVars>
          <dgm:hierBranch val="init"/>
        </dgm:presLayoutVars>
      </dgm:prSet>
      <dgm:spPr/>
    </dgm:pt>
    <dgm:pt modelId="{6F61751E-24B6-4C46-9D1D-F3D813A5681B}" type="pres">
      <dgm:prSet presAssocID="{C570628D-EE6A-413C-9348-DA451193F688}" presName="rootComposite" presStyleCnt="0"/>
      <dgm:spPr/>
    </dgm:pt>
    <dgm:pt modelId="{8BBDDD57-F717-4CC1-BC99-6B1F29017EAF}" type="pres">
      <dgm:prSet presAssocID="{C570628D-EE6A-413C-9348-DA451193F688}" presName="rootText" presStyleLbl="node3" presStyleIdx="3" presStyleCnt="9">
        <dgm:presLayoutVars>
          <dgm:chPref val="3"/>
        </dgm:presLayoutVars>
      </dgm:prSet>
      <dgm:spPr/>
      <dgm:t>
        <a:bodyPr/>
        <a:lstStyle/>
        <a:p>
          <a:endParaRPr lang="en-US"/>
        </a:p>
      </dgm:t>
    </dgm:pt>
    <dgm:pt modelId="{46B62160-E22E-4D37-A7F2-23A4A652CA83}" type="pres">
      <dgm:prSet presAssocID="{C570628D-EE6A-413C-9348-DA451193F688}" presName="rootConnector" presStyleLbl="node3" presStyleIdx="3" presStyleCnt="9"/>
      <dgm:spPr/>
      <dgm:t>
        <a:bodyPr/>
        <a:lstStyle/>
        <a:p>
          <a:endParaRPr lang="en-US"/>
        </a:p>
      </dgm:t>
    </dgm:pt>
    <dgm:pt modelId="{33D81C6F-DC36-4443-9570-230B9C47EABB}" type="pres">
      <dgm:prSet presAssocID="{C570628D-EE6A-413C-9348-DA451193F688}" presName="hierChild4" presStyleCnt="0"/>
      <dgm:spPr/>
    </dgm:pt>
    <dgm:pt modelId="{EFB0E5D2-CDE8-4D3C-B088-7DC9338149FC}" type="pres">
      <dgm:prSet presAssocID="{C570628D-EE6A-413C-9348-DA451193F688}" presName="hierChild5" presStyleCnt="0"/>
      <dgm:spPr/>
    </dgm:pt>
    <dgm:pt modelId="{19EADFD3-7AC2-4212-B7CB-45F104CD1442}" type="pres">
      <dgm:prSet presAssocID="{47320AD3-5A0E-4C18-927C-338D87E30F91}" presName="Name37" presStyleLbl="parChTrans1D3" presStyleIdx="4" presStyleCnt="9"/>
      <dgm:spPr/>
      <dgm:t>
        <a:bodyPr/>
        <a:lstStyle/>
        <a:p>
          <a:endParaRPr lang="en-US"/>
        </a:p>
      </dgm:t>
    </dgm:pt>
    <dgm:pt modelId="{162713EC-FE4D-48A5-97EB-5AA626B6E8D8}" type="pres">
      <dgm:prSet presAssocID="{88BA0801-A318-4A41-B1AA-30E4D5769F77}" presName="hierRoot2" presStyleCnt="0">
        <dgm:presLayoutVars>
          <dgm:hierBranch val="init"/>
        </dgm:presLayoutVars>
      </dgm:prSet>
      <dgm:spPr/>
    </dgm:pt>
    <dgm:pt modelId="{328836EC-E186-48C2-913B-D35EF61B22C7}" type="pres">
      <dgm:prSet presAssocID="{88BA0801-A318-4A41-B1AA-30E4D5769F77}" presName="rootComposite" presStyleCnt="0"/>
      <dgm:spPr/>
    </dgm:pt>
    <dgm:pt modelId="{10257C47-804A-4448-92FA-4A7EA962007C}" type="pres">
      <dgm:prSet presAssocID="{88BA0801-A318-4A41-B1AA-30E4D5769F77}" presName="rootText" presStyleLbl="node3" presStyleIdx="4" presStyleCnt="9">
        <dgm:presLayoutVars>
          <dgm:chPref val="3"/>
        </dgm:presLayoutVars>
      </dgm:prSet>
      <dgm:spPr/>
      <dgm:t>
        <a:bodyPr/>
        <a:lstStyle/>
        <a:p>
          <a:endParaRPr lang="en-US"/>
        </a:p>
      </dgm:t>
    </dgm:pt>
    <dgm:pt modelId="{97BCF88E-4ED4-4B0C-B065-C4EA5544A299}" type="pres">
      <dgm:prSet presAssocID="{88BA0801-A318-4A41-B1AA-30E4D5769F77}" presName="rootConnector" presStyleLbl="node3" presStyleIdx="4" presStyleCnt="9"/>
      <dgm:spPr/>
      <dgm:t>
        <a:bodyPr/>
        <a:lstStyle/>
        <a:p>
          <a:endParaRPr lang="en-US"/>
        </a:p>
      </dgm:t>
    </dgm:pt>
    <dgm:pt modelId="{24ED18FE-C0B7-4312-B760-87A08DCAC039}" type="pres">
      <dgm:prSet presAssocID="{88BA0801-A318-4A41-B1AA-30E4D5769F77}" presName="hierChild4" presStyleCnt="0"/>
      <dgm:spPr/>
    </dgm:pt>
    <dgm:pt modelId="{4555A08D-BA7C-4744-8490-EA37A0B88041}" type="pres">
      <dgm:prSet presAssocID="{88BA0801-A318-4A41-B1AA-30E4D5769F77}" presName="hierChild5" presStyleCnt="0"/>
      <dgm:spPr/>
    </dgm:pt>
    <dgm:pt modelId="{2F0AE643-C0CC-4E07-A9D4-A4B841EA1824}" type="pres">
      <dgm:prSet presAssocID="{50DC0FE7-B044-47A8-AEAE-6B4BC423D986}" presName="Name37" presStyleLbl="parChTrans1D3" presStyleIdx="5" presStyleCnt="9"/>
      <dgm:spPr/>
      <dgm:t>
        <a:bodyPr/>
        <a:lstStyle/>
        <a:p>
          <a:endParaRPr lang="en-US"/>
        </a:p>
      </dgm:t>
    </dgm:pt>
    <dgm:pt modelId="{DCE4281F-14EA-4283-9B00-D9C3AF57FD35}" type="pres">
      <dgm:prSet presAssocID="{75B8C361-2221-4B89-87B0-F3023E7E14FD}" presName="hierRoot2" presStyleCnt="0">
        <dgm:presLayoutVars>
          <dgm:hierBranch val="init"/>
        </dgm:presLayoutVars>
      </dgm:prSet>
      <dgm:spPr/>
    </dgm:pt>
    <dgm:pt modelId="{B66D1615-3851-4C7F-978C-AC5749D314C1}" type="pres">
      <dgm:prSet presAssocID="{75B8C361-2221-4B89-87B0-F3023E7E14FD}" presName="rootComposite" presStyleCnt="0"/>
      <dgm:spPr/>
    </dgm:pt>
    <dgm:pt modelId="{ECC9FE9A-4EBC-471B-83B9-3FE61E4BE008}" type="pres">
      <dgm:prSet presAssocID="{75B8C361-2221-4B89-87B0-F3023E7E14FD}" presName="rootText" presStyleLbl="node3" presStyleIdx="5" presStyleCnt="9">
        <dgm:presLayoutVars>
          <dgm:chPref val="3"/>
        </dgm:presLayoutVars>
      </dgm:prSet>
      <dgm:spPr/>
      <dgm:t>
        <a:bodyPr/>
        <a:lstStyle/>
        <a:p>
          <a:endParaRPr lang="en-US"/>
        </a:p>
      </dgm:t>
    </dgm:pt>
    <dgm:pt modelId="{03571C63-E946-4C31-B0F8-B5B64A125526}" type="pres">
      <dgm:prSet presAssocID="{75B8C361-2221-4B89-87B0-F3023E7E14FD}" presName="rootConnector" presStyleLbl="node3" presStyleIdx="5" presStyleCnt="9"/>
      <dgm:spPr/>
      <dgm:t>
        <a:bodyPr/>
        <a:lstStyle/>
        <a:p>
          <a:endParaRPr lang="en-US"/>
        </a:p>
      </dgm:t>
    </dgm:pt>
    <dgm:pt modelId="{3A4DB344-A7CF-4CD8-886E-88479BC7F109}" type="pres">
      <dgm:prSet presAssocID="{75B8C361-2221-4B89-87B0-F3023E7E14FD}" presName="hierChild4" presStyleCnt="0"/>
      <dgm:spPr/>
    </dgm:pt>
    <dgm:pt modelId="{C711277D-3DFE-40C3-A9E0-BD18C8C24B38}" type="pres">
      <dgm:prSet presAssocID="{75B8C361-2221-4B89-87B0-F3023E7E14FD}" presName="hierChild5" presStyleCnt="0"/>
      <dgm:spPr/>
    </dgm:pt>
    <dgm:pt modelId="{F367F774-D39B-487D-A7E8-BAEA85D3700C}" type="pres">
      <dgm:prSet presAssocID="{E20F13DB-FB72-4F00-A19A-212F02E55D95}" presName="hierChild5" presStyleCnt="0"/>
      <dgm:spPr/>
    </dgm:pt>
    <dgm:pt modelId="{65E7B7D0-41EC-42FD-A4A8-786E644AAFCB}" type="pres">
      <dgm:prSet presAssocID="{70C24DED-4221-443F-A264-71B5369316E7}" presName="Name37" presStyleLbl="parChTrans1D2" presStyleIdx="2" presStyleCnt="4"/>
      <dgm:spPr/>
      <dgm:t>
        <a:bodyPr/>
        <a:lstStyle/>
        <a:p>
          <a:endParaRPr lang="en-US"/>
        </a:p>
      </dgm:t>
    </dgm:pt>
    <dgm:pt modelId="{BF6FD4B8-8472-4FC2-A9B9-6EB805E966C7}" type="pres">
      <dgm:prSet presAssocID="{374A3EDE-0301-4F15-9D2C-BC762BFCB786}" presName="hierRoot2" presStyleCnt="0">
        <dgm:presLayoutVars>
          <dgm:hierBranch val="init"/>
        </dgm:presLayoutVars>
      </dgm:prSet>
      <dgm:spPr/>
    </dgm:pt>
    <dgm:pt modelId="{A2EBAD68-1D64-45EF-8368-745EF6377CF6}" type="pres">
      <dgm:prSet presAssocID="{374A3EDE-0301-4F15-9D2C-BC762BFCB786}" presName="rootComposite" presStyleCnt="0"/>
      <dgm:spPr/>
    </dgm:pt>
    <dgm:pt modelId="{68751DE7-C829-4E6D-BE93-A0A7E61B450A}" type="pres">
      <dgm:prSet presAssocID="{374A3EDE-0301-4F15-9D2C-BC762BFCB786}" presName="rootText" presStyleLbl="node2" presStyleIdx="2" presStyleCnt="4">
        <dgm:presLayoutVars>
          <dgm:chPref val="3"/>
        </dgm:presLayoutVars>
      </dgm:prSet>
      <dgm:spPr/>
      <dgm:t>
        <a:bodyPr/>
        <a:lstStyle/>
        <a:p>
          <a:endParaRPr lang="en-US"/>
        </a:p>
      </dgm:t>
    </dgm:pt>
    <dgm:pt modelId="{270BE485-88D8-4984-87BA-BC8DEAD8A77B}" type="pres">
      <dgm:prSet presAssocID="{374A3EDE-0301-4F15-9D2C-BC762BFCB786}" presName="rootConnector" presStyleLbl="node2" presStyleIdx="2" presStyleCnt="4"/>
      <dgm:spPr/>
      <dgm:t>
        <a:bodyPr/>
        <a:lstStyle/>
        <a:p>
          <a:endParaRPr lang="en-US"/>
        </a:p>
      </dgm:t>
    </dgm:pt>
    <dgm:pt modelId="{7F87E443-0751-4F76-ACCB-736DA8C0F504}" type="pres">
      <dgm:prSet presAssocID="{374A3EDE-0301-4F15-9D2C-BC762BFCB786}" presName="hierChild4" presStyleCnt="0"/>
      <dgm:spPr/>
    </dgm:pt>
    <dgm:pt modelId="{5613E1B3-51F2-4F9B-8211-E347D247AAC4}" type="pres">
      <dgm:prSet presAssocID="{D5FF74E9-8EF2-4890-9521-20ED7073E860}" presName="Name37" presStyleLbl="parChTrans1D3" presStyleIdx="6" presStyleCnt="9"/>
      <dgm:spPr/>
      <dgm:t>
        <a:bodyPr/>
        <a:lstStyle/>
        <a:p>
          <a:endParaRPr lang="en-US"/>
        </a:p>
      </dgm:t>
    </dgm:pt>
    <dgm:pt modelId="{9A89C313-9750-4A39-B127-94A100AB8E1D}" type="pres">
      <dgm:prSet presAssocID="{940C45F6-8C18-458E-9C14-A0D320E11B09}" presName="hierRoot2" presStyleCnt="0">
        <dgm:presLayoutVars>
          <dgm:hierBranch val="init"/>
        </dgm:presLayoutVars>
      </dgm:prSet>
      <dgm:spPr/>
    </dgm:pt>
    <dgm:pt modelId="{E3D232BD-9F9E-41F4-B620-33DE5786DA87}" type="pres">
      <dgm:prSet presAssocID="{940C45F6-8C18-458E-9C14-A0D320E11B09}" presName="rootComposite" presStyleCnt="0"/>
      <dgm:spPr/>
    </dgm:pt>
    <dgm:pt modelId="{815DB7CD-0AB6-43B7-98B5-78DD1A813FAC}" type="pres">
      <dgm:prSet presAssocID="{940C45F6-8C18-458E-9C14-A0D320E11B09}" presName="rootText" presStyleLbl="node3" presStyleIdx="6" presStyleCnt="9">
        <dgm:presLayoutVars>
          <dgm:chPref val="3"/>
        </dgm:presLayoutVars>
      </dgm:prSet>
      <dgm:spPr/>
      <dgm:t>
        <a:bodyPr/>
        <a:lstStyle/>
        <a:p>
          <a:endParaRPr lang="en-US"/>
        </a:p>
      </dgm:t>
    </dgm:pt>
    <dgm:pt modelId="{FD88BFD7-3F23-4250-9656-2C8641F7835F}" type="pres">
      <dgm:prSet presAssocID="{940C45F6-8C18-458E-9C14-A0D320E11B09}" presName="rootConnector" presStyleLbl="node3" presStyleIdx="6" presStyleCnt="9"/>
      <dgm:spPr/>
      <dgm:t>
        <a:bodyPr/>
        <a:lstStyle/>
        <a:p>
          <a:endParaRPr lang="en-US"/>
        </a:p>
      </dgm:t>
    </dgm:pt>
    <dgm:pt modelId="{48E5E4E5-838A-45A6-AB2C-7A65A1AACB20}" type="pres">
      <dgm:prSet presAssocID="{940C45F6-8C18-458E-9C14-A0D320E11B09}" presName="hierChild4" presStyleCnt="0"/>
      <dgm:spPr/>
    </dgm:pt>
    <dgm:pt modelId="{BD2E885B-E79E-4E71-9CD6-7C0D0015542C}" type="pres">
      <dgm:prSet presAssocID="{940C45F6-8C18-458E-9C14-A0D320E11B09}" presName="hierChild5" presStyleCnt="0"/>
      <dgm:spPr/>
    </dgm:pt>
    <dgm:pt modelId="{4F88E53E-0F43-42C0-AEE2-22F2493A9213}" type="pres">
      <dgm:prSet presAssocID="{5FE6009B-9D69-428E-B620-1CEA9729DDBA}" presName="Name37" presStyleLbl="parChTrans1D3" presStyleIdx="7" presStyleCnt="9"/>
      <dgm:spPr/>
      <dgm:t>
        <a:bodyPr/>
        <a:lstStyle/>
        <a:p>
          <a:endParaRPr lang="en-US"/>
        </a:p>
      </dgm:t>
    </dgm:pt>
    <dgm:pt modelId="{317D667A-B77D-48C1-AAD0-18E458390A6F}" type="pres">
      <dgm:prSet presAssocID="{AFB00AEF-0040-4029-8903-E9D32F9B2852}" presName="hierRoot2" presStyleCnt="0">
        <dgm:presLayoutVars>
          <dgm:hierBranch val="init"/>
        </dgm:presLayoutVars>
      </dgm:prSet>
      <dgm:spPr/>
    </dgm:pt>
    <dgm:pt modelId="{841A28D4-EA9A-4A9F-AF1A-A26B9435B876}" type="pres">
      <dgm:prSet presAssocID="{AFB00AEF-0040-4029-8903-E9D32F9B2852}" presName="rootComposite" presStyleCnt="0"/>
      <dgm:spPr/>
    </dgm:pt>
    <dgm:pt modelId="{B7B7549F-33CC-4264-ACED-07169E3A1C83}" type="pres">
      <dgm:prSet presAssocID="{AFB00AEF-0040-4029-8903-E9D32F9B2852}" presName="rootText" presStyleLbl="node3" presStyleIdx="7" presStyleCnt="9">
        <dgm:presLayoutVars>
          <dgm:chPref val="3"/>
        </dgm:presLayoutVars>
      </dgm:prSet>
      <dgm:spPr/>
      <dgm:t>
        <a:bodyPr/>
        <a:lstStyle/>
        <a:p>
          <a:endParaRPr lang="en-US"/>
        </a:p>
      </dgm:t>
    </dgm:pt>
    <dgm:pt modelId="{1E6AB8F8-F3C7-4B07-B358-2CE8EE72296B}" type="pres">
      <dgm:prSet presAssocID="{AFB00AEF-0040-4029-8903-E9D32F9B2852}" presName="rootConnector" presStyleLbl="node3" presStyleIdx="7" presStyleCnt="9"/>
      <dgm:spPr/>
      <dgm:t>
        <a:bodyPr/>
        <a:lstStyle/>
        <a:p>
          <a:endParaRPr lang="en-US"/>
        </a:p>
      </dgm:t>
    </dgm:pt>
    <dgm:pt modelId="{DE1A8637-406B-4CA9-8271-DF50D6C2E467}" type="pres">
      <dgm:prSet presAssocID="{AFB00AEF-0040-4029-8903-E9D32F9B2852}" presName="hierChild4" presStyleCnt="0"/>
      <dgm:spPr/>
    </dgm:pt>
    <dgm:pt modelId="{801A3BF6-CE75-4FE9-AD53-BE26B9838163}" type="pres">
      <dgm:prSet presAssocID="{AFB00AEF-0040-4029-8903-E9D32F9B2852}" presName="hierChild5" presStyleCnt="0"/>
      <dgm:spPr/>
    </dgm:pt>
    <dgm:pt modelId="{43023BD5-EFE1-4727-B23C-C5664FDD9773}" type="pres">
      <dgm:prSet presAssocID="{135798F2-AF17-43D4-B576-B8336B1CC4F0}" presName="Name37" presStyleLbl="parChTrans1D3" presStyleIdx="8" presStyleCnt="9"/>
      <dgm:spPr/>
      <dgm:t>
        <a:bodyPr/>
        <a:lstStyle/>
        <a:p>
          <a:endParaRPr lang="en-US"/>
        </a:p>
      </dgm:t>
    </dgm:pt>
    <dgm:pt modelId="{4972657B-5D31-424E-8D5C-DD408193CC65}" type="pres">
      <dgm:prSet presAssocID="{ED04AFAE-5799-47E3-B0DA-9435962367E2}" presName="hierRoot2" presStyleCnt="0">
        <dgm:presLayoutVars>
          <dgm:hierBranch val="init"/>
        </dgm:presLayoutVars>
      </dgm:prSet>
      <dgm:spPr/>
    </dgm:pt>
    <dgm:pt modelId="{30BCA102-6E9C-4A40-AE4E-6E447F185D15}" type="pres">
      <dgm:prSet presAssocID="{ED04AFAE-5799-47E3-B0DA-9435962367E2}" presName="rootComposite" presStyleCnt="0"/>
      <dgm:spPr/>
    </dgm:pt>
    <dgm:pt modelId="{ED48CF19-DDA4-432F-BA0D-88ABB815EFF8}" type="pres">
      <dgm:prSet presAssocID="{ED04AFAE-5799-47E3-B0DA-9435962367E2}" presName="rootText" presStyleLbl="node3" presStyleIdx="8" presStyleCnt="9">
        <dgm:presLayoutVars>
          <dgm:chPref val="3"/>
        </dgm:presLayoutVars>
      </dgm:prSet>
      <dgm:spPr/>
      <dgm:t>
        <a:bodyPr/>
        <a:lstStyle/>
        <a:p>
          <a:endParaRPr lang="en-US"/>
        </a:p>
      </dgm:t>
    </dgm:pt>
    <dgm:pt modelId="{17319907-0A90-471A-A91D-50028E476851}" type="pres">
      <dgm:prSet presAssocID="{ED04AFAE-5799-47E3-B0DA-9435962367E2}" presName="rootConnector" presStyleLbl="node3" presStyleIdx="8" presStyleCnt="9"/>
      <dgm:spPr/>
      <dgm:t>
        <a:bodyPr/>
        <a:lstStyle/>
        <a:p>
          <a:endParaRPr lang="en-US"/>
        </a:p>
      </dgm:t>
    </dgm:pt>
    <dgm:pt modelId="{F752914E-A4F6-41C0-80E1-49B1BEEB2683}" type="pres">
      <dgm:prSet presAssocID="{ED04AFAE-5799-47E3-B0DA-9435962367E2}" presName="hierChild4" presStyleCnt="0"/>
      <dgm:spPr/>
    </dgm:pt>
    <dgm:pt modelId="{8F9313F5-6A9F-4797-96A1-AC3BFDEC1EAD}" type="pres">
      <dgm:prSet presAssocID="{ED04AFAE-5799-47E3-B0DA-9435962367E2}" presName="hierChild5" presStyleCnt="0"/>
      <dgm:spPr/>
    </dgm:pt>
    <dgm:pt modelId="{B8FF03EA-49AE-4D8B-893D-3F41E4A50DB6}" type="pres">
      <dgm:prSet presAssocID="{374A3EDE-0301-4F15-9D2C-BC762BFCB786}" presName="hierChild5" presStyleCnt="0"/>
      <dgm:spPr/>
    </dgm:pt>
    <dgm:pt modelId="{C6DFA708-0D25-4AA1-9265-C276110F5EF1}" type="pres">
      <dgm:prSet presAssocID="{1B0A9363-38A2-4C96-BA8F-49125154D15D}" presName="Name37" presStyleLbl="parChTrans1D2" presStyleIdx="3" presStyleCnt="4"/>
      <dgm:spPr/>
      <dgm:t>
        <a:bodyPr/>
        <a:lstStyle/>
        <a:p>
          <a:endParaRPr lang="en-US"/>
        </a:p>
      </dgm:t>
    </dgm:pt>
    <dgm:pt modelId="{164C7ED4-7706-4021-B36B-B551D492917B}" type="pres">
      <dgm:prSet presAssocID="{2EB0C251-BDE4-4556-854B-89B293F3BDCC}" presName="hierRoot2" presStyleCnt="0">
        <dgm:presLayoutVars>
          <dgm:hierBranch val="init"/>
        </dgm:presLayoutVars>
      </dgm:prSet>
      <dgm:spPr/>
    </dgm:pt>
    <dgm:pt modelId="{73D17F28-BE24-4799-84B4-3CC811C5428D}" type="pres">
      <dgm:prSet presAssocID="{2EB0C251-BDE4-4556-854B-89B293F3BDCC}" presName="rootComposite" presStyleCnt="0"/>
      <dgm:spPr/>
    </dgm:pt>
    <dgm:pt modelId="{5E71BA9E-1F97-4803-98D4-F673EF490CBC}" type="pres">
      <dgm:prSet presAssocID="{2EB0C251-BDE4-4556-854B-89B293F3BDCC}" presName="rootText" presStyleLbl="node2" presStyleIdx="3" presStyleCnt="4">
        <dgm:presLayoutVars>
          <dgm:chPref val="3"/>
        </dgm:presLayoutVars>
      </dgm:prSet>
      <dgm:spPr/>
      <dgm:t>
        <a:bodyPr/>
        <a:lstStyle/>
        <a:p>
          <a:endParaRPr lang="en-US"/>
        </a:p>
      </dgm:t>
    </dgm:pt>
    <dgm:pt modelId="{DBC3E753-67B0-4873-A4FB-4BFABC758CCC}" type="pres">
      <dgm:prSet presAssocID="{2EB0C251-BDE4-4556-854B-89B293F3BDCC}" presName="rootConnector" presStyleLbl="node2" presStyleIdx="3" presStyleCnt="4"/>
      <dgm:spPr/>
      <dgm:t>
        <a:bodyPr/>
        <a:lstStyle/>
        <a:p>
          <a:endParaRPr lang="en-US"/>
        </a:p>
      </dgm:t>
    </dgm:pt>
    <dgm:pt modelId="{21599FF3-86C5-43AF-A27A-BBC6F3DA1379}" type="pres">
      <dgm:prSet presAssocID="{2EB0C251-BDE4-4556-854B-89B293F3BDCC}" presName="hierChild4" presStyleCnt="0"/>
      <dgm:spPr/>
    </dgm:pt>
    <dgm:pt modelId="{EEF898F0-A212-4CF0-B5B9-DD13F6D718A3}" type="pres">
      <dgm:prSet presAssocID="{2EB0C251-BDE4-4556-854B-89B293F3BDCC}" presName="hierChild5" presStyleCnt="0"/>
      <dgm:spPr/>
    </dgm:pt>
    <dgm:pt modelId="{8D50CFE0-8F17-4811-865C-8AC149DB8637}" type="pres">
      <dgm:prSet presAssocID="{9FC1212F-A9DE-46CF-97C0-27B2850E877D}" presName="hierChild3" presStyleCnt="0"/>
      <dgm:spPr/>
    </dgm:pt>
  </dgm:ptLst>
  <dgm:cxnLst>
    <dgm:cxn modelId="{6F35F18F-D352-4022-9132-E8D74406E63C}" type="presOf" srcId="{50921BD8-1743-4E5E-AD2A-4A39BBF83357}" destId="{8FC8682F-7BA3-4A12-84E0-1E6A3971F567}" srcOrd="0" destOrd="0" presId="urn:microsoft.com/office/officeart/2005/8/layout/orgChart1"/>
    <dgm:cxn modelId="{4CF102AB-8078-4EB0-A28F-66963A11139F}" srcId="{374A3EDE-0301-4F15-9D2C-BC762BFCB786}" destId="{ED04AFAE-5799-47E3-B0DA-9435962367E2}" srcOrd="2" destOrd="0" parTransId="{135798F2-AF17-43D4-B576-B8336B1CC4F0}" sibTransId="{47D7EC17-4E92-4745-A1FA-0C27BAAB63CA}"/>
    <dgm:cxn modelId="{6247F76E-5A95-4015-B396-94EAD770C7C8}" type="presOf" srcId="{E20F13DB-FB72-4F00-A19A-212F02E55D95}" destId="{97E49DF7-315A-423F-AB1E-412BBF2B7825}" srcOrd="1" destOrd="0" presId="urn:microsoft.com/office/officeart/2005/8/layout/orgChart1"/>
    <dgm:cxn modelId="{D31E3C09-9310-455E-8FB8-3352A0A94ED1}" type="presOf" srcId="{F9C4B6B4-A139-4902-9662-8147AFA16526}" destId="{F24754C2-B098-4BFC-9FC1-8B05D2E1B791}" srcOrd="0" destOrd="0" presId="urn:microsoft.com/office/officeart/2005/8/layout/orgChart1"/>
    <dgm:cxn modelId="{A6214704-8889-43F6-813F-01E80B9331BA}" type="presOf" srcId="{9FC1212F-A9DE-46CF-97C0-27B2850E877D}" destId="{9E798581-E3F6-47F1-B110-A8FD78D68A22}" srcOrd="1" destOrd="0" presId="urn:microsoft.com/office/officeart/2005/8/layout/orgChart1"/>
    <dgm:cxn modelId="{F1942440-7E0F-4356-9BC7-AD5BD4708C53}" type="presOf" srcId="{FBD6F890-A215-43D5-B969-209BB6A83AA0}" destId="{31C88419-C770-4856-8E3C-6A458174332B}" srcOrd="1" destOrd="0" presId="urn:microsoft.com/office/officeart/2005/8/layout/orgChart1"/>
    <dgm:cxn modelId="{B60BCB24-0F12-436D-8B7E-E0900BA5914D}" type="presOf" srcId="{F9C4B6B4-A139-4902-9662-8147AFA16526}" destId="{C0344055-2A02-4679-AFD3-1F767601100B}" srcOrd="1" destOrd="0" presId="urn:microsoft.com/office/officeart/2005/8/layout/orgChart1"/>
    <dgm:cxn modelId="{22B1C45D-F8B8-4E9F-B13A-A6A5E360B0A0}" srcId="{FBD6F890-A215-43D5-B969-209BB6A83AA0}" destId="{F9C4B6B4-A139-4902-9662-8147AFA16526}" srcOrd="0" destOrd="0" parTransId="{D9409E77-2445-4A24-9613-860621829690}" sibTransId="{DC340AC2-3F52-48A9-A8D0-D6D894912B2E}"/>
    <dgm:cxn modelId="{25C4C201-21C8-4C2D-B195-0DB67B2F800D}" srcId="{374A3EDE-0301-4F15-9D2C-BC762BFCB786}" destId="{940C45F6-8C18-458E-9C14-A0D320E11B09}" srcOrd="0" destOrd="0" parTransId="{D5FF74E9-8EF2-4890-9521-20ED7073E860}" sibTransId="{22F6D784-871D-4135-B1A0-CA36DAB6D432}"/>
    <dgm:cxn modelId="{37381BF9-DB20-452E-A856-187FB334B437}" type="presOf" srcId="{1B0A9363-38A2-4C96-BA8F-49125154D15D}" destId="{C6DFA708-0D25-4AA1-9265-C276110F5EF1}" srcOrd="0" destOrd="0" presId="urn:microsoft.com/office/officeart/2005/8/layout/orgChart1"/>
    <dgm:cxn modelId="{38DDFD44-9D14-4EE5-A987-6B84A8874C2F}" type="presOf" srcId="{FBD6F890-A215-43D5-B969-209BB6A83AA0}" destId="{7BFD6437-FE06-4672-9344-DC2FC2BEB605}" srcOrd="0" destOrd="0" presId="urn:microsoft.com/office/officeart/2005/8/layout/orgChart1"/>
    <dgm:cxn modelId="{458C36C8-08BE-4716-AC06-62BCE5340162}" type="presOf" srcId="{E20F13DB-FB72-4F00-A19A-212F02E55D95}" destId="{81843FFF-1D6E-4431-8281-AE6DCF47F240}" srcOrd="0" destOrd="0" presId="urn:microsoft.com/office/officeart/2005/8/layout/orgChart1"/>
    <dgm:cxn modelId="{E06E25CC-C429-42B2-8F4E-0DC994A838EC}" type="presOf" srcId="{50DC0FE7-B044-47A8-AEAE-6B4BC423D986}" destId="{2F0AE643-C0CC-4E07-A9D4-A4B841EA1824}" srcOrd="0" destOrd="0" presId="urn:microsoft.com/office/officeart/2005/8/layout/orgChart1"/>
    <dgm:cxn modelId="{7E656D0E-34D4-400F-B072-387F0D023279}" srcId="{FBD6F890-A215-43D5-B969-209BB6A83AA0}" destId="{B19695A3-1C36-40C8-81C8-DACD7B6FEBB7}" srcOrd="1" destOrd="0" parTransId="{6E1457C7-8F8A-4575-9D42-52E5785EE665}" sibTransId="{5C1E0251-E6A3-4C4D-AEF4-AD5CDED2DF50}"/>
    <dgm:cxn modelId="{F0A88D9F-E998-4CD5-9EB3-7E62C0D80550}" type="presOf" srcId="{940C45F6-8C18-458E-9C14-A0D320E11B09}" destId="{FD88BFD7-3F23-4250-9656-2C8641F7835F}" srcOrd="1" destOrd="0" presId="urn:microsoft.com/office/officeart/2005/8/layout/orgChart1"/>
    <dgm:cxn modelId="{2B0516F8-82E8-4DAB-A9B4-35A3458306CE}" type="presOf" srcId="{E5C1E6EC-EF3F-4519-A6F7-C73F59437425}" destId="{D1287146-4D25-46B4-A680-7330E6E61D79}" srcOrd="0" destOrd="0" presId="urn:microsoft.com/office/officeart/2005/8/layout/orgChart1"/>
    <dgm:cxn modelId="{D90B4653-7DF5-4F1E-80A3-981A34C8035B}" type="presOf" srcId="{AFB00AEF-0040-4029-8903-E9D32F9B2852}" destId="{B7B7549F-33CC-4264-ACED-07169E3A1C83}" srcOrd="0" destOrd="0" presId="urn:microsoft.com/office/officeart/2005/8/layout/orgChart1"/>
    <dgm:cxn modelId="{6770D5F7-EC01-4DE3-BD13-31D63C05B812}" srcId="{FBD6F890-A215-43D5-B969-209BB6A83AA0}" destId="{1786C0D7-A375-49CB-9B4E-8200CA8A443E}" srcOrd="2" destOrd="0" parTransId="{8160CE0A-52B5-44BF-8E71-52E8A1C399C3}" sibTransId="{36D54539-DA4A-45C7-8840-D25922417AD9}"/>
    <dgm:cxn modelId="{1BEF197F-C387-4EAF-88B9-F56F47AAD991}" srcId="{9FC1212F-A9DE-46CF-97C0-27B2850E877D}" destId="{FBD6F890-A215-43D5-B969-209BB6A83AA0}" srcOrd="0" destOrd="0" parTransId="{E5C1E6EC-EF3F-4519-A6F7-C73F59437425}" sibTransId="{2151D0E4-D832-4352-8D03-056DD2AF722E}"/>
    <dgm:cxn modelId="{0189C8E4-A2D0-4798-B7AB-82F6BA9ECA99}" type="presOf" srcId="{374A3EDE-0301-4F15-9D2C-BC762BFCB786}" destId="{68751DE7-C829-4E6D-BE93-A0A7E61B450A}" srcOrd="0" destOrd="0" presId="urn:microsoft.com/office/officeart/2005/8/layout/orgChart1"/>
    <dgm:cxn modelId="{3AC08EDB-6ED0-40D3-98A9-B23DBEC20161}" type="presOf" srcId="{AFB00AEF-0040-4029-8903-E9D32F9B2852}" destId="{1E6AB8F8-F3C7-4B07-B358-2CE8EE72296B}" srcOrd="1" destOrd="0" presId="urn:microsoft.com/office/officeart/2005/8/layout/orgChart1"/>
    <dgm:cxn modelId="{33C2E05A-A07B-42B8-B9AF-DDCDFC6464EF}" type="presOf" srcId="{88BA0801-A318-4A41-B1AA-30E4D5769F77}" destId="{10257C47-804A-4448-92FA-4A7EA962007C}" srcOrd="0" destOrd="0" presId="urn:microsoft.com/office/officeart/2005/8/layout/orgChart1"/>
    <dgm:cxn modelId="{4C24CF58-A29F-4811-97F2-EC3989B5BF0A}" type="presOf" srcId="{7A2A6D83-A101-4F25-8184-AFB47D53DB28}" destId="{8A454C65-9D10-4B66-BB9B-FAE8F8D7C241}" srcOrd="0" destOrd="0" presId="urn:microsoft.com/office/officeart/2005/8/layout/orgChart1"/>
    <dgm:cxn modelId="{114022D9-373A-4BA9-958D-26FD438EDC59}" type="presOf" srcId="{75B8C361-2221-4B89-87B0-F3023E7E14FD}" destId="{ECC9FE9A-4EBC-471B-83B9-3FE61E4BE008}" srcOrd="0" destOrd="0" presId="urn:microsoft.com/office/officeart/2005/8/layout/orgChart1"/>
    <dgm:cxn modelId="{17F46E1A-EEF8-4158-83B5-07CB0DF18BE5}" type="presOf" srcId="{6E1457C7-8F8A-4575-9D42-52E5785EE665}" destId="{2832BDBB-80B0-4DFE-A7FE-7EC47A8D0E23}" srcOrd="0" destOrd="0" presId="urn:microsoft.com/office/officeart/2005/8/layout/orgChart1"/>
    <dgm:cxn modelId="{6C5E87CE-C641-4C51-8155-DBEB03BEB151}" type="presOf" srcId="{8160CE0A-52B5-44BF-8E71-52E8A1C399C3}" destId="{CC1F72F7-D610-46B2-9C2D-B79FA8B02FEA}" srcOrd="0" destOrd="0" presId="urn:microsoft.com/office/officeart/2005/8/layout/orgChart1"/>
    <dgm:cxn modelId="{7388B4D3-5B67-4E5B-A3EC-5135A884A73D}" type="presOf" srcId="{1786C0D7-A375-49CB-9B4E-8200CA8A443E}" destId="{43FE488A-98CD-47BA-9B93-13672EF30D38}" srcOrd="1" destOrd="0" presId="urn:microsoft.com/office/officeart/2005/8/layout/orgChart1"/>
    <dgm:cxn modelId="{BA4F0BFD-60C3-4FE0-A30F-7195E312D145}" srcId="{9FC1212F-A9DE-46CF-97C0-27B2850E877D}" destId="{E20F13DB-FB72-4F00-A19A-212F02E55D95}" srcOrd="1" destOrd="0" parTransId="{7A2A6D83-A101-4F25-8184-AFB47D53DB28}" sibTransId="{6F2D9E26-AB92-4486-B1D5-1DD8BB7AD462}"/>
    <dgm:cxn modelId="{A83F4D2F-EBB7-419C-81AF-CDAEFF2EA5EC}" type="presOf" srcId="{2EB0C251-BDE4-4556-854B-89B293F3BDCC}" destId="{5E71BA9E-1F97-4803-98D4-F673EF490CBC}" srcOrd="0" destOrd="0" presId="urn:microsoft.com/office/officeart/2005/8/layout/orgChart1"/>
    <dgm:cxn modelId="{9B2C6A38-F83C-4D62-85FC-B5B9423A4E85}" type="presOf" srcId="{374A3EDE-0301-4F15-9D2C-BC762BFCB786}" destId="{270BE485-88D8-4984-87BA-BC8DEAD8A77B}" srcOrd="1" destOrd="0" presId="urn:microsoft.com/office/officeart/2005/8/layout/orgChart1"/>
    <dgm:cxn modelId="{78BB7A93-9E86-4428-B3DF-F8CF92F83604}" type="presOf" srcId="{D9409E77-2445-4A24-9613-860621829690}" destId="{5D19C2DB-DB4C-47B7-8D03-D32EDB4CA6C2}" srcOrd="0" destOrd="0" presId="urn:microsoft.com/office/officeart/2005/8/layout/orgChart1"/>
    <dgm:cxn modelId="{4AF15C2A-38E3-4305-ADC7-A82D821F6C2C}" type="presOf" srcId="{2EB0C251-BDE4-4556-854B-89B293F3BDCC}" destId="{DBC3E753-67B0-4873-A4FB-4BFABC758CCC}" srcOrd="1" destOrd="0" presId="urn:microsoft.com/office/officeart/2005/8/layout/orgChart1"/>
    <dgm:cxn modelId="{2D08F40A-9287-4A08-A8B2-0C9D17033C36}" type="presOf" srcId="{ED04AFAE-5799-47E3-B0DA-9435962367E2}" destId="{17319907-0A90-471A-A91D-50028E476851}" srcOrd="1" destOrd="0" presId="urn:microsoft.com/office/officeart/2005/8/layout/orgChart1"/>
    <dgm:cxn modelId="{0DB8C245-BF90-400D-8BAB-4174F424F20E}" type="presOf" srcId="{9EB2F999-F8E3-47BF-8BFC-7635D79902D0}" destId="{576831EC-0E16-4D60-B894-0852C656BC9E}" srcOrd="0" destOrd="0" presId="urn:microsoft.com/office/officeart/2005/8/layout/orgChart1"/>
    <dgm:cxn modelId="{7F81ACE7-A979-4F9C-991B-E81DCAFCB403}" type="presOf" srcId="{B19695A3-1C36-40C8-81C8-DACD7B6FEBB7}" destId="{A1EEBBDD-F2E9-4C28-A9A5-0009780A3009}" srcOrd="1" destOrd="0" presId="urn:microsoft.com/office/officeart/2005/8/layout/orgChart1"/>
    <dgm:cxn modelId="{757F6073-0555-4737-BCE4-A6E208756CBD}" type="presOf" srcId="{47320AD3-5A0E-4C18-927C-338D87E30F91}" destId="{19EADFD3-7AC2-4212-B7CB-45F104CD1442}" srcOrd="0" destOrd="0" presId="urn:microsoft.com/office/officeart/2005/8/layout/orgChart1"/>
    <dgm:cxn modelId="{C850041E-6388-4770-93FB-A82A78F497AC}" srcId="{374A3EDE-0301-4F15-9D2C-BC762BFCB786}" destId="{AFB00AEF-0040-4029-8903-E9D32F9B2852}" srcOrd="1" destOrd="0" parTransId="{5FE6009B-9D69-428E-B620-1CEA9729DDBA}" sibTransId="{32CE034A-69E2-4ADC-A0A0-25AEA88994E2}"/>
    <dgm:cxn modelId="{86588276-AA14-46DC-9118-4D65632C009C}" type="presOf" srcId="{1786C0D7-A375-49CB-9B4E-8200CA8A443E}" destId="{7C2B11E8-C5E0-4CC4-B5BD-845AB46C57D7}" srcOrd="0" destOrd="0" presId="urn:microsoft.com/office/officeart/2005/8/layout/orgChart1"/>
    <dgm:cxn modelId="{BF6CC894-7F00-40A0-BDC5-ABBF169782B5}" srcId="{E20F13DB-FB72-4F00-A19A-212F02E55D95}" destId="{75B8C361-2221-4B89-87B0-F3023E7E14FD}" srcOrd="2" destOrd="0" parTransId="{50DC0FE7-B044-47A8-AEAE-6B4BC423D986}" sibTransId="{7A3DD8DC-1560-40C5-A422-23EB77539081}"/>
    <dgm:cxn modelId="{6BE72A97-E964-46FB-A294-76E58991290F}" type="presOf" srcId="{C570628D-EE6A-413C-9348-DA451193F688}" destId="{46B62160-E22E-4D37-A7F2-23A4A652CA83}" srcOrd="1" destOrd="0" presId="urn:microsoft.com/office/officeart/2005/8/layout/orgChart1"/>
    <dgm:cxn modelId="{B3A1ADD3-C73A-4B44-AC58-B5754739BFEC}" type="presOf" srcId="{75B8C361-2221-4B89-87B0-F3023E7E14FD}" destId="{03571C63-E946-4C31-B0F8-B5B64A125526}" srcOrd="1" destOrd="0" presId="urn:microsoft.com/office/officeart/2005/8/layout/orgChart1"/>
    <dgm:cxn modelId="{1596EC5B-9F95-4C82-ADB9-CDF3F8FE7743}" type="presOf" srcId="{70C24DED-4221-443F-A264-71B5369316E7}" destId="{65E7B7D0-41EC-42FD-A4A8-786E644AAFCB}" srcOrd="0" destOrd="0" presId="urn:microsoft.com/office/officeart/2005/8/layout/orgChart1"/>
    <dgm:cxn modelId="{8E692530-DB31-42D0-A162-C7D623162768}" srcId="{9FC1212F-A9DE-46CF-97C0-27B2850E877D}" destId="{374A3EDE-0301-4F15-9D2C-BC762BFCB786}" srcOrd="2" destOrd="0" parTransId="{70C24DED-4221-443F-A264-71B5369316E7}" sibTransId="{4E5A3225-9557-40E4-BD1A-D36AB948083C}"/>
    <dgm:cxn modelId="{0A1C3BAE-BA0B-42DB-BC0A-1CA024F87B7C}" type="presOf" srcId="{135798F2-AF17-43D4-B576-B8336B1CC4F0}" destId="{43023BD5-EFE1-4727-B23C-C5664FDD9773}" srcOrd="0" destOrd="0" presId="urn:microsoft.com/office/officeart/2005/8/layout/orgChart1"/>
    <dgm:cxn modelId="{86C3C9FC-E6E6-45D1-B73C-1E1B95A5534E}" type="presOf" srcId="{940C45F6-8C18-458E-9C14-A0D320E11B09}" destId="{815DB7CD-0AB6-43B7-98B5-78DD1A813FAC}" srcOrd="0" destOrd="0" presId="urn:microsoft.com/office/officeart/2005/8/layout/orgChart1"/>
    <dgm:cxn modelId="{A626E63A-9627-447A-94FD-A02896484BAA}" type="presOf" srcId="{88BA0801-A318-4A41-B1AA-30E4D5769F77}" destId="{97BCF88E-4ED4-4B0C-B065-C4EA5544A299}" srcOrd="1" destOrd="0" presId="urn:microsoft.com/office/officeart/2005/8/layout/orgChart1"/>
    <dgm:cxn modelId="{68F9D0FC-EBCD-4E5A-A97B-D8BC8C11A455}" type="presOf" srcId="{9FC1212F-A9DE-46CF-97C0-27B2850E877D}" destId="{D0AA3983-86C9-4696-A764-2C6A1B91E41F}" srcOrd="0" destOrd="0" presId="urn:microsoft.com/office/officeart/2005/8/layout/orgChart1"/>
    <dgm:cxn modelId="{E2092382-612C-4BF1-96C0-5FF3DC801606}" srcId="{50921BD8-1743-4E5E-AD2A-4A39BBF83357}" destId="{9FC1212F-A9DE-46CF-97C0-27B2850E877D}" srcOrd="0" destOrd="0" parTransId="{D4ECA695-5A3A-4DE3-846B-526C315EBD90}" sibTransId="{D83E8294-1333-45D2-845D-57D5D451E034}"/>
    <dgm:cxn modelId="{713F0CD5-56EB-433A-85B0-BA9EF39C6BC2}" type="presOf" srcId="{5FE6009B-9D69-428E-B620-1CEA9729DDBA}" destId="{4F88E53E-0F43-42C0-AEE2-22F2493A9213}" srcOrd="0" destOrd="0" presId="urn:microsoft.com/office/officeart/2005/8/layout/orgChart1"/>
    <dgm:cxn modelId="{640231CF-AC3C-4906-AEC7-9945AEAFD4FB}" srcId="{9FC1212F-A9DE-46CF-97C0-27B2850E877D}" destId="{2EB0C251-BDE4-4556-854B-89B293F3BDCC}" srcOrd="3" destOrd="0" parTransId="{1B0A9363-38A2-4C96-BA8F-49125154D15D}" sibTransId="{89D7B114-3ECA-49D9-B42D-11AFC1EDC24F}"/>
    <dgm:cxn modelId="{E2A4D54B-B94F-4932-AF2C-38AD1D71959D}" srcId="{E20F13DB-FB72-4F00-A19A-212F02E55D95}" destId="{88BA0801-A318-4A41-B1AA-30E4D5769F77}" srcOrd="1" destOrd="0" parTransId="{47320AD3-5A0E-4C18-927C-338D87E30F91}" sibTransId="{FCC2D55D-A95A-4C99-94C2-1F63267C0CCC}"/>
    <dgm:cxn modelId="{C8D51339-F8BE-444D-8798-D15FC29D9E14}" type="presOf" srcId="{B19695A3-1C36-40C8-81C8-DACD7B6FEBB7}" destId="{51A0A06F-9083-4B64-BF1F-208488A17DF3}" srcOrd="0" destOrd="0" presId="urn:microsoft.com/office/officeart/2005/8/layout/orgChart1"/>
    <dgm:cxn modelId="{7D423530-C788-444C-901E-12B18535466F}" type="presOf" srcId="{ED04AFAE-5799-47E3-B0DA-9435962367E2}" destId="{ED48CF19-DDA4-432F-BA0D-88ABB815EFF8}" srcOrd="0" destOrd="0" presId="urn:microsoft.com/office/officeart/2005/8/layout/orgChart1"/>
    <dgm:cxn modelId="{7E76805A-0036-463B-BAC7-9F09DF4F92F8}" srcId="{E20F13DB-FB72-4F00-A19A-212F02E55D95}" destId="{C570628D-EE6A-413C-9348-DA451193F688}" srcOrd="0" destOrd="0" parTransId="{9EB2F999-F8E3-47BF-8BFC-7635D79902D0}" sibTransId="{7A79BD04-3A12-4710-A372-CF7A5128C240}"/>
    <dgm:cxn modelId="{D28684D7-2929-4FDA-B3E8-77AD95C33E12}" type="presOf" srcId="{D5FF74E9-8EF2-4890-9521-20ED7073E860}" destId="{5613E1B3-51F2-4F9B-8211-E347D247AAC4}" srcOrd="0" destOrd="0" presId="urn:microsoft.com/office/officeart/2005/8/layout/orgChart1"/>
    <dgm:cxn modelId="{7EE65FFE-C081-4D8A-A59E-AD3A51827EC9}" type="presOf" srcId="{C570628D-EE6A-413C-9348-DA451193F688}" destId="{8BBDDD57-F717-4CC1-BC99-6B1F29017EAF}" srcOrd="0" destOrd="0" presId="urn:microsoft.com/office/officeart/2005/8/layout/orgChart1"/>
    <dgm:cxn modelId="{DAAEFE6A-006D-4041-9730-E7998D50CFD0}" type="presParOf" srcId="{8FC8682F-7BA3-4A12-84E0-1E6A3971F567}" destId="{AB6C4915-A3A8-42CE-AD6C-ED8450930C75}" srcOrd="0" destOrd="0" presId="urn:microsoft.com/office/officeart/2005/8/layout/orgChart1"/>
    <dgm:cxn modelId="{BD0F319B-4E7E-4FAA-9967-CE3528800C8B}" type="presParOf" srcId="{AB6C4915-A3A8-42CE-AD6C-ED8450930C75}" destId="{F9C0D795-8880-4F51-B6C8-519BB8DDC415}" srcOrd="0" destOrd="0" presId="urn:microsoft.com/office/officeart/2005/8/layout/orgChart1"/>
    <dgm:cxn modelId="{AF504CB3-C51B-4FBA-BA5F-4A99A174CBCA}" type="presParOf" srcId="{F9C0D795-8880-4F51-B6C8-519BB8DDC415}" destId="{D0AA3983-86C9-4696-A764-2C6A1B91E41F}" srcOrd="0" destOrd="0" presId="urn:microsoft.com/office/officeart/2005/8/layout/orgChart1"/>
    <dgm:cxn modelId="{CBA6E79B-2FAC-438F-B42C-0CDB5A4F9267}" type="presParOf" srcId="{F9C0D795-8880-4F51-B6C8-519BB8DDC415}" destId="{9E798581-E3F6-47F1-B110-A8FD78D68A22}" srcOrd="1" destOrd="0" presId="urn:microsoft.com/office/officeart/2005/8/layout/orgChart1"/>
    <dgm:cxn modelId="{477B4E1F-065D-4B91-A75B-ED1014B0582A}" type="presParOf" srcId="{AB6C4915-A3A8-42CE-AD6C-ED8450930C75}" destId="{28C9399C-2699-4030-9D76-2503B6EA3D95}" srcOrd="1" destOrd="0" presId="urn:microsoft.com/office/officeart/2005/8/layout/orgChart1"/>
    <dgm:cxn modelId="{C42FA128-9E2A-45D0-9F14-02370D881472}" type="presParOf" srcId="{28C9399C-2699-4030-9D76-2503B6EA3D95}" destId="{D1287146-4D25-46B4-A680-7330E6E61D79}" srcOrd="0" destOrd="0" presId="urn:microsoft.com/office/officeart/2005/8/layout/orgChart1"/>
    <dgm:cxn modelId="{0D1383CE-8F65-4068-9095-5BF80B6D0336}" type="presParOf" srcId="{28C9399C-2699-4030-9D76-2503B6EA3D95}" destId="{54CA47CF-C557-4F9A-97B9-E79D54948D6B}" srcOrd="1" destOrd="0" presId="urn:microsoft.com/office/officeart/2005/8/layout/orgChart1"/>
    <dgm:cxn modelId="{C7BE5EE7-5E71-458B-A969-3BFCF9FEEA1D}" type="presParOf" srcId="{54CA47CF-C557-4F9A-97B9-E79D54948D6B}" destId="{A85F3ECA-04AB-42B9-B80A-C59C26532DEE}" srcOrd="0" destOrd="0" presId="urn:microsoft.com/office/officeart/2005/8/layout/orgChart1"/>
    <dgm:cxn modelId="{FCF659F9-CA9C-4DAE-8B0C-D46E7C73F63A}" type="presParOf" srcId="{A85F3ECA-04AB-42B9-B80A-C59C26532DEE}" destId="{7BFD6437-FE06-4672-9344-DC2FC2BEB605}" srcOrd="0" destOrd="0" presId="urn:microsoft.com/office/officeart/2005/8/layout/orgChart1"/>
    <dgm:cxn modelId="{B172AF52-BE39-41DA-9197-CF2A48C6B858}" type="presParOf" srcId="{A85F3ECA-04AB-42B9-B80A-C59C26532DEE}" destId="{31C88419-C770-4856-8E3C-6A458174332B}" srcOrd="1" destOrd="0" presId="urn:microsoft.com/office/officeart/2005/8/layout/orgChart1"/>
    <dgm:cxn modelId="{6D96CC03-6C2B-4F43-BCE6-52E21AC6F8DC}" type="presParOf" srcId="{54CA47CF-C557-4F9A-97B9-E79D54948D6B}" destId="{AD8A91BE-A444-456C-B213-DA1461C063BB}" srcOrd="1" destOrd="0" presId="urn:microsoft.com/office/officeart/2005/8/layout/orgChart1"/>
    <dgm:cxn modelId="{073D66BC-6D60-4DAB-848E-E27D1D1667F5}" type="presParOf" srcId="{AD8A91BE-A444-456C-B213-DA1461C063BB}" destId="{5D19C2DB-DB4C-47B7-8D03-D32EDB4CA6C2}" srcOrd="0" destOrd="0" presId="urn:microsoft.com/office/officeart/2005/8/layout/orgChart1"/>
    <dgm:cxn modelId="{98F56CEF-127F-45C3-8C4A-94E2802527CF}" type="presParOf" srcId="{AD8A91BE-A444-456C-B213-DA1461C063BB}" destId="{4A5DDDD9-4534-475F-8CE9-449A4187F2BD}" srcOrd="1" destOrd="0" presId="urn:microsoft.com/office/officeart/2005/8/layout/orgChart1"/>
    <dgm:cxn modelId="{7F60247A-70A4-4390-A9E0-53647F5F7E2C}" type="presParOf" srcId="{4A5DDDD9-4534-475F-8CE9-449A4187F2BD}" destId="{8F1B9B5F-94F7-41A2-BD13-A9FC912CE3CF}" srcOrd="0" destOrd="0" presId="urn:microsoft.com/office/officeart/2005/8/layout/orgChart1"/>
    <dgm:cxn modelId="{C8A1D461-79BC-4032-8E4C-7B900D11A226}" type="presParOf" srcId="{8F1B9B5F-94F7-41A2-BD13-A9FC912CE3CF}" destId="{F24754C2-B098-4BFC-9FC1-8B05D2E1B791}" srcOrd="0" destOrd="0" presId="urn:microsoft.com/office/officeart/2005/8/layout/orgChart1"/>
    <dgm:cxn modelId="{01A5EF47-0EAA-4FB4-A49F-99AD6200D0B2}" type="presParOf" srcId="{8F1B9B5F-94F7-41A2-BD13-A9FC912CE3CF}" destId="{C0344055-2A02-4679-AFD3-1F767601100B}" srcOrd="1" destOrd="0" presId="urn:microsoft.com/office/officeart/2005/8/layout/orgChart1"/>
    <dgm:cxn modelId="{FE8A49E2-5A2B-4574-99E1-82CB4C008B45}" type="presParOf" srcId="{4A5DDDD9-4534-475F-8CE9-449A4187F2BD}" destId="{087E4467-B254-4FBC-8A74-ED8F49957F0F}" srcOrd="1" destOrd="0" presId="urn:microsoft.com/office/officeart/2005/8/layout/orgChart1"/>
    <dgm:cxn modelId="{ED6ACA75-4263-43F5-8B2A-A1CB757A6142}" type="presParOf" srcId="{4A5DDDD9-4534-475F-8CE9-449A4187F2BD}" destId="{20DC28C5-0708-4805-BF6A-F21A1EC0B05E}" srcOrd="2" destOrd="0" presId="urn:microsoft.com/office/officeart/2005/8/layout/orgChart1"/>
    <dgm:cxn modelId="{3771B25E-03F6-4E80-91C4-B4B50C605E75}" type="presParOf" srcId="{AD8A91BE-A444-456C-B213-DA1461C063BB}" destId="{2832BDBB-80B0-4DFE-A7FE-7EC47A8D0E23}" srcOrd="2" destOrd="0" presId="urn:microsoft.com/office/officeart/2005/8/layout/orgChart1"/>
    <dgm:cxn modelId="{504BFE0B-3AE2-455B-ABE0-682F684792F1}" type="presParOf" srcId="{AD8A91BE-A444-456C-B213-DA1461C063BB}" destId="{F628FFAA-52A1-4D29-8053-5C2BF7CC8B88}" srcOrd="3" destOrd="0" presId="urn:microsoft.com/office/officeart/2005/8/layout/orgChart1"/>
    <dgm:cxn modelId="{5715558D-C889-4C64-86DE-231313631315}" type="presParOf" srcId="{F628FFAA-52A1-4D29-8053-5C2BF7CC8B88}" destId="{A33D492C-97C2-4ECD-9013-AB6963D3E052}" srcOrd="0" destOrd="0" presId="urn:microsoft.com/office/officeart/2005/8/layout/orgChart1"/>
    <dgm:cxn modelId="{F9180190-8B42-4FA3-9851-6F5E8CA8680F}" type="presParOf" srcId="{A33D492C-97C2-4ECD-9013-AB6963D3E052}" destId="{51A0A06F-9083-4B64-BF1F-208488A17DF3}" srcOrd="0" destOrd="0" presId="urn:microsoft.com/office/officeart/2005/8/layout/orgChart1"/>
    <dgm:cxn modelId="{3597B5D8-3CB7-43B8-8E35-5EF8B2915187}" type="presParOf" srcId="{A33D492C-97C2-4ECD-9013-AB6963D3E052}" destId="{A1EEBBDD-F2E9-4C28-A9A5-0009780A3009}" srcOrd="1" destOrd="0" presId="urn:microsoft.com/office/officeart/2005/8/layout/orgChart1"/>
    <dgm:cxn modelId="{6E3A032B-2300-465A-A1B0-BB8E249777FF}" type="presParOf" srcId="{F628FFAA-52A1-4D29-8053-5C2BF7CC8B88}" destId="{61AE455E-3240-4598-A401-DEC57837BBB5}" srcOrd="1" destOrd="0" presId="urn:microsoft.com/office/officeart/2005/8/layout/orgChart1"/>
    <dgm:cxn modelId="{2CBADE6F-5AC3-43AB-A713-8C37E1DA1E16}" type="presParOf" srcId="{F628FFAA-52A1-4D29-8053-5C2BF7CC8B88}" destId="{D37582C6-D9F5-476A-B20E-366D219E905E}" srcOrd="2" destOrd="0" presId="urn:microsoft.com/office/officeart/2005/8/layout/orgChart1"/>
    <dgm:cxn modelId="{A9E085A1-8C35-4032-B53F-BA21C5A572A1}" type="presParOf" srcId="{AD8A91BE-A444-456C-B213-DA1461C063BB}" destId="{CC1F72F7-D610-46B2-9C2D-B79FA8B02FEA}" srcOrd="4" destOrd="0" presId="urn:microsoft.com/office/officeart/2005/8/layout/orgChart1"/>
    <dgm:cxn modelId="{76C60F5B-0CC3-4E80-B4A1-C5181B8933B3}" type="presParOf" srcId="{AD8A91BE-A444-456C-B213-DA1461C063BB}" destId="{DBE49F9F-CAE7-4AD2-8DDD-28277536AAF5}" srcOrd="5" destOrd="0" presId="urn:microsoft.com/office/officeart/2005/8/layout/orgChart1"/>
    <dgm:cxn modelId="{037B7B8F-59AD-408F-A41A-A3D6CF7B9A2D}" type="presParOf" srcId="{DBE49F9F-CAE7-4AD2-8DDD-28277536AAF5}" destId="{EC6A3827-5DE1-43C4-BBF3-FF6C88F82718}" srcOrd="0" destOrd="0" presId="urn:microsoft.com/office/officeart/2005/8/layout/orgChart1"/>
    <dgm:cxn modelId="{ADBF0024-991E-4C62-893B-28F29915D16C}" type="presParOf" srcId="{EC6A3827-5DE1-43C4-BBF3-FF6C88F82718}" destId="{7C2B11E8-C5E0-4CC4-B5BD-845AB46C57D7}" srcOrd="0" destOrd="0" presId="urn:microsoft.com/office/officeart/2005/8/layout/orgChart1"/>
    <dgm:cxn modelId="{C2FD1471-D38B-43F5-88EB-940C0E6B899F}" type="presParOf" srcId="{EC6A3827-5DE1-43C4-BBF3-FF6C88F82718}" destId="{43FE488A-98CD-47BA-9B93-13672EF30D38}" srcOrd="1" destOrd="0" presId="urn:microsoft.com/office/officeart/2005/8/layout/orgChart1"/>
    <dgm:cxn modelId="{A66F817D-3C15-4D07-A725-705F6C1C57CE}" type="presParOf" srcId="{DBE49F9F-CAE7-4AD2-8DDD-28277536AAF5}" destId="{5EED1E72-13B9-40C8-820D-1D2EA0AFF742}" srcOrd="1" destOrd="0" presId="urn:microsoft.com/office/officeart/2005/8/layout/orgChart1"/>
    <dgm:cxn modelId="{D27526FB-787A-4C5D-850A-F5D8958DAD4A}" type="presParOf" srcId="{DBE49F9F-CAE7-4AD2-8DDD-28277536AAF5}" destId="{D848AD99-2716-43B7-96EA-094CEEA4934E}" srcOrd="2" destOrd="0" presId="urn:microsoft.com/office/officeart/2005/8/layout/orgChart1"/>
    <dgm:cxn modelId="{DE0D0999-C73C-4A61-823B-8C0622C72191}" type="presParOf" srcId="{54CA47CF-C557-4F9A-97B9-E79D54948D6B}" destId="{23B18A3D-C580-417B-9423-02F074F2F3B2}" srcOrd="2" destOrd="0" presId="urn:microsoft.com/office/officeart/2005/8/layout/orgChart1"/>
    <dgm:cxn modelId="{A42AAB3C-E62D-4DC4-BFFB-96D3B9F47150}" type="presParOf" srcId="{28C9399C-2699-4030-9D76-2503B6EA3D95}" destId="{8A454C65-9D10-4B66-BB9B-FAE8F8D7C241}" srcOrd="2" destOrd="0" presId="urn:microsoft.com/office/officeart/2005/8/layout/orgChart1"/>
    <dgm:cxn modelId="{C852866E-8A97-489D-91AC-6640419A39FD}" type="presParOf" srcId="{28C9399C-2699-4030-9D76-2503B6EA3D95}" destId="{E0A74A4E-A47F-4996-A159-E787BC8211C2}" srcOrd="3" destOrd="0" presId="urn:microsoft.com/office/officeart/2005/8/layout/orgChart1"/>
    <dgm:cxn modelId="{175DDAEE-69C8-44AA-8B5A-84F7D27D9258}" type="presParOf" srcId="{E0A74A4E-A47F-4996-A159-E787BC8211C2}" destId="{7030A1F2-BFF1-4678-898D-D64FA650BDB7}" srcOrd="0" destOrd="0" presId="urn:microsoft.com/office/officeart/2005/8/layout/orgChart1"/>
    <dgm:cxn modelId="{3A2B94DF-D4A8-4C56-8C92-BBC5865BCD39}" type="presParOf" srcId="{7030A1F2-BFF1-4678-898D-D64FA650BDB7}" destId="{81843FFF-1D6E-4431-8281-AE6DCF47F240}" srcOrd="0" destOrd="0" presId="urn:microsoft.com/office/officeart/2005/8/layout/orgChart1"/>
    <dgm:cxn modelId="{917F3320-F328-4096-A909-8DD05EC85234}" type="presParOf" srcId="{7030A1F2-BFF1-4678-898D-D64FA650BDB7}" destId="{97E49DF7-315A-423F-AB1E-412BBF2B7825}" srcOrd="1" destOrd="0" presId="urn:microsoft.com/office/officeart/2005/8/layout/orgChart1"/>
    <dgm:cxn modelId="{6EAD242A-5282-4FAE-BC06-70FC30BF0E14}" type="presParOf" srcId="{E0A74A4E-A47F-4996-A159-E787BC8211C2}" destId="{326A2660-E57B-4AEE-9F6D-A3773E110CAC}" srcOrd="1" destOrd="0" presId="urn:microsoft.com/office/officeart/2005/8/layout/orgChart1"/>
    <dgm:cxn modelId="{C8055815-DB80-4141-94C1-FD774734086E}" type="presParOf" srcId="{326A2660-E57B-4AEE-9F6D-A3773E110CAC}" destId="{576831EC-0E16-4D60-B894-0852C656BC9E}" srcOrd="0" destOrd="0" presId="urn:microsoft.com/office/officeart/2005/8/layout/orgChart1"/>
    <dgm:cxn modelId="{B5CC5E06-62B2-490E-8EE2-E39AA490869B}" type="presParOf" srcId="{326A2660-E57B-4AEE-9F6D-A3773E110CAC}" destId="{B9A3B21B-9554-4EA6-A512-EB0FAD025437}" srcOrd="1" destOrd="0" presId="urn:microsoft.com/office/officeart/2005/8/layout/orgChart1"/>
    <dgm:cxn modelId="{3C31A74C-125B-4048-8BF7-FCCEF6DCC739}" type="presParOf" srcId="{B9A3B21B-9554-4EA6-A512-EB0FAD025437}" destId="{6F61751E-24B6-4C46-9D1D-F3D813A5681B}" srcOrd="0" destOrd="0" presId="urn:microsoft.com/office/officeart/2005/8/layout/orgChart1"/>
    <dgm:cxn modelId="{EDD9DFFE-F5EB-423A-89B9-B3D9096169C4}" type="presParOf" srcId="{6F61751E-24B6-4C46-9D1D-F3D813A5681B}" destId="{8BBDDD57-F717-4CC1-BC99-6B1F29017EAF}" srcOrd="0" destOrd="0" presId="urn:microsoft.com/office/officeart/2005/8/layout/orgChart1"/>
    <dgm:cxn modelId="{704E57D6-5B74-41DD-8FA6-66ACB22958FB}" type="presParOf" srcId="{6F61751E-24B6-4C46-9D1D-F3D813A5681B}" destId="{46B62160-E22E-4D37-A7F2-23A4A652CA83}" srcOrd="1" destOrd="0" presId="urn:microsoft.com/office/officeart/2005/8/layout/orgChart1"/>
    <dgm:cxn modelId="{E5983ED5-27A8-4E4B-9FC3-68FBB3A878F0}" type="presParOf" srcId="{B9A3B21B-9554-4EA6-A512-EB0FAD025437}" destId="{33D81C6F-DC36-4443-9570-230B9C47EABB}" srcOrd="1" destOrd="0" presId="urn:microsoft.com/office/officeart/2005/8/layout/orgChart1"/>
    <dgm:cxn modelId="{FABA3288-171B-4108-BAE3-91F9E62C4F8F}" type="presParOf" srcId="{B9A3B21B-9554-4EA6-A512-EB0FAD025437}" destId="{EFB0E5D2-CDE8-4D3C-B088-7DC9338149FC}" srcOrd="2" destOrd="0" presId="urn:microsoft.com/office/officeart/2005/8/layout/orgChart1"/>
    <dgm:cxn modelId="{C0C2C0AE-18D2-496A-A46B-8582C83E59D3}" type="presParOf" srcId="{326A2660-E57B-4AEE-9F6D-A3773E110CAC}" destId="{19EADFD3-7AC2-4212-B7CB-45F104CD1442}" srcOrd="2" destOrd="0" presId="urn:microsoft.com/office/officeart/2005/8/layout/orgChart1"/>
    <dgm:cxn modelId="{C1C7AF7E-450E-4A20-AB26-06EFB3581376}" type="presParOf" srcId="{326A2660-E57B-4AEE-9F6D-A3773E110CAC}" destId="{162713EC-FE4D-48A5-97EB-5AA626B6E8D8}" srcOrd="3" destOrd="0" presId="urn:microsoft.com/office/officeart/2005/8/layout/orgChart1"/>
    <dgm:cxn modelId="{B3BE6CC0-106D-4481-A05E-05881523EADD}" type="presParOf" srcId="{162713EC-FE4D-48A5-97EB-5AA626B6E8D8}" destId="{328836EC-E186-48C2-913B-D35EF61B22C7}" srcOrd="0" destOrd="0" presId="urn:microsoft.com/office/officeart/2005/8/layout/orgChart1"/>
    <dgm:cxn modelId="{0B3C32F1-8551-4D90-8FFE-C922C5D9A01F}" type="presParOf" srcId="{328836EC-E186-48C2-913B-D35EF61B22C7}" destId="{10257C47-804A-4448-92FA-4A7EA962007C}" srcOrd="0" destOrd="0" presId="urn:microsoft.com/office/officeart/2005/8/layout/orgChart1"/>
    <dgm:cxn modelId="{29AB15FD-813A-44CA-90C5-7E33217DB32B}" type="presParOf" srcId="{328836EC-E186-48C2-913B-D35EF61B22C7}" destId="{97BCF88E-4ED4-4B0C-B065-C4EA5544A299}" srcOrd="1" destOrd="0" presId="urn:microsoft.com/office/officeart/2005/8/layout/orgChart1"/>
    <dgm:cxn modelId="{D3F7A1AD-A6D0-4F3E-8707-0F61E62FF80F}" type="presParOf" srcId="{162713EC-FE4D-48A5-97EB-5AA626B6E8D8}" destId="{24ED18FE-C0B7-4312-B760-87A08DCAC039}" srcOrd="1" destOrd="0" presId="urn:microsoft.com/office/officeart/2005/8/layout/orgChart1"/>
    <dgm:cxn modelId="{A4CAF556-AB44-4FA8-9390-E9142162C217}" type="presParOf" srcId="{162713EC-FE4D-48A5-97EB-5AA626B6E8D8}" destId="{4555A08D-BA7C-4744-8490-EA37A0B88041}" srcOrd="2" destOrd="0" presId="urn:microsoft.com/office/officeart/2005/8/layout/orgChart1"/>
    <dgm:cxn modelId="{0D16EE67-B398-4128-967B-24032BD751BC}" type="presParOf" srcId="{326A2660-E57B-4AEE-9F6D-A3773E110CAC}" destId="{2F0AE643-C0CC-4E07-A9D4-A4B841EA1824}" srcOrd="4" destOrd="0" presId="urn:microsoft.com/office/officeart/2005/8/layout/orgChart1"/>
    <dgm:cxn modelId="{B358C982-1124-4745-B93C-2EF8EDD4ABA5}" type="presParOf" srcId="{326A2660-E57B-4AEE-9F6D-A3773E110CAC}" destId="{DCE4281F-14EA-4283-9B00-D9C3AF57FD35}" srcOrd="5" destOrd="0" presId="urn:microsoft.com/office/officeart/2005/8/layout/orgChart1"/>
    <dgm:cxn modelId="{D47CCCAB-813F-4829-882E-39475D4615CA}" type="presParOf" srcId="{DCE4281F-14EA-4283-9B00-D9C3AF57FD35}" destId="{B66D1615-3851-4C7F-978C-AC5749D314C1}" srcOrd="0" destOrd="0" presId="urn:microsoft.com/office/officeart/2005/8/layout/orgChart1"/>
    <dgm:cxn modelId="{5205885B-59BF-45A9-A1FD-0E64406D0E03}" type="presParOf" srcId="{B66D1615-3851-4C7F-978C-AC5749D314C1}" destId="{ECC9FE9A-4EBC-471B-83B9-3FE61E4BE008}" srcOrd="0" destOrd="0" presId="urn:microsoft.com/office/officeart/2005/8/layout/orgChart1"/>
    <dgm:cxn modelId="{93ABCC9D-37A9-4BB1-9CEB-AF920DA6CA4A}" type="presParOf" srcId="{B66D1615-3851-4C7F-978C-AC5749D314C1}" destId="{03571C63-E946-4C31-B0F8-B5B64A125526}" srcOrd="1" destOrd="0" presId="urn:microsoft.com/office/officeart/2005/8/layout/orgChart1"/>
    <dgm:cxn modelId="{016FF0F1-822B-4437-A4F7-7F892A15871B}" type="presParOf" srcId="{DCE4281F-14EA-4283-9B00-D9C3AF57FD35}" destId="{3A4DB344-A7CF-4CD8-886E-88479BC7F109}" srcOrd="1" destOrd="0" presId="urn:microsoft.com/office/officeart/2005/8/layout/orgChart1"/>
    <dgm:cxn modelId="{3B7F80AE-4A91-4274-83E9-5841ED9DEC98}" type="presParOf" srcId="{DCE4281F-14EA-4283-9B00-D9C3AF57FD35}" destId="{C711277D-3DFE-40C3-A9E0-BD18C8C24B38}" srcOrd="2" destOrd="0" presId="urn:microsoft.com/office/officeart/2005/8/layout/orgChart1"/>
    <dgm:cxn modelId="{3F41E87D-9555-4FE6-8376-70B02BDCAF52}" type="presParOf" srcId="{E0A74A4E-A47F-4996-A159-E787BC8211C2}" destId="{F367F774-D39B-487D-A7E8-BAEA85D3700C}" srcOrd="2" destOrd="0" presId="urn:microsoft.com/office/officeart/2005/8/layout/orgChart1"/>
    <dgm:cxn modelId="{CB421F14-96BE-4C6C-89F2-14CC316A4982}" type="presParOf" srcId="{28C9399C-2699-4030-9D76-2503B6EA3D95}" destId="{65E7B7D0-41EC-42FD-A4A8-786E644AAFCB}" srcOrd="4" destOrd="0" presId="urn:microsoft.com/office/officeart/2005/8/layout/orgChart1"/>
    <dgm:cxn modelId="{F08D694D-05A0-43AD-B98D-94A1B95322C3}" type="presParOf" srcId="{28C9399C-2699-4030-9D76-2503B6EA3D95}" destId="{BF6FD4B8-8472-4FC2-A9B9-6EB805E966C7}" srcOrd="5" destOrd="0" presId="urn:microsoft.com/office/officeart/2005/8/layout/orgChart1"/>
    <dgm:cxn modelId="{4C78FBA3-2057-46A6-920B-2BDA11B95D79}" type="presParOf" srcId="{BF6FD4B8-8472-4FC2-A9B9-6EB805E966C7}" destId="{A2EBAD68-1D64-45EF-8368-745EF6377CF6}" srcOrd="0" destOrd="0" presId="urn:microsoft.com/office/officeart/2005/8/layout/orgChart1"/>
    <dgm:cxn modelId="{E11163AF-275B-4981-A3BF-725B7114B72C}" type="presParOf" srcId="{A2EBAD68-1D64-45EF-8368-745EF6377CF6}" destId="{68751DE7-C829-4E6D-BE93-A0A7E61B450A}" srcOrd="0" destOrd="0" presId="urn:microsoft.com/office/officeart/2005/8/layout/orgChart1"/>
    <dgm:cxn modelId="{260DE6F2-7002-4F5C-9480-206E76D9814F}" type="presParOf" srcId="{A2EBAD68-1D64-45EF-8368-745EF6377CF6}" destId="{270BE485-88D8-4984-87BA-BC8DEAD8A77B}" srcOrd="1" destOrd="0" presId="urn:microsoft.com/office/officeart/2005/8/layout/orgChart1"/>
    <dgm:cxn modelId="{E829ADE3-B391-4360-A81F-619BC978C61D}" type="presParOf" srcId="{BF6FD4B8-8472-4FC2-A9B9-6EB805E966C7}" destId="{7F87E443-0751-4F76-ACCB-736DA8C0F504}" srcOrd="1" destOrd="0" presId="urn:microsoft.com/office/officeart/2005/8/layout/orgChart1"/>
    <dgm:cxn modelId="{C66F1D3C-1925-440F-94E6-4C860DD3C99C}" type="presParOf" srcId="{7F87E443-0751-4F76-ACCB-736DA8C0F504}" destId="{5613E1B3-51F2-4F9B-8211-E347D247AAC4}" srcOrd="0" destOrd="0" presId="urn:microsoft.com/office/officeart/2005/8/layout/orgChart1"/>
    <dgm:cxn modelId="{D5E07EB2-55F1-42A2-936B-8158CFD3EB26}" type="presParOf" srcId="{7F87E443-0751-4F76-ACCB-736DA8C0F504}" destId="{9A89C313-9750-4A39-B127-94A100AB8E1D}" srcOrd="1" destOrd="0" presId="urn:microsoft.com/office/officeart/2005/8/layout/orgChart1"/>
    <dgm:cxn modelId="{5FDEB009-8139-44FD-B590-4515793B8C0C}" type="presParOf" srcId="{9A89C313-9750-4A39-B127-94A100AB8E1D}" destId="{E3D232BD-9F9E-41F4-B620-33DE5786DA87}" srcOrd="0" destOrd="0" presId="urn:microsoft.com/office/officeart/2005/8/layout/orgChart1"/>
    <dgm:cxn modelId="{D283E711-1B35-4BE8-B426-CD89C757B5B2}" type="presParOf" srcId="{E3D232BD-9F9E-41F4-B620-33DE5786DA87}" destId="{815DB7CD-0AB6-43B7-98B5-78DD1A813FAC}" srcOrd="0" destOrd="0" presId="urn:microsoft.com/office/officeart/2005/8/layout/orgChart1"/>
    <dgm:cxn modelId="{A055D180-F94C-4027-AB81-8051ADDB6EC3}" type="presParOf" srcId="{E3D232BD-9F9E-41F4-B620-33DE5786DA87}" destId="{FD88BFD7-3F23-4250-9656-2C8641F7835F}" srcOrd="1" destOrd="0" presId="urn:microsoft.com/office/officeart/2005/8/layout/orgChart1"/>
    <dgm:cxn modelId="{2362BD50-2AD5-475B-AC1B-D88DCB28BD41}" type="presParOf" srcId="{9A89C313-9750-4A39-B127-94A100AB8E1D}" destId="{48E5E4E5-838A-45A6-AB2C-7A65A1AACB20}" srcOrd="1" destOrd="0" presId="urn:microsoft.com/office/officeart/2005/8/layout/orgChart1"/>
    <dgm:cxn modelId="{58D4AC2E-47BA-41CA-AC2F-6C6862260479}" type="presParOf" srcId="{9A89C313-9750-4A39-B127-94A100AB8E1D}" destId="{BD2E885B-E79E-4E71-9CD6-7C0D0015542C}" srcOrd="2" destOrd="0" presId="urn:microsoft.com/office/officeart/2005/8/layout/orgChart1"/>
    <dgm:cxn modelId="{C0500E3B-B969-408A-B155-FF6D27FCB8C8}" type="presParOf" srcId="{7F87E443-0751-4F76-ACCB-736DA8C0F504}" destId="{4F88E53E-0F43-42C0-AEE2-22F2493A9213}" srcOrd="2" destOrd="0" presId="urn:microsoft.com/office/officeart/2005/8/layout/orgChart1"/>
    <dgm:cxn modelId="{78D5D054-0AA5-480E-BC7C-43D8C1648CDC}" type="presParOf" srcId="{7F87E443-0751-4F76-ACCB-736DA8C0F504}" destId="{317D667A-B77D-48C1-AAD0-18E458390A6F}" srcOrd="3" destOrd="0" presId="urn:microsoft.com/office/officeart/2005/8/layout/orgChart1"/>
    <dgm:cxn modelId="{5AF2BA2A-1384-452B-A0D9-39C30A2E0B73}" type="presParOf" srcId="{317D667A-B77D-48C1-AAD0-18E458390A6F}" destId="{841A28D4-EA9A-4A9F-AF1A-A26B9435B876}" srcOrd="0" destOrd="0" presId="urn:microsoft.com/office/officeart/2005/8/layout/orgChart1"/>
    <dgm:cxn modelId="{6816F407-8B3C-49D3-ADCD-5D08BCAFC808}" type="presParOf" srcId="{841A28D4-EA9A-4A9F-AF1A-A26B9435B876}" destId="{B7B7549F-33CC-4264-ACED-07169E3A1C83}" srcOrd="0" destOrd="0" presId="urn:microsoft.com/office/officeart/2005/8/layout/orgChart1"/>
    <dgm:cxn modelId="{B1864645-A46F-4D5C-9B8A-389EC205FF01}" type="presParOf" srcId="{841A28D4-EA9A-4A9F-AF1A-A26B9435B876}" destId="{1E6AB8F8-F3C7-4B07-B358-2CE8EE72296B}" srcOrd="1" destOrd="0" presId="urn:microsoft.com/office/officeart/2005/8/layout/orgChart1"/>
    <dgm:cxn modelId="{724065D6-1165-4ED3-B306-2A512F0DFF81}" type="presParOf" srcId="{317D667A-B77D-48C1-AAD0-18E458390A6F}" destId="{DE1A8637-406B-4CA9-8271-DF50D6C2E467}" srcOrd="1" destOrd="0" presId="urn:microsoft.com/office/officeart/2005/8/layout/orgChart1"/>
    <dgm:cxn modelId="{3E7949DE-593E-446E-B475-2532FC3A177A}" type="presParOf" srcId="{317D667A-B77D-48C1-AAD0-18E458390A6F}" destId="{801A3BF6-CE75-4FE9-AD53-BE26B9838163}" srcOrd="2" destOrd="0" presId="urn:microsoft.com/office/officeart/2005/8/layout/orgChart1"/>
    <dgm:cxn modelId="{D80F36BE-8D84-4007-9381-05B2E19E613A}" type="presParOf" srcId="{7F87E443-0751-4F76-ACCB-736DA8C0F504}" destId="{43023BD5-EFE1-4727-B23C-C5664FDD9773}" srcOrd="4" destOrd="0" presId="urn:microsoft.com/office/officeart/2005/8/layout/orgChart1"/>
    <dgm:cxn modelId="{F5428BDD-8B09-4A57-B3CF-DC70DB2E6C62}" type="presParOf" srcId="{7F87E443-0751-4F76-ACCB-736DA8C0F504}" destId="{4972657B-5D31-424E-8D5C-DD408193CC65}" srcOrd="5" destOrd="0" presId="urn:microsoft.com/office/officeart/2005/8/layout/orgChart1"/>
    <dgm:cxn modelId="{D7FDCCB1-0895-4724-A096-D307AD88DCDB}" type="presParOf" srcId="{4972657B-5D31-424E-8D5C-DD408193CC65}" destId="{30BCA102-6E9C-4A40-AE4E-6E447F185D15}" srcOrd="0" destOrd="0" presId="urn:microsoft.com/office/officeart/2005/8/layout/orgChart1"/>
    <dgm:cxn modelId="{BD13C2A0-F3D4-4C52-A486-2EFFB3B04EA7}" type="presParOf" srcId="{30BCA102-6E9C-4A40-AE4E-6E447F185D15}" destId="{ED48CF19-DDA4-432F-BA0D-88ABB815EFF8}" srcOrd="0" destOrd="0" presId="urn:microsoft.com/office/officeart/2005/8/layout/orgChart1"/>
    <dgm:cxn modelId="{9D919530-2202-4046-8B66-D3B191113D21}" type="presParOf" srcId="{30BCA102-6E9C-4A40-AE4E-6E447F185D15}" destId="{17319907-0A90-471A-A91D-50028E476851}" srcOrd="1" destOrd="0" presId="urn:microsoft.com/office/officeart/2005/8/layout/orgChart1"/>
    <dgm:cxn modelId="{A0B149D8-7D02-4DC3-93A9-71D6226742C0}" type="presParOf" srcId="{4972657B-5D31-424E-8D5C-DD408193CC65}" destId="{F752914E-A4F6-41C0-80E1-49B1BEEB2683}" srcOrd="1" destOrd="0" presId="urn:microsoft.com/office/officeart/2005/8/layout/orgChart1"/>
    <dgm:cxn modelId="{9EC26C91-83B3-4D93-88D4-523472EAC54D}" type="presParOf" srcId="{4972657B-5D31-424E-8D5C-DD408193CC65}" destId="{8F9313F5-6A9F-4797-96A1-AC3BFDEC1EAD}" srcOrd="2" destOrd="0" presId="urn:microsoft.com/office/officeart/2005/8/layout/orgChart1"/>
    <dgm:cxn modelId="{AB5F2741-6655-42A9-A0E2-10CEE41A4E95}" type="presParOf" srcId="{BF6FD4B8-8472-4FC2-A9B9-6EB805E966C7}" destId="{B8FF03EA-49AE-4D8B-893D-3F41E4A50DB6}" srcOrd="2" destOrd="0" presId="urn:microsoft.com/office/officeart/2005/8/layout/orgChart1"/>
    <dgm:cxn modelId="{7CA66CCF-1A3D-42B8-8FB8-E3CF03390A84}" type="presParOf" srcId="{28C9399C-2699-4030-9D76-2503B6EA3D95}" destId="{C6DFA708-0D25-4AA1-9265-C276110F5EF1}" srcOrd="6" destOrd="0" presId="urn:microsoft.com/office/officeart/2005/8/layout/orgChart1"/>
    <dgm:cxn modelId="{DA80B336-2500-4B5D-9987-75B0E8DA7243}" type="presParOf" srcId="{28C9399C-2699-4030-9D76-2503B6EA3D95}" destId="{164C7ED4-7706-4021-B36B-B551D492917B}" srcOrd="7" destOrd="0" presId="urn:microsoft.com/office/officeart/2005/8/layout/orgChart1"/>
    <dgm:cxn modelId="{4BAA7C02-83A6-43EF-9D85-A99F60F518EF}" type="presParOf" srcId="{164C7ED4-7706-4021-B36B-B551D492917B}" destId="{73D17F28-BE24-4799-84B4-3CC811C5428D}" srcOrd="0" destOrd="0" presId="urn:microsoft.com/office/officeart/2005/8/layout/orgChart1"/>
    <dgm:cxn modelId="{AF878BBD-0767-4660-B8E3-EFE43C2C4CD6}" type="presParOf" srcId="{73D17F28-BE24-4799-84B4-3CC811C5428D}" destId="{5E71BA9E-1F97-4803-98D4-F673EF490CBC}" srcOrd="0" destOrd="0" presId="urn:microsoft.com/office/officeart/2005/8/layout/orgChart1"/>
    <dgm:cxn modelId="{D46CF3EC-F1A9-4EE4-BE98-3931FC9AFD8B}" type="presParOf" srcId="{73D17F28-BE24-4799-84B4-3CC811C5428D}" destId="{DBC3E753-67B0-4873-A4FB-4BFABC758CCC}" srcOrd="1" destOrd="0" presId="urn:microsoft.com/office/officeart/2005/8/layout/orgChart1"/>
    <dgm:cxn modelId="{B23B4C03-000A-4F68-9CF8-7E7C933A77E9}" type="presParOf" srcId="{164C7ED4-7706-4021-B36B-B551D492917B}" destId="{21599FF3-86C5-43AF-A27A-BBC6F3DA1379}" srcOrd="1" destOrd="0" presId="urn:microsoft.com/office/officeart/2005/8/layout/orgChart1"/>
    <dgm:cxn modelId="{713DCC4B-9007-496D-B993-25CC5DC50B90}" type="presParOf" srcId="{164C7ED4-7706-4021-B36B-B551D492917B}" destId="{EEF898F0-A212-4CF0-B5B9-DD13F6D718A3}" srcOrd="2" destOrd="0" presId="urn:microsoft.com/office/officeart/2005/8/layout/orgChart1"/>
    <dgm:cxn modelId="{1A0A9615-DF3A-4FE7-AD37-FF6BD1B7C426}" type="presParOf" srcId="{AB6C4915-A3A8-42CE-AD6C-ED8450930C75}" destId="{8D50CFE0-8F17-4811-865C-8AC149DB8637}" srcOrd="2" destOrd="0" presId="urn:microsoft.com/office/officeart/2005/8/layout/orgChart1"/>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B74A465-CB0F-472D-B489-EAFE0E1F055C}" type="doc">
      <dgm:prSet loTypeId="urn:microsoft.com/office/officeart/2005/8/layout/list1" loCatId="list" qsTypeId="urn:microsoft.com/office/officeart/2005/8/quickstyle/simple1" qsCatId="simple" csTypeId="urn:microsoft.com/office/officeart/2005/8/colors/accent1_1" csCatId="accent1" phldr="1"/>
      <dgm:spPr/>
      <dgm:t>
        <a:bodyPr/>
        <a:lstStyle/>
        <a:p>
          <a:endParaRPr lang="en-US"/>
        </a:p>
      </dgm:t>
    </dgm:pt>
    <dgm:pt modelId="{0D85C88C-002F-4CEC-A801-A366F4C5754F}">
      <dgm:prSet phldrT="[Text]" custT="1"/>
      <dgm:spPr/>
      <dgm:t>
        <a:bodyPr/>
        <a:lstStyle/>
        <a:p>
          <a:r>
            <a:rPr lang="en-US" sz="2000" dirty="0" smtClean="0"/>
            <a:t>Plan</a:t>
          </a:r>
          <a:endParaRPr lang="en-US" sz="2000" dirty="0"/>
        </a:p>
      </dgm:t>
    </dgm:pt>
    <dgm:pt modelId="{7552778A-0730-420A-8B0B-C8116221A547}" type="parTrans" cxnId="{ACB3BEDE-DCB9-4EF4-9F03-9D87A48D5235}">
      <dgm:prSet/>
      <dgm:spPr/>
      <dgm:t>
        <a:bodyPr/>
        <a:lstStyle/>
        <a:p>
          <a:endParaRPr lang="en-US"/>
        </a:p>
      </dgm:t>
    </dgm:pt>
    <dgm:pt modelId="{0805284B-C2CE-4FFF-9CAD-9FF3863519FE}" type="sibTrans" cxnId="{ACB3BEDE-DCB9-4EF4-9F03-9D87A48D5235}">
      <dgm:prSet/>
      <dgm:spPr/>
      <dgm:t>
        <a:bodyPr/>
        <a:lstStyle/>
        <a:p>
          <a:endParaRPr lang="en-US"/>
        </a:p>
      </dgm:t>
    </dgm:pt>
    <dgm:pt modelId="{5E0EEF44-102C-473D-A32A-3D9ABFF90642}">
      <dgm:prSet custT="1"/>
      <dgm:spPr/>
      <dgm:t>
        <a:bodyPr/>
        <a:lstStyle/>
        <a:p>
          <a:r>
            <a:rPr lang="en-US" sz="2000" dirty="0" smtClean="0"/>
            <a:t>Requirements specification</a:t>
          </a:r>
        </a:p>
      </dgm:t>
    </dgm:pt>
    <dgm:pt modelId="{9B7D6888-B6D0-4F2C-8E28-07F45DAFB749}" type="parTrans" cxnId="{D0C06B4B-67B2-414B-8BFD-1FBCD0227650}">
      <dgm:prSet/>
      <dgm:spPr/>
      <dgm:t>
        <a:bodyPr/>
        <a:lstStyle/>
        <a:p>
          <a:endParaRPr lang="en-US"/>
        </a:p>
      </dgm:t>
    </dgm:pt>
    <dgm:pt modelId="{D7C96D4E-BF3D-4B85-98C2-993CF01CFDEC}" type="sibTrans" cxnId="{D0C06B4B-67B2-414B-8BFD-1FBCD0227650}">
      <dgm:prSet/>
      <dgm:spPr/>
      <dgm:t>
        <a:bodyPr/>
        <a:lstStyle/>
        <a:p>
          <a:endParaRPr lang="en-US"/>
        </a:p>
      </dgm:t>
    </dgm:pt>
    <dgm:pt modelId="{B41F1101-6CCC-4D83-B89E-96006FDAC8FA}">
      <dgm:prSet custT="1"/>
      <dgm:spPr/>
      <dgm:t>
        <a:bodyPr/>
        <a:lstStyle/>
        <a:p>
          <a:r>
            <a:rPr lang="en-US" sz="2000" dirty="0" smtClean="0"/>
            <a:t>Solution description</a:t>
          </a:r>
        </a:p>
      </dgm:t>
    </dgm:pt>
    <dgm:pt modelId="{2A85BB13-21C4-40E0-AC29-0B5A5D33FDE5}" type="parTrans" cxnId="{374FCB72-43EC-468E-8FDE-718F05E6C3A3}">
      <dgm:prSet/>
      <dgm:spPr/>
      <dgm:t>
        <a:bodyPr/>
        <a:lstStyle/>
        <a:p>
          <a:endParaRPr lang="en-US"/>
        </a:p>
      </dgm:t>
    </dgm:pt>
    <dgm:pt modelId="{CED99355-06C3-4BCE-AC2E-C19A310E0C85}" type="sibTrans" cxnId="{374FCB72-43EC-468E-8FDE-718F05E6C3A3}">
      <dgm:prSet/>
      <dgm:spPr/>
      <dgm:t>
        <a:bodyPr/>
        <a:lstStyle/>
        <a:p>
          <a:endParaRPr lang="en-US"/>
        </a:p>
      </dgm:t>
    </dgm:pt>
    <dgm:pt modelId="{CACE0037-DDAF-40FC-8B8C-DE74C2E0B322}">
      <dgm:prSet custT="1"/>
      <dgm:spPr/>
      <dgm:t>
        <a:bodyPr/>
        <a:lstStyle/>
        <a:p>
          <a:r>
            <a:rPr lang="en-US" sz="2000" dirty="0" smtClean="0"/>
            <a:t>Result</a:t>
          </a:r>
        </a:p>
      </dgm:t>
    </dgm:pt>
    <dgm:pt modelId="{1D6327A6-6873-406B-824C-8966E65DADB2}" type="parTrans" cxnId="{2697D6C5-DBB0-4C66-A2A1-E33F1AEBD8D3}">
      <dgm:prSet/>
      <dgm:spPr/>
      <dgm:t>
        <a:bodyPr/>
        <a:lstStyle/>
        <a:p>
          <a:endParaRPr lang="en-US"/>
        </a:p>
      </dgm:t>
    </dgm:pt>
    <dgm:pt modelId="{673A87B6-E3C7-4BD2-9EF5-486C5A08180B}" type="sibTrans" cxnId="{2697D6C5-DBB0-4C66-A2A1-E33F1AEBD8D3}">
      <dgm:prSet/>
      <dgm:spPr/>
      <dgm:t>
        <a:bodyPr/>
        <a:lstStyle/>
        <a:p>
          <a:endParaRPr lang="en-US"/>
        </a:p>
      </dgm:t>
    </dgm:pt>
    <dgm:pt modelId="{9C10AD78-F664-41E8-B4D2-5D2E1F96D599}">
      <dgm:prSet custT="1"/>
      <dgm:spPr/>
      <dgm:t>
        <a:bodyPr/>
        <a:lstStyle/>
        <a:p>
          <a:r>
            <a:rPr lang="en-US" sz="2000" dirty="0" smtClean="0"/>
            <a:t>Review minutes</a:t>
          </a:r>
        </a:p>
      </dgm:t>
    </dgm:pt>
    <dgm:pt modelId="{3E11F849-BDA7-4566-9EEE-E559C7F08489}" type="parTrans" cxnId="{EE0BD317-D6D0-45D7-9375-3C3E481A2BF6}">
      <dgm:prSet/>
      <dgm:spPr/>
      <dgm:t>
        <a:bodyPr/>
        <a:lstStyle/>
        <a:p>
          <a:endParaRPr lang="en-US"/>
        </a:p>
      </dgm:t>
    </dgm:pt>
    <dgm:pt modelId="{DD8707B9-6D80-4C7D-B593-D4D82417A884}" type="sibTrans" cxnId="{EE0BD317-D6D0-45D7-9375-3C3E481A2BF6}">
      <dgm:prSet/>
      <dgm:spPr/>
      <dgm:t>
        <a:bodyPr/>
        <a:lstStyle/>
        <a:p>
          <a:endParaRPr lang="en-US"/>
        </a:p>
      </dgm:t>
    </dgm:pt>
    <dgm:pt modelId="{F7DCCFFF-1BA3-49CC-99D5-1CC43499537A}">
      <dgm:prSet custT="1"/>
      <dgm:spPr/>
      <dgm:t>
        <a:bodyPr/>
        <a:lstStyle/>
        <a:p>
          <a:r>
            <a:rPr lang="en-US" sz="2000" dirty="0" smtClean="0"/>
            <a:t>Guides</a:t>
          </a:r>
        </a:p>
      </dgm:t>
    </dgm:pt>
    <dgm:pt modelId="{7F2F3E2A-E3DE-4904-94C5-8ED7F2F6C205}" type="parTrans" cxnId="{EBBD664C-7CB1-4778-A332-32E84012ADE8}">
      <dgm:prSet/>
      <dgm:spPr/>
      <dgm:t>
        <a:bodyPr/>
        <a:lstStyle/>
        <a:p>
          <a:endParaRPr lang="en-US"/>
        </a:p>
      </dgm:t>
    </dgm:pt>
    <dgm:pt modelId="{30987E45-0585-4C23-A34B-B28B92F0076E}" type="sibTrans" cxnId="{EBBD664C-7CB1-4778-A332-32E84012ADE8}">
      <dgm:prSet/>
      <dgm:spPr/>
      <dgm:t>
        <a:bodyPr/>
        <a:lstStyle/>
        <a:p>
          <a:endParaRPr lang="en-US"/>
        </a:p>
      </dgm:t>
    </dgm:pt>
    <dgm:pt modelId="{AF504DDE-659C-44FD-863C-31964DBE8061}">
      <dgm:prSet custT="1"/>
      <dgm:spPr/>
      <dgm:t>
        <a:bodyPr/>
        <a:lstStyle/>
        <a:p>
          <a:r>
            <a:rPr lang="en-US" sz="2000" dirty="0" smtClean="0"/>
            <a:t>Management documents</a:t>
          </a:r>
        </a:p>
      </dgm:t>
    </dgm:pt>
    <dgm:pt modelId="{2CB7EA0A-6C80-412A-9876-6327D75DA52B}" type="parTrans" cxnId="{81136E43-85F1-45D3-BB73-DBA414ABAD64}">
      <dgm:prSet/>
      <dgm:spPr/>
      <dgm:t>
        <a:bodyPr/>
        <a:lstStyle/>
        <a:p>
          <a:endParaRPr lang="en-US"/>
        </a:p>
      </dgm:t>
    </dgm:pt>
    <dgm:pt modelId="{E4CC762A-664A-4FE4-A7A0-22AAF45D0AC6}" type="sibTrans" cxnId="{81136E43-85F1-45D3-BB73-DBA414ABAD64}">
      <dgm:prSet/>
      <dgm:spPr/>
      <dgm:t>
        <a:bodyPr/>
        <a:lstStyle/>
        <a:p>
          <a:endParaRPr lang="en-US"/>
        </a:p>
      </dgm:t>
    </dgm:pt>
    <dgm:pt modelId="{59C4A937-E110-4754-ACE9-CF74AF9ADA7F}">
      <dgm:prSet custT="1"/>
      <dgm:spPr/>
      <dgm:t>
        <a:bodyPr/>
        <a:lstStyle/>
        <a:p>
          <a:r>
            <a:rPr lang="en-US" sz="2000" dirty="0" smtClean="0"/>
            <a:t>Communication documents</a:t>
          </a:r>
        </a:p>
      </dgm:t>
    </dgm:pt>
    <dgm:pt modelId="{C9E3A83E-3894-48E6-9BC9-E7E43978845D}" type="parTrans" cxnId="{AA37A2D7-72BE-4228-B0EF-43A420A4B2CA}">
      <dgm:prSet/>
      <dgm:spPr/>
      <dgm:t>
        <a:bodyPr/>
        <a:lstStyle/>
        <a:p>
          <a:endParaRPr lang="en-US"/>
        </a:p>
      </dgm:t>
    </dgm:pt>
    <dgm:pt modelId="{EBAE73DF-7A01-4865-BC7C-0E2A5C9CBA7D}" type="sibTrans" cxnId="{AA37A2D7-72BE-4228-B0EF-43A420A4B2CA}">
      <dgm:prSet/>
      <dgm:spPr/>
      <dgm:t>
        <a:bodyPr/>
        <a:lstStyle/>
        <a:p>
          <a:endParaRPr lang="en-US"/>
        </a:p>
      </dgm:t>
    </dgm:pt>
    <dgm:pt modelId="{50488B1D-13FF-4098-BCBA-94A471B3686B}" type="pres">
      <dgm:prSet presAssocID="{3B74A465-CB0F-472D-B489-EAFE0E1F055C}" presName="linear" presStyleCnt="0">
        <dgm:presLayoutVars>
          <dgm:dir/>
          <dgm:animLvl val="lvl"/>
          <dgm:resizeHandles val="exact"/>
        </dgm:presLayoutVars>
      </dgm:prSet>
      <dgm:spPr/>
      <dgm:t>
        <a:bodyPr/>
        <a:lstStyle/>
        <a:p>
          <a:endParaRPr lang="en-US"/>
        </a:p>
      </dgm:t>
    </dgm:pt>
    <dgm:pt modelId="{4617EDFE-9847-4473-A2B8-DB0BF1858088}" type="pres">
      <dgm:prSet presAssocID="{0D85C88C-002F-4CEC-A801-A366F4C5754F}" presName="parentLin" presStyleCnt="0"/>
      <dgm:spPr/>
    </dgm:pt>
    <dgm:pt modelId="{37F74643-A2B5-4D66-8373-DC703D9CCE38}" type="pres">
      <dgm:prSet presAssocID="{0D85C88C-002F-4CEC-A801-A366F4C5754F}" presName="parentLeftMargin" presStyleLbl="node1" presStyleIdx="0" presStyleCnt="8"/>
      <dgm:spPr/>
      <dgm:t>
        <a:bodyPr/>
        <a:lstStyle/>
        <a:p>
          <a:endParaRPr lang="en-US"/>
        </a:p>
      </dgm:t>
    </dgm:pt>
    <dgm:pt modelId="{7DFA7478-B86E-49C6-B0D9-68AAA4F4D6CC}" type="pres">
      <dgm:prSet presAssocID="{0D85C88C-002F-4CEC-A801-A366F4C5754F}" presName="parentText" presStyleLbl="node1" presStyleIdx="0" presStyleCnt="8" custScaleX="116291">
        <dgm:presLayoutVars>
          <dgm:chMax val="0"/>
          <dgm:bulletEnabled val="1"/>
        </dgm:presLayoutVars>
      </dgm:prSet>
      <dgm:spPr/>
      <dgm:t>
        <a:bodyPr/>
        <a:lstStyle/>
        <a:p>
          <a:endParaRPr lang="en-US"/>
        </a:p>
      </dgm:t>
    </dgm:pt>
    <dgm:pt modelId="{828A541B-3457-4555-BA43-53ECBBCADEC5}" type="pres">
      <dgm:prSet presAssocID="{0D85C88C-002F-4CEC-A801-A366F4C5754F}" presName="negativeSpace" presStyleCnt="0"/>
      <dgm:spPr/>
    </dgm:pt>
    <dgm:pt modelId="{5C8B9246-8A27-4B89-8E0D-7CA764146CCB}" type="pres">
      <dgm:prSet presAssocID="{0D85C88C-002F-4CEC-A801-A366F4C5754F}" presName="childText" presStyleLbl="conFgAcc1" presStyleIdx="0" presStyleCnt="8">
        <dgm:presLayoutVars>
          <dgm:bulletEnabled val="1"/>
        </dgm:presLayoutVars>
      </dgm:prSet>
      <dgm:spPr/>
    </dgm:pt>
    <dgm:pt modelId="{ED81D70C-737F-4863-A995-E907F1FFE004}" type="pres">
      <dgm:prSet presAssocID="{0805284B-C2CE-4FFF-9CAD-9FF3863519FE}" presName="spaceBetweenRectangles" presStyleCnt="0"/>
      <dgm:spPr/>
    </dgm:pt>
    <dgm:pt modelId="{D42A2745-9CEC-4B2B-99CE-356A6225BF28}" type="pres">
      <dgm:prSet presAssocID="{5E0EEF44-102C-473D-A32A-3D9ABFF90642}" presName="parentLin" presStyleCnt="0"/>
      <dgm:spPr/>
    </dgm:pt>
    <dgm:pt modelId="{B3EDEB1C-66D4-4575-BCDC-58C219E510E5}" type="pres">
      <dgm:prSet presAssocID="{5E0EEF44-102C-473D-A32A-3D9ABFF90642}" presName="parentLeftMargin" presStyleLbl="node1" presStyleIdx="0" presStyleCnt="8"/>
      <dgm:spPr/>
      <dgm:t>
        <a:bodyPr/>
        <a:lstStyle/>
        <a:p>
          <a:endParaRPr lang="en-US"/>
        </a:p>
      </dgm:t>
    </dgm:pt>
    <dgm:pt modelId="{BA9018B4-F84C-4BA4-844E-5D6E5C80F4FC}" type="pres">
      <dgm:prSet presAssocID="{5E0EEF44-102C-473D-A32A-3D9ABFF90642}" presName="parentText" presStyleLbl="node1" presStyleIdx="1" presStyleCnt="8" custScaleX="116291">
        <dgm:presLayoutVars>
          <dgm:chMax val="0"/>
          <dgm:bulletEnabled val="1"/>
        </dgm:presLayoutVars>
      </dgm:prSet>
      <dgm:spPr/>
      <dgm:t>
        <a:bodyPr/>
        <a:lstStyle/>
        <a:p>
          <a:endParaRPr lang="en-US"/>
        </a:p>
      </dgm:t>
    </dgm:pt>
    <dgm:pt modelId="{5298CDD2-4D7B-42DE-8DB6-DE161600E4F3}" type="pres">
      <dgm:prSet presAssocID="{5E0EEF44-102C-473D-A32A-3D9ABFF90642}" presName="negativeSpace" presStyleCnt="0"/>
      <dgm:spPr/>
    </dgm:pt>
    <dgm:pt modelId="{E9806784-4E50-4D25-9920-C3403C104817}" type="pres">
      <dgm:prSet presAssocID="{5E0EEF44-102C-473D-A32A-3D9ABFF90642}" presName="childText" presStyleLbl="conFgAcc1" presStyleIdx="1" presStyleCnt="8">
        <dgm:presLayoutVars>
          <dgm:bulletEnabled val="1"/>
        </dgm:presLayoutVars>
      </dgm:prSet>
      <dgm:spPr/>
    </dgm:pt>
    <dgm:pt modelId="{F98065EF-67CC-4E72-93AC-79CCBD16BEA2}" type="pres">
      <dgm:prSet presAssocID="{D7C96D4E-BF3D-4B85-98C2-993CF01CFDEC}" presName="spaceBetweenRectangles" presStyleCnt="0"/>
      <dgm:spPr/>
    </dgm:pt>
    <dgm:pt modelId="{D6DBB627-2C81-474A-8FC9-96AE75B5883C}" type="pres">
      <dgm:prSet presAssocID="{B41F1101-6CCC-4D83-B89E-96006FDAC8FA}" presName="parentLin" presStyleCnt="0"/>
      <dgm:spPr/>
    </dgm:pt>
    <dgm:pt modelId="{FC4B529E-F07B-4F56-BBEE-691A798B3916}" type="pres">
      <dgm:prSet presAssocID="{B41F1101-6CCC-4D83-B89E-96006FDAC8FA}" presName="parentLeftMargin" presStyleLbl="node1" presStyleIdx="1" presStyleCnt="8"/>
      <dgm:spPr/>
      <dgm:t>
        <a:bodyPr/>
        <a:lstStyle/>
        <a:p>
          <a:endParaRPr lang="en-US"/>
        </a:p>
      </dgm:t>
    </dgm:pt>
    <dgm:pt modelId="{08CD686A-18C0-43F6-9AD2-09C37FEA4DD5}" type="pres">
      <dgm:prSet presAssocID="{B41F1101-6CCC-4D83-B89E-96006FDAC8FA}" presName="parentText" presStyleLbl="node1" presStyleIdx="2" presStyleCnt="8" custScaleX="116291">
        <dgm:presLayoutVars>
          <dgm:chMax val="0"/>
          <dgm:bulletEnabled val="1"/>
        </dgm:presLayoutVars>
      </dgm:prSet>
      <dgm:spPr/>
      <dgm:t>
        <a:bodyPr/>
        <a:lstStyle/>
        <a:p>
          <a:endParaRPr lang="en-US"/>
        </a:p>
      </dgm:t>
    </dgm:pt>
    <dgm:pt modelId="{4BFF0F9D-D244-4CC5-A355-DB797F07FCDC}" type="pres">
      <dgm:prSet presAssocID="{B41F1101-6CCC-4D83-B89E-96006FDAC8FA}" presName="negativeSpace" presStyleCnt="0"/>
      <dgm:spPr/>
    </dgm:pt>
    <dgm:pt modelId="{7382E8E2-701A-41BE-890E-B6AFF96A75BA}" type="pres">
      <dgm:prSet presAssocID="{B41F1101-6CCC-4D83-B89E-96006FDAC8FA}" presName="childText" presStyleLbl="conFgAcc1" presStyleIdx="2" presStyleCnt="8">
        <dgm:presLayoutVars>
          <dgm:bulletEnabled val="1"/>
        </dgm:presLayoutVars>
      </dgm:prSet>
      <dgm:spPr/>
    </dgm:pt>
    <dgm:pt modelId="{BC1D93D6-3D0D-4C19-9BD6-2674AD039526}" type="pres">
      <dgm:prSet presAssocID="{CED99355-06C3-4BCE-AC2E-C19A310E0C85}" presName="spaceBetweenRectangles" presStyleCnt="0"/>
      <dgm:spPr/>
    </dgm:pt>
    <dgm:pt modelId="{1F6C8C32-B2CD-49C4-B38D-CA8A5F650C82}" type="pres">
      <dgm:prSet presAssocID="{CACE0037-DDAF-40FC-8B8C-DE74C2E0B322}" presName="parentLin" presStyleCnt="0"/>
      <dgm:spPr/>
    </dgm:pt>
    <dgm:pt modelId="{EE4692FF-BD81-4857-A597-B7DF2A359426}" type="pres">
      <dgm:prSet presAssocID="{CACE0037-DDAF-40FC-8B8C-DE74C2E0B322}" presName="parentLeftMargin" presStyleLbl="node1" presStyleIdx="2" presStyleCnt="8"/>
      <dgm:spPr/>
      <dgm:t>
        <a:bodyPr/>
        <a:lstStyle/>
        <a:p>
          <a:endParaRPr lang="en-US"/>
        </a:p>
      </dgm:t>
    </dgm:pt>
    <dgm:pt modelId="{670192F5-AD61-4CA1-8BED-CC9654DD0CC6}" type="pres">
      <dgm:prSet presAssocID="{CACE0037-DDAF-40FC-8B8C-DE74C2E0B322}" presName="parentText" presStyleLbl="node1" presStyleIdx="3" presStyleCnt="8" custScaleX="116291">
        <dgm:presLayoutVars>
          <dgm:chMax val="0"/>
          <dgm:bulletEnabled val="1"/>
        </dgm:presLayoutVars>
      </dgm:prSet>
      <dgm:spPr/>
      <dgm:t>
        <a:bodyPr/>
        <a:lstStyle/>
        <a:p>
          <a:endParaRPr lang="en-US"/>
        </a:p>
      </dgm:t>
    </dgm:pt>
    <dgm:pt modelId="{2DECD6A0-8855-44DF-854B-BDBEA382B037}" type="pres">
      <dgm:prSet presAssocID="{CACE0037-DDAF-40FC-8B8C-DE74C2E0B322}" presName="negativeSpace" presStyleCnt="0"/>
      <dgm:spPr/>
    </dgm:pt>
    <dgm:pt modelId="{3C8D9082-6192-426E-9C39-1FC8762AE2BB}" type="pres">
      <dgm:prSet presAssocID="{CACE0037-DDAF-40FC-8B8C-DE74C2E0B322}" presName="childText" presStyleLbl="conFgAcc1" presStyleIdx="3" presStyleCnt="8">
        <dgm:presLayoutVars>
          <dgm:bulletEnabled val="1"/>
        </dgm:presLayoutVars>
      </dgm:prSet>
      <dgm:spPr/>
    </dgm:pt>
    <dgm:pt modelId="{23D14AB5-D860-4030-BAEB-746D477903A1}" type="pres">
      <dgm:prSet presAssocID="{673A87B6-E3C7-4BD2-9EF5-486C5A08180B}" presName="spaceBetweenRectangles" presStyleCnt="0"/>
      <dgm:spPr/>
    </dgm:pt>
    <dgm:pt modelId="{95799BED-D043-4AEC-BC39-A019DBF1CB66}" type="pres">
      <dgm:prSet presAssocID="{9C10AD78-F664-41E8-B4D2-5D2E1F96D599}" presName="parentLin" presStyleCnt="0"/>
      <dgm:spPr/>
    </dgm:pt>
    <dgm:pt modelId="{85AE32D1-FDA7-41CC-AA40-C43E7A8840C0}" type="pres">
      <dgm:prSet presAssocID="{9C10AD78-F664-41E8-B4D2-5D2E1F96D599}" presName="parentLeftMargin" presStyleLbl="node1" presStyleIdx="3" presStyleCnt="8"/>
      <dgm:spPr/>
      <dgm:t>
        <a:bodyPr/>
        <a:lstStyle/>
        <a:p>
          <a:endParaRPr lang="en-US"/>
        </a:p>
      </dgm:t>
    </dgm:pt>
    <dgm:pt modelId="{71C5A66E-1D92-47DA-85C2-A04F8AAF969C}" type="pres">
      <dgm:prSet presAssocID="{9C10AD78-F664-41E8-B4D2-5D2E1F96D599}" presName="parentText" presStyleLbl="node1" presStyleIdx="4" presStyleCnt="8" custScaleX="116291">
        <dgm:presLayoutVars>
          <dgm:chMax val="0"/>
          <dgm:bulletEnabled val="1"/>
        </dgm:presLayoutVars>
      </dgm:prSet>
      <dgm:spPr/>
      <dgm:t>
        <a:bodyPr/>
        <a:lstStyle/>
        <a:p>
          <a:endParaRPr lang="en-US"/>
        </a:p>
      </dgm:t>
    </dgm:pt>
    <dgm:pt modelId="{17712334-E715-4C69-9C6D-F5D7430C780D}" type="pres">
      <dgm:prSet presAssocID="{9C10AD78-F664-41E8-B4D2-5D2E1F96D599}" presName="negativeSpace" presStyleCnt="0"/>
      <dgm:spPr/>
    </dgm:pt>
    <dgm:pt modelId="{F975AE82-55C7-4F7A-A37D-865BC5C9B182}" type="pres">
      <dgm:prSet presAssocID="{9C10AD78-F664-41E8-B4D2-5D2E1F96D599}" presName="childText" presStyleLbl="conFgAcc1" presStyleIdx="4" presStyleCnt="8">
        <dgm:presLayoutVars>
          <dgm:bulletEnabled val="1"/>
        </dgm:presLayoutVars>
      </dgm:prSet>
      <dgm:spPr/>
    </dgm:pt>
    <dgm:pt modelId="{80B95C7B-D201-4A8B-8084-13B23228E430}" type="pres">
      <dgm:prSet presAssocID="{DD8707B9-6D80-4C7D-B593-D4D82417A884}" presName="spaceBetweenRectangles" presStyleCnt="0"/>
      <dgm:spPr/>
    </dgm:pt>
    <dgm:pt modelId="{A296F8A8-A955-4038-B19B-4CE0D20BD37D}" type="pres">
      <dgm:prSet presAssocID="{F7DCCFFF-1BA3-49CC-99D5-1CC43499537A}" presName="parentLin" presStyleCnt="0"/>
      <dgm:spPr/>
    </dgm:pt>
    <dgm:pt modelId="{30FF7C90-F8FA-49C6-9F50-70CFA02C0A60}" type="pres">
      <dgm:prSet presAssocID="{F7DCCFFF-1BA3-49CC-99D5-1CC43499537A}" presName="parentLeftMargin" presStyleLbl="node1" presStyleIdx="4" presStyleCnt="8"/>
      <dgm:spPr/>
      <dgm:t>
        <a:bodyPr/>
        <a:lstStyle/>
        <a:p>
          <a:endParaRPr lang="en-US"/>
        </a:p>
      </dgm:t>
    </dgm:pt>
    <dgm:pt modelId="{F6E0F1A3-23AE-4216-AF0C-0D550278AB7E}" type="pres">
      <dgm:prSet presAssocID="{F7DCCFFF-1BA3-49CC-99D5-1CC43499537A}" presName="parentText" presStyleLbl="node1" presStyleIdx="5" presStyleCnt="8" custScaleX="116291">
        <dgm:presLayoutVars>
          <dgm:chMax val="0"/>
          <dgm:bulletEnabled val="1"/>
        </dgm:presLayoutVars>
      </dgm:prSet>
      <dgm:spPr/>
      <dgm:t>
        <a:bodyPr/>
        <a:lstStyle/>
        <a:p>
          <a:endParaRPr lang="en-US"/>
        </a:p>
      </dgm:t>
    </dgm:pt>
    <dgm:pt modelId="{C1B573AF-A3B4-4E1E-8386-E72C8FD2E240}" type="pres">
      <dgm:prSet presAssocID="{F7DCCFFF-1BA3-49CC-99D5-1CC43499537A}" presName="negativeSpace" presStyleCnt="0"/>
      <dgm:spPr/>
    </dgm:pt>
    <dgm:pt modelId="{823A4D4F-C840-4228-AABF-0D16E602BF48}" type="pres">
      <dgm:prSet presAssocID="{F7DCCFFF-1BA3-49CC-99D5-1CC43499537A}" presName="childText" presStyleLbl="conFgAcc1" presStyleIdx="5" presStyleCnt="8">
        <dgm:presLayoutVars>
          <dgm:bulletEnabled val="1"/>
        </dgm:presLayoutVars>
      </dgm:prSet>
      <dgm:spPr/>
    </dgm:pt>
    <dgm:pt modelId="{151F459A-6FE9-43C5-BCDE-FCD6856D62F0}" type="pres">
      <dgm:prSet presAssocID="{30987E45-0585-4C23-A34B-B28B92F0076E}" presName="spaceBetweenRectangles" presStyleCnt="0"/>
      <dgm:spPr/>
    </dgm:pt>
    <dgm:pt modelId="{DD30CF79-C6DB-406F-99F7-608F18EA4389}" type="pres">
      <dgm:prSet presAssocID="{AF504DDE-659C-44FD-863C-31964DBE8061}" presName="parentLin" presStyleCnt="0"/>
      <dgm:spPr/>
    </dgm:pt>
    <dgm:pt modelId="{DBA54197-ECCC-43DF-9B75-0DFE4E5352E6}" type="pres">
      <dgm:prSet presAssocID="{AF504DDE-659C-44FD-863C-31964DBE8061}" presName="parentLeftMargin" presStyleLbl="node1" presStyleIdx="5" presStyleCnt="8"/>
      <dgm:spPr/>
      <dgm:t>
        <a:bodyPr/>
        <a:lstStyle/>
        <a:p>
          <a:endParaRPr lang="en-US"/>
        </a:p>
      </dgm:t>
    </dgm:pt>
    <dgm:pt modelId="{E31C544A-B918-430E-86F3-D7BFDA885247}" type="pres">
      <dgm:prSet presAssocID="{AF504DDE-659C-44FD-863C-31964DBE8061}" presName="parentText" presStyleLbl="node1" presStyleIdx="6" presStyleCnt="8" custScaleX="116291">
        <dgm:presLayoutVars>
          <dgm:chMax val="0"/>
          <dgm:bulletEnabled val="1"/>
        </dgm:presLayoutVars>
      </dgm:prSet>
      <dgm:spPr/>
      <dgm:t>
        <a:bodyPr/>
        <a:lstStyle/>
        <a:p>
          <a:endParaRPr lang="en-US"/>
        </a:p>
      </dgm:t>
    </dgm:pt>
    <dgm:pt modelId="{C1D0BC14-FEEF-4C3F-ADCD-BBBB450A253D}" type="pres">
      <dgm:prSet presAssocID="{AF504DDE-659C-44FD-863C-31964DBE8061}" presName="negativeSpace" presStyleCnt="0"/>
      <dgm:spPr/>
    </dgm:pt>
    <dgm:pt modelId="{D206D06D-7CC6-4F8E-B07C-4B220DB9820D}" type="pres">
      <dgm:prSet presAssocID="{AF504DDE-659C-44FD-863C-31964DBE8061}" presName="childText" presStyleLbl="conFgAcc1" presStyleIdx="6" presStyleCnt="8">
        <dgm:presLayoutVars>
          <dgm:bulletEnabled val="1"/>
        </dgm:presLayoutVars>
      </dgm:prSet>
      <dgm:spPr/>
    </dgm:pt>
    <dgm:pt modelId="{A02AB7A8-9378-4600-BEA7-EF66149FC806}" type="pres">
      <dgm:prSet presAssocID="{E4CC762A-664A-4FE4-A7A0-22AAF45D0AC6}" presName="spaceBetweenRectangles" presStyleCnt="0"/>
      <dgm:spPr/>
    </dgm:pt>
    <dgm:pt modelId="{6BFF7A49-F997-4FB6-9FA6-627EB60B8574}" type="pres">
      <dgm:prSet presAssocID="{59C4A937-E110-4754-ACE9-CF74AF9ADA7F}" presName="parentLin" presStyleCnt="0"/>
      <dgm:spPr/>
    </dgm:pt>
    <dgm:pt modelId="{8155C6B4-D8CB-494D-9D77-24ED7E6F3209}" type="pres">
      <dgm:prSet presAssocID="{59C4A937-E110-4754-ACE9-CF74AF9ADA7F}" presName="parentLeftMargin" presStyleLbl="node1" presStyleIdx="6" presStyleCnt="8"/>
      <dgm:spPr/>
      <dgm:t>
        <a:bodyPr/>
        <a:lstStyle/>
        <a:p>
          <a:endParaRPr lang="en-US"/>
        </a:p>
      </dgm:t>
    </dgm:pt>
    <dgm:pt modelId="{736FB00F-E7B5-4242-973B-398D9F4404F6}" type="pres">
      <dgm:prSet presAssocID="{59C4A937-E110-4754-ACE9-CF74AF9ADA7F}" presName="parentText" presStyleLbl="node1" presStyleIdx="7" presStyleCnt="8" custScaleX="116291">
        <dgm:presLayoutVars>
          <dgm:chMax val="0"/>
          <dgm:bulletEnabled val="1"/>
        </dgm:presLayoutVars>
      </dgm:prSet>
      <dgm:spPr/>
      <dgm:t>
        <a:bodyPr/>
        <a:lstStyle/>
        <a:p>
          <a:endParaRPr lang="en-US"/>
        </a:p>
      </dgm:t>
    </dgm:pt>
    <dgm:pt modelId="{4E0907C7-92D1-4E00-BFB2-ADEFC55974DF}" type="pres">
      <dgm:prSet presAssocID="{59C4A937-E110-4754-ACE9-CF74AF9ADA7F}" presName="negativeSpace" presStyleCnt="0"/>
      <dgm:spPr/>
    </dgm:pt>
    <dgm:pt modelId="{7CB81B34-5063-4B2E-A7DE-BC1394C0AB66}" type="pres">
      <dgm:prSet presAssocID="{59C4A937-E110-4754-ACE9-CF74AF9ADA7F}" presName="childText" presStyleLbl="conFgAcc1" presStyleIdx="7" presStyleCnt="8">
        <dgm:presLayoutVars>
          <dgm:bulletEnabled val="1"/>
        </dgm:presLayoutVars>
      </dgm:prSet>
      <dgm:spPr/>
    </dgm:pt>
  </dgm:ptLst>
  <dgm:cxnLst>
    <dgm:cxn modelId="{EE0BD317-D6D0-45D7-9375-3C3E481A2BF6}" srcId="{3B74A465-CB0F-472D-B489-EAFE0E1F055C}" destId="{9C10AD78-F664-41E8-B4D2-5D2E1F96D599}" srcOrd="4" destOrd="0" parTransId="{3E11F849-BDA7-4566-9EEE-E559C7F08489}" sibTransId="{DD8707B9-6D80-4C7D-B593-D4D82417A884}"/>
    <dgm:cxn modelId="{A5B69DEA-EC6B-4B08-A5ED-5C99D66D3E28}" type="presOf" srcId="{59C4A937-E110-4754-ACE9-CF74AF9ADA7F}" destId="{8155C6B4-D8CB-494D-9D77-24ED7E6F3209}" srcOrd="0" destOrd="0" presId="urn:microsoft.com/office/officeart/2005/8/layout/list1"/>
    <dgm:cxn modelId="{D0C06B4B-67B2-414B-8BFD-1FBCD0227650}" srcId="{3B74A465-CB0F-472D-B489-EAFE0E1F055C}" destId="{5E0EEF44-102C-473D-A32A-3D9ABFF90642}" srcOrd="1" destOrd="0" parTransId="{9B7D6888-B6D0-4F2C-8E28-07F45DAFB749}" sibTransId="{D7C96D4E-BF3D-4B85-98C2-993CF01CFDEC}"/>
    <dgm:cxn modelId="{2697D6C5-DBB0-4C66-A2A1-E33F1AEBD8D3}" srcId="{3B74A465-CB0F-472D-B489-EAFE0E1F055C}" destId="{CACE0037-DDAF-40FC-8B8C-DE74C2E0B322}" srcOrd="3" destOrd="0" parTransId="{1D6327A6-6873-406B-824C-8966E65DADB2}" sibTransId="{673A87B6-E3C7-4BD2-9EF5-486C5A08180B}"/>
    <dgm:cxn modelId="{B58B714C-A9FF-4412-8E85-5E938E26ECD8}" type="presOf" srcId="{5E0EEF44-102C-473D-A32A-3D9ABFF90642}" destId="{BA9018B4-F84C-4BA4-844E-5D6E5C80F4FC}" srcOrd="1" destOrd="0" presId="urn:microsoft.com/office/officeart/2005/8/layout/list1"/>
    <dgm:cxn modelId="{81136E43-85F1-45D3-BB73-DBA414ABAD64}" srcId="{3B74A465-CB0F-472D-B489-EAFE0E1F055C}" destId="{AF504DDE-659C-44FD-863C-31964DBE8061}" srcOrd="6" destOrd="0" parTransId="{2CB7EA0A-6C80-412A-9876-6327D75DA52B}" sibTransId="{E4CC762A-664A-4FE4-A7A0-22AAF45D0AC6}"/>
    <dgm:cxn modelId="{3EB05AC2-EB3A-4E29-B190-DF8992244C5E}" type="presOf" srcId="{F7DCCFFF-1BA3-49CC-99D5-1CC43499537A}" destId="{30FF7C90-F8FA-49C6-9F50-70CFA02C0A60}" srcOrd="0" destOrd="0" presId="urn:microsoft.com/office/officeart/2005/8/layout/list1"/>
    <dgm:cxn modelId="{D1608228-6C33-4F59-B715-D5C3CCB65FC3}" type="presOf" srcId="{AF504DDE-659C-44FD-863C-31964DBE8061}" destId="{E31C544A-B918-430E-86F3-D7BFDA885247}" srcOrd="1" destOrd="0" presId="urn:microsoft.com/office/officeart/2005/8/layout/list1"/>
    <dgm:cxn modelId="{90B90392-975A-480F-A1C7-B490823DB9F1}" type="presOf" srcId="{9C10AD78-F664-41E8-B4D2-5D2E1F96D599}" destId="{85AE32D1-FDA7-41CC-AA40-C43E7A8840C0}" srcOrd="0" destOrd="0" presId="urn:microsoft.com/office/officeart/2005/8/layout/list1"/>
    <dgm:cxn modelId="{7FDF525F-802D-4D27-9D43-242776FBC5E0}" type="presOf" srcId="{CACE0037-DDAF-40FC-8B8C-DE74C2E0B322}" destId="{670192F5-AD61-4CA1-8BED-CC9654DD0CC6}" srcOrd="1" destOrd="0" presId="urn:microsoft.com/office/officeart/2005/8/layout/list1"/>
    <dgm:cxn modelId="{49EC53EE-415B-4427-BA2F-57CD03E5A364}" type="presOf" srcId="{9C10AD78-F664-41E8-B4D2-5D2E1F96D599}" destId="{71C5A66E-1D92-47DA-85C2-A04F8AAF969C}" srcOrd="1" destOrd="0" presId="urn:microsoft.com/office/officeart/2005/8/layout/list1"/>
    <dgm:cxn modelId="{EBBD664C-7CB1-4778-A332-32E84012ADE8}" srcId="{3B74A465-CB0F-472D-B489-EAFE0E1F055C}" destId="{F7DCCFFF-1BA3-49CC-99D5-1CC43499537A}" srcOrd="5" destOrd="0" parTransId="{7F2F3E2A-E3DE-4904-94C5-8ED7F2F6C205}" sibTransId="{30987E45-0585-4C23-A34B-B28B92F0076E}"/>
    <dgm:cxn modelId="{374FCB72-43EC-468E-8FDE-718F05E6C3A3}" srcId="{3B74A465-CB0F-472D-B489-EAFE0E1F055C}" destId="{B41F1101-6CCC-4D83-B89E-96006FDAC8FA}" srcOrd="2" destOrd="0" parTransId="{2A85BB13-21C4-40E0-AC29-0B5A5D33FDE5}" sibTransId="{CED99355-06C3-4BCE-AC2E-C19A310E0C85}"/>
    <dgm:cxn modelId="{4B403FB4-B910-459F-AF64-5F1A7A9EF305}" type="presOf" srcId="{B41F1101-6CCC-4D83-B89E-96006FDAC8FA}" destId="{FC4B529E-F07B-4F56-BBEE-691A798B3916}" srcOrd="0" destOrd="0" presId="urn:microsoft.com/office/officeart/2005/8/layout/list1"/>
    <dgm:cxn modelId="{BBF03B43-093E-47C2-80F0-BFB274025380}" type="presOf" srcId="{5E0EEF44-102C-473D-A32A-3D9ABFF90642}" destId="{B3EDEB1C-66D4-4575-BCDC-58C219E510E5}" srcOrd="0" destOrd="0" presId="urn:microsoft.com/office/officeart/2005/8/layout/list1"/>
    <dgm:cxn modelId="{720B4E8E-33D7-4841-8475-3324366AC410}" type="presOf" srcId="{3B74A465-CB0F-472D-B489-EAFE0E1F055C}" destId="{50488B1D-13FF-4098-BCBA-94A471B3686B}" srcOrd="0" destOrd="0" presId="urn:microsoft.com/office/officeart/2005/8/layout/list1"/>
    <dgm:cxn modelId="{E9F763C1-A9F7-431F-B805-53BB6290E2F0}" type="presOf" srcId="{F7DCCFFF-1BA3-49CC-99D5-1CC43499537A}" destId="{F6E0F1A3-23AE-4216-AF0C-0D550278AB7E}" srcOrd="1" destOrd="0" presId="urn:microsoft.com/office/officeart/2005/8/layout/list1"/>
    <dgm:cxn modelId="{0C0B35DD-5F17-441E-A8A4-36DD871F6E3E}" type="presOf" srcId="{0D85C88C-002F-4CEC-A801-A366F4C5754F}" destId="{7DFA7478-B86E-49C6-B0D9-68AAA4F4D6CC}" srcOrd="1" destOrd="0" presId="urn:microsoft.com/office/officeart/2005/8/layout/list1"/>
    <dgm:cxn modelId="{8CDD5786-CAFA-4317-9B5E-E849F8B54EDB}" type="presOf" srcId="{59C4A937-E110-4754-ACE9-CF74AF9ADA7F}" destId="{736FB00F-E7B5-4242-973B-398D9F4404F6}" srcOrd="1" destOrd="0" presId="urn:microsoft.com/office/officeart/2005/8/layout/list1"/>
    <dgm:cxn modelId="{C62AC39D-FCCF-4C38-B111-82F437C15CE8}" type="presOf" srcId="{B41F1101-6CCC-4D83-B89E-96006FDAC8FA}" destId="{08CD686A-18C0-43F6-9AD2-09C37FEA4DD5}" srcOrd="1" destOrd="0" presId="urn:microsoft.com/office/officeart/2005/8/layout/list1"/>
    <dgm:cxn modelId="{317B26B3-5489-4548-8A9E-92246944F3DB}" type="presOf" srcId="{AF504DDE-659C-44FD-863C-31964DBE8061}" destId="{DBA54197-ECCC-43DF-9B75-0DFE4E5352E6}" srcOrd="0" destOrd="0" presId="urn:microsoft.com/office/officeart/2005/8/layout/list1"/>
    <dgm:cxn modelId="{777CECC7-F7DE-414D-B3C4-057612172537}" type="presOf" srcId="{CACE0037-DDAF-40FC-8B8C-DE74C2E0B322}" destId="{EE4692FF-BD81-4857-A597-B7DF2A359426}" srcOrd="0" destOrd="0" presId="urn:microsoft.com/office/officeart/2005/8/layout/list1"/>
    <dgm:cxn modelId="{AA37A2D7-72BE-4228-B0EF-43A420A4B2CA}" srcId="{3B74A465-CB0F-472D-B489-EAFE0E1F055C}" destId="{59C4A937-E110-4754-ACE9-CF74AF9ADA7F}" srcOrd="7" destOrd="0" parTransId="{C9E3A83E-3894-48E6-9BC9-E7E43978845D}" sibTransId="{EBAE73DF-7A01-4865-BC7C-0E2A5C9CBA7D}"/>
    <dgm:cxn modelId="{B4636382-499C-4B8B-9BAE-E745235BC7B0}" type="presOf" srcId="{0D85C88C-002F-4CEC-A801-A366F4C5754F}" destId="{37F74643-A2B5-4D66-8373-DC703D9CCE38}" srcOrd="0" destOrd="0" presId="urn:microsoft.com/office/officeart/2005/8/layout/list1"/>
    <dgm:cxn modelId="{ACB3BEDE-DCB9-4EF4-9F03-9D87A48D5235}" srcId="{3B74A465-CB0F-472D-B489-EAFE0E1F055C}" destId="{0D85C88C-002F-4CEC-A801-A366F4C5754F}" srcOrd="0" destOrd="0" parTransId="{7552778A-0730-420A-8B0B-C8116221A547}" sibTransId="{0805284B-C2CE-4FFF-9CAD-9FF3863519FE}"/>
    <dgm:cxn modelId="{9999ECE6-A413-48F2-ADD9-9109F358D982}" type="presParOf" srcId="{50488B1D-13FF-4098-BCBA-94A471B3686B}" destId="{4617EDFE-9847-4473-A2B8-DB0BF1858088}" srcOrd="0" destOrd="0" presId="urn:microsoft.com/office/officeart/2005/8/layout/list1"/>
    <dgm:cxn modelId="{8A78D34A-144F-4BE8-BC04-CB34DB12407F}" type="presParOf" srcId="{4617EDFE-9847-4473-A2B8-DB0BF1858088}" destId="{37F74643-A2B5-4D66-8373-DC703D9CCE38}" srcOrd="0" destOrd="0" presId="urn:microsoft.com/office/officeart/2005/8/layout/list1"/>
    <dgm:cxn modelId="{8E7A6368-3CA3-4D93-9929-3EE2531328E3}" type="presParOf" srcId="{4617EDFE-9847-4473-A2B8-DB0BF1858088}" destId="{7DFA7478-B86E-49C6-B0D9-68AAA4F4D6CC}" srcOrd="1" destOrd="0" presId="urn:microsoft.com/office/officeart/2005/8/layout/list1"/>
    <dgm:cxn modelId="{2D42BDAC-1835-40A8-8C78-5AB470C1EBF4}" type="presParOf" srcId="{50488B1D-13FF-4098-BCBA-94A471B3686B}" destId="{828A541B-3457-4555-BA43-53ECBBCADEC5}" srcOrd="1" destOrd="0" presId="urn:microsoft.com/office/officeart/2005/8/layout/list1"/>
    <dgm:cxn modelId="{CFDF7C03-CF7E-4000-B83D-87D9ACBF59DA}" type="presParOf" srcId="{50488B1D-13FF-4098-BCBA-94A471B3686B}" destId="{5C8B9246-8A27-4B89-8E0D-7CA764146CCB}" srcOrd="2" destOrd="0" presId="urn:microsoft.com/office/officeart/2005/8/layout/list1"/>
    <dgm:cxn modelId="{07C06450-9CDD-4252-B075-F23EEBABB97D}" type="presParOf" srcId="{50488B1D-13FF-4098-BCBA-94A471B3686B}" destId="{ED81D70C-737F-4863-A995-E907F1FFE004}" srcOrd="3" destOrd="0" presId="urn:microsoft.com/office/officeart/2005/8/layout/list1"/>
    <dgm:cxn modelId="{35E19D86-116F-4DD2-B261-C428CA806998}" type="presParOf" srcId="{50488B1D-13FF-4098-BCBA-94A471B3686B}" destId="{D42A2745-9CEC-4B2B-99CE-356A6225BF28}" srcOrd="4" destOrd="0" presId="urn:microsoft.com/office/officeart/2005/8/layout/list1"/>
    <dgm:cxn modelId="{AA1F79E3-9CF6-41E2-97D2-65CAE095F65F}" type="presParOf" srcId="{D42A2745-9CEC-4B2B-99CE-356A6225BF28}" destId="{B3EDEB1C-66D4-4575-BCDC-58C219E510E5}" srcOrd="0" destOrd="0" presId="urn:microsoft.com/office/officeart/2005/8/layout/list1"/>
    <dgm:cxn modelId="{F5768BC3-4CA2-4030-BDFB-787E65565548}" type="presParOf" srcId="{D42A2745-9CEC-4B2B-99CE-356A6225BF28}" destId="{BA9018B4-F84C-4BA4-844E-5D6E5C80F4FC}" srcOrd="1" destOrd="0" presId="urn:microsoft.com/office/officeart/2005/8/layout/list1"/>
    <dgm:cxn modelId="{D296B450-B26B-4F36-AB74-A05201317285}" type="presParOf" srcId="{50488B1D-13FF-4098-BCBA-94A471B3686B}" destId="{5298CDD2-4D7B-42DE-8DB6-DE161600E4F3}" srcOrd="5" destOrd="0" presId="urn:microsoft.com/office/officeart/2005/8/layout/list1"/>
    <dgm:cxn modelId="{C6D69E49-7C9C-4CF2-B37E-7149A3E0D3AF}" type="presParOf" srcId="{50488B1D-13FF-4098-BCBA-94A471B3686B}" destId="{E9806784-4E50-4D25-9920-C3403C104817}" srcOrd="6" destOrd="0" presId="urn:microsoft.com/office/officeart/2005/8/layout/list1"/>
    <dgm:cxn modelId="{22732037-3FA6-4092-BD0D-6F8F82C141A6}" type="presParOf" srcId="{50488B1D-13FF-4098-BCBA-94A471B3686B}" destId="{F98065EF-67CC-4E72-93AC-79CCBD16BEA2}" srcOrd="7" destOrd="0" presId="urn:microsoft.com/office/officeart/2005/8/layout/list1"/>
    <dgm:cxn modelId="{DEB9DA56-D535-49AF-8CD7-7A518ED910AE}" type="presParOf" srcId="{50488B1D-13FF-4098-BCBA-94A471B3686B}" destId="{D6DBB627-2C81-474A-8FC9-96AE75B5883C}" srcOrd="8" destOrd="0" presId="urn:microsoft.com/office/officeart/2005/8/layout/list1"/>
    <dgm:cxn modelId="{BB36E47D-710E-48C4-8DF3-EE6355C3F35C}" type="presParOf" srcId="{D6DBB627-2C81-474A-8FC9-96AE75B5883C}" destId="{FC4B529E-F07B-4F56-BBEE-691A798B3916}" srcOrd="0" destOrd="0" presId="urn:microsoft.com/office/officeart/2005/8/layout/list1"/>
    <dgm:cxn modelId="{F16F0AAE-5F32-4C36-B572-681AF533684D}" type="presParOf" srcId="{D6DBB627-2C81-474A-8FC9-96AE75B5883C}" destId="{08CD686A-18C0-43F6-9AD2-09C37FEA4DD5}" srcOrd="1" destOrd="0" presId="urn:microsoft.com/office/officeart/2005/8/layout/list1"/>
    <dgm:cxn modelId="{CC7B9BBF-C9CE-4C40-A492-8BBAE898F89B}" type="presParOf" srcId="{50488B1D-13FF-4098-BCBA-94A471B3686B}" destId="{4BFF0F9D-D244-4CC5-A355-DB797F07FCDC}" srcOrd="9" destOrd="0" presId="urn:microsoft.com/office/officeart/2005/8/layout/list1"/>
    <dgm:cxn modelId="{AFF39F4A-09DD-4FDC-B4C4-D4D6F6D288E2}" type="presParOf" srcId="{50488B1D-13FF-4098-BCBA-94A471B3686B}" destId="{7382E8E2-701A-41BE-890E-B6AFF96A75BA}" srcOrd="10" destOrd="0" presId="urn:microsoft.com/office/officeart/2005/8/layout/list1"/>
    <dgm:cxn modelId="{AEF62704-A126-4385-9250-FEE7647BAD17}" type="presParOf" srcId="{50488B1D-13FF-4098-BCBA-94A471B3686B}" destId="{BC1D93D6-3D0D-4C19-9BD6-2674AD039526}" srcOrd="11" destOrd="0" presId="urn:microsoft.com/office/officeart/2005/8/layout/list1"/>
    <dgm:cxn modelId="{6467C35B-AB3D-4AD7-A21E-FEB82D3F0F0E}" type="presParOf" srcId="{50488B1D-13FF-4098-BCBA-94A471B3686B}" destId="{1F6C8C32-B2CD-49C4-B38D-CA8A5F650C82}" srcOrd="12" destOrd="0" presId="urn:microsoft.com/office/officeart/2005/8/layout/list1"/>
    <dgm:cxn modelId="{5A9B4B30-DCEB-4EAD-9AFB-074FAD295C27}" type="presParOf" srcId="{1F6C8C32-B2CD-49C4-B38D-CA8A5F650C82}" destId="{EE4692FF-BD81-4857-A597-B7DF2A359426}" srcOrd="0" destOrd="0" presId="urn:microsoft.com/office/officeart/2005/8/layout/list1"/>
    <dgm:cxn modelId="{BD80E72B-A1D6-4AF0-8E89-972FA372C889}" type="presParOf" srcId="{1F6C8C32-B2CD-49C4-B38D-CA8A5F650C82}" destId="{670192F5-AD61-4CA1-8BED-CC9654DD0CC6}" srcOrd="1" destOrd="0" presId="urn:microsoft.com/office/officeart/2005/8/layout/list1"/>
    <dgm:cxn modelId="{F58CCCAF-28ED-4FA8-B8B4-237451478618}" type="presParOf" srcId="{50488B1D-13FF-4098-BCBA-94A471B3686B}" destId="{2DECD6A0-8855-44DF-854B-BDBEA382B037}" srcOrd="13" destOrd="0" presId="urn:microsoft.com/office/officeart/2005/8/layout/list1"/>
    <dgm:cxn modelId="{EDD04B75-8604-4FFA-B2A2-C23AF474214E}" type="presParOf" srcId="{50488B1D-13FF-4098-BCBA-94A471B3686B}" destId="{3C8D9082-6192-426E-9C39-1FC8762AE2BB}" srcOrd="14" destOrd="0" presId="urn:microsoft.com/office/officeart/2005/8/layout/list1"/>
    <dgm:cxn modelId="{236C2A6D-1278-409E-8413-02387431FA7A}" type="presParOf" srcId="{50488B1D-13FF-4098-BCBA-94A471B3686B}" destId="{23D14AB5-D860-4030-BAEB-746D477903A1}" srcOrd="15" destOrd="0" presId="urn:microsoft.com/office/officeart/2005/8/layout/list1"/>
    <dgm:cxn modelId="{8E92C733-8CDC-4D7A-A3B0-C7CB1AAEF9F3}" type="presParOf" srcId="{50488B1D-13FF-4098-BCBA-94A471B3686B}" destId="{95799BED-D043-4AEC-BC39-A019DBF1CB66}" srcOrd="16" destOrd="0" presId="urn:microsoft.com/office/officeart/2005/8/layout/list1"/>
    <dgm:cxn modelId="{97246D87-7DF0-4A6F-87FB-F6F055AF4303}" type="presParOf" srcId="{95799BED-D043-4AEC-BC39-A019DBF1CB66}" destId="{85AE32D1-FDA7-41CC-AA40-C43E7A8840C0}" srcOrd="0" destOrd="0" presId="urn:microsoft.com/office/officeart/2005/8/layout/list1"/>
    <dgm:cxn modelId="{8A21400C-254F-473D-807B-359CCF49AB21}" type="presParOf" srcId="{95799BED-D043-4AEC-BC39-A019DBF1CB66}" destId="{71C5A66E-1D92-47DA-85C2-A04F8AAF969C}" srcOrd="1" destOrd="0" presId="urn:microsoft.com/office/officeart/2005/8/layout/list1"/>
    <dgm:cxn modelId="{AC7941DB-84CC-4629-B22B-B26A16E49A2A}" type="presParOf" srcId="{50488B1D-13FF-4098-BCBA-94A471B3686B}" destId="{17712334-E715-4C69-9C6D-F5D7430C780D}" srcOrd="17" destOrd="0" presId="urn:microsoft.com/office/officeart/2005/8/layout/list1"/>
    <dgm:cxn modelId="{B6CF0FF1-C0AB-4C3D-8918-53C4047B19AA}" type="presParOf" srcId="{50488B1D-13FF-4098-BCBA-94A471B3686B}" destId="{F975AE82-55C7-4F7A-A37D-865BC5C9B182}" srcOrd="18" destOrd="0" presId="urn:microsoft.com/office/officeart/2005/8/layout/list1"/>
    <dgm:cxn modelId="{EFB07D99-6A32-4FC1-9B53-F472A55332E8}" type="presParOf" srcId="{50488B1D-13FF-4098-BCBA-94A471B3686B}" destId="{80B95C7B-D201-4A8B-8084-13B23228E430}" srcOrd="19" destOrd="0" presId="urn:microsoft.com/office/officeart/2005/8/layout/list1"/>
    <dgm:cxn modelId="{607C3767-4C0F-475F-AB29-5B806F81D916}" type="presParOf" srcId="{50488B1D-13FF-4098-BCBA-94A471B3686B}" destId="{A296F8A8-A955-4038-B19B-4CE0D20BD37D}" srcOrd="20" destOrd="0" presId="urn:microsoft.com/office/officeart/2005/8/layout/list1"/>
    <dgm:cxn modelId="{6D7D249B-7EA9-4754-8F98-11F59A416077}" type="presParOf" srcId="{A296F8A8-A955-4038-B19B-4CE0D20BD37D}" destId="{30FF7C90-F8FA-49C6-9F50-70CFA02C0A60}" srcOrd="0" destOrd="0" presId="urn:microsoft.com/office/officeart/2005/8/layout/list1"/>
    <dgm:cxn modelId="{7868375F-C2D5-4AD8-B165-84B931197348}" type="presParOf" srcId="{A296F8A8-A955-4038-B19B-4CE0D20BD37D}" destId="{F6E0F1A3-23AE-4216-AF0C-0D550278AB7E}" srcOrd="1" destOrd="0" presId="urn:microsoft.com/office/officeart/2005/8/layout/list1"/>
    <dgm:cxn modelId="{2FF9AE56-8371-4FF8-9227-C040C61CB391}" type="presParOf" srcId="{50488B1D-13FF-4098-BCBA-94A471B3686B}" destId="{C1B573AF-A3B4-4E1E-8386-E72C8FD2E240}" srcOrd="21" destOrd="0" presId="urn:microsoft.com/office/officeart/2005/8/layout/list1"/>
    <dgm:cxn modelId="{8C1C60E2-F0C5-4A07-B0CC-60341128C5ED}" type="presParOf" srcId="{50488B1D-13FF-4098-BCBA-94A471B3686B}" destId="{823A4D4F-C840-4228-AABF-0D16E602BF48}" srcOrd="22" destOrd="0" presId="urn:microsoft.com/office/officeart/2005/8/layout/list1"/>
    <dgm:cxn modelId="{68A248F5-214D-4D05-ABC0-A2E868248F0E}" type="presParOf" srcId="{50488B1D-13FF-4098-BCBA-94A471B3686B}" destId="{151F459A-6FE9-43C5-BCDE-FCD6856D62F0}" srcOrd="23" destOrd="0" presId="urn:microsoft.com/office/officeart/2005/8/layout/list1"/>
    <dgm:cxn modelId="{9F8FB5BA-278F-42B8-8BC3-FAACBC313CE9}" type="presParOf" srcId="{50488B1D-13FF-4098-BCBA-94A471B3686B}" destId="{DD30CF79-C6DB-406F-99F7-608F18EA4389}" srcOrd="24" destOrd="0" presId="urn:microsoft.com/office/officeart/2005/8/layout/list1"/>
    <dgm:cxn modelId="{D9598AC7-A653-424B-93DB-2D2B3B1B46E6}" type="presParOf" srcId="{DD30CF79-C6DB-406F-99F7-608F18EA4389}" destId="{DBA54197-ECCC-43DF-9B75-0DFE4E5352E6}" srcOrd="0" destOrd="0" presId="urn:microsoft.com/office/officeart/2005/8/layout/list1"/>
    <dgm:cxn modelId="{4BA699BB-5BE9-456A-A3DC-E583CD96FD79}" type="presParOf" srcId="{DD30CF79-C6DB-406F-99F7-608F18EA4389}" destId="{E31C544A-B918-430E-86F3-D7BFDA885247}" srcOrd="1" destOrd="0" presId="urn:microsoft.com/office/officeart/2005/8/layout/list1"/>
    <dgm:cxn modelId="{CF1E6EC8-BDAE-4C99-AADA-99DCCB2AC135}" type="presParOf" srcId="{50488B1D-13FF-4098-BCBA-94A471B3686B}" destId="{C1D0BC14-FEEF-4C3F-ADCD-BBBB450A253D}" srcOrd="25" destOrd="0" presId="urn:microsoft.com/office/officeart/2005/8/layout/list1"/>
    <dgm:cxn modelId="{072A66AC-10BF-4260-BF8B-88C4FD9DDB73}" type="presParOf" srcId="{50488B1D-13FF-4098-BCBA-94A471B3686B}" destId="{D206D06D-7CC6-4F8E-B07C-4B220DB9820D}" srcOrd="26" destOrd="0" presId="urn:microsoft.com/office/officeart/2005/8/layout/list1"/>
    <dgm:cxn modelId="{23B0E1DB-FD6E-494C-A5B0-53AFE68BC26C}" type="presParOf" srcId="{50488B1D-13FF-4098-BCBA-94A471B3686B}" destId="{A02AB7A8-9378-4600-BEA7-EF66149FC806}" srcOrd="27" destOrd="0" presId="urn:microsoft.com/office/officeart/2005/8/layout/list1"/>
    <dgm:cxn modelId="{D9848609-F47A-4AE6-82D2-EDE2C9C28BDB}" type="presParOf" srcId="{50488B1D-13FF-4098-BCBA-94A471B3686B}" destId="{6BFF7A49-F997-4FB6-9FA6-627EB60B8574}" srcOrd="28" destOrd="0" presId="urn:microsoft.com/office/officeart/2005/8/layout/list1"/>
    <dgm:cxn modelId="{388EA3B1-71BF-4844-9898-480D8590CEC6}" type="presParOf" srcId="{6BFF7A49-F997-4FB6-9FA6-627EB60B8574}" destId="{8155C6B4-D8CB-494D-9D77-24ED7E6F3209}" srcOrd="0" destOrd="0" presId="urn:microsoft.com/office/officeart/2005/8/layout/list1"/>
    <dgm:cxn modelId="{AABF0302-800B-423F-AC6E-46F76DB6AC90}" type="presParOf" srcId="{6BFF7A49-F997-4FB6-9FA6-627EB60B8574}" destId="{736FB00F-E7B5-4242-973B-398D9F4404F6}" srcOrd="1" destOrd="0" presId="urn:microsoft.com/office/officeart/2005/8/layout/list1"/>
    <dgm:cxn modelId="{A209C35D-803B-4BF4-827F-A06C073A9A09}" type="presParOf" srcId="{50488B1D-13FF-4098-BCBA-94A471B3686B}" destId="{4E0907C7-92D1-4E00-BFB2-ADEFC55974DF}" srcOrd="29" destOrd="0" presId="urn:microsoft.com/office/officeart/2005/8/layout/list1"/>
    <dgm:cxn modelId="{464AF9C5-A81D-4B7C-B0A3-E774DD2E46A4}" type="presParOf" srcId="{50488B1D-13FF-4098-BCBA-94A471B3686B}" destId="{7CB81B34-5063-4B2E-A7DE-BC1394C0AB66}" srcOrd="30" destOrd="0" presId="urn:microsoft.com/office/officeart/2005/8/layout/list1"/>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BF27266-FD4D-4128-BC9C-9D1AFBE1C890}" type="doc">
      <dgm:prSet loTypeId="urn:microsoft.com/office/officeart/2005/8/layout/cycle1" loCatId="cycle" qsTypeId="urn:microsoft.com/office/officeart/2005/8/quickstyle/simple1" qsCatId="simple" csTypeId="urn:microsoft.com/office/officeart/2005/8/colors/colorful1" csCatId="colorful" phldr="1"/>
      <dgm:spPr/>
      <dgm:t>
        <a:bodyPr/>
        <a:lstStyle/>
        <a:p>
          <a:endParaRPr lang="en-US"/>
        </a:p>
      </dgm:t>
    </dgm:pt>
    <dgm:pt modelId="{8FF3A617-4D2A-4E6F-B19B-545803177D25}">
      <dgm:prSet phldrT="[Text]" custT="1"/>
      <dgm:spPr/>
      <dgm:t>
        <a:bodyPr/>
        <a:lstStyle/>
        <a:p>
          <a:r>
            <a:rPr lang="en-US" sz="2000" dirty="0" smtClean="0"/>
            <a:t>Plan</a:t>
          </a:r>
          <a:endParaRPr lang="en-US" sz="2000" dirty="0"/>
        </a:p>
      </dgm:t>
    </dgm:pt>
    <dgm:pt modelId="{687454FB-B659-461B-A493-17708DC0DE9B}" type="parTrans" cxnId="{A520DC69-7122-421D-B082-DD98B7C4BBD5}">
      <dgm:prSet/>
      <dgm:spPr/>
      <dgm:t>
        <a:bodyPr/>
        <a:lstStyle/>
        <a:p>
          <a:endParaRPr lang="en-US"/>
        </a:p>
      </dgm:t>
    </dgm:pt>
    <dgm:pt modelId="{15CDCB87-5661-4B8D-9393-9390CD92C0ED}" type="sibTrans" cxnId="{A520DC69-7122-421D-B082-DD98B7C4BBD5}">
      <dgm:prSet/>
      <dgm:spPr/>
      <dgm:t>
        <a:bodyPr/>
        <a:lstStyle/>
        <a:p>
          <a:endParaRPr lang="en-US" dirty="0"/>
        </a:p>
      </dgm:t>
    </dgm:pt>
    <dgm:pt modelId="{4C0AA3B9-5B46-43A3-8289-AF922358FBC1}">
      <dgm:prSet phldrT="[Text]" custT="1"/>
      <dgm:spPr/>
      <dgm:t>
        <a:bodyPr/>
        <a:lstStyle/>
        <a:p>
          <a:r>
            <a:rPr lang="en-US" sz="2000" dirty="0" smtClean="0"/>
            <a:t>Create/Do</a:t>
          </a:r>
          <a:endParaRPr lang="en-US" sz="2000" dirty="0"/>
        </a:p>
      </dgm:t>
    </dgm:pt>
    <dgm:pt modelId="{CEEF5834-A3A1-4A17-B5A5-667E93D7AC75}" type="parTrans" cxnId="{239FCCBC-49A7-4904-A3DA-D5B6460AAEED}">
      <dgm:prSet/>
      <dgm:spPr/>
      <dgm:t>
        <a:bodyPr/>
        <a:lstStyle/>
        <a:p>
          <a:endParaRPr lang="en-US"/>
        </a:p>
      </dgm:t>
    </dgm:pt>
    <dgm:pt modelId="{D7A69285-3951-4622-80F2-C8962F959FC4}" type="sibTrans" cxnId="{239FCCBC-49A7-4904-A3DA-D5B6460AAEED}">
      <dgm:prSet/>
      <dgm:spPr/>
      <dgm:t>
        <a:bodyPr/>
        <a:lstStyle/>
        <a:p>
          <a:endParaRPr lang="en-US" dirty="0"/>
        </a:p>
      </dgm:t>
    </dgm:pt>
    <dgm:pt modelId="{3C26741B-DA22-47B7-A2B2-9A7BA96FB872}">
      <dgm:prSet phldrT="[Text]" custT="1"/>
      <dgm:spPr/>
      <dgm:t>
        <a:bodyPr/>
        <a:lstStyle/>
        <a:p>
          <a:r>
            <a:rPr lang="en-US" sz="2000" dirty="0" smtClean="0"/>
            <a:t>Manage</a:t>
          </a:r>
          <a:endParaRPr lang="en-US" sz="2000" dirty="0"/>
        </a:p>
      </dgm:t>
    </dgm:pt>
    <dgm:pt modelId="{4A762EE4-D10C-478D-A029-85F7BD307329}" type="parTrans" cxnId="{29822463-2FBD-4002-B2A9-BFF7C68BCED6}">
      <dgm:prSet/>
      <dgm:spPr/>
      <dgm:t>
        <a:bodyPr/>
        <a:lstStyle/>
        <a:p>
          <a:endParaRPr lang="en-US"/>
        </a:p>
      </dgm:t>
    </dgm:pt>
    <dgm:pt modelId="{692B9FEE-4965-4483-8E83-913539243476}" type="sibTrans" cxnId="{29822463-2FBD-4002-B2A9-BFF7C68BCED6}">
      <dgm:prSet/>
      <dgm:spPr/>
      <dgm:t>
        <a:bodyPr/>
        <a:lstStyle/>
        <a:p>
          <a:endParaRPr lang="en-US" dirty="0"/>
        </a:p>
      </dgm:t>
    </dgm:pt>
    <dgm:pt modelId="{F9E16358-E3C7-4061-8D9D-56AC479FF075}">
      <dgm:prSet phldrT="[Text]" custT="1"/>
      <dgm:spPr/>
      <dgm:t>
        <a:bodyPr/>
        <a:lstStyle/>
        <a:p>
          <a:r>
            <a:rPr lang="en-US" sz="2000" dirty="0" smtClean="0"/>
            <a:t>Review/Test</a:t>
          </a:r>
          <a:endParaRPr lang="en-US" sz="2000" dirty="0"/>
        </a:p>
      </dgm:t>
    </dgm:pt>
    <dgm:pt modelId="{2FC70381-5949-405B-A62E-CF35A5F6DE55}" type="parTrans" cxnId="{5ACEBB6D-3968-45BA-9D75-6DD801ED21EB}">
      <dgm:prSet/>
      <dgm:spPr/>
      <dgm:t>
        <a:bodyPr/>
        <a:lstStyle/>
        <a:p>
          <a:endParaRPr lang="en-US"/>
        </a:p>
      </dgm:t>
    </dgm:pt>
    <dgm:pt modelId="{610B0BA7-AF4B-4998-BFEB-9E4B21608503}" type="sibTrans" cxnId="{5ACEBB6D-3968-45BA-9D75-6DD801ED21EB}">
      <dgm:prSet/>
      <dgm:spPr/>
      <dgm:t>
        <a:bodyPr/>
        <a:lstStyle/>
        <a:p>
          <a:endParaRPr lang="en-US" dirty="0"/>
        </a:p>
      </dgm:t>
    </dgm:pt>
    <dgm:pt modelId="{80C59363-A2F6-404D-A155-D6F8BEECDC29}">
      <dgm:prSet phldrT="[Text]" custT="1"/>
      <dgm:spPr/>
      <dgm:t>
        <a:bodyPr/>
        <a:lstStyle/>
        <a:p>
          <a:r>
            <a:rPr lang="en-US" sz="2000" dirty="0" smtClean="0"/>
            <a:t>Rework</a:t>
          </a:r>
        </a:p>
      </dgm:t>
    </dgm:pt>
    <dgm:pt modelId="{D0A15F88-553E-494E-84F5-3E6821B91799}" type="parTrans" cxnId="{4E16F700-8F67-445C-A9B3-BAADCAB61D66}">
      <dgm:prSet/>
      <dgm:spPr/>
      <dgm:t>
        <a:bodyPr/>
        <a:lstStyle/>
        <a:p>
          <a:endParaRPr lang="en-US"/>
        </a:p>
      </dgm:t>
    </dgm:pt>
    <dgm:pt modelId="{9187A9FA-FE47-414A-AD09-D6614817D2E4}" type="sibTrans" cxnId="{4E16F700-8F67-445C-A9B3-BAADCAB61D66}">
      <dgm:prSet/>
      <dgm:spPr/>
      <dgm:t>
        <a:bodyPr/>
        <a:lstStyle/>
        <a:p>
          <a:endParaRPr lang="en-US" dirty="0"/>
        </a:p>
      </dgm:t>
    </dgm:pt>
    <dgm:pt modelId="{381ED1CA-5410-4D44-AC1C-1667EABA3D71}">
      <dgm:prSet phldrT="[Text]" custT="1"/>
      <dgm:spPr/>
      <dgm:t>
        <a:bodyPr/>
        <a:lstStyle/>
        <a:p>
          <a:r>
            <a:rPr lang="en-US" sz="2000" dirty="0" smtClean="0"/>
            <a:t>Report</a:t>
          </a:r>
          <a:endParaRPr lang="en-US" sz="2000" dirty="0"/>
        </a:p>
      </dgm:t>
    </dgm:pt>
    <dgm:pt modelId="{E807FA19-1C7A-4DBC-905A-6606ED94C220}" type="parTrans" cxnId="{E6D20B3A-A841-436F-AE01-2696D20ED12F}">
      <dgm:prSet/>
      <dgm:spPr/>
      <dgm:t>
        <a:bodyPr/>
        <a:lstStyle/>
        <a:p>
          <a:endParaRPr lang="en-US"/>
        </a:p>
      </dgm:t>
    </dgm:pt>
    <dgm:pt modelId="{B49435F9-E43E-411E-AA11-4B68CBE159AA}" type="sibTrans" cxnId="{E6D20B3A-A841-436F-AE01-2696D20ED12F}">
      <dgm:prSet/>
      <dgm:spPr/>
      <dgm:t>
        <a:bodyPr/>
        <a:lstStyle/>
        <a:p>
          <a:endParaRPr lang="en-US" dirty="0"/>
        </a:p>
      </dgm:t>
    </dgm:pt>
    <dgm:pt modelId="{19AF666D-7956-4CD0-9587-C195281B30D7}" type="pres">
      <dgm:prSet presAssocID="{8BF27266-FD4D-4128-BC9C-9D1AFBE1C890}" presName="cycle" presStyleCnt="0">
        <dgm:presLayoutVars>
          <dgm:dir/>
          <dgm:resizeHandles val="exact"/>
        </dgm:presLayoutVars>
      </dgm:prSet>
      <dgm:spPr/>
      <dgm:t>
        <a:bodyPr/>
        <a:lstStyle/>
        <a:p>
          <a:endParaRPr lang="en-US"/>
        </a:p>
      </dgm:t>
    </dgm:pt>
    <dgm:pt modelId="{DCF435B4-626D-48F2-89D0-BAF6F3273872}" type="pres">
      <dgm:prSet presAssocID="{8FF3A617-4D2A-4E6F-B19B-545803177D25}" presName="dummy" presStyleCnt="0"/>
      <dgm:spPr/>
      <dgm:t>
        <a:bodyPr/>
        <a:lstStyle/>
        <a:p>
          <a:endParaRPr lang="en-US"/>
        </a:p>
      </dgm:t>
    </dgm:pt>
    <dgm:pt modelId="{65982B8C-E77E-407F-9759-BE5D37F8FEB7}" type="pres">
      <dgm:prSet presAssocID="{8FF3A617-4D2A-4E6F-B19B-545803177D25}" presName="node" presStyleLbl="revTx" presStyleIdx="0" presStyleCnt="6" custScaleX="144507">
        <dgm:presLayoutVars>
          <dgm:bulletEnabled val="1"/>
        </dgm:presLayoutVars>
      </dgm:prSet>
      <dgm:spPr/>
      <dgm:t>
        <a:bodyPr/>
        <a:lstStyle/>
        <a:p>
          <a:endParaRPr lang="en-US"/>
        </a:p>
      </dgm:t>
    </dgm:pt>
    <dgm:pt modelId="{866C7FE1-DF85-42C9-8F20-25F4DF7AA43A}" type="pres">
      <dgm:prSet presAssocID="{15CDCB87-5661-4B8D-9393-9390CD92C0ED}" presName="sibTrans" presStyleLbl="node1" presStyleIdx="0" presStyleCnt="6"/>
      <dgm:spPr/>
      <dgm:t>
        <a:bodyPr/>
        <a:lstStyle/>
        <a:p>
          <a:endParaRPr lang="en-US"/>
        </a:p>
      </dgm:t>
    </dgm:pt>
    <dgm:pt modelId="{E61ABAEF-BD7A-44EC-A91E-23A097D580AB}" type="pres">
      <dgm:prSet presAssocID="{4C0AA3B9-5B46-43A3-8289-AF922358FBC1}" presName="dummy" presStyleCnt="0"/>
      <dgm:spPr/>
      <dgm:t>
        <a:bodyPr/>
        <a:lstStyle/>
        <a:p>
          <a:endParaRPr lang="en-US"/>
        </a:p>
      </dgm:t>
    </dgm:pt>
    <dgm:pt modelId="{95494B74-2FA1-49F3-9D57-89D331BF42A3}" type="pres">
      <dgm:prSet presAssocID="{4C0AA3B9-5B46-43A3-8289-AF922358FBC1}" presName="node" presStyleLbl="revTx" presStyleIdx="1" presStyleCnt="6" custScaleX="144507">
        <dgm:presLayoutVars>
          <dgm:bulletEnabled val="1"/>
        </dgm:presLayoutVars>
      </dgm:prSet>
      <dgm:spPr/>
      <dgm:t>
        <a:bodyPr/>
        <a:lstStyle/>
        <a:p>
          <a:endParaRPr lang="en-US"/>
        </a:p>
      </dgm:t>
    </dgm:pt>
    <dgm:pt modelId="{0C6EA20F-ADB9-4825-A36D-B00B178FA217}" type="pres">
      <dgm:prSet presAssocID="{D7A69285-3951-4622-80F2-C8962F959FC4}" presName="sibTrans" presStyleLbl="node1" presStyleIdx="1" presStyleCnt="6"/>
      <dgm:spPr/>
      <dgm:t>
        <a:bodyPr/>
        <a:lstStyle/>
        <a:p>
          <a:endParaRPr lang="en-US"/>
        </a:p>
      </dgm:t>
    </dgm:pt>
    <dgm:pt modelId="{C9A27559-7F48-41DA-989E-48DBC1EC9A46}" type="pres">
      <dgm:prSet presAssocID="{3C26741B-DA22-47B7-A2B2-9A7BA96FB872}" presName="dummy" presStyleCnt="0"/>
      <dgm:spPr/>
      <dgm:t>
        <a:bodyPr/>
        <a:lstStyle/>
        <a:p>
          <a:endParaRPr lang="en-US"/>
        </a:p>
      </dgm:t>
    </dgm:pt>
    <dgm:pt modelId="{6EEB30A2-8F2C-4E3A-8BE3-AE6E6276BE2D}" type="pres">
      <dgm:prSet presAssocID="{3C26741B-DA22-47B7-A2B2-9A7BA96FB872}" presName="node" presStyleLbl="revTx" presStyleIdx="2" presStyleCnt="6" custScaleX="144507">
        <dgm:presLayoutVars>
          <dgm:bulletEnabled val="1"/>
        </dgm:presLayoutVars>
      </dgm:prSet>
      <dgm:spPr/>
      <dgm:t>
        <a:bodyPr/>
        <a:lstStyle/>
        <a:p>
          <a:endParaRPr lang="en-US"/>
        </a:p>
      </dgm:t>
    </dgm:pt>
    <dgm:pt modelId="{517BDCCD-C3CC-4D65-86C1-9110C9C61999}" type="pres">
      <dgm:prSet presAssocID="{692B9FEE-4965-4483-8E83-913539243476}" presName="sibTrans" presStyleLbl="node1" presStyleIdx="2" presStyleCnt="6"/>
      <dgm:spPr/>
      <dgm:t>
        <a:bodyPr/>
        <a:lstStyle/>
        <a:p>
          <a:endParaRPr lang="en-US"/>
        </a:p>
      </dgm:t>
    </dgm:pt>
    <dgm:pt modelId="{B3759E32-1D61-4C32-B96B-9A32229799B4}" type="pres">
      <dgm:prSet presAssocID="{F9E16358-E3C7-4061-8D9D-56AC479FF075}" presName="dummy" presStyleCnt="0"/>
      <dgm:spPr/>
      <dgm:t>
        <a:bodyPr/>
        <a:lstStyle/>
        <a:p>
          <a:endParaRPr lang="en-US"/>
        </a:p>
      </dgm:t>
    </dgm:pt>
    <dgm:pt modelId="{8F5079E8-90FB-4A34-A987-F9EDA2D01322}" type="pres">
      <dgm:prSet presAssocID="{F9E16358-E3C7-4061-8D9D-56AC479FF075}" presName="node" presStyleLbl="revTx" presStyleIdx="3" presStyleCnt="6" custScaleX="144507">
        <dgm:presLayoutVars>
          <dgm:bulletEnabled val="1"/>
        </dgm:presLayoutVars>
      </dgm:prSet>
      <dgm:spPr/>
      <dgm:t>
        <a:bodyPr/>
        <a:lstStyle/>
        <a:p>
          <a:endParaRPr lang="en-US"/>
        </a:p>
      </dgm:t>
    </dgm:pt>
    <dgm:pt modelId="{E9B18552-A8EF-483B-83E3-ACAE68BC2648}" type="pres">
      <dgm:prSet presAssocID="{610B0BA7-AF4B-4998-BFEB-9E4B21608503}" presName="sibTrans" presStyleLbl="node1" presStyleIdx="3" presStyleCnt="6"/>
      <dgm:spPr/>
      <dgm:t>
        <a:bodyPr/>
        <a:lstStyle/>
        <a:p>
          <a:endParaRPr lang="en-US"/>
        </a:p>
      </dgm:t>
    </dgm:pt>
    <dgm:pt modelId="{EC1716F0-40A5-4F24-9809-167CA8F5DCCF}" type="pres">
      <dgm:prSet presAssocID="{80C59363-A2F6-404D-A155-D6F8BEECDC29}" presName="dummy" presStyleCnt="0"/>
      <dgm:spPr/>
      <dgm:t>
        <a:bodyPr/>
        <a:lstStyle/>
        <a:p>
          <a:endParaRPr lang="en-US"/>
        </a:p>
      </dgm:t>
    </dgm:pt>
    <dgm:pt modelId="{0918D1C6-B38C-487B-B096-893F57536960}" type="pres">
      <dgm:prSet presAssocID="{80C59363-A2F6-404D-A155-D6F8BEECDC29}" presName="node" presStyleLbl="revTx" presStyleIdx="4" presStyleCnt="6" custScaleX="144507">
        <dgm:presLayoutVars>
          <dgm:bulletEnabled val="1"/>
        </dgm:presLayoutVars>
      </dgm:prSet>
      <dgm:spPr/>
      <dgm:t>
        <a:bodyPr/>
        <a:lstStyle/>
        <a:p>
          <a:endParaRPr lang="en-US"/>
        </a:p>
      </dgm:t>
    </dgm:pt>
    <dgm:pt modelId="{6FE17FF5-244F-4A74-84D8-5F8F960F03C1}" type="pres">
      <dgm:prSet presAssocID="{9187A9FA-FE47-414A-AD09-D6614817D2E4}" presName="sibTrans" presStyleLbl="node1" presStyleIdx="4" presStyleCnt="6"/>
      <dgm:spPr/>
      <dgm:t>
        <a:bodyPr/>
        <a:lstStyle/>
        <a:p>
          <a:endParaRPr lang="en-US"/>
        </a:p>
      </dgm:t>
    </dgm:pt>
    <dgm:pt modelId="{4DC33742-CAD8-44ED-9FF9-500F320A4B1D}" type="pres">
      <dgm:prSet presAssocID="{381ED1CA-5410-4D44-AC1C-1667EABA3D71}" presName="dummy" presStyleCnt="0"/>
      <dgm:spPr/>
      <dgm:t>
        <a:bodyPr/>
        <a:lstStyle/>
        <a:p>
          <a:endParaRPr lang="en-US"/>
        </a:p>
      </dgm:t>
    </dgm:pt>
    <dgm:pt modelId="{F871B051-E54A-4AF8-BA49-F28C012A66A7}" type="pres">
      <dgm:prSet presAssocID="{381ED1CA-5410-4D44-AC1C-1667EABA3D71}" presName="node" presStyleLbl="revTx" presStyleIdx="5" presStyleCnt="6" custScaleX="144507">
        <dgm:presLayoutVars>
          <dgm:bulletEnabled val="1"/>
        </dgm:presLayoutVars>
      </dgm:prSet>
      <dgm:spPr/>
      <dgm:t>
        <a:bodyPr/>
        <a:lstStyle/>
        <a:p>
          <a:endParaRPr lang="en-US"/>
        </a:p>
      </dgm:t>
    </dgm:pt>
    <dgm:pt modelId="{098BF5AC-F876-471E-9D63-A473554880EF}" type="pres">
      <dgm:prSet presAssocID="{B49435F9-E43E-411E-AA11-4B68CBE159AA}" presName="sibTrans" presStyleLbl="node1" presStyleIdx="5" presStyleCnt="6"/>
      <dgm:spPr/>
      <dgm:t>
        <a:bodyPr/>
        <a:lstStyle/>
        <a:p>
          <a:endParaRPr lang="en-US"/>
        </a:p>
      </dgm:t>
    </dgm:pt>
  </dgm:ptLst>
  <dgm:cxnLst>
    <dgm:cxn modelId="{E6D20B3A-A841-436F-AE01-2696D20ED12F}" srcId="{8BF27266-FD4D-4128-BC9C-9D1AFBE1C890}" destId="{381ED1CA-5410-4D44-AC1C-1667EABA3D71}" srcOrd="5" destOrd="0" parTransId="{E807FA19-1C7A-4DBC-905A-6606ED94C220}" sibTransId="{B49435F9-E43E-411E-AA11-4B68CBE159AA}"/>
    <dgm:cxn modelId="{B9032285-9916-4493-8D9B-A3EA03F19CB0}" type="presOf" srcId="{4C0AA3B9-5B46-43A3-8289-AF922358FBC1}" destId="{95494B74-2FA1-49F3-9D57-89D331BF42A3}" srcOrd="0" destOrd="0" presId="urn:microsoft.com/office/officeart/2005/8/layout/cycle1"/>
    <dgm:cxn modelId="{4076F099-712B-437C-BF11-BED420FA7D95}" type="presOf" srcId="{F9E16358-E3C7-4061-8D9D-56AC479FF075}" destId="{8F5079E8-90FB-4A34-A987-F9EDA2D01322}" srcOrd="0" destOrd="0" presId="urn:microsoft.com/office/officeart/2005/8/layout/cycle1"/>
    <dgm:cxn modelId="{BC591D44-4E5B-4A61-881D-096CD339E6BF}" type="presOf" srcId="{80C59363-A2F6-404D-A155-D6F8BEECDC29}" destId="{0918D1C6-B38C-487B-B096-893F57536960}" srcOrd="0" destOrd="0" presId="urn:microsoft.com/office/officeart/2005/8/layout/cycle1"/>
    <dgm:cxn modelId="{BC71BC10-EA80-4483-8D22-AA3C7EABE138}" type="presOf" srcId="{9187A9FA-FE47-414A-AD09-D6614817D2E4}" destId="{6FE17FF5-244F-4A74-84D8-5F8F960F03C1}" srcOrd="0" destOrd="0" presId="urn:microsoft.com/office/officeart/2005/8/layout/cycle1"/>
    <dgm:cxn modelId="{7969FDAC-40FD-4F94-A626-04C3F08405EB}" type="presOf" srcId="{3C26741B-DA22-47B7-A2B2-9A7BA96FB872}" destId="{6EEB30A2-8F2C-4E3A-8BE3-AE6E6276BE2D}" srcOrd="0" destOrd="0" presId="urn:microsoft.com/office/officeart/2005/8/layout/cycle1"/>
    <dgm:cxn modelId="{9D45A18C-AB5F-4C0E-88F4-93F26C7C72F0}" type="presOf" srcId="{8BF27266-FD4D-4128-BC9C-9D1AFBE1C890}" destId="{19AF666D-7956-4CD0-9587-C195281B30D7}" srcOrd="0" destOrd="0" presId="urn:microsoft.com/office/officeart/2005/8/layout/cycle1"/>
    <dgm:cxn modelId="{29822463-2FBD-4002-B2A9-BFF7C68BCED6}" srcId="{8BF27266-FD4D-4128-BC9C-9D1AFBE1C890}" destId="{3C26741B-DA22-47B7-A2B2-9A7BA96FB872}" srcOrd="2" destOrd="0" parTransId="{4A762EE4-D10C-478D-A029-85F7BD307329}" sibTransId="{692B9FEE-4965-4483-8E83-913539243476}"/>
    <dgm:cxn modelId="{C3BF38E8-7CFB-4D5E-A8D6-98CA2AF67006}" type="presOf" srcId="{D7A69285-3951-4622-80F2-C8962F959FC4}" destId="{0C6EA20F-ADB9-4825-A36D-B00B178FA217}" srcOrd="0" destOrd="0" presId="urn:microsoft.com/office/officeart/2005/8/layout/cycle1"/>
    <dgm:cxn modelId="{4E16F700-8F67-445C-A9B3-BAADCAB61D66}" srcId="{8BF27266-FD4D-4128-BC9C-9D1AFBE1C890}" destId="{80C59363-A2F6-404D-A155-D6F8BEECDC29}" srcOrd="4" destOrd="0" parTransId="{D0A15F88-553E-494E-84F5-3E6821B91799}" sibTransId="{9187A9FA-FE47-414A-AD09-D6614817D2E4}"/>
    <dgm:cxn modelId="{8E7A81FA-EE50-4A6A-A6C0-70B42563852A}" type="presOf" srcId="{15CDCB87-5661-4B8D-9393-9390CD92C0ED}" destId="{866C7FE1-DF85-42C9-8F20-25F4DF7AA43A}" srcOrd="0" destOrd="0" presId="urn:microsoft.com/office/officeart/2005/8/layout/cycle1"/>
    <dgm:cxn modelId="{F21036F6-D5EA-4213-BBFA-88B489C4BAA5}" type="presOf" srcId="{381ED1CA-5410-4D44-AC1C-1667EABA3D71}" destId="{F871B051-E54A-4AF8-BA49-F28C012A66A7}" srcOrd="0" destOrd="0" presId="urn:microsoft.com/office/officeart/2005/8/layout/cycle1"/>
    <dgm:cxn modelId="{A520DC69-7122-421D-B082-DD98B7C4BBD5}" srcId="{8BF27266-FD4D-4128-BC9C-9D1AFBE1C890}" destId="{8FF3A617-4D2A-4E6F-B19B-545803177D25}" srcOrd="0" destOrd="0" parTransId="{687454FB-B659-461B-A493-17708DC0DE9B}" sibTransId="{15CDCB87-5661-4B8D-9393-9390CD92C0ED}"/>
    <dgm:cxn modelId="{76CD3307-393E-4DEA-920B-11B46F6F4EFB}" type="presOf" srcId="{8FF3A617-4D2A-4E6F-B19B-545803177D25}" destId="{65982B8C-E77E-407F-9759-BE5D37F8FEB7}" srcOrd="0" destOrd="0" presId="urn:microsoft.com/office/officeart/2005/8/layout/cycle1"/>
    <dgm:cxn modelId="{371A35F3-5A95-4009-83AE-E4A723D9E429}" type="presOf" srcId="{692B9FEE-4965-4483-8E83-913539243476}" destId="{517BDCCD-C3CC-4D65-86C1-9110C9C61999}" srcOrd="0" destOrd="0" presId="urn:microsoft.com/office/officeart/2005/8/layout/cycle1"/>
    <dgm:cxn modelId="{8C494FC6-C005-45DF-B1C4-32C816BACC2E}" type="presOf" srcId="{B49435F9-E43E-411E-AA11-4B68CBE159AA}" destId="{098BF5AC-F876-471E-9D63-A473554880EF}" srcOrd="0" destOrd="0" presId="urn:microsoft.com/office/officeart/2005/8/layout/cycle1"/>
    <dgm:cxn modelId="{239FCCBC-49A7-4904-A3DA-D5B6460AAEED}" srcId="{8BF27266-FD4D-4128-BC9C-9D1AFBE1C890}" destId="{4C0AA3B9-5B46-43A3-8289-AF922358FBC1}" srcOrd="1" destOrd="0" parTransId="{CEEF5834-A3A1-4A17-B5A5-667E93D7AC75}" sibTransId="{D7A69285-3951-4622-80F2-C8962F959FC4}"/>
    <dgm:cxn modelId="{5ACEBB6D-3968-45BA-9D75-6DD801ED21EB}" srcId="{8BF27266-FD4D-4128-BC9C-9D1AFBE1C890}" destId="{F9E16358-E3C7-4061-8D9D-56AC479FF075}" srcOrd="3" destOrd="0" parTransId="{2FC70381-5949-405B-A62E-CF35A5F6DE55}" sibTransId="{610B0BA7-AF4B-4998-BFEB-9E4B21608503}"/>
    <dgm:cxn modelId="{D24FFFF6-75FE-4FCA-A9AC-F11606AEC246}" type="presOf" srcId="{610B0BA7-AF4B-4998-BFEB-9E4B21608503}" destId="{E9B18552-A8EF-483B-83E3-ACAE68BC2648}" srcOrd="0" destOrd="0" presId="urn:microsoft.com/office/officeart/2005/8/layout/cycle1"/>
    <dgm:cxn modelId="{D6954833-AA25-47CD-ABE1-9B5C0C4B86B8}" type="presParOf" srcId="{19AF666D-7956-4CD0-9587-C195281B30D7}" destId="{DCF435B4-626D-48F2-89D0-BAF6F3273872}" srcOrd="0" destOrd="0" presId="urn:microsoft.com/office/officeart/2005/8/layout/cycle1"/>
    <dgm:cxn modelId="{9FB2EB0B-93F0-4434-8412-8AA78977D281}" type="presParOf" srcId="{19AF666D-7956-4CD0-9587-C195281B30D7}" destId="{65982B8C-E77E-407F-9759-BE5D37F8FEB7}" srcOrd="1" destOrd="0" presId="urn:microsoft.com/office/officeart/2005/8/layout/cycle1"/>
    <dgm:cxn modelId="{CBA59D37-1246-41F6-8C29-3399D7B9D0E1}" type="presParOf" srcId="{19AF666D-7956-4CD0-9587-C195281B30D7}" destId="{866C7FE1-DF85-42C9-8F20-25F4DF7AA43A}" srcOrd="2" destOrd="0" presId="urn:microsoft.com/office/officeart/2005/8/layout/cycle1"/>
    <dgm:cxn modelId="{664B5C1E-E677-4D98-9C1F-7E9CD967ED1F}" type="presParOf" srcId="{19AF666D-7956-4CD0-9587-C195281B30D7}" destId="{E61ABAEF-BD7A-44EC-A91E-23A097D580AB}" srcOrd="3" destOrd="0" presId="urn:microsoft.com/office/officeart/2005/8/layout/cycle1"/>
    <dgm:cxn modelId="{4EFE5D1D-EBBC-4D2F-B739-4194CDEA4839}" type="presParOf" srcId="{19AF666D-7956-4CD0-9587-C195281B30D7}" destId="{95494B74-2FA1-49F3-9D57-89D331BF42A3}" srcOrd="4" destOrd="0" presId="urn:microsoft.com/office/officeart/2005/8/layout/cycle1"/>
    <dgm:cxn modelId="{17B8423F-4103-4DB0-BCAD-E53889C77578}" type="presParOf" srcId="{19AF666D-7956-4CD0-9587-C195281B30D7}" destId="{0C6EA20F-ADB9-4825-A36D-B00B178FA217}" srcOrd="5" destOrd="0" presId="urn:microsoft.com/office/officeart/2005/8/layout/cycle1"/>
    <dgm:cxn modelId="{73983A2D-D375-4E55-8A21-C03BFD8272C0}" type="presParOf" srcId="{19AF666D-7956-4CD0-9587-C195281B30D7}" destId="{C9A27559-7F48-41DA-989E-48DBC1EC9A46}" srcOrd="6" destOrd="0" presId="urn:microsoft.com/office/officeart/2005/8/layout/cycle1"/>
    <dgm:cxn modelId="{48746093-20A9-43B8-85B6-4D74B6F684AA}" type="presParOf" srcId="{19AF666D-7956-4CD0-9587-C195281B30D7}" destId="{6EEB30A2-8F2C-4E3A-8BE3-AE6E6276BE2D}" srcOrd="7" destOrd="0" presId="urn:microsoft.com/office/officeart/2005/8/layout/cycle1"/>
    <dgm:cxn modelId="{5BA7AADF-374A-4E6F-9DBB-696B79E7DC34}" type="presParOf" srcId="{19AF666D-7956-4CD0-9587-C195281B30D7}" destId="{517BDCCD-C3CC-4D65-86C1-9110C9C61999}" srcOrd="8" destOrd="0" presId="urn:microsoft.com/office/officeart/2005/8/layout/cycle1"/>
    <dgm:cxn modelId="{02395D23-8933-4701-8EDF-06A50A8CC960}" type="presParOf" srcId="{19AF666D-7956-4CD0-9587-C195281B30D7}" destId="{B3759E32-1D61-4C32-B96B-9A32229799B4}" srcOrd="9" destOrd="0" presId="urn:microsoft.com/office/officeart/2005/8/layout/cycle1"/>
    <dgm:cxn modelId="{87EE63AB-8326-475D-BE02-1C010FACE0F1}" type="presParOf" srcId="{19AF666D-7956-4CD0-9587-C195281B30D7}" destId="{8F5079E8-90FB-4A34-A987-F9EDA2D01322}" srcOrd="10" destOrd="0" presId="urn:microsoft.com/office/officeart/2005/8/layout/cycle1"/>
    <dgm:cxn modelId="{4BB118F0-373B-4197-8908-B3895A4717C1}" type="presParOf" srcId="{19AF666D-7956-4CD0-9587-C195281B30D7}" destId="{E9B18552-A8EF-483B-83E3-ACAE68BC2648}" srcOrd="11" destOrd="0" presId="urn:microsoft.com/office/officeart/2005/8/layout/cycle1"/>
    <dgm:cxn modelId="{B8B5579D-12D7-47FD-9E6C-0B7DCABE80D9}" type="presParOf" srcId="{19AF666D-7956-4CD0-9587-C195281B30D7}" destId="{EC1716F0-40A5-4F24-9809-167CA8F5DCCF}" srcOrd="12" destOrd="0" presId="urn:microsoft.com/office/officeart/2005/8/layout/cycle1"/>
    <dgm:cxn modelId="{5C842375-C2F6-4CDF-AB5D-95454AD7FD50}" type="presParOf" srcId="{19AF666D-7956-4CD0-9587-C195281B30D7}" destId="{0918D1C6-B38C-487B-B096-893F57536960}" srcOrd="13" destOrd="0" presId="urn:microsoft.com/office/officeart/2005/8/layout/cycle1"/>
    <dgm:cxn modelId="{EAB19E4C-1052-44B0-805B-AC2D557766F3}" type="presParOf" srcId="{19AF666D-7956-4CD0-9587-C195281B30D7}" destId="{6FE17FF5-244F-4A74-84D8-5F8F960F03C1}" srcOrd="14" destOrd="0" presId="urn:microsoft.com/office/officeart/2005/8/layout/cycle1"/>
    <dgm:cxn modelId="{A7F04394-2722-4329-8DD7-7A41BE957668}" type="presParOf" srcId="{19AF666D-7956-4CD0-9587-C195281B30D7}" destId="{4DC33742-CAD8-44ED-9FF9-500F320A4B1D}" srcOrd="15" destOrd="0" presId="urn:microsoft.com/office/officeart/2005/8/layout/cycle1"/>
    <dgm:cxn modelId="{E6CE1329-AE1C-4B23-91B0-14113CE9B990}" type="presParOf" srcId="{19AF666D-7956-4CD0-9587-C195281B30D7}" destId="{F871B051-E54A-4AF8-BA49-F28C012A66A7}" srcOrd="16" destOrd="0" presId="urn:microsoft.com/office/officeart/2005/8/layout/cycle1"/>
    <dgm:cxn modelId="{A901EDEA-11ED-4E03-9B3D-DDB15512D054}" type="presParOf" srcId="{19AF666D-7956-4CD0-9587-C195281B30D7}" destId="{098BF5AC-F876-471E-9D63-A473554880EF}" srcOrd="17" destOrd="0" presId="urn:microsoft.com/office/officeart/2005/8/layout/cycle1"/>
  </dgm:cxnLst>
  <dgm:bg/>
  <dgm:whole/>
  <dgm:extLst>
    <a:ext uri="http://schemas.microsoft.com/office/drawing/2008/diagram">
      <dsp:dataModelExt xmlns:dsp="http://schemas.microsoft.com/office/drawing/2008/diagram" xmlns="" relId="rId11"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50921BD8-1743-4E5E-AD2A-4A39BBF83357}" type="doc">
      <dgm:prSet loTypeId="urn:microsoft.com/office/officeart/2005/8/layout/orgChart1" loCatId="hierarchy" qsTypeId="urn:microsoft.com/office/officeart/2005/8/quickstyle/simple1" qsCatId="simple" csTypeId="urn:microsoft.com/office/officeart/2005/8/colors/colorful1" csCatId="colorful" phldr="1"/>
      <dgm:spPr/>
      <dgm:t>
        <a:bodyPr/>
        <a:lstStyle/>
        <a:p>
          <a:endParaRPr lang="en-US"/>
        </a:p>
      </dgm:t>
    </dgm:pt>
    <dgm:pt modelId="{9FC1212F-A9DE-46CF-97C0-27B2850E877D}">
      <dgm:prSet phldrT="[Text]" custT="1"/>
      <dgm:spPr/>
      <dgm:t>
        <a:bodyPr/>
        <a:lstStyle/>
        <a:p>
          <a:r>
            <a:rPr lang="en-US" sz="2400" dirty="0" smtClean="0"/>
            <a:t>Project</a:t>
          </a:r>
          <a:endParaRPr lang="en-US" sz="2400" dirty="0"/>
        </a:p>
      </dgm:t>
    </dgm:pt>
    <dgm:pt modelId="{D4ECA695-5A3A-4DE3-846B-526C315EBD90}" type="parTrans" cxnId="{E2092382-612C-4BF1-96C0-5FF3DC801606}">
      <dgm:prSet/>
      <dgm:spPr/>
      <dgm:t>
        <a:bodyPr/>
        <a:lstStyle/>
        <a:p>
          <a:endParaRPr lang="en-US"/>
        </a:p>
      </dgm:t>
    </dgm:pt>
    <dgm:pt modelId="{D83E8294-1333-45D2-845D-57D5D451E034}" type="sibTrans" cxnId="{E2092382-612C-4BF1-96C0-5FF3DC801606}">
      <dgm:prSet/>
      <dgm:spPr/>
      <dgm:t>
        <a:bodyPr/>
        <a:lstStyle/>
        <a:p>
          <a:endParaRPr lang="en-US"/>
        </a:p>
      </dgm:t>
    </dgm:pt>
    <dgm:pt modelId="{FBD6F890-A215-43D5-B969-209BB6A83AA0}">
      <dgm:prSet phldrT="[Text]" custT="1"/>
      <dgm:spPr/>
      <dgm:t>
        <a:bodyPr/>
        <a:lstStyle/>
        <a:p>
          <a:r>
            <a:rPr lang="en-US" sz="1600" dirty="0" smtClean="0"/>
            <a:t>Planning</a:t>
          </a:r>
          <a:endParaRPr lang="en-US" sz="1600" dirty="0"/>
        </a:p>
      </dgm:t>
    </dgm:pt>
    <dgm:pt modelId="{E5C1E6EC-EF3F-4519-A6F7-C73F59437425}" type="parTrans" cxnId="{1BEF197F-C387-4EAF-88B9-F56F47AAD991}">
      <dgm:prSet/>
      <dgm:spPr/>
      <dgm:t>
        <a:bodyPr/>
        <a:lstStyle/>
        <a:p>
          <a:endParaRPr lang="en-US" dirty="0"/>
        </a:p>
      </dgm:t>
    </dgm:pt>
    <dgm:pt modelId="{2151D0E4-D832-4352-8D03-056DD2AF722E}" type="sibTrans" cxnId="{1BEF197F-C387-4EAF-88B9-F56F47AAD991}">
      <dgm:prSet/>
      <dgm:spPr/>
      <dgm:t>
        <a:bodyPr/>
        <a:lstStyle/>
        <a:p>
          <a:endParaRPr lang="en-US"/>
        </a:p>
      </dgm:t>
    </dgm:pt>
    <dgm:pt modelId="{E20F13DB-FB72-4F00-A19A-212F02E55D95}">
      <dgm:prSet phldrT="[Text]" custT="1"/>
      <dgm:spPr/>
      <dgm:t>
        <a:bodyPr/>
        <a:lstStyle/>
        <a:p>
          <a:r>
            <a:rPr lang="en-US" sz="1600" dirty="0" smtClean="0"/>
            <a:t>Requirement engineering</a:t>
          </a:r>
          <a:endParaRPr lang="en-US" sz="1600" dirty="0"/>
        </a:p>
      </dgm:t>
    </dgm:pt>
    <dgm:pt modelId="{7A2A6D83-A101-4F25-8184-AFB47D53DB28}" type="parTrans" cxnId="{BA4F0BFD-60C3-4FE0-A30F-7195E312D145}">
      <dgm:prSet/>
      <dgm:spPr/>
      <dgm:t>
        <a:bodyPr/>
        <a:lstStyle/>
        <a:p>
          <a:endParaRPr lang="en-US" dirty="0"/>
        </a:p>
      </dgm:t>
    </dgm:pt>
    <dgm:pt modelId="{6F2D9E26-AB92-4486-B1D5-1DD8BB7AD462}" type="sibTrans" cxnId="{BA4F0BFD-60C3-4FE0-A30F-7195E312D145}">
      <dgm:prSet/>
      <dgm:spPr/>
      <dgm:t>
        <a:bodyPr/>
        <a:lstStyle/>
        <a:p>
          <a:endParaRPr lang="en-US"/>
        </a:p>
      </dgm:t>
    </dgm:pt>
    <dgm:pt modelId="{374A3EDE-0301-4F15-9D2C-BC762BFCB786}">
      <dgm:prSet phldrT="[Text]" custT="1"/>
      <dgm:spPr/>
      <dgm:t>
        <a:bodyPr/>
        <a:lstStyle/>
        <a:p>
          <a:r>
            <a:rPr lang="en-US" sz="1600" dirty="0" smtClean="0"/>
            <a:t>Design</a:t>
          </a:r>
          <a:endParaRPr lang="en-US" sz="1600" dirty="0"/>
        </a:p>
      </dgm:t>
    </dgm:pt>
    <dgm:pt modelId="{70C24DED-4221-443F-A264-71B5369316E7}" type="parTrans" cxnId="{8E692530-DB31-42D0-A162-C7D623162768}">
      <dgm:prSet/>
      <dgm:spPr/>
      <dgm:t>
        <a:bodyPr/>
        <a:lstStyle/>
        <a:p>
          <a:endParaRPr lang="en-US" dirty="0"/>
        </a:p>
      </dgm:t>
    </dgm:pt>
    <dgm:pt modelId="{4E5A3225-9557-40E4-BD1A-D36AB948083C}" type="sibTrans" cxnId="{8E692530-DB31-42D0-A162-C7D623162768}">
      <dgm:prSet/>
      <dgm:spPr/>
      <dgm:t>
        <a:bodyPr/>
        <a:lstStyle/>
        <a:p>
          <a:endParaRPr lang="en-US"/>
        </a:p>
      </dgm:t>
    </dgm:pt>
    <dgm:pt modelId="{2EB0C251-BDE4-4556-854B-89B293F3BDCC}">
      <dgm:prSet phldrT="[Text]" custT="1">
        <dgm:style>
          <a:lnRef idx="0">
            <a:schemeClr val="accent2"/>
          </a:lnRef>
          <a:fillRef idx="3">
            <a:schemeClr val="accent2"/>
          </a:fillRef>
          <a:effectRef idx="3">
            <a:schemeClr val="accent2"/>
          </a:effectRef>
          <a:fontRef idx="minor">
            <a:schemeClr val="lt1"/>
          </a:fontRef>
        </dgm:style>
      </dgm:prSet>
      <dgm:spPr/>
      <dgm:t>
        <a:bodyPr/>
        <a:lstStyle/>
        <a:p>
          <a:r>
            <a:rPr lang="en-US" sz="1600" dirty="0" smtClean="0"/>
            <a:t>Construction</a:t>
          </a:r>
          <a:endParaRPr lang="en-US" sz="1600" dirty="0"/>
        </a:p>
      </dgm:t>
    </dgm:pt>
    <dgm:pt modelId="{1B0A9363-38A2-4C96-BA8F-49125154D15D}" type="parTrans" cxnId="{640231CF-AC3C-4906-AEC7-9945AEAFD4FB}">
      <dgm:prSet/>
      <dgm:spPr/>
      <dgm:t>
        <a:bodyPr/>
        <a:lstStyle/>
        <a:p>
          <a:endParaRPr lang="en-US" dirty="0"/>
        </a:p>
      </dgm:t>
    </dgm:pt>
    <dgm:pt modelId="{89D7B114-3ECA-49D9-B42D-11AFC1EDC24F}" type="sibTrans" cxnId="{640231CF-AC3C-4906-AEC7-9945AEAFD4FB}">
      <dgm:prSet/>
      <dgm:spPr/>
      <dgm:t>
        <a:bodyPr/>
        <a:lstStyle/>
        <a:p>
          <a:endParaRPr lang="en-US"/>
        </a:p>
      </dgm:t>
    </dgm:pt>
    <dgm:pt modelId="{F9C4B6B4-A139-4902-9662-8147AFA16526}">
      <dgm:prSet phldrT="[Text]" custT="1"/>
      <dgm:spPr/>
      <dgm:t>
        <a:bodyPr/>
        <a:lstStyle/>
        <a:p>
          <a:r>
            <a:rPr lang="en-US" sz="1600" dirty="0" smtClean="0"/>
            <a:t>Executive summary</a:t>
          </a:r>
          <a:endParaRPr lang="en-US" sz="1600" dirty="0"/>
        </a:p>
      </dgm:t>
    </dgm:pt>
    <dgm:pt modelId="{D9409E77-2445-4A24-9613-860621829690}" type="parTrans" cxnId="{22B1C45D-F8B8-4E9F-B13A-A6A5E360B0A0}">
      <dgm:prSet/>
      <dgm:spPr/>
      <dgm:t>
        <a:bodyPr/>
        <a:lstStyle/>
        <a:p>
          <a:endParaRPr lang="en-US" dirty="0"/>
        </a:p>
      </dgm:t>
    </dgm:pt>
    <dgm:pt modelId="{DC340AC2-3F52-48A9-A8D0-D6D894912B2E}" type="sibTrans" cxnId="{22B1C45D-F8B8-4E9F-B13A-A6A5E360B0A0}">
      <dgm:prSet/>
      <dgm:spPr/>
      <dgm:t>
        <a:bodyPr/>
        <a:lstStyle/>
        <a:p>
          <a:endParaRPr lang="en-US"/>
        </a:p>
      </dgm:t>
    </dgm:pt>
    <dgm:pt modelId="{B19695A3-1C36-40C8-81C8-DACD7B6FEBB7}">
      <dgm:prSet phldrT="[Text]" custT="1"/>
      <dgm:spPr/>
      <dgm:t>
        <a:bodyPr/>
        <a:lstStyle/>
        <a:p>
          <a:r>
            <a:rPr lang="en-US" sz="1600" dirty="0" smtClean="0"/>
            <a:t>Project vision</a:t>
          </a:r>
          <a:endParaRPr lang="en-US" sz="1600" dirty="0"/>
        </a:p>
      </dgm:t>
    </dgm:pt>
    <dgm:pt modelId="{6E1457C7-8F8A-4575-9D42-52E5785EE665}" type="parTrans" cxnId="{7E656D0E-34D4-400F-B072-387F0D023279}">
      <dgm:prSet/>
      <dgm:spPr/>
      <dgm:t>
        <a:bodyPr/>
        <a:lstStyle/>
        <a:p>
          <a:endParaRPr lang="en-US" dirty="0"/>
        </a:p>
      </dgm:t>
    </dgm:pt>
    <dgm:pt modelId="{5C1E0251-E6A3-4C4D-AEF4-AD5CDED2DF50}" type="sibTrans" cxnId="{7E656D0E-34D4-400F-B072-387F0D023279}">
      <dgm:prSet/>
      <dgm:spPr/>
      <dgm:t>
        <a:bodyPr/>
        <a:lstStyle/>
        <a:p>
          <a:endParaRPr lang="en-US"/>
        </a:p>
      </dgm:t>
    </dgm:pt>
    <dgm:pt modelId="{1786C0D7-A375-49CB-9B4E-8200CA8A443E}">
      <dgm:prSet phldrT="[Text]" custT="1"/>
      <dgm:spPr/>
      <dgm:t>
        <a:bodyPr/>
        <a:lstStyle/>
        <a:p>
          <a:r>
            <a:rPr lang="en-US" sz="1600" dirty="0" smtClean="0"/>
            <a:t>…</a:t>
          </a:r>
          <a:endParaRPr lang="en-US" sz="1600" dirty="0"/>
        </a:p>
      </dgm:t>
    </dgm:pt>
    <dgm:pt modelId="{8160CE0A-52B5-44BF-8E71-52E8A1C399C3}" type="parTrans" cxnId="{6770D5F7-EC01-4DE3-BD13-31D63C05B812}">
      <dgm:prSet/>
      <dgm:spPr/>
      <dgm:t>
        <a:bodyPr/>
        <a:lstStyle/>
        <a:p>
          <a:endParaRPr lang="en-US" dirty="0"/>
        </a:p>
      </dgm:t>
    </dgm:pt>
    <dgm:pt modelId="{36D54539-DA4A-45C7-8840-D25922417AD9}" type="sibTrans" cxnId="{6770D5F7-EC01-4DE3-BD13-31D63C05B812}">
      <dgm:prSet/>
      <dgm:spPr/>
      <dgm:t>
        <a:bodyPr/>
        <a:lstStyle/>
        <a:p>
          <a:endParaRPr lang="en-US"/>
        </a:p>
      </dgm:t>
    </dgm:pt>
    <dgm:pt modelId="{88BA0801-A318-4A41-B1AA-30E4D5769F77}">
      <dgm:prSet phldrT="[Text]" custT="1"/>
      <dgm:spPr/>
      <dgm:t>
        <a:bodyPr/>
        <a:lstStyle/>
        <a:p>
          <a:r>
            <a:rPr lang="en-US" sz="1600" dirty="0" smtClean="0"/>
            <a:t>Software requirements</a:t>
          </a:r>
          <a:endParaRPr lang="en-US" sz="1600" dirty="0"/>
        </a:p>
      </dgm:t>
    </dgm:pt>
    <dgm:pt modelId="{47320AD3-5A0E-4C18-927C-338D87E30F91}" type="parTrans" cxnId="{E2A4D54B-B94F-4932-AF2C-38AD1D71959D}">
      <dgm:prSet/>
      <dgm:spPr/>
      <dgm:t>
        <a:bodyPr/>
        <a:lstStyle/>
        <a:p>
          <a:endParaRPr lang="en-US" dirty="0"/>
        </a:p>
      </dgm:t>
    </dgm:pt>
    <dgm:pt modelId="{FCC2D55D-A95A-4C99-94C2-1F63267C0CCC}" type="sibTrans" cxnId="{E2A4D54B-B94F-4932-AF2C-38AD1D71959D}">
      <dgm:prSet/>
      <dgm:spPr/>
      <dgm:t>
        <a:bodyPr/>
        <a:lstStyle/>
        <a:p>
          <a:endParaRPr lang="en-US"/>
        </a:p>
      </dgm:t>
    </dgm:pt>
    <dgm:pt modelId="{75B8C361-2221-4B89-87B0-F3023E7E14FD}">
      <dgm:prSet phldrT="[Text]" custT="1"/>
      <dgm:spPr/>
      <dgm:t>
        <a:bodyPr/>
        <a:lstStyle/>
        <a:p>
          <a:r>
            <a:rPr lang="en-US" sz="1600" dirty="0" smtClean="0"/>
            <a:t>…</a:t>
          </a:r>
          <a:endParaRPr lang="en-US" sz="1600" dirty="0"/>
        </a:p>
      </dgm:t>
    </dgm:pt>
    <dgm:pt modelId="{50DC0FE7-B044-47A8-AEAE-6B4BC423D986}" type="parTrans" cxnId="{BF6CC894-7F00-40A0-BDC5-ABBF169782B5}">
      <dgm:prSet/>
      <dgm:spPr/>
      <dgm:t>
        <a:bodyPr/>
        <a:lstStyle/>
        <a:p>
          <a:endParaRPr lang="en-US" dirty="0"/>
        </a:p>
      </dgm:t>
    </dgm:pt>
    <dgm:pt modelId="{7A3DD8DC-1560-40C5-A422-23EB77539081}" type="sibTrans" cxnId="{BF6CC894-7F00-40A0-BDC5-ABBF169782B5}">
      <dgm:prSet/>
      <dgm:spPr/>
      <dgm:t>
        <a:bodyPr/>
        <a:lstStyle/>
        <a:p>
          <a:endParaRPr lang="en-US"/>
        </a:p>
      </dgm:t>
    </dgm:pt>
    <dgm:pt modelId="{940C45F6-8C18-458E-9C14-A0D320E11B09}">
      <dgm:prSet phldrT="[Text]" custT="1"/>
      <dgm:spPr/>
      <dgm:t>
        <a:bodyPr/>
        <a:lstStyle/>
        <a:p>
          <a:r>
            <a:rPr lang="en-US" sz="1600" dirty="0" smtClean="0"/>
            <a:t>Architecture design</a:t>
          </a:r>
          <a:endParaRPr lang="en-US" sz="1600" dirty="0"/>
        </a:p>
      </dgm:t>
    </dgm:pt>
    <dgm:pt modelId="{D5FF74E9-8EF2-4890-9521-20ED7073E860}" type="parTrans" cxnId="{25C4C201-21C8-4C2D-B195-0DB67B2F800D}">
      <dgm:prSet/>
      <dgm:spPr/>
      <dgm:t>
        <a:bodyPr/>
        <a:lstStyle/>
        <a:p>
          <a:endParaRPr lang="en-US" dirty="0"/>
        </a:p>
      </dgm:t>
    </dgm:pt>
    <dgm:pt modelId="{22F6D784-871D-4135-B1A0-CA36DAB6D432}" type="sibTrans" cxnId="{25C4C201-21C8-4C2D-B195-0DB67B2F800D}">
      <dgm:prSet/>
      <dgm:spPr/>
      <dgm:t>
        <a:bodyPr/>
        <a:lstStyle/>
        <a:p>
          <a:endParaRPr lang="en-US"/>
        </a:p>
      </dgm:t>
    </dgm:pt>
    <dgm:pt modelId="{AFB00AEF-0040-4029-8903-E9D32F9B2852}">
      <dgm:prSet phldrT="[Text]" custT="1"/>
      <dgm:spPr/>
      <dgm:t>
        <a:bodyPr/>
        <a:lstStyle/>
        <a:p>
          <a:r>
            <a:rPr lang="en-US" sz="1600" dirty="0" smtClean="0"/>
            <a:t>Detailed design</a:t>
          </a:r>
          <a:endParaRPr lang="en-US" sz="1600" dirty="0"/>
        </a:p>
      </dgm:t>
    </dgm:pt>
    <dgm:pt modelId="{5FE6009B-9D69-428E-B620-1CEA9729DDBA}" type="parTrans" cxnId="{C850041E-6388-4770-93FB-A82A78F497AC}">
      <dgm:prSet/>
      <dgm:spPr/>
      <dgm:t>
        <a:bodyPr/>
        <a:lstStyle/>
        <a:p>
          <a:endParaRPr lang="en-US" dirty="0"/>
        </a:p>
      </dgm:t>
    </dgm:pt>
    <dgm:pt modelId="{32CE034A-69E2-4ADC-A0A0-25AEA88994E2}" type="sibTrans" cxnId="{C850041E-6388-4770-93FB-A82A78F497AC}">
      <dgm:prSet/>
      <dgm:spPr/>
      <dgm:t>
        <a:bodyPr/>
        <a:lstStyle/>
        <a:p>
          <a:endParaRPr lang="en-US"/>
        </a:p>
      </dgm:t>
    </dgm:pt>
    <dgm:pt modelId="{ED04AFAE-5799-47E3-B0DA-9435962367E2}">
      <dgm:prSet phldrT="[Text]" custT="1"/>
      <dgm:spPr/>
      <dgm:t>
        <a:bodyPr/>
        <a:lstStyle/>
        <a:p>
          <a:r>
            <a:rPr lang="en-US" sz="1600" dirty="0" smtClean="0"/>
            <a:t>…</a:t>
          </a:r>
          <a:endParaRPr lang="en-US" sz="1600" dirty="0"/>
        </a:p>
      </dgm:t>
    </dgm:pt>
    <dgm:pt modelId="{135798F2-AF17-43D4-B576-B8336B1CC4F0}" type="parTrans" cxnId="{4CF102AB-8078-4EB0-A28F-66963A11139F}">
      <dgm:prSet/>
      <dgm:spPr/>
      <dgm:t>
        <a:bodyPr/>
        <a:lstStyle/>
        <a:p>
          <a:endParaRPr lang="en-US" dirty="0"/>
        </a:p>
      </dgm:t>
    </dgm:pt>
    <dgm:pt modelId="{47D7EC17-4E92-4745-A1FA-0C27BAAB63CA}" type="sibTrans" cxnId="{4CF102AB-8078-4EB0-A28F-66963A11139F}">
      <dgm:prSet/>
      <dgm:spPr/>
      <dgm:t>
        <a:bodyPr/>
        <a:lstStyle/>
        <a:p>
          <a:endParaRPr lang="en-US"/>
        </a:p>
      </dgm:t>
    </dgm:pt>
    <dgm:pt modelId="{C570628D-EE6A-413C-9348-DA451193F688}">
      <dgm:prSet phldrT="[Text]" custT="1"/>
      <dgm:spPr/>
      <dgm:t>
        <a:bodyPr/>
        <a:lstStyle/>
        <a:p>
          <a:r>
            <a:rPr lang="en-US" sz="1600" dirty="0" smtClean="0"/>
            <a:t>User requirements</a:t>
          </a:r>
          <a:endParaRPr lang="en-US" sz="1600" dirty="0"/>
        </a:p>
      </dgm:t>
    </dgm:pt>
    <dgm:pt modelId="{7A79BD04-3A12-4710-A372-CF7A5128C240}" type="sibTrans" cxnId="{7E76805A-0036-463B-BAC7-9F09DF4F92F8}">
      <dgm:prSet/>
      <dgm:spPr/>
      <dgm:t>
        <a:bodyPr/>
        <a:lstStyle/>
        <a:p>
          <a:endParaRPr lang="en-US"/>
        </a:p>
      </dgm:t>
    </dgm:pt>
    <dgm:pt modelId="{9EB2F999-F8E3-47BF-8BFC-7635D79902D0}" type="parTrans" cxnId="{7E76805A-0036-463B-BAC7-9F09DF4F92F8}">
      <dgm:prSet/>
      <dgm:spPr/>
      <dgm:t>
        <a:bodyPr/>
        <a:lstStyle/>
        <a:p>
          <a:endParaRPr lang="en-US" dirty="0"/>
        </a:p>
      </dgm:t>
    </dgm:pt>
    <dgm:pt modelId="{0530E23D-78FF-45FD-B179-5B108C4E8FCC}">
      <dgm:prSet phldrT="[Text]" custT="1"/>
      <dgm:spPr/>
      <dgm:t>
        <a:bodyPr/>
        <a:lstStyle/>
        <a:p>
          <a:r>
            <a:rPr lang="en-US" sz="1600" dirty="0" smtClean="0"/>
            <a:t>…</a:t>
          </a:r>
          <a:endParaRPr lang="en-US" sz="1600" dirty="0"/>
        </a:p>
      </dgm:t>
    </dgm:pt>
    <dgm:pt modelId="{9F4FDE35-924D-4F50-A93F-A420015DAB45}" type="parTrans" cxnId="{24621E4F-2293-4795-AE38-286C9EF8D397}">
      <dgm:prSet/>
      <dgm:spPr/>
      <dgm:t>
        <a:bodyPr/>
        <a:lstStyle/>
        <a:p>
          <a:endParaRPr lang="en-US" dirty="0"/>
        </a:p>
      </dgm:t>
    </dgm:pt>
    <dgm:pt modelId="{8A22542E-F19D-4898-B40E-CE59DD5C06F6}" type="sibTrans" cxnId="{24621E4F-2293-4795-AE38-286C9EF8D397}">
      <dgm:prSet/>
      <dgm:spPr/>
      <dgm:t>
        <a:bodyPr/>
        <a:lstStyle/>
        <a:p>
          <a:endParaRPr lang="en-US"/>
        </a:p>
      </dgm:t>
    </dgm:pt>
    <dgm:pt modelId="{7E29B67D-D90A-47C1-9F9B-A2569469418A}">
      <dgm:prSet phldrT="[Text]" custT="1">
        <dgm:style>
          <a:lnRef idx="0">
            <a:schemeClr val="accent3"/>
          </a:lnRef>
          <a:fillRef idx="3">
            <a:schemeClr val="accent3"/>
          </a:fillRef>
          <a:effectRef idx="3">
            <a:schemeClr val="accent3"/>
          </a:effectRef>
          <a:fontRef idx="minor">
            <a:schemeClr val="lt1"/>
          </a:fontRef>
        </dgm:style>
      </dgm:prSet>
      <dgm:spPr/>
      <dgm:t>
        <a:bodyPr/>
        <a:lstStyle/>
        <a:p>
          <a:r>
            <a:rPr lang="en-US" sz="1600" dirty="0" smtClean="0"/>
            <a:t>Coding</a:t>
          </a:r>
          <a:endParaRPr lang="en-US" sz="1600" dirty="0"/>
        </a:p>
      </dgm:t>
    </dgm:pt>
    <dgm:pt modelId="{99B57EEB-1426-4949-BD56-53373095222F}" type="parTrans" cxnId="{3A4B5B70-708A-400F-9FE6-63575F11CE56}">
      <dgm:prSet/>
      <dgm:spPr/>
      <dgm:t>
        <a:bodyPr/>
        <a:lstStyle/>
        <a:p>
          <a:endParaRPr lang="en-US" dirty="0"/>
        </a:p>
      </dgm:t>
    </dgm:pt>
    <dgm:pt modelId="{3AB5E2B8-3297-4EA3-B8AE-BBFB785E26C1}" type="sibTrans" cxnId="{3A4B5B70-708A-400F-9FE6-63575F11CE56}">
      <dgm:prSet/>
      <dgm:spPr/>
      <dgm:t>
        <a:bodyPr/>
        <a:lstStyle/>
        <a:p>
          <a:endParaRPr lang="en-US"/>
        </a:p>
      </dgm:t>
    </dgm:pt>
    <dgm:pt modelId="{4E4B7520-D9F0-49B0-ADFA-15AA5FEFE60B}">
      <dgm:prSet phldrT="[Text]" custT="1">
        <dgm:style>
          <a:lnRef idx="0">
            <a:schemeClr val="accent3"/>
          </a:lnRef>
          <a:fillRef idx="3">
            <a:schemeClr val="accent3"/>
          </a:fillRef>
          <a:effectRef idx="3">
            <a:schemeClr val="accent3"/>
          </a:effectRef>
          <a:fontRef idx="minor">
            <a:schemeClr val="lt1"/>
          </a:fontRef>
        </dgm:style>
      </dgm:prSet>
      <dgm:spPr/>
      <dgm:t>
        <a:bodyPr/>
        <a:lstStyle/>
        <a:p>
          <a:r>
            <a:rPr lang="en-US" sz="1600" dirty="0" smtClean="0"/>
            <a:t>Unit testing</a:t>
          </a:r>
          <a:endParaRPr lang="en-US" sz="1600" dirty="0"/>
        </a:p>
      </dgm:t>
    </dgm:pt>
    <dgm:pt modelId="{6C7E0EA8-5558-4F1C-82EF-E1D87383AC6C}" type="parTrans" cxnId="{87AEE977-CF03-4E0A-A8A2-D09F62EA2513}">
      <dgm:prSet/>
      <dgm:spPr/>
      <dgm:t>
        <a:bodyPr/>
        <a:lstStyle/>
        <a:p>
          <a:endParaRPr lang="en-US" dirty="0"/>
        </a:p>
      </dgm:t>
    </dgm:pt>
    <dgm:pt modelId="{2C319E21-DE87-405E-B019-A99E6F74E3AE}" type="sibTrans" cxnId="{87AEE977-CF03-4E0A-A8A2-D09F62EA2513}">
      <dgm:prSet/>
      <dgm:spPr/>
      <dgm:t>
        <a:bodyPr/>
        <a:lstStyle/>
        <a:p>
          <a:endParaRPr lang="en-US"/>
        </a:p>
      </dgm:t>
    </dgm:pt>
    <dgm:pt modelId="{216B5C10-7F79-4FF7-848C-7724CA4B97F1}">
      <dgm:prSet phldrT="[Text]" custT="1">
        <dgm:style>
          <a:lnRef idx="0">
            <a:schemeClr val="accent3"/>
          </a:lnRef>
          <a:fillRef idx="3">
            <a:schemeClr val="accent3"/>
          </a:fillRef>
          <a:effectRef idx="3">
            <a:schemeClr val="accent3"/>
          </a:effectRef>
          <a:fontRef idx="minor">
            <a:schemeClr val="lt1"/>
          </a:fontRef>
        </dgm:style>
      </dgm:prSet>
      <dgm:spPr/>
      <dgm:t>
        <a:bodyPr/>
        <a:lstStyle/>
        <a:p>
          <a:r>
            <a:rPr lang="en-US" sz="1600" dirty="0" smtClean="0"/>
            <a:t>Integration guide</a:t>
          </a:r>
          <a:endParaRPr lang="en-US" sz="1600" dirty="0"/>
        </a:p>
      </dgm:t>
    </dgm:pt>
    <dgm:pt modelId="{E8FB0499-B6DF-4E6F-AE24-D014505EB58B}" type="parTrans" cxnId="{5DD7EF63-AE03-467A-A0FD-2D276460B5C8}">
      <dgm:prSet/>
      <dgm:spPr/>
      <dgm:t>
        <a:bodyPr/>
        <a:lstStyle/>
        <a:p>
          <a:endParaRPr lang="en-US" dirty="0"/>
        </a:p>
      </dgm:t>
    </dgm:pt>
    <dgm:pt modelId="{27171AB1-5B00-457D-97FA-201C31157757}" type="sibTrans" cxnId="{5DD7EF63-AE03-467A-A0FD-2D276460B5C8}">
      <dgm:prSet/>
      <dgm:spPr/>
      <dgm:t>
        <a:bodyPr/>
        <a:lstStyle/>
        <a:p>
          <a:endParaRPr lang="en-US"/>
        </a:p>
      </dgm:t>
    </dgm:pt>
    <dgm:pt modelId="{8FC8682F-7BA3-4A12-84E0-1E6A3971F567}" type="pres">
      <dgm:prSet presAssocID="{50921BD8-1743-4E5E-AD2A-4A39BBF83357}" presName="hierChild1" presStyleCnt="0">
        <dgm:presLayoutVars>
          <dgm:orgChart val="1"/>
          <dgm:chPref val="1"/>
          <dgm:dir/>
          <dgm:animOne val="branch"/>
          <dgm:animLvl val="lvl"/>
          <dgm:resizeHandles/>
        </dgm:presLayoutVars>
      </dgm:prSet>
      <dgm:spPr/>
      <dgm:t>
        <a:bodyPr/>
        <a:lstStyle/>
        <a:p>
          <a:endParaRPr lang="en-US"/>
        </a:p>
      </dgm:t>
    </dgm:pt>
    <dgm:pt modelId="{AB6C4915-A3A8-42CE-AD6C-ED8450930C75}" type="pres">
      <dgm:prSet presAssocID="{9FC1212F-A9DE-46CF-97C0-27B2850E877D}" presName="hierRoot1" presStyleCnt="0">
        <dgm:presLayoutVars>
          <dgm:hierBranch val="init"/>
        </dgm:presLayoutVars>
      </dgm:prSet>
      <dgm:spPr/>
      <dgm:t>
        <a:bodyPr/>
        <a:lstStyle/>
        <a:p>
          <a:endParaRPr lang="en-US"/>
        </a:p>
      </dgm:t>
    </dgm:pt>
    <dgm:pt modelId="{F9C0D795-8880-4F51-B6C8-519BB8DDC415}" type="pres">
      <dgm:prSet presAssocID="{9FC1212F-A9DE-46CF-97C0-27B2850E877D}" presName="rootComposite1" presStyleCnt="0"/>
      <dgm:spPr/>
      <dgm:t>
        <a:bodyPr/>
        <a:lstStyle/>
        <a:p>
          <a:endParaRPr lang="en-US"/>
        </a:p>
      </dgm:t>
    </dgm:pt>
    <dgm:pt modelId="{D0AA3983-86C9-4696-A764-2C6A1B91E41F}" type="pres">
      <dgm:prSet presAssocID="{9FC1212F-A9DE-46CF-97C0-27B2850E877D}" presName="rootText1" presStyleLbl="node0" presStyleIdx="0" presStyleCnt="1">
        <dgm:presLayoutVars>
          <dgm:chPref val="3"/>
        </dgm:presLayoutVars>
      </dgm:prSet>
      <dgm:spPr/>
      <dgm:t>
        <a:bodyPr/>
        <a:lstStyle/>
        <a:p>
          <a:endParaRPr lang="en-US"/>
        </a:p>
      </dgm:t>
    </dgm:pt>
    <dgm:pt modelId="{9E798581-E3F6-47F1-B110-A8FD78D68A22}" type="pres">
      <dgm:prSet presAssocID="{9FC1212F-A9DE-46CF-97C0-27B2850E877D}" presName="rootConnector1" presStyleLbl="node1" presStyleIdx="0" presStyleCnt="0"/>
      <dgm:spPr/>
      <dgm:t>
        <a:bodyPr/>
        <a:lstStyle/>
        <a:p>
          <a:endParaRPr lang="en-US"/>
        </a:p>
      </dgm:t>
    </dgm:pt>
    <dgm:pt modelId="{28C9399C-2699-4030-9D76-2503B6EA3D95}" type="pres">
      <dgm:prSet presAssocID="{9FC1212F-A9DE-46CF-97C0-27B2850E877D}" presName="hierChild2" presStyleCnt="0"/>
      <dgm:spPr/>
      <dgm:t>
        <a:bodyPr/>
        <a:lstStyle/>
        <a:p>
          <a:endParaRPr lang="en-US"/>
        </a:p>
      </dgm:t>
    </dgm:pt>
    <dgm:pt modelId="{D1287146-4D25-46B4-A680-7330E6E61D79}" type="pres">
      <dgm:prSet presAssocID="{E5C1E6EC-EF3F-4519-A6F7-C73F59437425}" presName="Name37" presStyleLbl="parChTrans1D2" presStyleIdx="0" presStyleCnt="5"/>
      <dgm:spPr/>
      <dgm:t>
        <a:bodyPr/>
        <a:lstStyle/>
        <a:p>
          <a:endParaRPr lang="en-US"/>
        </a:p>
      </dgm:t>
    </dgm:pt>
    <dgm:pt modelId="{54CA47CF-C557-4F9A-97B9-E79D54948D6B}" type="pres">
      <dgm:prSet presAssocID="{FBD6F890-A215-43D5-B969-209BB6A83AA0}" presName="hierRoot2" presStyleCnt="0">
        <dgm:presLayoutVars>
          <dgm:hierBranch val="init"/>
        </dgm:presLayoutVars>
      </dgm:prSet>
      <dgm:spPr/>
      <dgm:t>
        <a:bodyPr/>
        <a:lstStyle/>
        <a:p>
          <a:endParaRPr lang="en-US"/>
        </a:p>
      </dgm:t>
    </dgm:pt>
    <dgm:pt modelId="{A85F3ECA-04AB-42B9-B80A-C59C26532DEE}" type="pres">
      <dgm:prSet presAssocID="{FBD6F890-A215-43D5-B969-209BB6A83AA0}" presName="rootComposite" presStyleCnt="0"/>
      <dgm:spPr/>
      <dgm:t>
        <a:bodyPr/>
        <a:lstStyle/>
        <a:p>
          <a:endParaRPr lang="en-US"/>
        </a:p>
      </dgm:t>
    </dgm:pt>
    <dgm:pt modelId="{7BFD6437-FE06-4672-9344-DC2FC2BEB605}" type="pres">
      <dgm:prSet presAssocID="{FBD6F890-A215-43D5-B969-209BB6A83AA0}" presName="rootText" presStyleLbl="node2" presStyleIdx="0" presStyleCnt="5">
        <dgm:presLayoutVars>
          <dgm:chPref val="3"/>
        </dgm:presLayoutVars>
      </dgm:prSet>
      <dgm:spPr/>
      <dgm:t>
        <a:bodyPr/>
        <a:lstStyle/>
        <a:p>
          <a:endParaRPr lang="en-US"/>
        </a:p>
      </dgm:t>
    </dgm:pt>
    <dgm:pt modelId="{31C88419-C770-4856-8E3C-6A458174332B}" type="pres">
      <dgm:prSet presAssocID="{FBD6F890-A215-43D5-B969-209BB6A83AA0}" presName="rootConnector" presStyleLbl="node2" presStyleIdx="0" presStyleCnt="5"/>
      <dgm:spPr/>
      <dgm:t>
        <a:bodyPr/>
        <a:lstStyle/>
        <a:p>
          <a:endParaRPr lang="en-US"/>
        </a:p>
      </dgm:t>
    </dgm:pt>
    <dgm:pt modelId="{AD8A91BE-A444-456C-B213-DA1461C063BB}" type="pres">
      <dgm:prSet presAssocID="{FBD6F890-A215-43D5-B969-209BB6A83AA0}" presName="hierChild4" presStyleCnt="0"/>
      <dgm:spPr/>
      <dgm:t>
        <a:bodyPr/>
        <a:lstStyle/>
        <a:p>
          <a:endParaRPr lang="en-US"/>
        </a:p>
      </dgm:t>
    </dgm:pt>
    <dgm:pt modelId="{5D19C2DB-DB4C-47B7-8D03-D32EDB4CA6C2}" type="pres">
      <dgm:prSet presAssocID="{D9409E77-2445-4A24-9613-860621829690}" presName="Name37" presStyleLbl="parChTrans1D3" presStyleIdx="0" presStyleCnt="12"/>
      <dgm:spPr/>
      <dgm:t>
        <a:bodyPr/>
        <a:lstStyle/>
        <a:p>
          <a:endParaRPr lang="en-US"/>
        </a:p>
      </dgm:t>
    </dgm:pt>
    <dgm:pt modelId="{4A5DDDD9-4534-475F-8CE9-449A4187F2BD}" type="pres">
      <dgm:prSet presAssocID="{F9C4B6B4-A139-4902-9662-8147AFA16526}" presName="hierRoot2" presStyleCnt="0">
        <dgm:presLayoutVars>
          <dgm:hierBranch val="init"/>
        </dgm:presLayoutVars>
      </dgm:prSet>
      <dgm:spPr/>
      <dgm:t>
        <a:bodyPr/>
        <a:lstStyle/>
        <a:p>
          <a:endParaRPr lang="en-US"/>
        </a:p>
      </dgm:t>
    </dgm:pt>
    <dgm:pt modelId="{8F1B9B5F-94F7-41A2-BD13-A9FC912CE3CF}" type="pres">
      <dgm:prSet presAssocID="{F9C4B6B4-A139-4902-9662-8147AFA16526}" presName="rootComposite" presStyleCnt="0"/>
      <dgm:spPr/>
      <dgm:t>
        <a:bodyPr/>
        <a:lstStyle/>
        <a:p>
          <a:endParaRPr lang="en-US"/>
        </a:p>
      </dgm:t>
    </dgm:pt>
    <dgm:pt modelId="{F24754C2-B098-4BFC-9FC1-8B05D2E1B791}" type="pres">
      <dgm:prSet presAssocID="{F9C4B6B4-A139-4902-9662-8147AFA16526}" presName="rootText" presStyleLbl="node3" presStyleIdx="0" presStyleCnt="12">
        <dgm:presLayoutVars>
          <dgm:chPref val="3"/>
        </dgm:presLayoutVars>
      </dgm:prSet>
      <dgm:spPr/>
      <dgm:t>
        <a:bodyPr/>
        <a:lstStyle/>
        <a:p>
          <a:endParaRPr lang="en-US"/>
        </a:p>
      </dgm:t>
    </dgm:pt>
    <dgm:pt modelId="{C0344055-2A02-4679-AFD3-1F767601100B}" type="pres">
      <dgm:prSet presAssocID="{F9C4B6B4-A139-4902-9662-8147AFA16526}" presName="rootConnector" presStyleLbl="node3" presStyleIdx="0" presStyleCnt="12"/>
      <dgm:spPr/>
      <dgm:t>
        <a:bodyPr/>
        <a:lstStyle/>
        <a:p>
          <a:endParaRPr lang="en-US"/>
        </a:p>
      </dgm:t>
    </dgm:pt>
    <dgm:pt modelId="{087E4467-B254-4FBC-8A74-ED8F49957F0F}" type="pres">
      <dgm:prSet presAssocID="{F9C4B6B4-A139-4902-9662-8147AFA16526}" presName="hierChild4" presStyleCnt="0"/>
      <dgm:spPr/>
      <dgm:t>
        <a:bodyPr/>
        <a:lstStyle/>
        <a:p>
          <a:endParaRPr lang="en-US"/>
        </a:p>
      </dgm:t>
    </dgm:pt>
    <dgm:pt modelId="{20DC28C5-0708-4805-BF6A-F21A1EC0B05E}" type="pres">
      <dgm:prSet presAssocID="{F9C4B6B4-A139-4902-9662-8147AFA16526}" presName="hierChild5" presStyleCnt="0"/>
      <dgm:spPr/>
      <dgm:t>
        <a:bodyPr/>
        <a:lstStyle/>
        <a:p>
          <a:endParaRPr lang="en-US"/>
        </a:p>
      </dgm:t>
    </dgm:pt>
    <dgm:pt modelId="{2832BDBB-80B0-4DFE-A7FE-7EC47A8D0E23}" type="pres">
      <dgm:prSet presAssocID="{6E1457C7-8F8A-4575-9D42-52E5785EE665}" presName="Name37" presStyleLbl="parChTrans1D3" presStyleIdx="1" presStyleCnt="12"/>
      <dgm:spPr/>
      <dgm:t>
        <a:bodyPr/>
        <a:lstStyle/>
        <a:p>
          <a:endParaRPr lang="en-US"/>
        </a:p>
      </dgm:t>
    </dgm:pt>
    <dgm:pt modelId="{F628FFAA-52A1-4D29-8053-5C2BF7CC8B88}" type="pres">
      <dgm:prSet presAssocID="{B19695A3-1C36-40C8-81C8-DACD7B6FEBB7}" presName="hierRoot2" presStyleCnt="0">
        <dgm:presLayoutVars>
          <dgm:hierBranch val="init"/>
        </dgm:presLayoutVars>
      </dgm:prSet>
      <dgm:spPr/>
      <dgm:t>
        <a:bodyPr/>
        <a:lstStyle/>
        <a:p>
          <a:endParaRPr lang="en-US"/>
        </a:p>
      </dgm:t>
    </dgm:pt>
    <dgm:pt modelId="{A33D492C-97C2-4ECD-9013-AB6963D3E052}" type="pres">
      <dgm:prSet presAssocID="{B19695A3-1C36-40C8-81C8-DACD7B6FEBB7}" presName="rootComposite" presStyleCnt="0"/>
      <dgm:spPr/>
      <dgm:t>
        <a:bodyPr/>
        <a:lstStyle/>
        <a:p>
          <a:endParaRPr lang="en-US"/>
        </a:p>
      </dgm:t>
    </dgm:pt>
    <dgm:pt modelId="{51A0A06F-9083-4B64-BF1F-208488A17DF3}" type="pres">
      <dgm:prSet presAssocID="{B19695A3-1C36-40C8-81C8-DACD7B6FEBB7}" presName="rootText" presStyleLbl="node3" presStyleIdx="1" presStyleCnt="12">
        <dgm:presLayoutVars>
          <dgm:chPref val="3"/>
        </dgm:presLayoutVars>
      </dgm:prSet>
      <dgm:spPr/>
      <dgm:t>
        <a:bodyPr/>
        <a:lstStyle/>
        <a:p>
          <a:endParaRPr lang="en-US"/>
        </a:p>
      </dgm:t>
    </dgm:pt>
    <dgm:pt modelId="{A1EEBBDD-F2E9-4C28-A9A5-0009780A3009}" type="pres">
      <dgm:prSet presAssocID="{B19695A3-1C36-40C8-81C8-DACD7B6FEBB7}" presName="rootConnector" presStyleLbl="node3" presStyleIdx="1" presStyleCnt="12"/>
      <dgm:spPr/>
      <dgm:t>
        <a:bodyPr/>
        <a:lstStyle/>
        <a:p>
          <a:endParaRPr lang="en-US"/>
        </a:p>
      </dgm:t>
    </dgm:pt>
    <dgm:pt modelId="{61AE455E-3240-4598-A401-DEC57837BBB5}" type="pres">
      <dgm:prSet presAssocID="{B19695A3-1C36-40C8-81C8-DACD7B6FEBB7}" presName="hierChild4" presStyleCnt="0"/>
      <dgm:spPr/>
      <dgm:t>
        <a:bodyPr/>
        <a:lstStyle/>
        <a:p>
          <a:endParaRPr lang="en-US"/>
        </a:p>
      </dgm:t>
    </dgm:pt>
    <dgm:pt modelId="{D37582C6-D9F5-476A-B20E-366D219E905E}" type="pres">
      <dgm:prSet presAssocID="{B19695A3-1C36-40C8-81C8-DACD7B6FEBB7}" presName="hierChild5" presStyleCnt="0"/>
      <dgm:spPr/>
      <dgm:t>
        <a:bodyPr/>
        <a:lstStyle/>
        <a:p>
          <a:endParaRPr lang="en-US"/>
        </a:p>
      </dgm:t>
    </dgm:pt>
    <dgm:pt modelId="{CC1F72F7-D610-46B2-9C2D-B79FA8B02FEA}" type="pres">
      <dgm:prSet presAssocID="{8160CE0A-52B5-44BF-8E71-52E8A1C399C3}" presName="Name37" presStyleLbl="parChTrans1D3" presStyleIdx="2" presStyleCnt="12"/>
      <dgm:spPr/>
      <dgm:t>
        <a:bodyPr/>
        <a:lstStyle/>
        <a:p>
          <a:endParaRPr lang="en-US"/>
        </a:p>
      </dgm:t>
    </dgm:pt>
    <dgm:pt modelId="{DBE49F9F-CAE7-4AD2-8DDD-28277536AAF5}" type="pres">
      <dgm:prSet presAssocID="{1786C0D7-A375-49CB-9B4E-8200CA8A443E}" presName="hierRoot2" presStyleCnt="0">
        <dgm:presLayoutVars>
          <dgm:hierBranch val="init"/>
        </dgm:presLayoutVars>
      </dgm:prSet>
      <dgm:spPr/>
      <dgm:t>
        <a:bodyPr/>
        <a:lstStyle/>
        <a:p>
          <a:endParaRPr lang="en-US"/>
        </a:p>
      </dgm:t>
    </dgm:pt>
    <dgm:pt modelId="{EC6A3827-5DE1-43C4-BBF3-FF6C88F82718}" type="pres">
      <dgm:prSet presAssocID="{1786C0D7-A375-49CB-9B4E-8200CA8A443E}" presName="rootComposite" presStyleCnt="0"/>
      <dgm:spPr/>
      <dgm:t>
        <a:bodyPr/>
        <a:lstStyle/>
        <a:p>
          <a:endParaRPr lang="en-US"/>
        </a:p>
      </dgm:t>
    </dgm:pt>
    <dgm:pt modelId="{7C2B11E8-C5E0-4CC4-B5BD-845AB46C57D7}" type="pres">
      <dgm:prSet presAssocID="{1786C0D7-A375-49CB-9B4E-8200CA8A443E}" presName="rootText" presStyleLbl="node3" presStyleIdx="2" presStyleCnt="12">
        <dgm:presLayoutVars>
          <dgm:chPref val="3"/>
        </dgm:presLayoutVars>
      </dgm:prSet>
      <dgm:spPr/>
      <dgm:t>
        <a:bodyPr/>
        <a:lstStyle/>
        <a:p>
          <a:endParaRPr lang="en-US"/>
        </a:p>
      </dgm:t>
    </dgm:pt>
    <dgm:pt modelId="{43FE488A-98CD-47BA-9B93-13672EF30D38}" type="pres">
      <dgm:prSet presAssocID="{1786C0D7-A375-49CB-9B4E-8200CA8A443E}" presName="rootConnector" presStyleLbl="node3" presStyleIdx="2" presStyleCnt="12"/>
      <dgm:spPr/>
      <dgm:t>
        <a:bodyPr/>
        <a:lstStyle/>
        <a:p>
          <a:endParaRPr lang="en-US"/>
        </a:p>
      </dgm:t>
    </dgm:pt>
    <dgm:pt modelId="{5EED1E72-13B9-40C8-820D-1D2EA0AFF742}" type="pres">
      <dgm:prSet presAssocID="{1786C0D7-A375-49CB-9B4E-8200CA8A443E}" presName="hierChild4" presStyleCnt="0"/>
      <dgm:spPr/>
      <dgm:t>
        <a:bodyPr/>
        <a:lstStyle/>
        <a:p>
          <a:endParaRPr lang="en-US"/>
        </a:p>
      </dgm:t>
    </dgm:pt>
    <dgm:pt modelId="{D848AD99-2716-43B7-96EA-094CEEA4934E}" type="pres">
      <dgm:prSet presAssocID="{1786C0D7-A375-49CB-9B4E-8200CA8A443E}" presName="hierChild5" presStyleCnt="0"/>
      <dgm:spPr/>
      <dgm:t>
        <a:bodyPr/>
        <a:lstStyle/>
        <a:p>
          <a:endParaRPr lang="en-US"/>
        </a:p>
      </dgm:t>
    </dgm:pt>
    <dgm:pt modelId="{23B18A3D-C580-417B-9423-02F074F2F3B2}" type="pres">
      <dgm:prSet presAssocID="{FBD6F890-A215-43D5-B969-209BB6A83AA0}" presName="hierChild5" presStyleCnt="0"/>
      <dgm:spPr/>
      <dgm:t>
        <a:bodyPr/>
        <a:lstStyle/>
        <a:p>
          <a:endParaRPr lang="en-US"/>
        </a:p>
      </dgm:t>
    </dgm:pt>
    <dgm:pt modelId="{8A454C65-9D10-4B66-BB9B-FAE8F8D7C241}" type="pres">
      <dgm:prSet presAssocID="{7A2A6D83-A101-4F25-8184-AFB47D53DB28}" presName="Name37" presStyleLbl="parChTrans1D2" presStyleIdx="1" presStyleCnt="5"/>
      <dgm:spPr/>
      <dgm:t>
        <a:bodyPr/>
        <a:lstStyle/>
        <a:p>
          <a:endParaRPr lang="en-US"/>
        </a:p>
      </dgm:t>
    </dgm:pt>
    <dgm:pt modelId="{E0A74A4E-A47F-4996-A159-E787BC8211C2}" type="pres">
      <dgm:prSet presAssocID="{E20F13DB-FB72-4F00-A19A-212F02E55D95}" presName="hierRoot2" presStyleCnt="0">
        <dgm:presLayoutVars>
          <dgm:hierBranch val="init"/>
        </dgm:presLayoutVars>
      </dgm:prSet>
      <dgm:spPr/>
      <dgm:t>
        <a:bodyPr/>
        <a:lstStyle/>
        <a:p>
          <a:endParaRPr lang="en-US"/>
        </a:p>
      </dgm:t>
    </dgm:pt>
    <dgm:pt modelId="{7030A1F2-BFF1-4678-898D-D64FA650BDB7}" type="pres">
      <dgm:prSet presAssocID="{E20F13DB-FB72-4F00-A19A-212F02E55D95}" presName="rootComposite" presStyleCnt="0"/>
      <dgm:spPr/>
      <dgm:t>
        <a:bodyPr/>
        <a:lstStyle/>
        <a:p>
          <a:endParaRPr lang="en-US"/>
        </a:p>
      </dgm:t>
    </dgm:pt>
    <dgm:pt modelId="{81843FFF-1D6E-4431-8281-AE6DCF47F240}" type="pres">
      <dgm:prSet presAssocID="{E20F13DB-FB72-4F00-A19A-212F02E55D95}" presName="rootText" presStyleLbl="node2" presStyleIdx="1" presStyleCnt="5">
        <dgm:presLayoutVars>
          <dgm:chPref val="3"/>
        </dgm:presLayoutVars>
      </dgm:prSet>
      <dgm:spPr/>
      <dgm:t>
        <a:bodyPr/>
        <a:lstStyle/>
        <a:p>
          <a:endParaRPr lang="en-US"/>
        </a:p>
      </dgm:t>
    </dgm:pt>
    <dgm:pt modelId="{97E49DF7-315A-423F-AB1E-412BBF2B7825}" type="pres">
      <dgm:prSet presAssocID="{E20F13DB-FB72-4F00-A19A-212F02E55D95}" presName="rootConnector" presStyleLbl="node2" presStyleIdx="1" presStyleCnt="5"/>
      <dgm:spPr/>
      <dgm:t>
        <a:bodyPr/>
        <a:lstStyle/>
        <a:p>
          <a:endParaRPr lang="en-US"/>
        </a:p>
      </dgm:t>
    </dgm:pt>
    <dgm:pt modelId="{326A2660-E57B-4AEE-9F6D-A3773E110CAC}" type="pres">
      <dgm:prSet presAssocID="{E20F13DB-FB72-4F00-A19A-212F02E55D95}" presName="hierChild4" presStyleCnt="0"/>
      <dgm:spPr/>
      <dgm:t>
        <a:bodyPr/>
        <a:lstStyle/>
        <a:p>
          <a:endParaRPr lang="en-US"/>
        </a:p>
      </dgm:t>
    </dgm:pt>
    <dgm:pt modelId="{576831EC-0E16-4D60-B894-0852C656BC9E}" type="pres">
      <dgm:prSet presAssocID="{9EB2F999-F8E3-47BF-8BFC-7635D79902D0}" presName="Name37" presStyleLbl="parChTrans1D3" presStyleIdx="3" presStyleCnt="12"/>
      <dgm:spPr/>
      <dgm:t>
        <a:bodyPr/>
        <a:lstStyle/>
        <a:p>
          <a:endParaRPr lang="en-US"/>
        </a:p>
      </dgm:t>
    </dgm:pt>
    <dgm:pt modelId="{B9A3B21B-9554-4EA6-A512-EB0FAD025437}" type="pres">
      <dgm:prSet presAssocID="{C570628D-EE6A-413C-9348-DA451193F688}" presName="hierRoot2" presStyleCnt="0">
        <dgm:presLayoutVars>
          <dgm:hierBranch val="init"/>
        </dgm:presLayoutVars>
      </dgm:prSet>
      <dgm:spPr/>
      <dgm:t>
        <a:bodyPr/>
        <a:lstStyle/>
        <a:p>
          <a:endParaRPr lang="en-US"/>
        </a:p>
      </dgm:t>
    </dgm:pt>
    <dgm:pt modelId="{6F61751E-24B6-4C46-9D1D-F3D813A5681B}" type="pres">
      <dgm:prSet presAssocID="{C570628D-EE6A-413C-9348-DA451193F688}" presName="rootComposite" presStyleCnt="0"/>
      <dgm:spPr/>
      <dgm:t>
        <a:bodyPr/>
        <a:lstStyle/>
        <a:p>
          <a:endParaRPr lang="en-US"/>
        </a:p>
      </dgm:t>
    </dgm:pt>
    <dgm:pt modelId="{8BBDDD57-F717-4CC1-BC99-6B1F29017EAF}" type="pres">
      <dgm:prSet presAssocID="{C570628D-EE6A-413C-9348-DA451193F688}" presName="rootText" presStyleLbl="node3" presStyleIdx="3" presStyleCnt="12">
        <dgm:presLayoutVars>
          <dgm:chPref val="3"/>
        </dgm:presLayoutVars>
      </dgm:prSet>
      <dgm:spPr/>
      <dgm:t>
        <a:bodyPr/>
        <a:lstStyle/>
        <a:p>
          <a:endParaRPr lang="en-US"/>
        </a:p>
      </dgm:t>
    </dgm:pt>
    <dgm:pt modelId="{46B62160-E22E-4D37-A7F2-23A4A652CA83}" type="pres">
      <dgm:prSet presAssocID="{C570628D-EE6A-413C-9348-DA451193F688}" presName="rootConnector" presStyleLbl="node3" presStyleIdx="3" presStyleCnt="12"/>
      <dgm:spPr/>
      <dgm:t>
        <a:bodyPr/>
        <a:lstStyle/>
        <a:p>
          <a:endParaRPr lang="en-US"/>
        </a:p>
      </dgm:t>
    </dgm:pt>
    <dgm:pt modelId="{33D81C6F-DC36-4443-9570-230B9C47EABB}" type="pres">
      <dgm:prSet presAssocID="{C570628D-EE6A-413C-9348-DA451193F688}" presName="hierChild4" presStyleCnt="0"/>
      <dgm:spPr/>
      <dgm:t>
        <a:bodyPr/>
        <a:lstStyle/>
        <a:p>
          <a:endParaRPr lang="en-US"/>
        </a:p>
      </dgm:t>
    </dgm:pt>
    <dgm:pt modelId="{EFB0E5D2-CDE8-4D3C-B088-7DC9338149FC}" type="pres">
      <dgm:prSet presAssocID="{C570628D-EE6A-413C-9348-DA451193F688}" presName="hierChild5" presStyleCnt="0"/>
      <dgm:spPr/>
      <dgm:t>
        <a:bodyPr/>
        <a:lstStyle/>
        <a:p>
          <a:endParaRPr lang="en-US"/>
        </a:p>
      </dgm:t>
    </dgm:pt>
    <dgm:pt modelId="{19EADFD3-7AC2-4212-B7CB-45F104CD1442}" type="pres">
      <dgm:prSet presAssocID="{47320AD3-5A0E-4C18-927C-338D87E30F91}" presName="Name37" presStyleLbl="parChTrans1D3" presStyleIdx="4" presStyleCnt="12"/>
      <dgm:spPr/>
      <dgm:t>
        <a:bodyPr/>
        <a:lstStyle/>
        <a:p>
          <a:endParaRPr lang="en-US"/>
        </a:p>
      </dgm:t>
    </dgm:pt>
    <dgm:pt modelId="{162713EC-FE4D-48A5-97EB-5AA626B6E8D8}" type="pres">
      <dgm:prSet presAssocID="{88BA0801-A318-4A41-B1AA-30E4D5769F77}" presName="hierRoot2" presStyleCnt="0">
        <dgm:presLayoutVars>
          <dgm:hierBranch val="init"/>
        </dgm:presLayoutVars>
      </dgm:prSet>
      <dgm:spPr/>
      <dgm:t>
        <a:bodyPr/>
        <a:lstStyle/>
        <a:p>
          <a:endParaRPr lang="en-US"/>
        </a:p>
      </dgm:t>
    </dgm:pt>
    <dgm:pt modelId="{328836EC-E186-48C2-913B-D35EF61B22C7}" type="pres">
      <dgm:prSet presAssocID="{88BA0801-A318-4A41-B1AA-30E4D5769F77}" presName="rootComposite" presStyleCnt="0"/>
      <dgm:spPr/>
      <dgm:t>
        <a:bodyPr/>
        <a:lstStyle/>
        <a:p>
          <a:endParaRPr lang="en-US"/>
        </a:p>
      </dgm:t>
    </dgm:pt>
    <dgm:pt modelId="{10257C47-804A-4448-92FA-4A7EA962007C}" type="pres">
      <dgm:prSet presAssocID="{88BA0801-A318-4A41-B1AA-30E4D5769F77}" presName="rootText" presStyleLbl="node3" presStyleIdx="4" presStyleCnt="12">
        <dgm:presLayoutVars>
          <dgm:chPref val="3"/>
        </dgm:presLayoutVars>
      </dgm:prSet>
      <dgm:spPr/>
      <dgm:t>
        <a:bodyPr/>
        <a:lstStyle/>
        <a:p>
          <a:endParaRPr lang="en-US"/>
        </a:p>
      </dgm:t>
    </dgm:pt>
    <dgm:pt modelId="{97BCF88E-4ED4-4B0C-B065-C4EA5544A299}" type="pres">
      <dgm:prSet presAssocID="{88BA0801-A318-4A41-B1AA-30E4D5769F77}" presName="rootConnector" presStyleLbl="node3" presStyleIdx="4" presStyleCnt="12"/>
      <dgm:spPr/>
      <dgm:t>
        <a:bodyPr/>
        <a:lstStyle/>
        <a:p>
          <a:endParaRPr lang="en-US"/>
        </a:p>
      </dgm:t>
    </dgm:pt>
    <dgm:pt modelId="{24ED18FE-C0B7-4312-B760-87A08DCAC039}" type="pres">
      <dgm:prSet presAssocID="{88BA0801-A318-4A41-B1AA-30E4D5769F77}" presName="hierChild4" presStyleCnt="0"/>
      <dgm:spPr/>
      <dgm:t>
        <a:bodyPr/>
        <a:lstStyle/>
        <a:p>
          <a:endParaRPr lang="en-US"/>
        </a:p>
      </dgm:t>
    </dgm:pt>
    <dgm:pt modelId="{4555A08D-BA7C-4744-8490-EA37A0B88041}" type="pres">
      <dgm:prSet presAssocID="{88BA0801-A318-4A41-B1AA-30E4D5769F77}" presName="hierChild5" presStyleCnt="0"/>
      <dgm:spPr/>
      <dgm:t>
        <a:bodyPr/>
        <a:lstStyle/>
        <a:p>
          <a:endParaRPr lang="en-US"/>
        </a:p>
      </dgm:t>
    </dgm:pt>
    <dgm:pt modelId="{2F0AE643-C0CC-4E07-A9D4-A4B841EA1824}" type="pres">
      <dgm:prSet presAssocID="{50DC0FE7-B044-47A8-AEAE-6B4BC423D986}" presName="Name37" presStyleLbl="parChTrans1D3" presStyleIdx="5" presStyleCnt="12"/>
      <dgm:spPr/>
      <dgm:t>
        <a:bodyPr/>
        <a:lstStyle/>
        <a:p>
          <a:endParaRPr lang="en-US"/>
        </a:p>
      </dgm:t>
    </dgm:pt>
    <dgm:pt modelId="{DCE4281F-14EA-4283-9B00-D9C3AF57FD35}" type="pres">
      <dgm:prSet presAssocID="{75B8C361-2221-4B89-87B0-F3023E7E14FD}" presName="hierRoot2" presStyleCnt="0">
        <dgm:presLayoutVars>
          <dgm:hierBranch val="init"/>
        </dgm:presLayoutVars>
      </dgm:prSet>
      <dgm:spPr/>
      <dgm:t>
        <a:bodyPr/>
        <a:lstStyle/>
        <a:p>
          <a:endParaRPr lang="en-US"/>
        </a:p>
      </dgm:t>
    </dgm:pt>
    <dgm:pt modelId="{B66D1615-3851-4C7F-978C-AC5749D314C1}" type="pres">
      <dgm:prSet presAssocID="{75B8C361-2221-4B89-87B0-F3023E7E14FD}" presName="rootComposite" presStyleCnt="0"/>
      <dgm:spPr/>
      <dgm:t>
        <a:bodyPr/>
        <a:lstStyle/>
        <a:p>
          <a:endParaRPr lang="en-US"/>
        </a:p>
      </dgm:t>
    </dgm:pt>
    <dgm:pt modelId="{ECC9FE9A-4EBC-471B-83B9-3FE61E4BE008}" type="pres">
      <dgm:prSet presAssocID="{75B8C361-2221-4B89-87B0-F3023E7E14FD}" presName="rootText" presStyleLbl="node3" presStyleIdx="5" presStyleCnt="12">
        <dgm:presLayoutVars>
          <dgm:chPref val="3"/>
        </dgm:presLayoutVars>
      </dgm:prSet>
      <dgm:spPr/>
      <dgm:t>
        <a:bodyPr/>
        <a:lstStyle/>
        <a:p>
          <a:endParaRPr lang="en-US"/>
        </a:p>
      </dgm:t>
    </dgm:pt>
    <dgm:pt modelId="{03571C63-E946-4C31-B0F8-B5B64A125526}" type="pres">
      <dgm:prSet presAssocID="{75B8C361-2221-4B89-87B0-F3023E7E14FD}" presName="rootConnector" presStyleLbl="node3" presStyleIdx="5" presStyleCnt="12"/>
      <dgm:spPr/>
      <dgm:t>
        <a:bodyPr/>
        <a:lstStyle/>
        <a:p>
          <a:endParaRPr lang="en-US"/>
        </a:p>
      </dgm:t>
    </dgm:pt>
    <dgm:pt modelId="{3A4DB344-A7CF-4CD8-886E-88479BC7F109}" type="pres">
      <dgm:prSet presAssocID="{75B8C361-2221-4B89-87B0-F3023E7E14FD}" presName="hierChild4" presStyleCnt="0"/>
      <dgm:spPr/>
      <dgm:t>
        <a:bodyPr/>
        <a:lstStyle/>
        <a:p>
          <a:endParaRPr lang="en-US"/>
        </a:p>
      </dgm:t>
    </dgm:pt>
    <dgm:pt modelId="{C711277D-3DFE-40C3-A9E0-BD18C8C24B38}" type="pres">
      <dgm:prSet presAssocID="{75B8C361-2221-4B89-87B0-F3023E7E14FD}" presName="hierChild5" presStyleCnt="0"/>
      <dgm:spPr/>
      <dgm:t>
        <a:bodyPr/>
        <a:lstStyle/>
        <a:p>
          <a:endParaRPr lang="en-US"/>
        </a:p>
      </dgm:t>
    </dgm:pt>
    <dgm:pt modelId="{F367F774-D39B-487D-A7E8-BAEA85D3700C}" type="pres">
      <dgm:prSet presAssocID="{E20F13DB-FB72-4F00-A19A-212F02E55D95}" presName="hierChild5" presStyleCnt="0"/>
      <dgm:spPr/>
      <dgm:t>
        <a:bodyPr/>
        <a:lstStyle/>
        <a:p>
          <a:endParaRPr lang="en-US"/>
        </a:p>
      </dgm:t>
    </dgm:pt>
    <dgm:pt modelId="{65E7B7D0-41EC-42FD-A4A8-786E644AAFCB}" type="pres">
      <dgm:prSet presAssocID="{70C24DED-4221-443F-A264-71B5369316E7}" presName="Name37" presStyleLbl="parChTrans1D2" presStyleIdx="2" presStyleCnt="5"/>
      <dgm:spPr/>
      <dgm:t>
        <a:bodyPr/>
        <a:lstStyle/>
        <a:p>
          <a:endParaRPr lang="en-US"/>
        </a:p>
      </dgm:t>
    </dgm:pt>
    <dgm:pt modelId="{BF6FD4B8-8472-4FC2-A9B9-6EB805E966C7}" type="pres">
      <dgm:prSet presAssocID="{374A3EDE-0301-4F15-9D2C-BC762BFCB786}" presName="hierRoot2" presStyleCnt="0">
        <dgm:presLayoutVars>
          <dgm:hierBranch val="init"/>
        </dgm:presLayoutVars>
      </dgm:prSet>
      <dgm:spPr/>
      <dgm:t>
        <a:bodyPr/>
        <a:lstStyle/>
        <a:p>
          <a:endParaRPr lang="en-US"/>
        </a:p>
      </dgm:t>
    </dgm:pt>
    <dgm:pt modelId="{A2EBAD68-1D64-45EF-8368-745EF6377CF6}" type="pres">
      <dgm:prSet presAssocID="{374A3EDE-0301-4F15-9D2C-BC762BFCB786}" presName="rootComposite" presStyleCnt="0"/>
      <dgm:spPr/>
      <dgm:t>
        <a:bodyPr/>
        <a:lstStyle/>
        <a:p>
          <a:endParaRPr lang="en-US"/>
        </a:p>
      </dgm:t>
    </dgm:pt>
    <dgm:pt modelId="{68751DE7-C829-4E6D-BE93-A0A7E61B450A}" type="pres">
      <dgm:prSet presAssocID="{374A3EDE-0301-4F15-9D2C-BC762BFCB786}" presName="rootText" presStyleLbl="node2" presStyleIdx="2" presStyleCnt="5">
        <dgm:presLayoutVars>
          <dgm:chPref val="3"/>
        </dgm:presLayoutVars>
      </dgm:prSet>
      <dgm:spPr/>
      <dgm:t>
        <a:bodyPr/>
        <a:lstStyle/>
        <a:p>
          <a:endParaRPr lang="en-US"/>
        </a:p>
      </dgm:t>
    </dgm:pt>
    <dgm:pt modelId="{270BE485-88D8-4984-87BA-BC8DEAD8A77B}" type="pres">
      <dgm:prSet presAssocID="{374A3EDE-0301-4F15-9D2C-BC762BFCB786}" presName="rootConnector" presStyleLbl="node2" presStyleIdx="2" presStyleCnt="5"/>
      <dgm:spPr/>
      <dgm:t>
        <a:bodyPr/>
        <a:lstStyle/>
        <a:p>
          <a:endParaRPr lang="en-US"/>
        </a:p>
      </dgm:t>
    </dgm:pt>
    <dgm:pt modelId="{7F87E443-0751-4F76-ACCB-736DA8C0F504}" type="pres">
      <dgm:prSet presAssocID="{374A3EDE-0301-4F15-9D2C-BC762BFCB786}" presName="hierChild4" presStyleCnt="0"/>
      <dgm:spPr/>
      <dgm:t>
        <a:bodyPr/>
        <a:lstStyle/>
        <a:p>
          <a:endParaRPr lang="en-US"/>
        </a:p>
      </dgm:t>
    </dgm:pt>
    <dgm:pt modelId="{5613E1B3-51F2-4F9B-8211-E347D247AAC4}" type="pres">
      <dgm:prSet presAssocID="{D5FF74E9-8EF2-4890-9521-20ED7073E860}" presName="Name37" presStyleLbl="parChTrans1D3" presStyleIdx="6" presStyleCnt="12"/>
      <dgm:spPr/>
      <dgm:t>
        <a:bodyPr/>
        <a:lstStyle/>
        <a:p>
          <a:endParaRPr lang="en-US"/>
        </a:p>
      </dgm:t>
    </dgm:pt>
    <dgm:pt modelId="{9A89C313-9750-4A39-B127-94A100AB8E1D}" type="pres">
      <dgm:prSet presAssocID="{940C45F6-8C18-458E-9C14-A0D320E11B09}" presName="hierRoot2" presStyleCnt="0">
        <dgm:presLayoutVars>
          <dgm:hierBranch val="init"/>
        </dgm:presLayoutVars>
      </dgm:prSet>
      <dgm:spPr/>
      <dgm:t>
        <a:bodyPr/>
        <a:lstStyle/>
        <a:p>
          <a:endParaRPr lang="en-US"/>
        </a:p>
      </dgm:t>
    </dgm:pt>
    <dgm:pt modelId="{E3D232BD-9F9E-41F4-B620-33DE5786DA87}" type="pres">
      <dgm:prSet presAssocID="{940C45F6-8C18-458E-9C14-A0D320E11B09}" presName="rootComposite" presStyleCnt="0"/>
      <dgm:spPr/>
      <dgm:t>
        <a:bodyPr/>
        <a:lstStyle/>
        <a:p>
          <a:endParaRPr lang="en-US"/>
        </a:p>
      </dgm:t>
    </dgm:pt>
    <dgm:pt modelId="{815DB7CD-0AB6-43B7-98B5-78DD1A813FAC}" type="pres">
      <dgm:prSet presAssocID="{940C45F6-8C18-458E-9C14-A0D320E11B09}" presName="rootText" presStyleLbl="node3" presStyleIdx="6" presStyleCnt="12">
        <dgm:presLayoutVars>
          <dgm:chPref val="3"/>
        </dgm:presLayoutVars>
      </dgm:prSet>
      <dgm:spPr/>
      <dgm:t>
        <a:bodyPr/>
        <a:lstStyle/>
        <a:p>
          <a:endParaRPr lang="en-US"/>
        </a:p>
      </dgm:t>
    </dgm:pt>
    <dgm:pt modelId="{FD88BFD7-3F23-4250-9656-2C8641F7835F}" type="pres">
      <dgm:prSet presAssocID="{940C45F6-8C18-458E-9C14-A0D320E11B09}" presName="rootConnector" presStyleLbl="node3" presStyleIdx="6" presStyleCnt="12"/>
      <dgm:spPr/>
      <dgm:t>
        <a:bodyPr/>
        <a:lstStyle/>
        <a:p>
          <a:endParaRPr lang="en-US"/>
        </a:p>
      </dgm:t>
    </dgm:pt>
    <dgm:pt modelId="{48E5E4E5-838A-45A6-AB2C-7A65A1AACB20}" type="pres">
      <dgm:prSet presAssocID="{940C45F6-8C18-458E-9C14-A0D320E11B09}" presName="hierChild4" presStyleCnt="0"/>
      <dgm:spPr/>
      <dgm:t>
        <a:bodyPr/>
        <a:lstStyle/>
        <a:p>
          <a:endParaRPr lang="en-US"/>
        </a:p>
      </dgm:t>
    </dgm:pt>
    <dgm:pt modelId="{BD2E885B-E79E-4E71-9CD6-7C0D0015542C}" type="pres">
      <dgm:prSet presAssocID="{940C45F6-8C18-458E-9C14-A0D320E11B09}" presName="hierChild5" presStyleCnt="0"/>
      <dgm:spPr/>
      <dgm:t>
        <a:bodyPr/>
        <a:lstStyle/>
        <a:p>
          <a:endParaRPr lang="en-US"/>
        </a:p>
      </dgm:t>
    </dgm:pt>
    <dgm:pt modelId="{4F88E53E-0F43-42C0-AEE2-22F2493A9213}" type="pres">
      <dgm:prSet presAssocID="{5FE6009B-9D69-428E-B620-1CEA9729DDBA}" presName="Name37" presStyleLbl="parChTrans1D3" presStyleIdx="7" presStyleCnt="12"/>
      <dgm:spPr/>
      <dgm:t>
        <a:bodyPr/>
        <a:lstStyle/>
        <a:p>
          <a:endParaRPr lang="en-US"/>
        </a:p>
      </dgm:t>
    </dgm:pt>
    <dgm:pt modelId="{317D667A-B77D-48C1-AAD0-18E458390A6F}" type="pres">
      <dgm:prSet presAssocID="{AFB00AEF-0040-4029-8903-E9D32F9B2852}" presName="hierRoot2" presStyleCnt="0">
        <dgm:presLayoutVars>
          <dgm:hierBranch val="init"/>
        </dgm:presLayoutVars>
      </dgm:prSet>
      <dgm:spPr/>
      <dgm:t>
        <a:bodyPr/>
        <a:lstStyle/>
        <a:p>
          <a:endParaRPr lang="en-US"/>
        </a:p>
      </dgm:t>
    </dgm:pt>
    <dgm:pt modelId="{841A28D4-EA9A-4A9F-AF1A-A26B9435B876}" type="pres">
      <dgm:prSet presAssocID="{AFB00AEF-0040-4029-8903-E9D32F9B2852}" presName="rootComposite" presStyleCnt="0"/>
      <dgm:spPr/>
      <dgm:t>
        <a:bodyPr/>
        <a:lstStyle/>
        <a:p>
          <a:endParaRPr lang="en-US"/>
        </a:p>
      </dgm:t>
    </dgm:pt>
    <dgm:pt modelId="{B7B7549F-33CC-4264-ACED-07169E3A1C83}" type="pres">
      <dgm:prSet presAssocID="{AFB00AEF-0040-4029-8903-E9D32F9B2852}" presName="rootText" presStyleLbl="node3" presStyleIdx="7" presStyleCnt="12">
        <dgm:presLayoutVars>
          <dgm:chPref val="3"/>
        </dgm:presLayoutVars>
      </dgm:prSet>
      <dgm:spPr/>
      <dgm:t>
        <a:bodyPr/>
        <a:lstStyle/>
        <a:p>
          <a:endParaRPr lang="en-US"/>
        </a:p>
      </dgm:t>
    </dgm:pt>
    <dgm:pt modelId="{1E6AB8F8-F3C7-4B07-B358-2CE8EE72296B}" type="pres">
      <dgm:prSet presAssocID="{AFB00AEF-0040-4029-8903-E9D32F9B2852}" presName="rootConnector" presStyleLbl="node3" presStyleIdx="7" presStyleCnt="12"/>
      <dgm:spPr/>
      <dgm:t>
        <a:bodyPr/>
        <a:lstStyle/>
        <a:p>
          <a:endParaRPr lang="en-US"/>
        </a:p>
      </dgm:t>
    </dgm:pt>
    <dgm:pt modelId="{DE1A8637-406B-4CA9-8271-DF50D6C2E467}" type="pres">
      <dgm:prSet presAssocID="{AFB00AEF-0040-4029-8903-E9D32F9B2852}" presName="hierChild4" presStyleCnt="0"/>
      <dgm:spPr/>
      <dgm:t>
        <a:bodyPr/>
        <a:lstStyle/>
        <a:p>
          <a:endParaRPr lang="en-US"/>
        </a:p>
      </dgm:t>
    </dgm:pt>
    <dgm:pt modelId="{801A3BF6-CE75-4FE9-AD53-BE26B9838163}" type="pres">
      <dgm:prSet presAssocID="{AFB00AEF-0040-4029-8903-E9D32F9B2852}" presName="hierChild5" presStyleCnt="0"/>
      <dgm:spPr/>
      <dgm:t>
        <a:bodyPr/>
        <a:lstStyle/>
        <a:p>
          <a:endParaRPr lang="en-US"/>
        </a:p>
      </dgm:t>
    </dgm:pt>
    <dgm:pt modelId="{43023BD5-EFE1-4727-B23C-C5664FDD9773}" type="pres">
      <dgm:prSet presAssocID="{135798F2-AF17-43D4-B576-B8336B1CC4F0}" presName="Name37" presStyleLbl="parChTrans1D3" presStyleIdx="8" presStyleCnt="12"/>
      <dgm:spPr/>
      <dgm:t>
        <a:bodyPr/>
        <a:lstStyle/>
        <a:p>
          <a:endParaRPr lang="en-US"/>
        </a:p>
      </dgm:t>
    </dgm:pt>
    <dgm:pt modelId="{4972657B-5D31-424E-8D5C-DD408193CC65}" type="pres">
      <dgm:prSet presAssocID="{ED04AFAE-5799-47E3-B0DA-9435962367E2}" presName="hierRoot2" presStyleCnt="0">
        <dgm:presLayoutVars>
          <dgm:hierBranch val="init"/>
        </dgm:presLayoutVars>
      </dgm:prSet>
      <dgm:spPr/>
      <dgm:t>
        <a:bodyPr/>
        <a:lstStyle/>
        <a:p>
          <a:endParaRPr lang="en-US"/>
        </a:p>
      </dgm:t>
    </dgm:pt>
    <dgm:pt modelId="{30BCA102-6E9C-4A40-AE4E-6E447F185D15}" type="pres">
      <dgm:prSet presAssocID="{ED04AFAE-5799-47E3-B0DA-9435962367E2}" presName="rootComposite" presStyleCnt="0"/>
      <dgm:spPr/>
      <dgm:t>
        <a:bodyPr/>
        <a:lstStyle/>
        <a:p>
          <a:endParaRPr lang="en-US"/>
        </a:p>
      </dgm:t>
    </dgm:pt>
    <dgm:pt modelId="{ED48CF19-DDA4-432F-BA0D-88ABB815EFF8}" type="pres">
      <dgm:prSet presAssocID="{ED04AFAE-5799-47E3-B0DA-9435962367E2}" presName="rootText" presStyleLbl="node3" presStyleIdx="8" presStyleCnt="12">
        <dgm:presLayoutVars>
          <dgm:chPref val="3"/>
        </dgm:presLayoutVars>
      </dgm:prSet>
      <dgm:spPr/>
      <dgm:t>
        <a:bodyPr/>
        <a:lstStyle/>
        <a:p>
          <a:endParaRPr lang="en-US"/>
        </a:p>
      </dgm:t>
    </dgm:pt>
    <dgm:pt modelId="{17319907-0A90-471A-A91D-50028E476851}" type="pres">
      <dgm:prSet presAssocID="{ED04AFAE-5799-47E3-B0DA-9435962367E2}" presName="rootConnector" presStyleLbl="node3" presStyleIdx="8" presStyleCnt="12"/>
      <dgm:spPr/>
      <dgm:t>
        <a:bodyPr/>
        <a:lstStyle/>
        <a:p>
          <a:endParaRPr lang="en-US"/>
        </a:p>
      </dgm:t>
    </dgm:pt>
    <dgm:pt modelId="{F752914E-A4F6-41C0-80E1-49B1BEEB2683}" type="pres">
      <dgm:prSet presAssocID="{ED04AFAE-5799-47E3-B0DA-9435962367E2}" presName="hierChild4" presStyleCnt="0"/>
      <dgm:spPr/>
      <dgm:t>
        <a:bodyPr/>
        <a:lstStyle/>
        <a:p>
          <a:endParaRPr lang="en-US"/>
        </a:p>
      </dgm:t>
    </dgm:pt>
    <dgm:pt modelId="{8F9313F5-6A9F-4797-96A1-AC3BFDEC1EAD}" type="pres">
      <dgm:prSet presAssocID="{ED04AFAE-5799-47E3-B0DA-9435962367E2}" presName="hierChild5" presStyleCnt="0"/>
      <dgm:spPr/>
      <dgm:t>
        <a:bodyPr/>
        <a:lstStyle/>
        <a:p>
          <a:endParaRPr lang="en-US"/>
        </a:p>
      </dgm:t>
    </dgm:pt>
    <dgm:pt modelId="{B8FF03EA-49AE-4D8B-893D-3F41E4A50DB6}" type="pres">
      <dgm:prSet presAssocID="{374A3EDE-0301-4F15-9D2C-BC762BFCB786}" presName="hierChild5" presStyleCnt="0"/>
      <dgm:spPr/>
      <dgm:t>
        <a:bodyPr/>
        <a:lstStyle/>
        <a:p>
          <a:endParaRPr lang="en-US"/>
        </a:p>
      </dgm:t>
    </dgm:pt>
    <dgm:pt modelId="{C6DFA708-0D25-4AA1-9265-C276110F5EF1}" type="pres">
      <dgm:prSet presAssocID="{1B0A9363-38A2-4C96-BA8F-49125154D15D}" presName="Name37" presStyleLbl="parChTrans1D2" presStyleIdx="3" presStyleCnt="5"/>
      <dgm:spPr/>
      <dgm:t>
        <a:bodyPr/>
        <a:lstStyle/>
        <a:p>
          <a:endParaRPr lang="en-US"/>
        </a:p>
      </dgm:t>
    </dgm:pt>
    <dgm:pt modelId="{164C7ED4-7706-4021-B36B-B551D492917B}" type="pres">
      <dgm:prSet presAssocID="{2EB0C251-BDE4-4556-854B-89B293F3BDCC}" presName="hierRoot2" presStyleCnt="0">
        <dgm:presLayoutVars>
          <dgm:hierBranch val="init"/>
        </dgm:presLayoutVars>
      </dgm:prSet>
      <dgm:spPr/>
      <dgm:t>
        <a:bodyPr/>
        <a:lstStyle/>
        <a:p>
          <a:endParaRPr lang="en-US"/>
        </a:p>
      </dgm:t>
    </dgm:pt>
    <dgm:pt modelId="{73D17F28-BE24-4799-84B4-3CC811C5428D}" type="pres">
      <dgm:prSet presAssocID="{2EB0C251-BDE4-4556-854B-89B293F3BDCC}" presName="rootComposite" presStyleCnt="0"/>
      <dgm:spPr/>
      <dgm:t>
        <a:bodyPr/>
        <a:lstStyle/>
        <a:p>
          <a:endParaRPr lang="en-US"/>
        </a:p>
      </dgm:t>
    </dgm:pt>
    <dgm:pt modelId="{5E71BA9E-1F97-4803-98D4-F673EF490CBC}" type="pres">
      <dgm:prSet presAssocID="{2EB0C251-BDE4-4556-854B-89B293F3BDCC}" presName="rootText" presStyleLbl="node2" presStyleIdx="3" presStyleCnt="5">
        <dgm:presLayoutVars>
          <dgm:chPref val="3"/>
        </dgm:presLayoutVars>
      </dgm:prSet>
      <dgm:spPr/>
      <dgm:t>
        <a:bodyPr/>
        <a:lstStyle/>
        <a:p>
          <a:endParaRPr lang="en-US"/>
        </a:p>
      </dgm:t>
    </dgm:pt>
    <dgm:pt modelId="{DBC3E753-67B0-4873-A4FB-4BFABC758CCC}" type="pres">
      <dgm:prSet presAssocID="{2EB0C251-BDE4-4556-854B-89B293F3BDCC}" presName="rootConnector" presStyleLbl="node2" presStyleIdx="3" presStyleCnt="5"/>
      <dgm:spPr/>
      <dgm:t>
        <a:bodyPr/>
        <a:lstStyle/>
        <a:p>
          <a:endParaRPr lang="en-US"/>
        </a:p>
      </dgm:t>
    </dgm:pt>
    <dgm:pt modelId="{21599FF3-86C5-43AF-A27A-BBC6F3DA1379}" type="pres">
      <dgm:prSet presAssocID="{2EB0C251-BDE4-4556-854B-89B293F3BDCC}" presName="hierChild4" presStyleCnt="0"/>
      <dgm:spPr/>
      <dgm:t>
        <a:bodyPr/>
        <a:lstStyle/>
        <a:p>
          <a:endParaRPr lang="en-US"/>
        </a:p>
      </dgm:t>
    </dgm:pt>
    <dgm:pt modelId="{5092F990-B501-41BF-8BDA-76131FFE3CEC}" type="pres">
      <dgm:prSet presAssocID="{99B57EEB-1426-4949-BD56-53373095222F}" presName="Name37" presStyleLbl="parChTrans1D3" presStyleIdx="9" presStyleCnt="12"/>
      <dgm:spPr/>
      <dgm:t>
        <a:bodyPr/>
        <a:lstStyle/>
        <a:p>
          <a:endParaRPr lang="en-US"/>
        </a:p>
      </dgm:t>
    </dgm:pt>
    <dgm:pt modelId="{30C4B8E8-9923-4EF0-90A8-3135BEA42A9F}" type="pres">
      <dgm:prSet presAssocID="{7E29B67D-D90A-47C1-9F9B-A2569469418A}" presName="hierRoot2" presStyleCnt="0">
        <dgm:presLayoutVars>
          <dgm:hierBranch val="init"/>
        </dgm:presLayoutVars>
      </dgm:prSet>
      <dgm:spPr/>
      <dgm:t>
        <a:bodyPr/>
        <a:lstStyle/>
        <a:p>
          <a:endParaRPr lang="en-US"/>
        </a:p>
      </dgm:t>
    </dgm:pt>
    <dgm:pt modelId="{69AF7432-86A2-4219-97A3-92DA6F93215C}" type="pres">
      <dgm:prSet presAssocID="{7E29B67D-D90A-47C1-9F9B-A2569469418A}" presName="rootComposite" presStyleCnt="0"/>
      <dgm:spPr/>
      <dgm:t>
        <a:bodyPr/>
        <a:lstStyle/>
        <a:p>
          <a:endParaRPr lang="en-US"/>
        </a:p>
      </dgm:t>
    </dgm:pt>
    <dgm:pt modelId="{A74E8A34-76DB-45FC-B263-A87F04C5FABB}" type="pres">
      <dgm:prSet presAssocID="{7E29B67D-D90A-47C1-9F9B-A2569469418A}" presName="rootText" presStyleLbl="node3" presStyleIdx="9" presStyleCnt="12">
        <dgm:presLayoutVars>
          <dgm:chPref val="3"/>
        </dgm:presLayoutVars>
      </dgm:prSet>
      <dgm:spPr/>
      <dgm:t>
        <a:bodyPr/>
        <a:lstStyle/>
        <a:p>
          <a:endParaRPr lang="en-US"/>
        </a:p>
      </dgm:t>
    </dgm:pt>
    <dgm:pt modelId="{48EC9342-B333-4575-888D-F427AAE8EE8C}" type="pres">
      <dgm:prSet presAssocID="{7E29B67D-D90A-47C1-9F9B-A2569469418A}" presName="rootConnector" presStyleLbl="node3" presStyleIdx="9" presStyleCnt="12"/>
      <dgm:spPr/>
      <dgm:t>
        <a:bodyPr/>
        <a:lstStyle/>
        <a:p>
          <a:endParaRPr lang="en-US"/>
        </a:p>
      </dgm:t>
    </dgm:pt>
    <dgm:pt modelId="{1E3D327F-E9F1-4CF4-A27D-02BD345D75C7}" type="pres">
      <dgm:prSet presAssocID="{7E29B67D-D90A-47C1-9F9B-A2569469418A}" presName="hierChild4" presStyleCnt="0"/>
      <dgm:spPr/>
      <dgm:t>
        <a:bodyPr/>
        <a:lstStyle/>
        <a:p>
          <a:endParaRPr lang="en-US"/>
        </a:p>
      </dgm:t>
    </dgm:pt>
    <dgm:pt modelId="{C1E8F0C9-FD0E-4FCC-AD2B-8FF46B87DED3}" type="pres">
      <dgm:prSet presAssocID="{7E29B67D-D90A-47C1-9F9B-A2569469418A}" presName="hierChild5" presStyleCnt="0"/>
      <dgm:spPr/>
      <dgm:t>
        <a:bodyPr/>
        <a:lstStyle/>
        <a:p>
          <a:endParaRPr lang="en-US"/>
        </a:p>
      </dgm:t>
    </dgm:pt>
    <dgm:pt modelId="{F3F6F0DE-E4F2-4A95-A357-17ED98B1A7AF}" type="pres">
      <dgm:prSet presAssocID="{6C7E0EA8-5558-4F1C-82EF-E1D87383AC6C}" presName="Name37" presStyleLbl="parChTrans1D3" presStyleIdx="10" presStyleCnt="12"/>
      <dgm:spPr/>
      <dgm:t>
        <a:bodyPr/>
        <a:lstStyle/>
        <a:p>
          <a:endParaRPr lang="en-US"/>
        </a:p>
      </dgm:t>
    </dgm:pt>
    <dgm:pt modelId="{C9EF857C-F25F-4811-97D5-98D41A469952}" type="pres">
      <dgm:prSet presAssocID="{4E4B7520-D9F0-49B0-ADFA-15AA5FEFE60B}" presName="hierRoot2" presStyleCnt="0">
        <dgm:presLayoutVars>
          <dgm:hierBranch val="init"/>
        </dgm:presLayoutVars>
      </dgm:prSet>
      <dgm:spPr/>
      <dgm:t>
        <a:bodyPr/>
        <a:lstStyle/>
        <a:p>
          <a:endParaRPr lang="en-US"/>
        </a:p>
      </dgm:t>
    </dgm:pt>
    <dgm:pt modelId="{9E881690-C6F5-4683-BEA5-451A29ED73DF}" type="pres">
      <dgm:prSet presAssocID="{4E4B7520-D9F0-49B0-ADFA-15AA5FEFE60B}" presName="rootComposite" presStyleCnt="0"/>
      <dgm:spPr/>
      <dgm:t>
        <a:bodyPr/>
        <a:lstStyle/>
        <a:p>
          <a:endParaRPr lang="en-US"/>
        </a:p>
      </dgm:t>
    </dgm:pt>
    <dgm:pt modelId="{A458A7A8-95C0-48AE-9BBD-DF8F2AF1FB3B}" type="pres">
      <dgm:prSet presAssocID="{4E4B7520-D9F0-49B0-ADFA-15AA5FEFE60B}" presName="rootText" presStyleLbl="node3" presStyleIdx="10" presStyleCnt="12">
        <dgm:presLayoutVars>
          <dgm:chPref val="3"/>
        </dgm:presLayoutVars>
      </dgm:prSet>
      <dgm:spPr/>
      <dgm:t>
        <a:bodyPr/>
        <a:lstStyle/>
        <a:p>
          <a:endParaRPr lang="en-US"/>
        </a:p>
      </dgm:t>
    </dgm:pt>
    <dgm:pt modelId="{0E7C5916-D1D9-4526-97E3-21AF4C94EFAD}" type="pres">
      <dgm:prSet presAssocID="{4E4B7520-D9F0-49B0-ADFA-15AA5FEFE60B}" presName="rootConnector" presStyleLbl="node3" presStyleIdx="10" presStyleCnt="12"/>
      <dgm:spPr/>
      <dgm:t>
        <a:bodyPr/>
        <a:lstStyle/>
        <a:p>
          <a:endParaRPr lang="en-US"/>
        </a:p>
      </dgm:t>
    </dgm:pt>
    <dgm:pt modelId="{6FD809C4-FD5B-4969-92B1-96FDDA1EF2BC}" type="pres">
      <dgm:prSet presAssocID="{4E4B7520-D9F0-49B0-ADFA-15AA5FEFE60B}" presName="hierChild4" presStyleCnt="0"/>
      <dgm:spPr/>
      <dgm:t>
        <a:bodyPr/>
        <a:lstStyle/>
        <a:p>
          <a:endParaRPr lang="en-US"/>
        </a:p>
      </dgm:t>
    </dgm:pt>
    <dgm:pt modelId="{97D0CA85-4A43-49A2-BBFD-1DFCA93D3594}" type="pres">
      <dgm:prSet presAssocID="{4E4B7520-D9F0-49B0-ADFA-15AA5FEFE60B}" presName="hierChild5" presStyleCnt="0"/>
      <dgm:spPr/>
      <dgm:t>
        <a:bodyPr/>
        <a:lstStyle/>
        <a:p>
          <a:endParaRPr lang="en-US"/>
        </a:p>
      </dgm:t>
    </dgm:pt>
    <dgm:pt modelId="{39593EB0-5D53-48D9-9C16-2C5A23FF2520}" type="pres">
      <dgm:prSet presAssocID="{E8FB0499-B6DF-4E6F-AE24-D014505EB58B}" presName="Name37" presStyleLbl="parChTrans1D3" presStyleIdx="11" presStyleCnt="12"/>
      <dgm:spPr/>
      <dgm:t>
        <a:bodyPr/>
        <a:lstStyle/>
        <a:p>
          <a:endParaRPr lang="en-US"/>
        </a:p>
      </dgm:t>
    </dgm:pt>
    <dgm:pt modelId="{B4B6C9CE-3B9F-4F11-A3EB-A6FB49ADD8AC}" type="pres">
      <dgm:prSet presAssocID="{216B5C10-7F79-4FF7-848C-7724CA4B97F1}" presName="hierRoot2" presStyleCnt="0">
        <dgm:presLayoutVars>
          <dgm:hierBranch val="init"/>
        </dgm:presLayoutVars>
      </dgm:prSet>
      <dgm:spPr/>
      <dgm:t>
        <a:bodyPr/>
        <a:lstStyle/>
        <a:p>
          <a:endParaRPr lang="en-US"/>
        </a:p>
      </dgm:t>
    </dgm:pt>
    <dgm:pt modelId="{7CA598DB-3163-4D97-9A18-51660DD9B39C}" type="pres">
      <dgm:prSet presAssocID="{216B5C10-7F79-4FF7-848C-7724CA4B97F1}" presName="rootComposite" presStyleCnt="0"/>
      <dgm:spPr/>
      <dgm:t>
        <a:bodyPr/>
        <a:lstStyle/>
        <a:p>
          <a:endParaRPr lang="en-US"/>
        </a:p>
      </dgm:t>
    </dgm:pt>
    <dgm:pt modelId="{EBD14F6C-EF5D-431C-AD39-0C3F0C82EE4A}" type="pres">
      <dgm:prSet presAssocID="{216B5C10-7F79-4FF7-848C-7724CA4B97F1}" presName="rootText" presStyleLbl="node3" presStyleIdx="11" presStyleCnt="12">
        <dgm:presLayoutVars>
          <dgm:chPref val="3"/>
        </dgm:presLayoutVars>
      </dgm:prSet>
      <dgm:spPr/>
      <dgm:t>
        <a:bodyPr/>
        <a:lstStyle/>
        <a:p>
          <a:endParaRPr lang="en-US"/>
        </a:p>
      </dgm:t>
    </dgm:pt>
    <dgm:pt modelId="{81F52EB0-6259-4130-868F-7B824CE5ACD6}" type="pres">
      <dgm:prSet presAssocID="{216B5C10-7F79-4FF7-848C-7724CA4B97F1}" presName="rootConnector" presStyleLbl="node3" presStyleIdx="11" presStyleCnt="12"/>
      <dgm:spPr/>
      <dgm:t>
        <a:bodyPr/>
        <a:lstStyle/>
        <a:p>
          <a:endParaRPr lang="en-US"/>
        </a:p>
      </dgm:t>
    </dgm:pt>
    <dgm:pt modelId="{DAE9E3FC-15FA-4DCB-B844-AAB1468CDCD9}" type="pres">
      <dgm:prSet presAssocID="{216B5C10-7F79-4FF7-848C-7724CA4B97F1}" presName="hierChild4" presStyleCnt="0"/>
      <dgm:spPr/>
      <dgm:t>
        <a:bodyPr/>
        <a:lstStyle/>
        <a:p>
          <a:endParaRPr lang="en-US"/>
        </a:p>
      </dgm:t>
    </dgm:pt>
    <dgm:pt modelId="{C12ED08B-28B2-493D-A153-C0E0EC5D22B6}" type="pres">
      <dgm:prSet presAssocID="{216B5C10-7F79-4FF7-848C-7724CA4B97F1}" presName="hierChild5" presStyleCnt="0"/>
      <dgm:spPr/>
      <dgm:t>
        <a:bodyPr/>
        <a:lstStyle/>
        <a:p>
          <a:endParaRPr lang="en-US"/>
        </a:p>
      </dgm:t>
    </dgm:pt>
    <dgm:pt modelId="{EEF898F0-A212-4CF0-B5B9-DD13F6D718A3}" type="pres">
      <dgm:prSet presAssocID="{2EB0C251-BDE4-4556-854B-89B293F3BDCC}" presName="hierChild5" presStyleCnt="0"/>
      <dgm:spPr/>
      <dgm:t>
        <a:bodyPr/>
        <a:lstStyle/>
        <a:p>
          <a:endParaRPr lang="en-US"/>
        </a:p>
      </dgm:t>
    </dgm:pt>
    <dgm:pt modelId="{DA6CC1E9-42AF-458C-9FE7-4FAFD9E4ED2D}" type="pres">
      <dgm:prSet presAssocID="{9F4FDE35-924D-4F50-A93F-A420015DAB45}" presName="Name37" presStyleLbl="parChTrans1D2" presStyleIdx="4" presStyleCnt="5"/>
      <dgm:spPr/>
      <dgm:t>
        <a:bodyPr/>
        <a:lstStyle/>
        <a:p>
          <a:endParaRPr lang="en-US"/>
        </a:p>
      </dgm:t>
    </dgm:pt>
    <dgm:pt modelId="{73A4DE31-DD8C-4299-813E-C3D5A6000977}" type="pres">
      <dgm:prSet presAssocID="{0530E23D-78FF-45FD-B179-5B108C4E8FCC}" presName="hierRoot2" presStyleCnt="0">
        <dgm:presLayoutVars>
          <dgm:hierBranch val="init"/>
        </dgm:presLayoutVars>
      </dgm:prSet>
      <dgm:spPr/>
      <dgm:t>
        <a:bodyPr/>
        <a:lstStyle/>
        <a:p>
          <a:endParaRPr lang="en-US"/>
        </a:p>
      </dgm:t>
    </dgm:pt>
    <dgm:pt modelId="{3549F6A6-1031-489B-8206-E6A5A573FEAB}" type="pres">
      <dgm:prSet presAssocID="{0530E23D-78FF-45FD-B179-5B108C4E8FCC}" presName="rootComposite" presStyleCnt="0"/>
      <dgm:spPr/>
      <dgm:t>
        <a:bodyPr/>
        <a:lstStyle/>
        <a:p>
          <a:endParaRPr lang="en-US"/>
        </a:p>
      </dgm:t>
    </dgm:pt>
    <dgm:pt modelId="{BE6EC79C-048D-447F-94C7-5F0AEBC05CD7}" type="pres">
      <dgm:prSet presAssocID="{0530E23D-78FF-45FD-B179-5B108C4E8FCC}" presName="rootText" presStyleLbl="node2" presStyleIdx="4" presStyleCnt="5">
        <dgm:presLayoutVars>
          <dgm:chPref val="3"/>
        </dgm:presLayoutVars>
      </dgm:prSet>
      <dgm:spPr/>
      <dgm:t>
        <a:bodyPr/>
        <a:lstStyle/>
        <a:p>
          <a:endParaRPr lang="en-US"/>
        </a:p>
      </dgm:t>
    </dgm:pt>
    <dgm:pt modelId="{C66E4641-9C1F-478D-9B71-D289E1FA1098}" type="pres">
      <dgm:prSet presAssocID="{0530E23D-78FF-45FD-B179-5B108C4E8FCC}" presName="rootConnector" presStyleLbl="node2" presStyleIdx="4" presStyleCnt="5"/>
      <dgm:spPr/>
      <dgm:t>
        <a:bodyPr/>
        <a:lstStyle/>
        <a:p>
          <a:endParaRPr lang="en-US"/>
        </a:p>
      </dgm:t>
    </dgm:pt>
    <dgm:pt modelId="{FBE0A85D-BCA7-430D-BF2D-956EEDC0EE3F}" type="pres">
      <dgm:prSet presAssocID="{0530E23D-78FF-45FD-B179-5B108C4E8FCC}" presName="hierChild4" presStyleCnt="0"/>
      <dgm:spPr/>
      <dgm:t>
        <a:bodyPr/>
        <a:lstStyle/>
        <a:p>
          <a:endParaRPr lang="en-US"/>
        </a:p>
      </dgm:t>
    </dgm:pt>
    <dgm:pt modelId="{AA2DE4F2-444C-47AC-9338-25AD2D8DDAA9}" type="pres">
      <dgm:prSet presAssocID="{0530E23D-78FF-45FD-B179-5B108C4E8FCC}" presName="hierChild5" presStyleCnt="0"/>
      <dgm:spPr/>
      <dgm:t>
        <a:bodyPr/>
        <a:lstStyle/>
        <a:p>
          <a:endParaRPr lang="en-US"/>
        </a:p>
      </dgm:t>
    </dgm:pt>
    <dgm:pt modelId="{8D50CFE0-8F17-4811-865C-8AC149DB8637}" type="pres">
      <dgm:prSet presAssocID="{9FC1212F-A9DE-46CF-97C0-27B2850E877D}" presName="hierChild3" presStyleCnt="0"/>
      <dgm:spPr/>
      <dgm:t>
        <a:bodyPr/>
        <a:lstStyle/>
        <a:p>
          <a:endParaRPr lang="en-US"/>
        </a:p>
      </dgm:t>
    </dgm:pt>
  </dgm:ptLst>
  <dgm:cxnLst>
    <dgm:cxn modelId="{2A20DAAA-DE57-4D5E-A982-AF97A8429D13}" type="presOf" srcId="{216B5C10-7F79-4FF7-848C-7724CA4B97F1}" destId="{EBD14F6C-EF5D-431C-AD39-0C3F0C82EE4A}" srcOrd="0" destOrd="0" presId="urn:microsoft.com/office/officeart/2005/8/layout/orgChart1"/>
    <dgm:cxn modelId="{BEFEDF17-B9A1-42C1-A158-AD5FD706AC17}" type="presOf" srcId="{0530E23D-78FF-45FD-B179-5B108C4E8FCC}" destId="{BE6EC79C-048D-447F-94C7-5F0AEBC05CD7}" srcOrd="0" destOrd="0" presId="urn:microsoft.com/office/officeart/2005/8/layout/orgChart1"/>
    <dgm:cxn modelId="{93A0B669-ACA2-4B55-858A-B7D51FAB956F}" type="presOf" srcId="{47320AD3-5A0E-4C18-927C-338D87E30F91}" destId="{19EADFD3-7AC2-4212-B7CB-45F104CD1442}" srcOrd="0" destOrd="0" presId="urn:microsoft.com/office/officeart/2005/8/layout/orgChart1"/>
    <dgm:cxn modelId="{7E76805A-0036-463B-BAC7-9F09DF4F92F8}" srcId="{E20F13DB-FB72-4F00-A19A-212F02E55D95}" destId="{C570628D-EE6A-413C-9348-DA451193F688}" srcOrd="0" destOrd="0" parTransId="{9EB2F999-F8E3-47BF-8BFC-7635D79902D0}" sibTransId="{7A79BD04-3A12-4710-A372-CF7A5128C240}"/>
    <dgm:cxn modelId="{9718953C-6E02-4F09-8B38-6026FBA619E9}" type="presOf" srcId="{AFB00AEF-0040-4029-8903-E9D32F9B2852}" destId="{1E6AB8F8-F3C7-4B07-B358-2CE8EE72296B}" srcOrd="1" destOrd="0" presId="urn:microsoft.com/office/officeart/2005/8/layout/orgChart1"/>
    <dgm:cxn modelId="{7CEFF5CC-1B09-4901-BEB4-6BBBD1F54B92}" type="presOf" srcId="{6C7E0EA8-5558-4F1C-82EF-E1D87383AC6C}" destId="{F3F6F0DE-E4F2-4A95-A357-17ED98B1A7AF}" srcOrd="0" destOrd="0" presId="urn:microsoft.com/office/officeart/2005/8/layout/orgChart1"/>
    <dgm:cxn modelId="{EB438C3C-FDC6-451D-AC09-9D596CD28E2F}" type="presOf" srcId="{50921BD8-1743-4E5E-AD2A-4A39BBF83357}" destId="{8FC8682F-7BA3-4A12-84E0-1E6A3971F567}" srcOrd="0" destOrd="0" presId="urn:microsoft.com/office/officeart/2005/8/layout/orgChart1"/>
    <dgm:cxn modelId="{F5BDE17B-975B-4C64-AF12-897D090279F2}" type="presOf" srcId="{374A3EDE-0301-4F15-9D2C-BC762BFCB786}" destId="{68751DE7-C829-4E6D-BE93-A0A7E61B450A}" srcOrd="0" destOrd="0" presId="urn:microsoft.com/office/officeart/2005/8/layout/orgChart1"/>
    <dgm:cxn modelId="{6CD1C36C-9113-4E81-8E4A-816F15EA095C}" type="presOf" srcId="{0530E23D-78FF-45FD-B179-5B108C4E8FCC}" destId="{C66E4641-9C1F-478D-9B71-D289E1FA1098}" srcOrd="1" destOrd="0" presId="urn:microsoft.com/office/officeart/2005/8/layout/orgChart1"/>
    <dgm:cxn modelId="{BC2C3A6B-304F-4DD1-9A69-E8EB3A6179F1}" type="presOf" srcId="{1B0A9363-38A2-4C96-BA8F-49125154D15D}" destId="{C6DFA708-0D25-4AA1-9265-C276110F5EF1}" srcOrd="0" destOrd="0" presId="urn:microsoft.com/office/officeart/2005/8/layout/orgChart1"/>
    <dgm:cxn modelId="{296AF5AB-FFB8-49A1-B974-7AA80BDE3B61}" type="presOf" srcId="{7A2A6D83-A101-4F25-8184-AFB47D53DB28}" destId="{8A454C65-9D10-4B66-BB9B-FAE8F8D7C241}" srcOrd="0" destOrd="0" presId="urn:microsoft.com/office/officeart/2005/8/layout/orgChart1"/>
    <dgm:cxn modelId="{B2CE0A9F-68A0-4233-BC50-038D1CE5DBBF}" type="presOf" srcId="{70C24DED-4221-443F-A264-71B5369316E7}" destId="{65E7B7D0-41EC-42FD-A4A8-786E644AAFCB}" srcOrd="0" destOrd="0" presId="urn:microsoft.com/office/officeart/2005/8/layout/orgChart1"/>
    <dgm:cxn modelId="{2750BA94-12E7-46BA-A373-F0C9741C593E}" type="presOf" srcId="{AFB00AEF-0040-4029-8903-E9D32F9B2852}" destId="{B7B7549F-33CC-4264-ACED-07169E3A1C83}" srcOrd="0" destOrd="0" presId="urn:microsoft.com/office/officeart/2005/8/layout/orgChart1"/>
    <dgm:cxn modelId="{4AEEEF70-8A06-4870-AFD3-BCD18824C156}" type="presOf" srcId="{9EB2F999-F8E3-47BF-8BFC-7635D79902D0}" destId="{576831EC-0E16-4D60-B894-0852C656BC9E}" srcOrd="0" destOrd="0" presId="urn:microsoft.com/office/officeart/2005/8/layout/orgChart1"/>
    <dgm:cxn modelId="{C850041E-6388-4770-93FB-A82A78F497AC}" srcId="{374A3EDE-0301-4F15-9D2C-BC762BFCB786}" destId="{AFB00AEF-0040-4029-8903-E9D32F9B2852}" srcOrd="1" destOrd="0" parTransId="{5FE6009B-9D69-428E-B620-1CEA9729DDBA}" sibTransId="{32CE034A-69E2-4ADC-A0A0-25AEA88994E2}"/>
    <dgm:cxn modelId="{9957D130-BA25-460D-A8B2-6169AC9D6B73}" type="presOf" srcId="{4E4B7520-D9F0-49B0-ADFA-15AA5FEFE60B}" destId="{0E7C5916-D1D9-4526-97E3-21AF4C94EFAD}" srcOrd="1" destOrd="0" presId="urn:microsoft.com/office/officeart/2005/8/layout/orgChart1"/>
    <dgm:cxn modelId="{1BEF197F-C387-4EAF-88B9-F56F47AAD991}" srcId="{9FC1212F-A9DE-46CF-97C0-27B2850E877D}" destId="{FBD6F890-A215-43D5-B969-209BB6A83AA0}" srcOrd="0" destOrd="0" parTransId="{E5C1E6EC-EF3F-4519-A6F7-C73F59437425}" sibTransId="{2151D0E4-D832-4352-8D03-056DD2AF722E}"/>
    <dgm:cxn modelId="{AC7D2DCD-7FCE-42DE-9717-C90D7BF0A517}" type="presOf" srcId="{D5FF74E9-8EF2-4890-9521-20ED7073E860}" destId="{5613E1B3-51F2-4F9B-8211-E347D247AAC4}" srcOrd="0" destOrd="0" presId="urn:microsoft.com/office/officeart/2005/8/layout/orgChart1"/>
    <dgm:cxn modelId="{13C61FAF-3B9F-4411-A7B3-A3FF374E4C0B}" type="presOf" srcId="{2EB0C251-BDE4-4556-854B-89B293F3BDCC}" destId="{DBC3E753-67B0-4873-A4FB-4BFABC758CCC}" srcOrd="1" destOrd="0" presId="urn:microsoft.com/office/officeart/2005/8/layout/orgChart1"/>
    <dgm:cxn modelId="{1B00435B-21FF-4D3D-B6AC-9EB51C1BF13D}" type="presOf" srcId="{E20F13DB-FB72-4F00-A19A-212F02E55D95}" destId="{97E49DF7-315A-423F-AB1E-412BBF2B7825}" srcOrd="1" destOrd="0" presId="urn:microsoft.com/office/officeart/2005/8/layout/orgChart1"/>
    <dgm:cxn modelId="{F1965977-5CE0-436B-9375-80891C08447F}" type="presOf" srcId="{940C45F6-8C18-458E-9C14-A0D320E11B09}" destId="{FD88BFD7-3F23-4250-9656-2C8641F7835F}" srcOrd="1" destOrd="0" presId="urn:microsoft.com/office/officeart/2005/8/layout/orgChart1"/>
    <dgm:cxn modelId="{2450F5B8-B4E2-4DD7-92BF-DCF9085C7ED5}" type="presOf" srcId="{E5C1E6EC-EF3F-4519-A6F7-C73F59437425}" destId="{D1287146-4D25-46B4-A680-7330E6E61D79}" srcOrd="0" destOrd="0" presId="urn:microsoft.com/office/officeart/2005/8/layout/orgChart1"/>
    <dgm:cxn modelId="{6770D5F7-EC01-4DE3-BD13-31D63C05B812}" srcId="{FBD6F890-A215-43D5-B969-209BB6A83AA0}" destId="{1786C0D7-A375-49CB-9B4E-8200CA8A443E}" srcOrd="2" destOrd="0" parTransId="{8160CE0A-52B5-44BF-8E71-52E8A1C399C3}" sibTransId="{36D54539-DA4A-45C7-8840-D25922417AD9}"/>
    <dgm:cxn modelId="{2C277172-EC54-4B05-AEA7-5D52AA9BC8AD}" type="presOf" srcId="{E8FB0499-B6DF-4E6F-AE24-D014505EB58B}" destId="{39593EB0-5D53-48D9-9C16-2C5A23FF2520}" srcOrd="0" destOrd="0" presId="urn:microsoft.com/office/officeart/2005/8/layout/orgChart1"/>
    <dgm:cxn modelId="{3A4B5B70-708A-400F-9FE6-63575F11CE56}" srcId="{2EB0C251-BDE4-4556-854B-89B293F3BDCC}" destId="{7E29B67D-D90A-47C1-9F9B-A2569469418A}" srcOrd="0" destOrd="0" parTransId="{99B57EEB-1426-4949-BD56-53373095222F}" sibTransId="{3AB5E2B8-3297-4EA3-B8AE-BBFB785E26C1}"/>
    <dgm:cxn modelId="{3189F14E-7AAD-408E-8CBC-AFA1C82F940E}" type="presOf" srcId="{E20F13DB-FB72-4F00-A19A-212F02E55D95}" destId="{81843FFF-1D6E-4431-8281-AE6DCF47F240}" srcOrd="0" destOrd="0" presId="urn:microsoft.com/office/officeart/2005/8/layout/orgChart1"/>
    <dgm:cxn modelId="{110EE7B6-3B02-483A-88DD-6CA7544B88D6}" type="presOf" srcId="{374A3EDE-0301-4F15-9D2C-BC762BFCB786}" destId="{270BE485-88D8-4984-87BA-BC8DEAD8A77B}" srcOrd="1" destOrd="0" presId="urn:microsoft.com/office/officeart/2005/8/layout/orgChart1"/>
    <dgm:cxn modelId="{C5160A37-8322-49B6-A677-AF662C27B0F2}" type="presOf" srcId="{7E29B67D-D90A-47C1-9F9B-A2569469418A}" destId="{48EC9342-B333-4575-888D-F427AAE8EE8C}" srcOrd="1" destOrd="0" presId="urn:microsoft.com/office/officeart/2005/8/layout/orgChart1"/>
    <dgm:cxn modelId="{D58E03F1-4D66-49D7-AA4B-4FE74814C5D5}" type="presOf" srcId="{88BA0801-A318-4A41-B1AA-30E4D5769F77}" destId="{10257C47-804A-4448-92FA-4A7EA962007C}" srcOrd="0" destOrd="0" presId="urn:microsoft.com/office/officeart/2005/8/layout/orgChart1"/>
    <dgm:cxn modelId="{960366D2-08FD-4E9A-B764-1FAEDB3A7729}" type="presOf" srcId="{4E4B7520-D9F0-49B0-ADFA-15AA5FEFE60B}" destId="{A458A7A8-95C0-48AE-9BBD-DF8F2AF1FB3B}" srcOrd="0" destOrd="0" presId="urn:microsoft.com/office/officeart/2005/8/layout/orgChart1"/>
    <dgm:cxn modelId="{98CA7460-E3EE-4DF8-A841-CDDFA60D913D}" type="presOf" srcId="{216B5C10-7F79-4FF7-848C-7724CA4B97F1}" destId="{81F52EB0-6259-4130-868F-7B824CE5ACD6}" srcOrd="1" destOrd="0" presId="urn:microsoft.com/office/officeart/2005/8/layout/orgChart1"/>
    <dgm:cxn modelId="{EE9338EE-C804-421E-8C61-55484ADB9331}" type="presOf" srcId="{7E29B67D-D90A-47C1-9F9B-A2569469418A}" destId="{A74E8A34-76DB-45FC-B263-A87F04C5FABB}" srcOrd="0" destOrd="0" presId="urn:microsoft.com/office/officeart/2005/8/layout/orgChart1"/>
    <dgm:cxn modelId="{BF6CC894-7F00-40A0-BDC5-ABBF169782B5}" srcId="{E20F13DB-FB72-4F00-A19A-212F02E55D95}" destId="{75B8C361-2221-4B89-87B0-F3023E7E14FD}" srcOrd="2" destOrd="0" parTransId="{50DC0FE7-B044-47A8-AEAE-6B4BC423D986}" sibTransId="{7A3DD8DC-1560-40C5-A422-23EB77539081}"/>
    <dgm:cxn modelId="{4CF102AB-8078-4EB0-A28F-66963A11139F}" srcId="{374A3EDE-0301-4F15-9D2C-BC762BFCB786}" destId="{ED04AFAE-5799-47E3-B0DA-9435962367E2}" srcOrd="2" destOrd="0" parTransId="{135798F2-AF17-43D4-B576-B8336B1CC4F0}" sibTransId="{47D7EC17-4E92-4745-A1FA-0C27BAAB63CA}"/>
    <dgm:cxn modelId="{7490FD46-409B-4E67-94AC-4CDA7CA99243}" type="presOf" srcId="{1786C0D7-A375-49CB-9B4E-8200CA8A443E}" destId="{43FE488A-98CD-47BA-9B93-13672EF30D38}" srcOrd="1" destOrd="0" presId="urn:microsoft.com/office/officeart/2005/8/layout/orgChart1"/>
    <dgm:cxn modelId="{76181325-1491-434D-AD23-AE882D1C6410}" type="presOf" srcId="{C570628D-EE6A-413C-9348-DA451193F688}" destId="{46B62160-E22E-4D37-A7F2-23A4A652CA83}" srcOrd="1" destOrd="0" presId="urn:microsoft.com/office/officeart/2005/8/layout/orgChart1"/>
    <dgm:cxn modelId="{A4A5871A-1F37-4BFB-A561-9935DD0001A9}" type="presOf" srcId="{88BA0801-A318-4A41-B1AA-30E4D5769F77}" destId="{97BCF88E-4ED4-4B0C-B065-C4EA5544A299}" srcOrd="1" destOrd="0" presId="urn:microsoft.com/office/officeart/2005/8/layout/orgChart1"/>
    <dgm:cxn modelId="{7D85A0C1-78D3-44F7-8841-0B1E1E8A242F}" type="presOf" srcId="{1786C0D7-A375-49CB-9B4E-8200CA8A443E}" destId="{7C2B11E8-C5E0-4CC4-B5BD-845AB46C57D7}" srcOrd="0" destOrd="0" presId="urn:microsoft.com/office/officeart/2005/8/layout/orgChart1"/>
    <dgm:cxn modelId="{538CE16A-A3A2-45CF-9C91-6A32541E9B01}" type="presOf" srcId="{6E1457C7-8F8A-4575-9D42-52E5785EE665}" destId="{2832BDBB-80B0-4DFE-A7FE-7EC47A8D0E23}" srcOrd="0" destOrd="0" presId="urn:microsoft.com/office/officeart/2005/8/layout/orgChart1"/>
    <dgm:cxn modelId="{1652C6E6-14FC-4B16-AE92-D2419A91010C}" type="presOf" srcId="{135798F2-AF17-43D4-B576-B8336B1CC4F0}" destId="{43023BD5-EFE1-4727-B23C-C5664FDD9773}" srcOrd="0" destOrd="0" presId="urn:microsoft.com/office/officeart/2005/8/layout/orgChart1"/>
    <dgm:cxn modelId="{7E656D0E-34D4-400F-B072-387F0D023279}" srcId="{FBD6F890-A215-43D5-B969-209BB6A83AA0}" destId="{B19695A3-1C36-40C8-81C8-DACD7B6FEBB7}" srcOrd="1" destOrd="0" parTransId="{6E1457C7-8F8A-4575-9D42-52E5785EE665}" sibTransId="{5C1E0251-E6A3-4C4D-AEF4-AD5CDED2DF50}"/>
    <dgm:cxn modelId="{8AD6D9E7-79C5-4545-8EF7-0CE91CA3C800}" type="presOf" srcId="{FBD6F890-A215-43D5-B969-209BB6A83AA0}" destId="{31C88419-C770-4856-8E3C-6A458174332B}" srcOrd="1" destOrd="0" presId="urn:microsoft.com/office/officeart/2005/8/layout/orgChart1"/>
    <dgm:cxn modelId="{983EF31B-1BFF-4781-BC20-875BBC4210C2}" type="presOf" srcId="{5FE6009B-9D69-428E-B620-1CEA9729DDBA}" destId="{4F88E53E-0F43-42C0-AEE2-22F2493A9213}" srcOrd="0" destOrd="0" presId="urn:microsoft.com/office/officeart/2005/8/layout/orgChart1"/>
    <dgm:cxn modelId="{E2092382-612C-4BF1-96C0-5FF3DC801606}" srcId="{50921BD8-1743-4E5E-AD2A-4A39BBF83357}" destId="{9FC1212F-A9DE-46CF-97C0-27B2850E877D}" srcOrd="0" destOrd="0" parTransId="{D4ECA695-5A3A-4DE3-846B-526C315EBD90}" sibTransId="{D83E8294-1333-45D2-845D-57D5D451E034}"/>
    <dgm:cxn modelId="{73D57029-FD0F-4590-9D3E-1549FA931611}" type="presOf" srcId="{B19695A3-1C36-40C8-81C8-DACD7B6FEBB7}" destId="{51A0A06F-9083-4B64-BF1F-208488A17DF3}" srcOrd="0" destOrd="0" presId="urn:microsoft.com/office/officeart/2005/8/layout/orgChart1"/>
    <dgm:cxn modelId="{22B1C45D-F8B8-4E9F-B13A-A6A5E360B0A0}" srcId="{FBD6F890-A215-43D5-B969-209BB6A83AA0}" destId="{F9C4B6B4-A139-4902-9662-8147AFA16526}" srcOrd="0" destOrd="0" parTransId="{D9409E77-2445-4A24-9613-860621829690}" sibTransId="{DC340AC2-3F52-48A9-A8D0-D6D894912B2E}"/>
    <dgm:cxn modelId="{8A6BE14E-39DA-4843-8D64-6259C548AB59}" type="presOf" srcId="{D9409E77-2445-4A24-9613-860621829690}" destId="{5D19C2DB-DB4C-47B7-8D03-D32EDB4CA6C2}" srcOrd="0" destOrd="0" presId="urn:microsoft.com/office/officeart/2005/8/layout/orgChart1"/>
    <dgm:cxn modelId="{8640D1C9-A8F8-454D-B98C-97430253F317}" type="presOf" srcId="{FBD6F890-A215-43D5-B969-209BB6A83AA0}" destId="{7BFD6437-FE06-4672-9344-DC2FC2BEB605}" srcOrd="0" destOrd="0" presId="urn:microsoft.com/office/officeart/2005/8/layout/orgChart1"/>
    <dgm:cxn modelId="{8E692530-DB31-42D0-A162-C7D623162768}" srcId="{9FC1212F-A9DE-46CF-97C0-27B2850E877D}" destId="{374A3EDE-0301-4F15-9D2C-BC762BFCB786}" srcOrd="2" destOrd="0" parTransId="{70C24DED-4221-443F-A264-71B5369316E7}" sibTransId="{4E5A3225-9557-40E4-BD1A-D36AB948083C}"/>
    <dgm:cxn modelId="{6F0DAFA2-6557-4C46-8C59-2CF33919FCC2}" type="presOf" srcId="{2EB0C251-BDE4-4556-854B-89B293F3BDCC}" destId="{5E71BA9E-1F97-4803-98D4-F673EF490CBC}" srcOrd="0" destOrd="0" presId="urn:microsoft.com/office/officeart/2005/8/layout/orgChart1"/>
    <dgm:cxn modelId="{80D10941-9701-45C8-98CD-5B64EADC61CD}" type="presOf" srcId="{75B8C361-2221-4B89-87B0-F3023E7E14FD}" destId="{ECC9FE9A-4EBC-471B-83B9-3FE61E4BE008}" srcOrd="0" destOrd="0" presId="urn:microsoft.com/office/officeart/2005/8/layout/orgChart1"/>
    <dgm:cxn modelId="{9C075961-55A6-4F72-BEBC-19EB4E4F3F59}" type="presOf" srcId="{940C45F6-8C18-458E-9C14-A0D320E11B09}" destId="{815DB7CD-0AB6-43B7-98B5-78DD1A813FAC}" srcOrd="0" destOrd="0" presId="urn:microsoft.com/office/officeart/2005/8/layout/orgChart1"/>
    <dgm:cxn modelId="{E8B750DA-5530-47E7-90AD-B11D27119BB2}" type="presOf" srcId="{ED04AFAE-5799-47E3-B0DA-9435962367E2}" destId="{17319907-0A90-471A-A91D-50028E476851}" srcOrd="1" destOrd="0" presId="urn:microsoft.com/office/officeart/2005/8/layout/orgChart1"/>
    <dgm:cxn modelId="{24621E4F-2293-4795-AE38-286C9EF8D397}" srcId="{9FC1212F-A9DE-46CF-97C0-27B2850E877D}" destId="{0530E23D-78FF-45FD-B179-5B108C4E8FCC}" srcOrd="4" destOrd="0" parTransId="{9F4FDE35-924D-4F50-A93F-A420015DAB45}" sibTransId="{8A22542E-F19D-4898-B40E-CE59DD5C06F6}"/>
    <dgm:cxn modelId="{25C4C201-21C8-4C2D-B195-0DB67B2F800D}" srcId="{374A3EDE-0301-4F15-9D2C-BC762BFCB786}" destId="{940C45F6-8C18-458E-9C14-A0D320E11B09}" srcOrd="0" destOrd="0" parTransId="{D5FF74E9-8EF2-4890-9521-20ED7073E860}" sibTransId="{22F6D784-871D-4135-B1A0-CA36DAB6D432}"/>
    <dgm:cxn modelId="{79BFDCFF-6CBF-4F02-8F83-841DB2244E7D}" type="presOf" srcId="{75B8C361-2221-4B89-87B0-F3023E7E14FD}" destId="{03571C63-E946-4C31-B0F8-B5B64A125526}" srcOrd="1" destOrd="0" presId="urn:microsoft.com/office/officeart/2005/8/layout/orgChart1"/>
    <dgm:cxn modelId="{1E928AC6-A10E-4CE5-8E03-9E9977A53F13}" type="presOf" srcId="{B19695A3-1C36-40C8-81C8-DACD7B6FEBB7}" destId="{A1EEBBDD-F2E9-4C28-A9A5-0009780A3009}" srcOrd="1" destOrd="0" presId="urn:microsoft.com/office/officeart/2005/8/layout/orgChart1"/>
    <dgm:cxn modelId="{DCADA064-3E07-4F2A-9998-D5954C190273}" type="presOf" srcId="{8160CE0A-52B5-44BF-8E71-52E8A1C399C3}" destId="{CC1F72F7-D610-46B2-9C2D-B79FA8B02FEA}" srcOrd="0" destOrd="0" presId="urn:microsoft.com/office/officeart/2005/8/layout/orgChart1"/>
    <dgm:cxn modelId="{90DFC28F-FFD6-491D-87BC-52172EC5A909}" type="presOf" srcId="{9F4FDE35-924D-4F50-A93F-A420015DAB45}" destId="{DA6CC1E9-42AF-458C-9FE7-4FAFD9E4ED2D}" srcOrd="0" destOrd="0" presId="urn:microsoft.com/office/officeart/2005/8/layout/orgChart1"/>
    <dgm:cxn modelId="{CA679B10-603E-42BD-A17B-13F041FC4EAB}" type="presOf" srcId="{C570628D-EE6A-413C-9348-DA451193F688}" destId="{8BBDDD57-F717-4CC1-BC99-6B1F29017EAF}" srcOrd="0" destOrd="0" presId="urn:microsoft.com/office/officeart/2005/8/layout/orgChart1"/>
    <dgm:cxn modelId="{D38EB3AE-4302-4F15-9891-4567C4A39AD9}" type="presOf" srcId="{ED04AFAE-5799-47E3-B0DA-9435962367E2}" destId="{ED48CF19-DDA4-432F-BA0D-88ABB815EFF8}" srcOrd="0" destOrd="0" presId="urn:microsoft.com/office/officeart/2005/8/layout/orgChart1"/>
    <dgm:cxn modelId="{E2A4D54B-B94F-4932-AF2C-38AD1D71959D}" srcId="{E20F13DB-FB72-4F00-A19A-212F02E55D95}" destId="{88BA0801-A318-4A41-B1AA-30E4D5769F77}" srcOrd="1" destOrd="0" parTransId="{47320AD3-5A0E-4C18-927C-338D87E30F91}" sibTransId="{FCC2D55D-A95A-4C99-94C2-1F63267C0CCC}"/>
    <dgm:cxn modelId="{7053280B-6085-4853-AF20-AA551FAAC6C6}" type="presOf" srcId="{99B57EEB-1426-4949-BD56-53373095222F}" destId="{5092F990-B501-41BF-8BDA-76131FFE3CEC}" srcOrd="0" destOrd="0" presId="urn:microsoft.com/office/officeart/2005/8/layout/orgChart1"/>
    <dgm:cxn modelId="{640231CF-AC3C-4906-AEC7-9945AEAFD4FB}" srcId="{9FC1212F-A9DE-46CF-97C0-27B2850E877D}" destId="{2EB0C251-BDE4-4556-854B-89B293F3BDCC}" srcOrd="3" destOrd="0" parTransId="{1B0A9363-38A2-4C96-BA8F-49125154D15D}" sibTransId="{89D7B114-3ECA-49D9-B42D-11AFC1EDC24F}"/>
    <dgm:cxn modelId="{D4F77644-BF12-49D8-8068-D0944060CF07}" type="presOf" srcId="{50DC0FE7-B044-47A8-AEAE-6B4BC423D986}" destId="{2F0AE643-C0CC-4E07-A9D4-A4B841EA1824}" srcOrd="0" destOrd="0" presId="urn:microsoft.com/office/officeart/2005/8/layout/orgChart1"/>
    <dgm:cxn modelId="{FE8469F3-E78B-46C6-AA07-0C2BA07D7ED2}" type="presOf" srcId="{F9C4B6B4-A139-4902-9662-8147AFA16526}" destId="{F24754C2-B098-4BFC-9FC1-8B05D2E1B791}" srcOrd="0" destOrd="0" presId="urn:microsoft.com/office/officeart/2005/8/layout/orgChart1"/>
    <dgm:cxn modelId="{E8AB2DB4-B71A-46A1-8BE1-741395F6D27D}" type="presOf" srcId="{F9C4B6B4-A139-4902-9662-8147AFA16526}" destId="{C0344055-2A02-4679-AFD3-1F767601100B}" srcOrd="1" destOrd="0" presId="urn:microsoft.com/office/officeart/2005/8/layout/orgChart1"/>
    <dgm:cxn modelId="{87AEE977-CF03-4E0A-A8A2-D09F62EA2513}" srcId="{2EB0C251-BDE4-4556-854B-89B293F3BDCC}" destId="{4E4B7520-D9F0-49B0-ADFA-15AA5FEFE60B}" srcOrd="1" destOrd="0" parTransId="{6C7E0EA8-5558-4F1C-82EF-E1D87383AC6C}" sibTransId="{2C319E21-DE87-405E-B019-A99E6F74E3AE}"/>
    <dgm:cxn modelId="{BA4F0BFD-60C3-4FE0-A30F-7195E312D145}" srcId="{9FC1212F-A9DE-46CF-97C0-27B2850E877D}" destId="{E20F13DB-FB72-4F00-A19A-212F02E55D95}" srcOrd="1" destOrd="0" parTransId="{7A2A6D83-A101-4F25-8184-AFB47D53DB28}" sibTransId="{6F2D9E26-AB92-4486-B1D5-1DD8BB7AD462}"/>
    <dgm:cxn modelId="{5DD7EF63-AE03-467A-A0FD-2D276460B5C8}" srcId="{2EB0C251-BDE4-4556-854B-89B293F3BDCC}" destId="{216B5C10-7F79-4FF7-848C-7724CA4B97F1}" srcOrd="2" destOrd="0" parTransId="{E8FB0499-B6DF-4E6F-AE24-D014505EB58B}" sibTransId="{27171AB1-5B00-457D-97FA-201C31157757}"/>
    <dgm:cxn modelId="{D61931C5-A147-4A0D-8B73-671F3DE50B42}" type="presOf" srcId="{9FC1212F-A9DE-46CF-97C0-27B2850E877D}" destId="{D0AA3983-86C9-4696-A764-2C6A1B91E41F}" srcOrd="0" destOrd="0" presId="urn:microsoft.com/office/officeart/2005/8/layout/orgChart1"/>
    <dgm:cxn modelId="{251C910F-73B8-4A39-8BC9-EF1A38E599C7}" type="presOf" srcId="{9FC1212F-A9DE-46CF-97C0-27B2850E877D}" destId="{9E798581-E3F6-47F1-B110-A8FD78D68A22}" srcOrd="1" destOrd="0" presId="urn:microsoft.com/office/officeart/2005/8/layout/orgChart1"/>
    <dgm:cxn modelId="{E68E217A-547B-4205-B849-78849BBA1291}" type="presParOf" srcId="{8FC8682F-7BA3-4A12-84E0-1E6A3971F567}" destId="{AB6C4915-A3A8-42CE-AD6C-ED8450930C75}" srcOrd="0" destOrd="0" presId="urn:microsoft.com/office/officeart/2005/8/layout/orgChart1"/>
    <dgm:cxn modelId="{4092F7BA-1DE1-497D-BBEC-29EF6EEB5AF5}" type="presParOf" srcId="{AB6C4915-A3A8-42CE-AD6C-ED8450930C75}" destId="{F9C0D795-8880-4F51-B6C8-519BB8DDC415}" srcOrd="0" destOrd="0" presId="urn:microsoft.com/office/officeart/2005/8/layout/orgChart1"/>
    <dgm:cxn modelId="{56E15E42-C58F-4B05-AA8E-C76750470225}" type="presParOf" srcId="{F9C0D795-8880-4F51-B6C8-519BB8DDC415}" destId="{D0AA3983-86C9-4696-A764-2C6A1B91E41F}" srcOrd="0" destOrd="0" presId="urn:microsoft.com/office/officeart/2005/8/layout/orgChart1"/>
    <dgm:cxn modelId="{A2946E8F-C7DF-40B9-AE9B-8CDA86D35E71}" type="presParOf" srcId="{F9C0D795-8880-4F51-B6C8-519BB8DDC415}" destId="{9E798581-E3F6-47F1-B110-A8FD78D68A22}" srcOrd="1" destOrd="0" presId="urn:microsoft.com/office/officeart/2005/8/layout/orgChart1"/>
    <dgm:cxn modelId="{536D0EBF-5DC9-4DDA-A0A6-48D235401503}" type="presParOf" srcId="{AB6C4915-A3A8-42CE-AD6C-ED8450930C75}" destId="{28C9399C-2699-4030-9D76-2503B6EA3D95}" srcOrd="1" destOrd="0" presId="urn:microsoft.com/office/officeart/2005/8/layout/orgChart1"/>
    <dgm:cxn modelId="{3793DEC0-D3B8-4A7D-8A20-636814DC70F0}" type="presParOf" srcId="{28C9399C-2699-4030-9D76-2503B6EA3D95}" destId="{D1287146-4D25-46B4-A680-7330E6E61D79}" srcOrd="0" destOrd="0" presId="urn:microsoft.com/office/officeart/2005/8/layout/orgChart1"/>
    <dgm:cxn modelId="{76851CE5-4C8F-4B8A-AF1A-484EE0A1BD3C}" type="presParOf" srcId="{28C9399C-2699-4030-9D76-2503B6EA3D95}" destId="{54CA47CF-C557-4F9A-97B9-E79D54948D6B}" srcOrd="1" destOrd="0" presId="urn:microsoft.com/office/officeart/2005/8/layout/orgChart1"/>
    <dgm:cxn modelId="{1F690CF4-4CD1-4363-935C-13C8019B5E9B}" type="presParOf" srcId="{54CA47CF-C557-4F9A-97B9-E79D54948D6B}" destId="{A85F3ECA-04AB-42B9-B80A-C59C26532DEE}" srcOrd="0" destOrd="0" presId="urn:microsoft.com/office/officeart/2005/8/layout/orgChart1"/>
    <dgm:cxn modelId="{73E22EA8-AB45-4B99-B219-26B675C7367B}" type="presParOf" srcId="{A85F3ECA-04AB-42B9-B80A-C59C26532DEE}" destId="{7BFD6437-FE06-4672-9344-DC2FC2BEB605}" srcOrd="0" destOrd="0" presId="urn:microsoft.com/office/officeart/2005/8/layout/orgChart1"/>
    <dgm:cxn modelId="{93B277E7-B67E-4FEE-B9D9-34D2C732AE23}" type="presParOf" srcId="{A85F3ECA-04AB-42B9-B80A-C59C26532DEE}" destId="{31C88419-C770-4856-8E3C-6A458174332B}" srcOrd="1" destOrd="0" presId="urn:microsoft.com/office/officeart/2005/8/layout/orgChart1"/>
    <dgm:cxn modelId="{CAC9FD7B-680B-4023-9B89-D5F44C199E44}" type="presParOf" srcId="{54CA47CF-C557-4F9A-97B9-E79D54948D6B}" destId="{AD8A91BE-A444-456C-B213-DA1461C063BB}" srcOrd="1" destOrd="0" presId="urn:microsoft.com/office/officeart/2005/8/layout/orgChart1"/>
    <dgm:cxn modelId="{FC9261BF-B554-45F4-A07B-158DA10B197E}" type="presParOf" srcId="{AD8A91BE-A444-456C-B213-DA1461C063BB}" destId="{5D19C2DB-DB4C-47B7-8D03-D32EDB4CA6C2}" srcOrd="0" destOrd="0" presId="urn:microsoft.com/office/officeart/2005/8/layout/orgChart1"/>
    <dgm:cxn modelId="{84D7418A-6AC9-4BEA-A9CA-20E0E6489DEA}" type="presParOf" srcId="{AD8A91BE-A444-456C-B213-DA1461C063BB}" destId="{4A5DDDD9-4534-475F-8CE9-449A4187F2BD}" srcOrd="1" destOrd="0" presId="urn:microsoft.com/office/officeart/2005/8/layout/orgChart1"/>
    <dgm:cxn modelId="{B6A59678-7AA7-4040-999D-2BC661D0BD32}" type="presParOf" srcId="{4A5DDDD9-4534-475F-8CE9-449A4187F2BD}" destId="{8F1B9B5F-94F7-41A2-BD13-A9FC912CE3CF}" srcOrd="0" destOrd="0" presId="urn:microsoft.com/office/officeart/2005/8/layout/orgChart1"/>
    <dgm:cxn modelId="{4FEA58A7-9972-4E10-8D0D-7297F82D47B7}" type="presParOf" srcId="{8F1B9B5F-94F7-41A2-BD13-A9FC912CE3CF}" destId="{F24754C2-B098-4BFC-9FC1-8B05D2E1B791}" srcOrd="0" destOrd="0" presId="urn:microsoft.com/office/officeart/2005/8/layout/orgChart1"/>
    <dgm:cxn modelId="{15329F5F-D1C4-437E-B53F-838EAC6FAC8F}" type="presParOf" srcId="{8F1B9B5F-94F7-41A2-BD13-A9FC912CE3CF}" destId="{C0344055-2A02-4679-AFD3-1F767601100B}" srcOrd="1" destOrd="0" presId="urn:microsoft.com/office/officeart/2005/8/layout/orgChart1"/>
    <dgm:cxn modelId="{EE2351E1-BA9A-43A5-9EA4-936D0E3AD267}" type="presParOf" srcId="{4A5DDDD9-4534-475F-8CE9-449A4187F2BD}" destId="{087E4467-B254-4FBC-8A74-ED8F49957F0F}" srcOrd="1" destOrd="0" presId="urn:microsoft.com/office/officeart/2005/8/layout/orgChart1"/>
    <dgm:cxn modelId="{1EF3A3FE-4337-4DC6-ACFC-CC249F739F03}" type="presParOf" srcId="{4A5DDDD9-4534-475F-8CE9-449A4187F2BD}" destId="{20DC28C5-0708-4805-BF6A-F21A1EC0B05E}" srcOrd="2" destOrd="0" presId="urn:microsoft.com/office/officeart/2005/8/layout/orgChart1"/>
    <dgm:cxn modelId="{ED2318B3-B4D3-4AFA-A4F1-A5B12E25316E}" type="presParOf" srcId="{AD8A91BE-A444-456C-B213-DA1461C063BB}" destId="{2832BDBB-80B0-4DFE-A7FE-7EC47A8D0E23}" srcOrd="2" destOrd="0" presId="urn:microsoft.com/office/officeart/2005/8/layout/orgChart1"/>
    <dgm:cxn modelId="{7013F707-4EB5-4330-B94C-B5E2F8D9D373}" type="presParOf" srcId="{AD8A91BE-A444-456C-B213-DA1461C063BB}" destId="{F628FFAA-52A1-4D29-8053-5C2BF7CC8B88}" srcOrd="3" destOrd="0" presId="urn:microsoft.com/office/officeart/2005/8/layout/orgChart1"/>
    <dgm:cxn modelId="{7B7B5381-51BF-4502-894B-074AAE206F85}" type="presParOf" srcId="{F628FFAA-52A1-4D29-8053-5C2BF7CC8B88}" destId="{A33D492C-97C2-4ECD-9013-AB6963D3E052}" srcOrd="0" destOrd="0" presId="urn:microsoft.com/office/officeart/2005/8/layout/orgChart1"/>
    <dgm:cxn modelId="{349FFDFD-CE36-49A4-872C-FBBEF75E87A1}" type="presParOf" srcId="{A33D492C-97C2-4ECD-9013-AB6963D3E052}" destId="{51A0A06F-9083-4B64-BF1F-208488A17DF3}" srcOrd="0" destOrd="0" presId="urn:microsoft.com/office/officeart/2005/8/layout/orgChart1"/>
    <dgm:cxn modelId="{E5FCB105-1490-4109-96DE-489B4E624C69}" type="presParOf" srcId="{A33D492C-97C2-4ECD-9013-AB6963D3E052}" destId="{A1EEBBDD-F2E9-4C28-A9A5-0009780A3009}" srcOrd="1" destOrd="0" presId="urn:microsoft.com/office/officeart/2005/8/layout/orgChart1"/>
    <dgm:cxn modelId="{657209CE-EFF4-492C-8795-45BB3F1C28D2}" type="presParOf" srcId="{F628FFAA-52A1-4D29-8053-5C2BF7CC8B88}" destId="{61AE455E-3240-4598-A401-DEC57837BBB5}" srcOrd="1" destOrd="0" presId="urn:microsoft.com/office/officeart/2005/8/layout/orgChart1"/>
    <dgm:cxn modelId="{EA92308C-355E-49DD-B18C-8E203E0D5C8D}" type="presParOf" srcId="{F628FFAA-52A1-4D29-8053-5C2BF7CC8B88}" destId="{D37582C6-D9F5-476A-B20E-366D219E905E}" srcOrd="2" destOrd="0" presId="urn:microsoft.com/office/officeart/2005/8/layout/orgChart1"/>
    <dgm:cxn modelId="{381003DC-C019-4616-8F35-57D486FEB750}" type="presParOf" srcId="{AD8A91BE-A444-456C-B213-DA1461C063BB}" destId="{CC1F72F7-D610-46B2-9C2D-B79FA8B02FEA}" srcOrd="4" destOrd="0" presId="urn:microsoft.com/office/officeart/2005/8/layout/orgChart1"/>
    <dgm:cxn modelId="{D426F762-0A47-4129-AAB0-AC15DA640F47}" type="presParOf" srcId="{AD8A91BE-A444-456C-B213-DA1461C063BB}" destId="{DBE49F9F-CAE7-4AD2-8DDD-28277536AAF5}" srcOrd="5" destOrd="0" presId="urn:microsoft.com/office/officeart/2005/8/layout/orgChart1"/>
    <dgm:cxn modelId="{96392F20-40C3-4E69-A8C3-2AAF679F6649}" type="presParOf" srcId="{DBE49F9F-CAE7-4AD2-8DDD-28277536AAF5}" destId="{EC6A3827-5DE1-43C4-BBF3-FF6C88F82718}" srcOrd="0" destOrd="0" presId="urn:microsoft.com/office/officeart/2005/8/layout/orgChart1"/>
    <dgm:cxn modelId="{AE0C929B-C177-48C5-BE63-1F72533754E2}" type="presParOf" srcId="{EC6A3827-5DE1-43C4-BBF3-FF6C88F82718}" destId="{7C2B11E8-C5E0-4CC4-B5BD-845AB46C57D7}" srcOrd="0" destOrd="0" presId="urn:microsoft.com/office/officeart/2005/8/layout/orgChart1"/>
    <dgm:cxn modelId="{C8EBA069-17CE-42D1-B7A1-A999A5D83D8D}" type="presParOf" srcId="{EC6A3827-5DE1-43C4-BBF3-FF6C88F82718}" destId="{43FE488A-98CD-47BA-9B93-13672EF30D38}" srcOrd="1" destOrd="0" presId="urn:microsoft.com/office/officeart/2005/8/layout/orgChart1"/>
    <dgm:cxn modelId="{8F69BC22-B345-478F-B9B4-AD4CDA43ED39}" type="presParOf" srcId="{DBE49F9F-CAE7-4AD2-8DDD-28277536AAF5}" destId="{5EED1E72-13B9-40C8-820D-1D2EA0AFF742}" srcOrd="1" destOrd="0" presId="urn:microsoft.com/office/officeart/2005/8/layout/orgChart1"/>
    <dgm:cxn modelId="{E57FA696-E9D2-4A85-A924-CD020040B2F2}" type="presParOf" srcId="{DBE49F9F-CAE7-4AD2-8DDD-28277536AAF5}" destId="{D848AD99-2716-43B7-96EA-094CEEA4934E}" srcOrd="2" destOrd="0" presId="urn:microsoft.com/office/officeart/2005/8/layout/orgChart1"/>
    <dgm:cxn modelId="{F2667206-B347-4B45-85AF-A654AE62F567}" type="presParOf" srcId="{54CA47CF-C557-4F9A-97B9-E79D54948D6B}" destId="{23B18A3D-C580-417B-9423-02F074F2F3B2}" srcOrd="2" destOrd="0" presId="urn:microsoft.com/office/officeart/2005/8/layout/orgChart1"/>
    <dgm:cxn modelId="{AF68DC7D-7660-4A8A-98C4-84CD5E3FC5B9}" type="presParOf" srcId="{28C9399C-2699-4030-9D76-2503B6EA3D95}" destId="{8A454C65-9D10-4B66-BB9B-FAE8F8D7C241}" srcOrd="2" destOrd="0" presId="urn:microsoft.com/office/officeart/2005/8/layout/orgChart1"/>
    <dgm:cxn modelId="{B2B09859-D26B-49D8-8A6A-271D6827DB83}" type="presParOf" srcId="{28C9399C-2699-4030-9D76-2503B6EA3D95}" destId="{E0A74A4E-A47F-4996-A159-E787BC8211C2}" srcOrd="3" destOrd="0" presId="urn:microsoft.com/office/officeart/2005/8/layout/orgChart1"/>
    <dgm:cxn modelId="{71A88D4D-4AAA-4759-B464-2C000FB3F88C}" type="presParOf" srcId="{E0A74A4E-A47F-4996-A159-E787BC8211C2}" destId="{7030A1F2-BFF1-4678-898D-D64FA650BDB7}" srcOrd="0" destOrd="0" presId="urn:microsoft.com/office/officeart/2005/8/layout/orgChart1"/>
    <dgm:cxn modelId="{3CFB9111-89BC-4694-91EC-2D5E879A7816}" type="presParOf" srcId="{7030A1F2-BFF1-4678-898D-D64FA650BDB7}" destId="{81843FFF-1D6E-4431-8281-AE6DCF47F240}" srcOrd="0" destOrd="0" presId="urn:microsoft.com/office/officeart/2005/8/layout/orgChart1"/>
    <dgm:cxn modelId="{D9E925D1-82F5-4524-8E7C-DBF768318D3F}" type="presParOf" srcId="{7030A1F2-BFF1-4678-898D-D64FA650BDB7}" destId="{97E49DF7-315A-423F-AB1E-412BBF2B7825}" srcOrd="1" destOrd="0" presId="urn:microsoft.com/office/officeart/2005/8/layout/orgChart1"/>
    <dgm:cxn modelId="{551C698F-D26B-4B2B-80BD-9B740108615D}" type="presParOf" srcId="{E0A74A4E-A47F-4996-A159-E787BC8211C2}" destId="{326A2660-E57B-4AEE-9F6D-A3773E110CAC}" srcOrd="1" destOrd="0" presId="urn:microsoft.com/office/officeart/2005/8/layout/orgChart1"/>
    <dgm:cxn modelId="{A461F084-3766-46A7-9D23-54C3DB5559EA}" type="presParOf" srcId="{326A2660-E57B-4AEE-9F6D-A3773E110CAC}" destId="{576831EC-0E16-4D60-B894-0852C656BC9E}" srcOrd="0" destOrd="0" presId="urn:microsoft.com/office/officeart/2005/8/layout/orgChart1"/>
    <dgm:cxn modelId="{3A805B63-D130-4611-8CCE-25D6252F8E34}" type="presParOf" srcId="{326A2660-E57B-4AEE-9F6D-A3773E110CAC}" destId="{B9A3B21B-9554-4EA6-A512-EB0FAD025437}" srcOrd="1" destOrd="0" presId="urn:microsoft.com/office/officeart/2005/8/layout/orgChart1"/>
    <dgm:cxn modelId="{C45FAF4F-160E-4CAA-B67A-663C49213265}" type="presParOf" srcId="{B9A3B21B-9554-4EA6-A512-EB0FAD025437}" destId="{6F61751E-24B6-4C46-9D1D-F3D813A5681B}" srcOrd="0" destOrd="0" presId="urn:microsoft.com/office/officeart/2005/8/layout/orgChart1"/>
    <dgm:cxn modelId="{FA7AF626-BA15-4D3B-B36B-18F4CB82ADD2}" type="presParOf" srcId="{6F61751E-24B6-4C46-9D1D-F3D813A5681B}" destId="{8BBDDD57-F717-4CC1-BC99-6B1F29017EAF}" srcOrd="0" destOrd="0" presId="urn:microsoft.com/office/officeart/2005/8/layout/orgChart1"/>
    <dgm:cxn modelId="{593A00E0-95D0-475E-8468-76972E9B1A47}" type="presParOf" srcId="{6F61751E-24B6-4C46-9D1D-F3D813A5681B}" destId="{46B62160-E22E-4D37-A7F2-23A4A652CA83}" srcOrd="1" destOrd="0" presId="urn:microsoft.com/office/officeart/2005/8/layout/orgChart1"/>
    <dgm:cxn modelId="{AC9390F8-0808-4D9C-8624-658454AD1745}" type="presParOf" srcId="{B9A3B21B-9554-4EA6-A512-EB0FAD025437}" destId="{33D81C6F-DC36-4443-9570-230B9C47EABB}" srcOrd="1" destOrd="0" presId="urn:microsoft.com/office/officeart/2005/8/layout/orgChart1"/>
    <dgm:cxn modelId="{06E85785-03CC-4846-8883-F475CD9DC631}" type="presParOf" srcId="{B9A3B21B-9554-4EA6-A512-EB0FAD025437}" destId="{EFB0E5D2-CDE8-4D3C-B088-7DC9338149FC}" srcOrd="2" destOrd="0" presId="urn:microsoft.com/office/officeart/2005/8/layout/orgChart1"/>
    <dgm:cxn modelId="{10F59BBD-A3C7-40BB-9E23-441C87F9C138}" type="presParOf" srcId="{326A2660-E57B-4AEE-9F6D-A3773E110CAC}" destId="{19EADFD3-7AC2-4212-B7CB-45F104CD1442}" srcOrd="2" destOrd="0" presId="urn:microsoft.com/office/officeart/2005/8/layout/orgChart1"/>
    <dgm:cxn modelId="{9E690D5A-813B-428A-B95A-899256D2D384}" type="presParOf" srcId="{326A2660-E57B-4AEE-9F6D-A3773E110CAC}" destId="{162713EC-FE4D-48A5-97EB-5AA626B6E8D8}" srcOrd="3" destOrd="0" presId="urn:microsoft.com/office/officeart/2005/8/layout/orgChart1"/>
    <dgm:cxn modelId="{4629E0D5-04A4-49E5-905A-9BD39CC1F0AE}" type="presParOf" srcId="{162713EC-FE4D-48A5-97EB-5AA626B6E8D8}" destId="{328836EC-E186-48C2-913B-D35EF61B22C7}" srcOrd="0" destOrd="0" presId="urn:microsoft.com/office/officeart/2005/8/layout/orgChart1"/>
    <dgm:cxn modelId="{DFA642D1-F10E-4C8D-B3FD-1C7016DC5E8B}" type="presParOf" srcId="{328836EC-E186-48C2-913B-D35EF61B22C7}" destId="{10257C47-804A-4448-92FA-4A7EA962007C}" srcOrd="0" destOrd="0" presId="urn:microsoft.com/office/officeart/2005/8/layout/orgChart1"/>
    <dgm:cxn modelId="{B55DFC8C-874D-4E20-ABA6-E73B35AC0EDC}" type="presParOf" srcId="{328836EC-E186-48C2-913B-D35EF61B22C7}" destId="{97BCF88E-4ED4-4B0C-B065-C4EA5544A299}" srcOrd="1" destOrd="0" presId="urn:microsoft.com/office/officeart/2005/8/layout/orgChart1"/>
    <dgm:cxn modelId="{075FDBE2-DCEF-4F76-8647-6EEFFDFA0896}" type="presParOf" srcId="{162713EC-FE4D-48A5-97EB-5AA626B6E8D8}" destId="{24ED18FE-C0B7-4312-B760-87A08DCAC039}" srcOrd="1" destOrd="0" presId="urn:microsoft.com/office/officeart/2005/8/layout/orgChart1"/>
    <dgm:cxn modelId="{6AF4918B-5ADB-469C-9DD9-1BE5E224D69A}" type="presParOf" srcId="{162713EC-FE4D-48A5-97EB-5AA626B6E8D8}" destId="{4555A08D-BA7C-4744-8490-EA37A0B88041}" srcOrd="2" destOrd="0" presId="urn:microsoft.com/office/officeart/2005/8/layout/orgChart1"/>
    <dgm:cxn modelId="{63EDE087-4E89-49BC-8E75-99811D351134}" type="presParOf" srcId="{326A2660-E57B-4AEE-9F6D-A3773E110CAC}" destId="{2F0AE643-C0CC-4E07-A9D4-A4B841EA1824}" srcOrd="4" destOrd="0" presId="urn:microsoft.com/office/officeart/2005/8/layout/orgChart1"/>
    <dgm:cxn modelId="{4D947632-5EF9-45C1-A0AD-3613E745E5D5}" type="presParOf" srcId="{326A2660-E57B-4AEE-9F6D-A3773E110CAC}" destId="{DCE4281F-14EA-4283-9B00-D9C3AF57FD35}" srcOrd="5" destOrd="0" presId="urn:microsoft.com/office/officeart/2005/8/layout/orgChart1"/>
    <dgm:cxn modelId="{8AA8C930-75D2-4BA5-A9C8-3B86F3FCEC03}" type="presParOf" srcId="{DCE4281F-14EA-4283-9B00-D9C3AF57FD35}" destId="{B66D1615-3851-4C7F-978C-AC5749D314C1}" srcOrd="0" destOrd="0" presId="urn:microsoft.com/office/officeart/2005/8/layout/orgChart1"/>
    <dgm:cxn modelId="{40084BFD-E039-4215-8C3B-76E0213C63DB}" type="presParOf" srcId="{B66D1615-3851-4C7F-978C-AC5749D314C1}" destId="{ECC9FE9A-4EBC-471B-83B9-3FE61E4BE008}" srcOrd="0" destOrd="0" presId="urn:microsoft.com/office/officeart/2005/8/layout/orgChart1"/>
    <dgm:cxn modelId="{11ECA33D-5AB6-4787-9B23-75F55389400A}" type="presParOf" srcId="{B66D1615-3851-4C7F-978C-AC5749D314C1}" destId="{03571C63-E946-4C31-B0F8-B5B64A125526}" srcOrd="1" destOrd="0" presId="urn:microsoft.com/office/officeart/2005/8/layout/orgChart1"/>
    <dgm:cxn modelId="{0E79EEC0-ABA0-4FF5-9608-539C9756FF82}" type="presParOf" srcId="{DCE4281F-14EA-4283-9B00-D9C3AF57FD35}" destId="{3A4DB344-A7CF-4CD8-886E-88479BC7F109}" srcOrd="1" destOrd="0" presId="urn:microsoft.com/office/officeart/2005/8/layout/orgChart1"/>
    <dgm:cxn modelId="{45BC66CD-559E-4373-BA35-AE7C8A451CD6}" type="presParOf" srcId="{DCE4281F-14EA-4283-9B00-D9C3AF57FD35}" destId="{C711277D-3DFE-40C3-A9E0-BD18C8C24B38}" srcOrd="2" destOrd="0" presId="urn:microsoft.com/office/officeart/2005/8/layout/orgChart1"/>
    <dgm:cxn modelId="{CF598984-9FE4-4E05-A574-AB9E3C3D110C}" type="presParOf" srcId="{E0A74A4E-A47F-4996-A159-E787BC8211C2}" destId="{F367F774-D39B-487D-A7E8-BAEA85D3700C}" srcOrd="2" destOrd="0" presId="urn:microsoft.com/office/officeart/2005/8/layout/orgChart1"/>
    <dgm:cxn modelId="{5B2EEC6E-F14F-49EF-8153-BDD252D315B9}" type="presParOf" srcId="{28C9399C-2699-4030-9D76-2503B6EA3D95}" destId="{65E7B7D0-41EC-42FD-A4A8-786E644AAFCB}" srcOrd="4" destOrd="0" presId="urn:microsoft.com/office/officeart/2005/8/layout/orgChart1"/>
    <dgm:cxn modelId="{95BEA58B-642F-4F3E-9812-6BDAF6E770A1}" type="presParOf" srcId="{28C9399C-2699-4030-9D76-2503B6EA3D95}" destId="{BF6FD4B8-8472-4FC2-A9B9-6EB805E966C7}" srcOrd="5" destOrd="0" presId="urn:microsoft.com/office/officeart/2005/8/layout/orgChart1"/>
    <dgm:cxn modelId="{EB6A910C-1F3B-4EB9-BA58-E096001A4EB9}" type="presParOf" srcId="{BF6FD4B8-8472-4FC2-A9B9-6EB805E966C7}" destId="{A2EBAD68-1D64-45EF-8368-745EF6377CF6}" srcOrd="0" destOrd="0" presId="urn:microsoft.com/office/officeart/2005/8/layout/orgChart1"/>
    <dgm:cxn modelId="{E3310EDD-5004-4C79-8BF4-9F426663CC22}" type="presParOf" srcId="{A2EBAD68-1D64-45EF-8368-745EF6377CF6}" destId="{68751DE7-C829-4E6D-BE93-A0A7E61B450A}" srcOrd="0" destOrd="0" presId="urn:microsoft.com/office/officeart/2005/8/layout/orgChart1"/>
    <dgm:cxn modelId="{F9632234-9BCD-4AE7-9C8B-13AC3229BE86}" type="presParOf" srcId="{A2EBAD68-1D64-45EF-8368-745EF6377CF6}" destId="{270BE485-88D8-4984-87BA-BC8DEAD8A77B}" srcOrd="1" destOrd="0" presId="urn:microsoft.com/office/officeart/2005/8/layout/orgChart1"/>
    <dgm:cxn modelId="{508B61B8-85DC-4E66-A684-3D57231A892B}" type="presParOf" srcId="{BF6FD4B8-8472-4FC2-A9B9-6EB805E966C7}" destId="{7F87E443-0751-4F76-ACCB-736DA8C0F504}" srcOrd="1" destOrd="0" presId="urn:microsoft.com/office/officeart/2005/8/layout/orgChart1"/>
    <dgm:cxn modelId="{5A009BDE-2DE3-472E-8FF1-009D70573268}" type="presParOf" srcId="{7F87E443-0751-4F76-ACCB-736DA8C0F504}" destId="{5613E1B3-51F2-4F9B-8211-E347D247AAC4}" srcOrd="0" destOrd="0" presId="urn:microsoft.com/office/officeart/2005/8/layout/orgChart1"/>
    <dgm:cxn modelId="{64E0D4BC-FEF8-451B-9092-0A01C9D1C4BB}" type="presParOf" srcId="{7F87E443-0751-4F76-ACCB-736DA8C0F504}" destId="{9A89C313-9750-4A39-B127-94A100AB8E1D}" srcOrd="1" destOrd="0" presId="urn:microsoft.com/office/officeart/2005/8/layout/orgChart1"/>
    <dgm:cxn modelId="{ADCD67E7-B6B1-4883-98B5-0D8F44FB772A}" type="presParOf" srcId="{9A89C313-9750-4A39-B127-94A100AB8E1D}" destId="{E3D232BD-9F9E-41F4-B620-33DE5786DA87}" srcOrd="0" destOrd="0" presId="urn:microsoft.com/office/officeart/2005/8/layout/orgChart1"/>
    <dgm:cxn modelId="{76959ED0-B5C0-4238-9802-A0444A3AE2A4}" type="presParOf" srcId="{E3D232BD-9F9E-41F4-B620-33DE5786DA87}" destId="{815DB7CD-0AB6-43B7-98B5-78DD1A813FAC}" srcOrd="0" destOrd="0" presId="urn:microsoft.com/office/officeart/2005/8/layout/orgChart1"/>
    <dgm:cxn modelId="{595FF2D2-F50F-4400-92D8-D55447DDCD9F}" type="presParOf" srcId="{E3D232BD-9F9E-41F4-B620-33DE5786DA87}" destId="{FD88BFD7-3F23-4250-9656-2C8641F7835F}" srcOrd="1" destOrd="0" presId="urn:microsoft.com/office/officeart/2005/8/layout/orgChart1"/>
    <dgm:cxn modelId="{A812F98F-FA17-4A6F-BB96-80664C01A9D2}" type="presParOf" srcId="{9A89C313-9750-4A39-B127-94A100AB8E1D}" destId="{48E5E4E5-838A-45A6-AB2C-7A65A1AACB20}" srcOrd="1" destOrd="0" presId="urn:microsoft.com/office/officeart/2005/8/layout/orgChart1"/>
    <dgm:cxn modelId="{3B0451CB-7653-4A39-825C-EA390BAF2595}" type="presParOf" srcId="{9A89C313-9750-4A39-B127-94A100AB8E1D}" destId="{BD2E885B-E79E-4E71-9CD6-7C0D0015542C}" srcOrd="2" destOrd="0" presId="urn:microsoft.com/office/officeart/2005/8/layout/orgChart1"/>
    <dgm:cxn modelId="{12912AAD-3A09-49AB-843A-5A8C1FC916FC}" type="presParOf" srcId="{7F87E443-0751-4F76-ACCB-736DA8C0F504}" destId="{4F88E53E-0F43-42C0-AEE2-22F2493A9213}" srcOrd="2" destOrd="0" presId="urn:microsoft.com/office/officeart/2005/8/layout/orgChart1"/>
    <dgm:cxn modelId="{512402E0-6D24-4492-A8FF-9D669194FCBD}" type="presParOf" srcId="{7F87E443-0751-4F76-ACCB-736DA8C0F504}" destId="{317D667A-B77D-48C1-AAD0-18E458390A6F}" srcOrd="3" destOrd="0" presId="urn:microsoft.com/office/officeart/2005/8/layout/orgChart1"/>
    <dgm:cxn modelId="{7DB5DC91-16F8-437C-B621-C1F4AD0BFBCE}" type="presParOf" srcId="{317D667A-B77D-48C1-AAD0-18E458390A6F}" destId="{841A28D4-EA9A-4A9F-AF1A-A26B9435B876}" srcOrd="0" destOrd="0" presId="urn:microsoft.com/office/officeart/2005/8/layout/orgChart1"/>
    <dgm:cxn modelId="{5BBBACF2-7533-4427-961B-5FCA32FAFCA2}" type="presParOf" srcId="{841A28D4-EA9A-4A9F-AF1A-A26B9435B876}" destId="{B7B7549F-33CC-4264-ACED-07169E3A1C83}" srcOrd="0" destOrd="0" presId="urn:microsoft.com/office/officeart/2005/8/layout/orgChart1"/>
    <dgm:cxn modelId="{AF09AAEB-D793-4B3F-ACB0-C117B54968F6}" type="presParOf" srcId="{841A28D4-EA9A-4A9F-AF1A-A26B9435B876}" destId="{1E6AB8F8-F3C7-4B07-B358-2CE8EE72296B}" srcOrd="1" destOrd="0" presId="urn:microsoft.com/office/officeart/2005/8/layout/orgChart1"/>
    <dgm:cxn modelId="{81066358-9A0D-411F-B6CA-35AC60273E3D}" type="presParOf" srcId="{317D667A-B77D-48C1-AAD0-18E458390A6F}" destId="{DE1A8637-406B-4CA9-8271-DF50D6C2E467}" srcOrd="1" destOrd="0" presId="urn:microsoft.com/office/officeart/2005/8/layout/orgChart1"/>
    <dgm:cxn modelId="{67A22CD7-2DA9-4FC0-946D-B4FF21A356A4}" type="presParOf" srcId="{317D667A-B77D-48C1-AAD0-18E458390A6F}" destId="{801A3BF6-CE75-4FE9-AD53-BE26B9838163}" srcOrd="2" destOrd="0" presId="urn:microsoft.com/office/officeart/2005/8/layout/orgChart1"/>
    <dgm:cxn modelId="{5C6BBF94-6E85-43EA-9043-249189998D7F}" type="presParOf" srcId="{7F87E443-0751-4F76-ACCB-736DA8C0F504}" destId="{43023BD5-EFE1-4727-B23C-C5664FDD9773}" srcOrd="4" destOrd="0" presId="urn:microsoft.com/office/officeart/2005/8/layout/orgChart1"/>
    <dgm:cxn modelId="{5B77D51A-035D-41AA-9077-75329567C2F9}" type="presParOf" srcId="{7F87E443-0751-4F76-ACCB-736DA8C0F504}" destId="{4972657B-5D31-424E-8D5C-DD408193CC65}" srcOrd="5" destOrd="0" presId="urn:microsoft.com/office/officeart/2005/8/layout/orgChart1"/>
    <dgm:cxn modelId="{8AF9BACA-D5BB-49C4-AEA6-A13B1905772E}" type="presParOf" srcId="{4972657B-5D31-424E-8D5C-DD408193CC65}" destId="{30BCA102-6E9C-4A40-AE4E-6E447F185D15}" srcOrd="0" destOrd="0" presId="urn:microsoft.com/office/officeart/2005/8/layout/orgChart1"/>
    <dgm:cxn modelId="{D738816B-A7DC-4F1E-8546-43AB92AFC7E4}" type="presParOf" srcId="{30BCA102-6E9C-4A40-AE4E-6E447F185D15}" destId="{ED48CF19-DDA4-432F-BA0D-88ABB815EFF8}" srcOrd="0" destOrd="0" presId="urn:microsoft.com/office/officeart/2005/8/layout/orgChart1"/>
    <dgm:cxn modelId="{1EEBB26A-D672-42A8-806F-DC9DC9420072}" type="presParOf" srcId="{30BCA102-6E9C-4A40-AE4E-6E447F185D15}" destId="{17319907-0A90-471A-A91D-50028E476851}" srcOrd="1" destOrd="0" presId="urn:microsoft.com/office/officeart/2005/8/layout/orgChart1"/>
    <dgm:cxn modelId="{89983627-FB29-4D20-86CF-98AEB97756A5}" type="presParOf" srcId="{4972657B-5D31-424E-8D5C-DD408193CC65}" destId="{F752914E-A4F6-41C0-80E1-49B1BEEB2683}" srcOrd="1" destOrd="0" presId="urn:microsoft.com/office/officeart/2005/8/layout/orgChart1"/>
    <dgm:cxn modelId="{AA583C55-3777-40F2-8212-BD2A3E67BD36}" type="presParOf" srcId="{4972657B-5D31-424E-8D5C-DD408193CC65}" destId="{8F9313F5-6A9F-4797-96A1-AC3BFDEC1EAD}" srcOrd="2" destOrd="0" presId="urn:microsoft.com/office/officeart/2005/8/layout/orgChart1"/>
    <dgm:cxn modelId="{2C9F4223-C0A4-4425-BB30-7EE3A6B47966}" type="presParOf" srcId="{BF6FD4B8-8472-4FC2-A9B9-6EB805E966C7}" destId="{B8FF03EA-49AE-4D8B-893D-3F41E4A50DB6}" srcOrd="2" destOrd="0" presId="urn:microsoft.com/office/officeart/2005/8/layout/orgChart1"/>
    <dgm:cxn modelId="{931A2DC9-7490-4824-9C10-7D88168C5AF8}" type="presParOf" srcId="{28C9399C-2699-4030-9D76-2503B6EA3D95}" destId="{C6DFA708-0D25-4AA1-9265-C276110F5EF1}" srcOrd="6" destOrd="0" presId="urn:microsoft.com/office/officeart/2005/8/layout/orgChart1"/>
    <dgm:cxn modelId="{E65AA6CD-B8BD-4EC5-9AE3-179B97F54F3E}" type="presParOf" srcId="{28C9399C-2699-4030-9D76-2503B6EA3D95}" destId="{164C7ED4-7706-4021-B36B-B551D492917B}" srcOrd="7" destOrd="0" presId="urn:microsoft.com/office/officeart/2005/8/layout/orgChart1"/>
    <dgm:cxn modelId="{5C7F4262-88C4-43E4-8F26-080D9D4B9BCA}" type="presParOf" srcId="{164C7ED4-7706-4021-B36B-B551D492917B}" destId="{73D17F28-BE24-4799-84B4-3CC811C5428D}" srcOrd="0" destOrd="0" presId="urn:microsoft.com/office/officeart/2005/8/layout/orgChart1"/>
    <dgm:cxn modelId="{93F930A5-4946-4ABA-B843-FF9F793C4F43}" type="presParOf" srcId="{73D17F28-BE24-4799-84B4-3CC811C5428D}" destId="{5E71BA9E-1F97-4803-98D4-F673EF490CBC}" srcOrd="0" destOrd="0" presId="urn:microsoft.com/office/officeart/2005/8/layout/orgChart1"/>
    <dgm:cxn modelId="{EFB94F21-758E-4582-9DD6-11950FD791A3}" type="presParOf" srcId="{73D17F28-BE24-4799-84B4-3CC811C5428D}" destId="{DBC3E753-67B0-4873-A4FB-4BFABC758CCC}" srcOrd="1" destOrd="0" presId="urn:microsoft.com/office/officeart/2005/8/layout/orgChart1"/>
    <dgm:cxn modelId="{E19D2564-B489-4252-95D6-E8FAFA551322}" type="presParOf" srcId="{164C7ED4-7706-4021-B36B-B551D492917B}" destId="{21599FF3-86C5-43AF-A27A-BBC6F3DA1379}" srcOrd="1" destOrd="0" presId="urn:microsoft.com/office/officeart/2005/8/layout/orgChart1"/>
    <dgm:cxn modelId="{0DC5A816-0611-476E-A02A-6167BB14D144}" type="presParOf" srcId="{21599FF3-86C5-43AF-A27A-BBC6F3DA1379}" destId="{5092F990-B501-41BF-8BDA-76131FFE3CEC}" srcOrd="0" destOrd="0" presId="urn:microsoft.com/office/officeart/2005/8/layout/orgChart1"/>
    <dgm:cxn modelId="{23E3B772-F92B-4779-9A25-F26C4F819E3D}" type="presParOf" srcId="{21599FF3-86C5-43AF-A27A-BBC6F3DA1379}" destId="{30C4B8E8-9923-4EF0-90A8-3135BEA42A9F}" srcOrd="1" destOrd="0" presId="urn:microsoft.com/office/officeart/2005/8/layout/orgChart1"/>
    <dgm:cxn modelId="{2950C849-C141-4F16-80C4-F8DB2E0BEB1E}" type="presParOf" srcId="{30C4B8E8-9923-4EF0-90A8-3135BEA42A9F}" destId="{69AF7432-86A2-4219-97A3-92DA6F93215C}" srcOrd="0" destOrd="0" presId="urn:microsoft.com/office/officeart/2005/8/layout/orgChart1"/>
    <dgm:cxn modelId="{A3B34771-99F9-499F-B9F5-F9BA8F0A0317}" type="presParOf" srcId="{69AF7432-86A2-4219-97A3-92DA6F93215C}" destId="{A74E8A34-76DB-45FC-B263-A87F04C5FABB}" srcOrd="0" destOrd="0" presId="urn:microsoft.com/office/officeart/2005/8/layout/orgChart1"/>
    <dgm:cxn modelId="{2415726E-C98A-4C4F-BA8A-1C10C804FCE0}" type="presParOf" srcId="{69AF7432-86A2-4219-97A3-92DA6F93215C}" destId="{48EC9342-B333-4575-888D-F427AAE8EE8C}" srcOrd="1" destOrd="0" presId="urn:microsoft.com/office/officeart/2005/8/layout/orgChart1"/>
    <dgm:cxn modelId="{FA95136E-FCAC-4914-977F-E5E9D257FBB4}" type="presParOf" srcId="{30C4B8E8-9923-4EF0-90A8-3135BEA42A9F}" destId="{1E3D327F-E9F1-4CF4-A27D-02BD345D75C7}" srcOrd="1" destOrd="0" presId="urn:microsoft.com/office/officeart/2005/8/layout/orgChart1"/>
    <dgm:cxn modelId="{04728708-461A-4BB0-97A5-AB82605C471E}" type="presParOf" srcId="{30C4B8E8-9923-4EF0-90A8-3135BEA42A9F}" destId="{C1E8F0C9-FD0E-4FCC-AD2B-8FF46B87DED3}" srcOrd="2" destOrd="0" presId="urn:microsoft.com/office/officeart/2005/8/layout/orgChart1"/>
    <dgm:cxn modelId="{67AC68FA-E4C9-4EB2-8902-47DF742092F0}" type="presParOf" srcId="{21599FF3-86C5-43AF-A27A-BBC6F3DA1379}" destId="{F3F6F0DE-E4F2-4A95-A357-17ED98B1A7AF}" srcOrd="2" destOrd="0" presId="urn:microsoft.com/office/officeart/2005/8/layout/orgChart1"/>
    <dgm:cxn modelId="{F224319E-B1D1-4EDA-B33D-4FA5587DA039}" type="presParOf" srcId="{21599FF3-86C5-43AF-A27A-BBC6F3DA1379}" destId="{C9EF857C-F25F-4811-97D5-98D41A469952}" srcOrd="3" destOrd="0" presId="urn:microsoft.com/office/officeart/2005/8/layout/orgChart1"/>
    <dgm:cxn modelId="{1BB5B58A-220C-4726-9A58-057E2FF5D0DC}" type="presParOf" srcId="{C9EF857C-F25F-4811-97D5-98D41A469952}" destId="{9E881690-C6F5-4683-BEA5-451A29ED73DF}" srcOrd="0" destOrd="0" presId="urn:microsoft.com/office/officeart/2005/8/layout/orgChart1"/>
    <dgm:cxn modelId="{B6EFC5BC-EBB9-4FF0-95DC-0ABF3D018EC3}" type="presParOf" srcId="{9E881690-C6F5-4683-BEA5-451A29ED73DF}" destId="{A458A7A8-95C0-48AE-9BBD-DF8F2AF1FB3B}" srcOrd="0" destOrd="0" presId="urn:microsoft.com/office/officeart/2005/8/layout/orgChart1"/>
    <dgm:cxn modelId="{34A335C7-815F-4FD0-87C3-DCEAB4FAFE29}" type="presParOf" srcId="{9E881690-C6F5-4683-BEA5-451A29ED73DF}" destId="{0E7C5916-D1D9-4526-97E3-21AF4C94EFAD}" srcOrd="1" destOrd="0" presId="urn:microsoft.com/office/officeart/2005/8/layout/orgChart1"/>
    <dgm:cxn modelId="{63E5688C-CE52-4D98-A410-B22C3A5917CF}" type="presParOf" srcId="{C9EF857C-F25F-4811-97D5-98D41A469952}" destId="{6FD809C4-FD5B-4969-92B1-96FDDA1EF2BC}" srcOrd="1" destOrd="0" presId="urn:microsoft.com/office/officeart/2005/8/layout/orgChart1"/>
    <dgm:cxn modelId="{FA347DDD-5B13-4A48-8AB4-9823F1646052}" type="presParOf" srcId="{C9EF857C-F25F-4811-97D5-98D41A469952}" destId="{97D0CA85-4A43-49A2-BBFD-1DFCA93D3594}" srcOrd="2" destOrd="0" presId="urn:microsoft.com/office/officeart/2005/8/layout/orgChart1"/>
    <dgm:cxn modelId="{C1C47288-2540-44C2-93EE-A42C2986FAAA}" type="presParOf" srcId="{21599FF3-86C5-43AF-A27A-BBC6F3DA1379}" destId="{39593EB0-5D53-48D9-9C16-2C5A23FF2520}" srcOrd="4" destOrd="0" presId="urn:microsoft.com/office/officeart/2005/8/layout/orgChart1"/>
    <dgm:cxn modelId="{452A7040-BDF6-450D-BC21-678540D8652D}" type="presParOf" srcId="{21599FF3-86C5-43AF-A27A-BBC6F3DA1379}" destId="{B4B6C9CE-3B9F-4F11-A3EB-A6FB49ADD8AC}" srcOrd="5" destOrd="0" presId="urn:microsoft.com/office/officeart/2005/8/layout/orgChart1"/>
    <dgm:cxn modelId="{6EBB085C-4E9E-4CD4-9657-5C6D17CBF58D}" type="presParOf" srcId="{B4B6C9CE-3B9F-4F11-A3EB-A6FB49ADD8AC}" destId="{7CA598DB-3163-4D97-9A18-51660DD9B39C}" srcOrd="0" destOrd="0" presId="urn:microsoft.com/office/officeart/2005/8/layout/orgChart1"/>
    <dgm:cxn modelId="{698FA9D0-9821-4B5F-99AE-4AC9E68E97AF}" type="presParOf" srcId="{7CA598DB-3163-4D97-9A18-51660DD9B39C}" destId="{EBD14F6C-EF5D-431C-AD39-0C3F0C82EE4A}" srcOrd="0" destOrd="0" presId="urn:microsoft.com/office/officeart/2005/8/layout/orgChart1"/>
    <dgm:cxn modelId="{7FC1F3AD-8D5A-43F4-A5D6-95EC582B17D4}" type="presParOf" srcId="{7CA598DB-3163-4D97-9A18-51660DD9B39C}" destId="{81F52EB0-6259-4130-868F-7B824CE5ACD6}" srcOrd="1" destOrd="0" presId="urn:microsoft.com/office/officeart/2005/8/layout/orgChart1"/>
    <dgm:cxn modelId="{7EE7CCE0-2376-4331-BF5A-3AF3B3722C99}" type="presParOf" srcId="{B4B6C9CE-3B9F-4F11-A3EB-A6FB49ADD8AC}" destId="{DAE9E3FC-15FA-4DCB-B844-AAB1468CDCD9}" srcOrd="1" destOrd="0" presId="urn:microsoft.com/office/officeart/2005/8/layout/orgChart1"/>
    <dgm:cxn modelId="{958EDC68-3D56-4E51-8CAC-6FD83FB1C9C3}" type="presParOf" srcId="{B4B6C9CE-3B9F-4F11-A3EB-A6FB49ADD8AC}" destId="{C12ED08B-28B2-493D-A153-C0E0EC5D22B6}" srcOrd="2" destOrd="0" presId="urn:microsoft.com/office/officeart/2005/8/layout/orgChart1"/>
    <dgm:cxn modelId="{EBBDB7B1-BAA3-4B85-9F17-42D843E2D07C}" type="presParOf" srcId="{164C7ED4-7706-4021-B36B-B551D492917B}" destId="{EEF898F0-A212-4CF0-B5B9-DD13F6D718A3}" srcOrd="2" destOrd="0" presId="urn:microsoft.com/office/officeart/2005/8/layout/orgChart1"/>
    <dgm:cxn modelId="{7EBA8F6E-ADBF-4CF3-B0D5-41A978AD12E3}" type="presParOf" srcId="{28C9399C-2699-4030-9D76-2503B6EA3D95}" destId="{DA6CC1E9-42AF-458C-9FE7-4FAFD9E4ED2D}" srcOrd="8" destOrd="0" presId="urn:microsoft.com/office/officeart/2005/8/layout/orgChart1"/>
    <dgm:cxn modelId="{FCA76D92-B692-488E-8DB1-CDC5212E87C2}" type="presParOf" srcId="{28C9399C-2699-4030-9D76-2503B6EA3D95}" destId="{73A4DE31-DD8C-4299-813E-C3D5A6000977}" srcOrd="9" destOrd="0" presId="urn:microsoft.com/office/officeart/2005/8/layout/orgChart1"/>
    <dgm:cxn modelId="{A7BF22F1-AA83-4B74-A52D-760E0B0D1D3A}" type="presParOf" srcId="{73A4DE31-DD8C-4299-813E-C3D5A6000977}" destId="{3549F6A6-1031-489B-8206-E6A5A573FEAB}" srcOrd="0" destOrd="0" presId="urn:microsoft.com/office/officeart/2005/8/layout/orgChart1"/>
    <dgm:cxn modelId="{0BF3BC6E-F04E-42AE-BA9B-8206D8BFB588}" type="presParOf" srcId="{3549F6A6-1031-489B-8206-E6A5A573FEAB}" destId="{BE6EC79C-048D-447F-94C7-5F0AEBC05CD7}" srcOrd="0" destOrd="0" presId="urn:microsoft.com/office/officeart/2005/8/layout/orgChart1"/>
    <dgm:cxn modelId="{31BB838E-167B-4C6C-AD1C-B6D9598FFC72}" type="presParOf" srcId="{3549F6A6-1031-489B-8206-E6A5A573FEAB}" destId="{C66E4641-9C1F-478D-9B71-D289E1FA1098}" srcOrd="1" destOrd="0" presId="urn:microsoft.com/office/officeart/2005/8/layout/orgChart1"/>
    <dgm:cxn modelId="{63A5EE67-2700-4026-9F25-8DF8690E8D8F}" type="presParOf" srcId="{73A4DE31-DD8C-4299-813E-C3D5A6000977}" destId="{FBE0A85D-BCA7-430D-BF2D-956EEDC0EE3F}" srcOrd="1" destOrd="0" presId="urn:microsoft.com/office/officeart/2005/8/layout/orgChart1"/>
    <dgm:cxn modelId="{16258CFA-6B1C-4778-973F-A205A4BDF3B5}" type="presParOf" srcId="{73A4DE31-DD8C-4299-813E-C3D5A6000977}" destId="{AA2DE4F2-444C-47AC-9338-25AD2D8DDAA9}" srcOrd="2" destOrd="0" presId="urn:microsoft.com/office/officeart/2005/8/layout/orgChart1"/>
    <dgm:cxn modelId="{3A4E9849-49EA-4E43-87F1-F3BA26747F3E}" type="presParOf" srcId="{AB6C4915-A3A8-42CE-AD6C-ED8450930C75}" destId="{8D50CFE0-8F17-4811-865C-8AC149DB8637}" srcOrd="2" destOrd="0" presId="urn:microsoft.com/office/officeart/2005/8/layout/orgChart1"/>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0F63FC00-1293-44ED-B720-FB88B9F04A90}"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9F7BC1E0-ECBD-4466-B467-DF0EF3F62900}">
      <dgm:prSet phldrT="[Text]" custT="1"/>
      <dgm:spPr/>
      <dgm:t>
        <a:bodyPr/>
        <a:lstStyle/>
        <a:p>
          <a:r>
            <a:rPr lang="en-US" sz="2400" dirty="0" smtClean="0"/>
            <a:t>Project</a:t>
          </a:r>
          <a:endParaRPr lang="en-US" sz="2400" dirty="0"/>
        </a:p>
      </dgm:t>
    </dgm:pt>
    <dgm:pt modelId="{117534BD-63F7-431F-A8DE-66D8C3E89323}" type="parTrans" cxnId="{BB627C14-8721-4E8F-A1FA-4AFE1B99CE0B}">
      <dgm:prSet/>
      <dgm:spPr/>
      <dgm:t>
        <a:bodyPr/>
        <a:lstStyle/>
        <a:p>
          <a:endParaRPr lang="en-US"/>
        </a:p>
      </dgm:t>
    </dgm:pt>
    <dgm:pt modelId="{A01975EE-F0AA-448A-82E4-930DC8CBF0C5}" type="sibTrans" cxnId="{BB627C14-8721-4E8F-A1FA-4AFE1B99CE0B}">
      <dgm:prSet/>
      <dgm:spPr/>
      <dgm:t>
        <a:bodyPr/>
        <a:lstStyle/>
        <a:p>
          <a:endParaRPr lang="en-US"/>
        </a:p>
      </dgm:t>
    </dgm:pt>
    <dgm:pt modelId="{E6901BC8-DF6A-4AC8-A948-80CDB5C5D791}">
      <dgm:prSet phldrT="[Text]" custT="1"/>
      <dgm:spPr>
        <a:solidFill>
          <a:schemeClr val="accent2"/>
        </a:solidFill>
      </dgm:spPr>
      <dgm:t>
        <a:bodyPr/>
        <a:lstStyle/>
        <a:p>
          <a:r>
            <a:rPr lang="en-US" sz="1600" dirty="0" smtClean="0"/>
            <a:t>Testing</a:t>
          </a:r>
          <a:endParaRPr lang="en-US" sz="1600" dirty="0"/>
        </a:p>
      </dgm:t>
    </dgm:pt>
    <dgm:pt modelId="{C62B6B13-B5E8-423F-901A-D14FFE30D7B2}" type="parTrans" cxnId="{BA207E68-8DEB-4BC9-BE5A-81062756EDBA}">
      <dgm:prSet/>
      <dgm:spPr/>
      <dgm:t>
        <a:bodyPr/>
        <a:lstStyle/>
        <a:p>
          <a:endParaRPr lang="en-US" dirty="0"/>
        </a:p>
      </dgm:t>
    </dgm:pt>
    <dgm:pt modelId="{ABA97AFB-F516-4E6B-AEA7-367D4435C589}" type="sibTrans" cxnId="{BA207E68-8DEB-4BC9-BE5A-81062756EDBA}">
      <dgm:prSet/>
      <dgm:spPr/>
      <dgm:t>
        <a:bodyPr/>
        <a:lstStyle/>
        <a:p>
          <a:endParaRPr lang="en-US"/>
        </a:p>
      </dgm:t>
    </dgm:pt>
    <dgm:pt modelId="{D756AEDF-E0AB-475A-ACCF-9A2A87C17BE3}">
      <dgm:prSet phldrT="[Text]" custT="1"/>
      <dgm:spPr>
        <a:solidFill>
          <a:schemeClr val="accent3"/>
        </a:solidFill>
      </dgm:spPr>
      <dgm:t>
        <a:bodyPr/>
        <a:lstStyle/>
        <a:p>
          <a:r>
            <a:rPr lang="en-US" sz="1600" dirty="0" smtClean="0"/>
            <a:t>Test plan</a:t>
          </a:r>
          <a:endParaRPr lang="en-US" sz="1600" dirty="0"/>
        </a:p>
      </dgm:t>
    </dgm:pt>
    <dgm:pt modelId="{5C0499BE-D2A1-4F50-A2E2-13159EA33FCE}" type="parTrans" cxnId="{8FAC181D-5610-4125-A754-800E64BD0970}">
      <dgm:prSet/>
      <dgm:spPr/>
      <dgm:t>
        <a:bodyPr/>
        <a:lstStyle/>
        <a:p>
          <a:endParaRPr lang="en-US" dirty="0"/>
        </a:p>
      </dgm:t>
    </dgm:pt>
    <dgm:pt modelId="{8B8FC139-CC76-4C74-B2A5-37FD4AA7E888}" type="sibTrans" cxnId="{8FAC181D-5610-4125-A754-800E64BD0970}">
      <dgm:prSet/>
      <dgm:spPr/>
      <dgm:t>
        <a:bodyPr/>
        <a:lstStyle/>
        <a:p>
          <a:endParaRPr lang="en-US"/>
        </a:p>
      </dgm:t>
    </dgm:pt>
    <dgm:pt modelId="{657DB137-1EBA-4351-955E-FF75D6088244}">
      <dgm:prSet phldrT="[Text]" custT="1"/>
      <dgm:spPr>
        <a:solidFill>
          <a:schemeClr val="accent3"/>
        </a:solidFill>
      </dgm:spPr>
      <dgm:t>
        <a:bodyPr/>
        <a:lstStyle/>
        <a:p>
          <a:r>
            <a:rPr lang="en-US" sz="1600" dirty="0" smtClean="0"/>
            <a:t>Inspection report</a:t>
          </a:r>
          <a:endParaRPr lang="en-US" sz="1600" dirty="0"/>
        </a:p>
      </dgm:t>
    </dgm:pt>
    <dgm:pt modelId="{28447ED6-A766-4413-BCE4-6B7A0EDA3060}" type="parTrans" cxnId="{0482451A-E5BF-45BE-BAA2-3229E4987C54}">
      <dgm:prSet/>
      <dgm:spPr/>
      <dgm:t>
        <a:bodyPr/>
        <a:lstStyle/>
        <a:p>
          <a:endParaRPr lang="en-US" dirty="0"/>
        </a:p>
      </dgm:t>
    </dgm:pt>
    <dgm:pt modelId="{ABD69424-FE2C-45F0-9E55-0496AA45EEA7}" type="sibTrans" cxnId="{0482451A-E5BF-45BE-BAA2-3229E4987C54}">
      <dgm:prSet/>
      <dgm:spPr/>
      <dgm:t>
        <a:bodyPr/>
        <a:lstStyle/>
        <a:p>
          <a:endParaRPr lang="en-US"/>
        </a:p>
      </dgm:t>
    </dgm:pt>
    <dgm:pt modelId="{76182540-059C-40F8-9B47-D6C674C6D8E3}">
      <dgm:prSet phldrT="[Text]" custT="1"/>
      <dgm:spPr>
        <a:solidFill>
          <a:schemeClr val="accent2"/>
        </a:solidFill>
      </dgm:spPr>
      <dgm:t>
        <a:bodyPr/>
        <a:lstStyle/>
        <a:p>
          <a:r>
            <a:rPr lang="en-US" sz="1600" dirty="0" smtClean="0"/>
            <a:t>Deployment</a:t>
          </a:r>
          <a:endParaRPr lang="en-US" sz="1600" dirty="0"/>
        </a:p>
      </dgm:t>
    </dgm:pt>
    <dgm:pt modelId="{91955179-8E8F-4A22-8A2F-BF8A02AC1257}" type="parTrans" cxnId="{997D55B8-A06E-40E0-9CD5-56D2E2F4FFF3}">
      <dgm:prSet/>
      <dgm:spPr/>
      <dgm:t>
        <a:bodyPr/>
        <a:lstStyle/>
        <a:p>
          <a:endParaRPr lang="en-US" dirty="0"/>
        </a:p>
      </dgm:t>
    </dgm:pt>
    <dgm:pt modelId="{A69D5043-96E6-4972-8E16-679231A18759}" type="sibTrans" cxnId="{997D55B8-A06E-40E0-9CD5-56D2E2F4FFF3}">
      <dgm:prSet/>
      <dgm:spPr/>
      <dgm:t>
        <a:bodyPr/>
        <a:lstStyle/>
        <a:p>
          <a:endParaRPr lang="en-US"/>
        </a:p>
      </dgm:t>
    </dgm:pt>
    <dgm:pt modelId="{4BC3C66F-D56A-4C8F-9126-4712A4720EBB}">
      <dgm:prSet phldrT="[Text]" custT="1"/>
      <dgm:spPr>
        <a:solidFill>
          <a:schemeClr val="accent3"/>
        </a:solidFill>
      </dgm:spPr>
      <dgm:t>
        <a:bodyPr/>
        <a:lstStyle/>
        <a:p>
          <a:r>
            <a:rPr lang="en-US" sz="1600" dirty="0" smtClean="0"/>
            <a:t>Packages</a:t>
          </a:r>
          <a:endParaRPr lang="en-US" sz="1600" dirty="0"/>
        </a:p>
      </dgm:t>
    </dgm:pt>
    <dgm:pt modelId="{1C34F8DF-4D8C-4AA2-B353-814E2D59E21B}" type="parTrans" cxnId="{BC8AE0EC-791C-43A9-95FC-BEE4E6628047}">
      <dgm:prSet/>
      <dgm:spPr/>
      <dgm:t>
        <a:bodyPr/>
        <a:lstStyle/>
        <a:p>
          <a:endParaRPr lang="en-US" dirty="0"/>
        </a:p>
      </dgm:t>
    </dgm:pt>
    <dgm:pt modelId="{AD4C5380-A739-4CCD-AC11-2E47BDDE84CC}" type="sibTrans" cxnId="{BC8AE0EC-791C-43A9-95FC-BEE4E6628047}">
      <dgm:prSet/>
      <dgm:spPr/>
      <dgm:t>
        <a:bodyPr/>
        <a:lstStyle/>
        <a:p>
          <a:endParaRPr lang="en-US"/>
        </a:p>
      </dgm:t>
    </dgm:pt>
    <dgm:pt modelId="{D754D38B-FEF4-4E2B-8201-75FB7C7AA4EE}">
      <dgm:prSet phldrT="[Text]" custT="1"/>
      <dgm:spPr>
        <a:solidFill>
          <a:schemeClr val="accent3"/>
        </a:solidFill>
      </dgm:spPr>
      <dgm:t>
        <a:bodyPr/>
        <a:lstStyle/>
        <a:p>
          <a:r>
            <a:rPr lang="en-US" sz="1600" dirty="0" smtClean="0"/>
            <a:t>Test report</a:t>
          </a:r>
          <a:endParaRPr lang="en-US" sz="1600" dirty="0"/>
        </a:p>
      </dgm:t>
    </dgm:pt>
    <dgm:pt modelId="{DC2D17A3-DD77-4645-A612-1AE1FEC257D1}" type="parTrans" cxnId="{BB9E5D1F-BB9D-496F-9DE8-022FA6FD3D7E}">
      <dgm:prSet/>
      <dgm:spPr/>
      <dgm:t>
        <a:bodyPr/>
        <a:lstStyle/>
        <a:p>
          <a:endParaRPr lang="en-US" dirty="0"/>
        </a:p>
      </dgm:t>
    </dgm:pt>
    <dgm:pt modelId="{D7F4FFD1-F7F4-4556-8B6F-B44F54D2561F}" type="sibTrans" cxnId="{BB9E5D1F-BB9D-496F-9DE8-022FA6FD3D7E}">
      <dgm:prSet/>
      <dgm:spPr/>
      <dgm:t>
        <a:bodyPr/>
        <a:lstStyle/>
        <a:p>
          <a:endParaRPr lang="en-US"/>
        </a:p>
      </dgm:t>
    </dgm:pt>
    <dgm:pt modelId="{07587327-3B00-4C6C-AF6B-D7263A30C02B}">
      <dgm:prSet phldrT="[Text]" custT="1"/>
      <dgm:spPr>
        <a:solidFill>
          <a:schemeClr val="accent3"/>
        </a:solidFill>
      </dgm:spPr>
      <dgm:t>
        <a:bodyPr/>
        <a:lstStyle/>
        <a:p>
          <a:r>
            <a:rPr lang="en-US" sz="1600" dirty="0" smtClean="0"/>
            <a:t>Training materials</a:t>
          </a:r>
          <a:endParaRPr lang="en-US" sz="1600" dirty="0"/>
        </a:p>
      </dgm:t>
    </dgm:pt>
    <dgm:pt modelId="{A881A3BE-7094-4B31-B7B8-3C4F36F9B506}" type="parTrans" cxnId="{7172246F-80B3-439F-992F-2954DF14D347}">
      <dgm:prSet/>
      <dgm:spPr/>
      <dgm:t>
        <a:bodyPr/>
        <a:lstStyle/>
        <a:p>
          <a:endParaRPr lang="en-US" dirty="0"/>
        </a:p>
      </dgm:t>
    </dgm:pt>
    <dgm:pt modelId="{2432CEFA-28F8-4C05-A48A-0F6C851697EB}" type="sibTrans" cxnId="{7172246F-80B3-439F-992F-2954DF14D347}">
      <dgm:prSet/>
      <dgm:spPr/>
      <dgm:t>
        <a:bodyPr/>
        <a:lstStyle/>
        <a:p>
          <a:endParaRPr lang="en-US"/>
        </a:p>
      </dgm:t>
    </dgm:pt>
    <dgm:pt modelId="{F5684E08-48D5-4F3D-9510-5FDBDA0E22F7}">
      <dgm:prSet phldrT="[Text]" custT="1"/>
      <dgm:spPr>
        <a:solidFill>
          <a:schemeClr val="accent3"/>
        </a:solidFill>
      </dgm:spPr>
      <dgm:t>
        <a:bodyPr/>
        <a:lstStyle/>
        <a:p>
          <a:r>
            <a:rPr lang="en-US" sz="1600" dirty="0" smtClean="0"/>
            <a:t>Support ticket</a:t>
          </a:r>
          <a:endParaRPr lang="en-US" sz="1600" dirty="0"/>
        </a:p>
      </dgm:t>
    </dgm:pt>
    <dgm:pt modelId="{23215250-C81C-47CF-A742-452EED70AB37}">
      <dgm:prSet phldrT="[Text]" custT="1"/>
      <dgm:spPr>
        <a:solidFill>
          <a:schemeClr val="accent2"/>
        </a:solidFill>
      </dgm:spPr>
      <dgm:t>
        <a:bodyPr/>
        <a:lstStyle/>
        <a:p>
          <a:r>
            <a:rPr lang="en-US" sz="1600" dirty="0" smtClean="0"/>
            <a:t>Support</a:t>
          </a:r>
          <a:endParaRPr lang="en-US" sz="1600" dirty="0"/>
        </a:p>
      </dgm:t>
    </dgm:pt>
    <dgm:pt modelId="{6D8A9925-5D50-4980-BEB8-65005999FFA3}" type="sibTrans" cxnId="{057CCC3A-424B-4B6A-89CD-673BC3AA68B8}">
      <dgm:prSet/>
      <dgm:spPr/>
      <dgm:t>
        <a:bodyPr/>
        <a:lstStyle/>
        <a:p>
          <a:endParaRPr lang="en-US"/>
        </a:p>
      </dgm:t>
    </dgm:pt>
    <dgm:pt modelId="{DC0F9107-C680-4C05-B828-084835808915}" type="parTrans" cxnId="{057CCC3A-424B-4B6A-89CD-673BC3AA68B8}">
      <dgm:prSet/>
      <dgm:spPr/>
      <dgm:t>
        <a:bodyPr/>
        <a:lstStyle/>
        <a:p>
          <a:endParaRPr lang="en-US" dirty="0"/>
        </a:p>
      </dgm:t>
    </dgm:pt>
    <dgm:pt modelId="{B6838CD3-9B2A-4422-B91B-258DB25A775F}" type="sibTrans" cxnId="{943FBB13-4362-439E-A07E-4624AF07E5F5}">
      <dgm:prSet/>
      <dgm:spPr/>
      <dgm:t>
        <a:bodyPr/>
        <a:lstStyle/>
        <a:p>
          <a:endParaRPr lang="en-US"/>
        </a:p>
      </dgm:t>
    </dgm:pt>
    <dgm:pt modelId="{0A4BBEDE-8E54-4686-B5DB-BBCA4D823B3B}" type="parTrans" cxnId="{943FBB13-4362-439E-A07E-4624AF07E5F5}">
      <dgm:prSet/>
      <dgm:spPr/>
      <dgm:t>
        <a:bodyPr/>
        <a:lstStyle/>
        <a:p>
          <a:endParaRPr lang="en-US" dirty="0"/>
        </a:p>
      </dgm:t>
    </dgm:pt>
    <dgm:pt modelId="{875E1C8C-920C-45DA-AF77-A2EDE7BD0D90}">
      <dgm:prSet phldrT="[Text]" custT="1"/>
      <dgm:spPr>
        <a:solidFill>
          <a:schemeClr val="accent2"/>
        </a:solidFill>
      </dgm:spPr>
      <dgm:t>
        <a:bodyPr/>
        <a:lstStyle/>
        <a:p>
          <a:r>
            <a:rPr lang="en-US" sz="1600" dirty="0" smtClean="0"/>
            <a:t>…</a:t>
          </a:r>
          <a:endParaRPr lang="en-US" sz="1600" dirty="0"/>
        </a:p>
      </dgm:t>
    </dgm:pt>
    <dgm:pt modelId="{3E8CD35C-C165-4DF6-BEE0-D35207FB804D}" type="sibTrans" cxnId="{49A7817B-4DEB-41FA-9765-BFB1D3C8459F}">
      <dgm:prSet/>
      <dgm:spPr/>
      <dgm:t>
        <a:bodyPr/>
        <a:lstStyle/>
        <a:p>
          <a:endParaRPr lang="en-US"/>
        </a:p>
      </dgm:t>
    </dgm:pt>
    <dgm:pt modelId="{E9141CD6-7458-4396-8368-23D683C4760E}" type="parTrans" cxnId="{49A7817B-4DEB-41FA-9765-BFB1D3C8459F}">
      <dgm:prSet/>
      <dgm:spPr/>
      <dgm:t>
        <a:bodyPr/>
        <a:lstStyle/>
        <a:p>
          <a:endParaRPr lang="en-US" dirty="0"/>
        </a:p>
      </dgm:t>
    </dgm:pt>
    <dgm:pt modelId="{7D216D69-95E6-4CBB-8E59-4A1A55059D8F}">
      <dgm:prSet phldrT="[Text]" custT="1"/>
      <dgm:spPr>
        <a:solidFill>
          <a:schemeClr val="accent3"/>
        </a:solidFill>
      </dgm:spPr>
      <dgm:t>
        <a:bodyPr/>
        <a:lstStyle/>
        <a:p>
          <a:r>
            <a:rPr lang="en-US" sz="1600" dirty="0" smtClean="0"/>
            <a:t>Issue tickets</a:t>
          </a:r>
          <a:endParaRPr lang="en-US" sz="1600" dirty="0"/>
        </a:p>
      </dgm:t>
    </dgm:pt>
    <dgm:pt modelId="{43183BFD-94F1-49D3-BA43-C595608D8A9F}" type="sibTrans" cxnId="{34922496-5714-407B-AE22-706755880CEC}">
      <dgm:prSet/>
      <dgm:spPr/>
      <dgm:t>
        <a:bodyPr/>
        <a:lstStyle/>
        <a:p>
          <a:endParaRPr lang="en-US"/>
        </a:p>
      </dgm:t>
    </dgm:pt>
    <dgm:pt modelId="{98F30521-B637-4D16-8A36-FFD47F3669EC}" type="parTrans" cxnId="{34922496-5714-407B-AE22-706755880CEC}">
      <dgm:prSet/>
      <dgm:spPr/>
      <dgm:t>
        <a:bodyPr/>
        <a:lstStyle/>
        <a:p>
          <a:endParaRPr lang="en-US" dirty="0"/>
        </a:p>
      </dgm:t>
    </dgm:pt>
    <dgm:pt modelId="{455D6A36-990C-400A-AEBA-F80FBB145210}">
      <dgm:prSet phldrT="[Text]" custT="1"/>
      <dgm:spPr>
        <a:solidFill>
          <a:schemeClr val="accent2"/>
        </a:solidFill>
      </dgm:spPr>
      <dgm:t>
        <a:bodyPr/>
        <a:lstStyle/>
        <a:p>
          <a:r>
            <a:rPr lang="en-US" sz="1600" dirty="0" smtClean="0"/>
            <a:t>Documentation</a:t>
          </a:r>
          <a:endParaRPr lang="en-US" sz="1600" dirty="0"/>
        </a:p>
      </dgm:t>
    </dgm:pt>
    <dgm:pt modelId="{44D5CB9B-713B-4B51-91C7-483C27E1D002}" type="parTrans" cxnId="{58CE2A49-CB67-4EC2-8946-844C6501C74D}">
      <dgm:prSet/>
      <dgm:spPr/>
      <dgm:t>
        <a:bodyPr/>
        <a:lstStyle/>
        <a:p>
          <a:endParaRPr lang="en-US" dirty="0"/>
        </a:p>
      </dgm:t>
    </dgm:pt>
    <dgm:pt modelId="{F10E9B3D-AB1A-40A2-A778-EA8D80D5C7C9}" type="sibTrans" cxnId="{58CE2A49-CB67-4EC2-8946-844C6501C74D}">
      <dgm:prSet/>
      <dgm:spPr/>
      <dgm:t>
        <a:bodyPr/>
        <a:lstStyle/>
        <a:p>
          <a:endParaRPr lang="en-US"/>
        </a:p>
      </dgm:t>
    </dgm:pt>
    <dgm:pt modelId="{0C2B987A-C04A-4840-9DF0-9DC60EDBEC86}">
      <dgm:prSet phldrT="[Text]" custT="1"/>
      <dgm:spPr>
        <a:solidFill>
          <a:schemeClr val="accent3"/>
        </a:solidFill>
      </dgm:spPr>
      <dgm:t>
        <a:bodyPr/>
        <a:lstStyle/>
        <a:p>
          <a:r>
            <a:rPr lang="en-US" sz="1600" dirty="0" smtClean="0"/>
            <a:t>User guide</a:t>
          </a:r>
          <a:endParaRPr lang="en-US" sz="1600" dirty="0"/>
        </a:p>
      </dgm:t>
    </dgm:pt>
    <dgm:pt modelId="{48F181B7-DBEE-4819-A082-A1858C532895}" type="parTrans" cxnId="{C02C37E7-562E-4234-BE21-492B4ED70548}">
      <dgm:prSet/>
      <dgm:spPr/>
      <dgm:t>
        <a:bodyPr/>
        <a:lstStyle/>
        <a:p>
          <a:endParaRPr lang="en-US" dirty="0"/>
        </a:p>
      </dgm:t>
    </dgm:pt>
    <dgm:pt modelId="{BE861376-93BD-4D4A-B9F4-C99578865C2D}" type="sibTrans" cxnId="{C02C37E7-562E-4234-BE21-492B4ED70548}">
      <dgm:prSet/>
      <dgm:spPr/>
      <dgm:t>
        <a:bodyPr/>
        <a:lstStyle/>
        <a:p>
          <a:endParaRPr lang="en-US"/>
        </a:p>
      </dgm:t>
    </dgm:pt>
    <dgm:pt modelId="{C18CE8AF-EFD5-4455-B101-0F57996C7909}">
      <dgm:prSet phldrT="[Text]" custT="1"/>
      <dgm:spPr>
        <a:solidFill>
          <a:schemeClr val="accent3"/>
        </a:solidFill>
      </dgm:spPr>
      <dgm:t>
        <a:bodyPr/>
        <a:lstStyle/>
        <a:p>
          <a:r>
            <a:rPr lang="en-US" sz="1600" dirty="0" smtClean="0"/>
            <a:t>Installation guide</a:t>
          </a:r>
          <a:endParaRPr lang="en-US" sz="1600" dirty="0"/>
        </a:p>
      </dgm:t>
    </dgm:pt>
    <dgm:pt modelId="{2BA81926-5AC3-4547-8B3E-7C29584DB932}" type="parTrans" cxnId="{0DD1E601-FF9D-458E-87D0-1C71318202C7}">
      <dgm:prSet/>
      <dgm:spPr/>
      <dgm:t>
        <a:bodyPr/>
        <a:lstStyle/>
        <a:p>
          <a:endParaRPr lang="en-US" dirty="0"/>
        </a:p>
      </dgm:t>
    </dgm:pt>
    <dgm:pt modelId="{FAE02ED8-E961-46F4-BF8A-08709B500CA7}" type="sibTrans" cxnId="{0DD1E601-FF9D-458E-87D0-1C71318202C7}">
      <dgm:prSet/>
      <dgm:spPr/>
      <dgm:t>
        <a:bodyPr/>
        <a:lstStyle/>
        <a:p>
          <a:endParaRPr lang="en-US"/>
        </a:p>
      </dgm:t>
    </dgm:pt>
    <dgm:pt modelId="{06572CA7-84D5-422C-B244-A6ED4A5BD02A}">
      <dgm:prSet phldrT="[Text]" custT="1"/>
      <dgm:spPr>
        <a:solidFill>
          <a:schemeClr val="accent3"/>
        </a:solidFill>
      </dgm:spPr>
      <dgm:t>
        <a:bodyPr/>
        <a:lstStyle/>
        <a:p>
          <a:r>
            <a:rPr lang="en-US" sz="1600" dirty="0" smtClean="0"/>
            <a:t>Development guide</a:t>
          </a:r>
          <a:endParaRPr lang="en-US" sz="1600" dirty="0"/>
        </a:p>
      </dgm:t>
    </dgm:pt>
    <dgm:pt modelId="{F2A83C6B-E7D3-4D3B-BC14-6F19CD5A52AF}" type="parTrans" cxnId="{133F9B4F-44EA-478C-9E15-306BA2FBAD4F}">
      <dgm:prSet/>
      <dgm:spPr/>
      <dgm:t>
        <a:bodyPr/>
        <a:lstStyle/>
        <a:p>
          <a:endParaRPr lang="en-US" dirty="0"/>
        </a:p>
      </dgm:t>
    </dgm:pt>
    <dgm:pt modelId="{D66A96AE-3879-46C8-AF91-DBC8168849C5}" type="sibTrans" cxnId="{133F9B4F-44EA-478C-9E15-306BA2FBAD4F}">
      <dgm:prSet/>
      <dgm:spPr/>
      <dgm:t>
        <a:bodyPr/>
        <a:lstStyle/>
        <a:p>
          <a:endParaRPr lang="en-US"/>
        </a:p>
      </dgm:t>
    </dgm:pt>
    <dgm:pt modelId="{76FAB7B5-CB76-4E4C-9EBF-AA70EF4475BD}">
      <dgm:prSet phldrT="[Text]" custT="1"/>
      <dgm:spPr>
        <a:solidFill>
          <a:schemeClr val="accent3"/>
        </a:solidFill>
      </dgm:spPr>
      <dgm:t>
        <a:bodyPr/>
        <a:lstStyle/>
        <a:p>
          <a:r>
            <a:rPr lang="en-US" sz="1600" dirty="0" smtClean="0"/>
            <a:t>Updated packages</a:t>
          </a:r>
          <a:endParaRPr lang="en-US" sz="1600" dirty="0"/>
        </a:p>
      </dgm:t>
    </dgm:pt>
    <dgm:pt modelId="{20938984-93AF-459E-A48A-CC19C21873B6}" type="parTrans" cxnId="{5C5AD734-309C-466D-BB46-FE1D9768C0E9}">
      <dgm:prSet/>
      <dgm:spPr/>
    </dgm:pt>
    <dgm:pt modelId="{081CEFE4-1E19-4D32-BF41-0E54D2C703F2}" type="sibTrans" cxnId="{5C5AD734-309C-466D-BB46-FE1D9768C0E9}">
      <dgm:prSet/>
      <dgm:spPr/>
    </dgm:pt>
    <dgm:pt modelId="{87BEBA1A-7F6E-4B4B-92BC-E7049CACD69D}" type="pres">
      <dgm:prSet presAssocID="{0F63FC00-1293-44ED-B720-FB88B9F04A90}" presName="hierChild1" presStyleCnt="0">
        <dgm:presLayoutVars>
          <dgm:orgChart val="1"/>
          <dgm:chPref val="1"/>
          <dgm:dir/>
          <dgm:animOne val="branch"/>
          <dgm:animLvl val="lvl"/>
          <dgm:resizeHandles/>
        </dgm:presLayoutVars>
      </dgm:prSet>
      <dgm:spPr/>
      <dgm:t>
        <a:bodyPr/>
        <a:lstStyle/>
        <a:p>
          <a:endParaRPr lang="en-US"/>
        </a:p>
      </dgm:t>
    </dgm:pt>
    <dgm:pt modelId="{F50ECBE7-A16F-4BBC-A9BC-21F05F62B96E}" type="pres">
      <dgm:prSet presAssocID="{9F7BC1E0-ECBD-4466-B467-DF0EF3F62900}" presName="hierRoot1" presStyleCnt="0">
        <dgm:presLayoutVars>
          <dgm:hierBranch val="init"/>
        </dgm:presLayoutVars>
      </dgm:prSet>
      <dgm:spPr/>
    </dgm:pt>
    <dgm:pt modelId="{0F1C02C6-C89E-4D2A-990B-BF4FB2C7DCED}" type="pres">
      <dgm:prSet presAssocID="{9F7BC1E0-ECBD-4466-B467-DF0EF3F62900}" presName="rootComposite1" presStyleCnt="0"/>
      <dgm:spPr/>
    </dgm:pt>
    <dgm:pt modelId="{2BA36050-B4EB-402E-B0AB-EE1A707E979F}" type="pres">
      <dgm:prSet presAssocID="{9F7BC1E0-ECBD-4466-B467-DF0EF3F62900}" presName="rootText1" presStyleLbl="node0" presStyleIdx="0" presStyleCnt="1" custScaleX="304486" custScaleY="184982">
        <dgm:presLayoutVars>
          <dgm:chPref val="3"/>
        </dgm:presLayoutVars>
      </dgm:prSet>
      <dgm:spPr/>
      <dgm:t>
        <a:bodyPr/>
        <a:lstStyle/>
        <a:p>
          <a:endParaRPr lang="en-US"/>
        </a:p>
      </dgm:t>
    </dgm:pt>
    <dgm:pt modelId="{E3F88A9E-BA5E-438B-B5E5-4C690DCC00CE}" type="pres">
      <dgm:prSet presAssocID="{9F7BC1E0-ECBD-4466-B467-DF0EF3F62900}" presName="rootConnector1" presStyleLbl="node1" presStyleIdx="0" presStyleCnt="0"/>
      <dgm:spPr/>
      <dgm:t>
        <a:bodyPr/>
        <a:lstStyle/>
        <a:p>
          <a:endParaRPr lang="en-US"/>
        </a:p>
      </dgm:t>
    </dgm:pt>
    <dgm:pt modelId="{8FECA4F7-42B6-4B0A-B802-7B6A9DDE90BB}" type="pres">
      <dgm:prSet presAssocID="{9F7BC1E0-ECBD-4466-B467-DF0EF3F62900}" presName="hierChild2" presStyleCnt="0"/>
      <dgm:spPr/>
    </dgm:pt>
    <dgm:pt modelId="{8955FB75-DEB4-410A-A99D-9AF2B6FF25C5}" type="pres">
      <dgm:prSet presAssocID="{C62B6B13-B5E8-423F-901A-D14FFE30D7B2}" presName="Name37" presStyleLbl="parChTrans1D2" presStyleIdx="0" presStyleCnt="5" custSzX="4306979" custSzY="400977"/>
      <dgm:spPr/>
      <dgm:t>
        <a:bodyPr/>
        <a:lstStyle/>
        <a:p>
          <a:endParaRPr lang="en-US"/>
        </a:p>
      </dgm:t>
    </dgm:pt>
    <dgm:pt modelId="{FE262164-D567-4647-AABC-78772BDD69E3}" type="pres">
      <dgm:prSet presAssocID="{E6901BC8-DF6A-4AC8-A948-80CDB5C5D791}" presName="hierRoot2" presStyleCnt="0">
        <dgm:presLayoutVars>
          <dgm:hierBranch val="init"/>
        </dgm:presLayoutVars>
      </dgm:prSet>
      <dgm:spPr/>
    </dgm:pt>
    <dgm:pt modelId="{8A333568-5E23-4E34-AE0F-B700025271FE}" type="pres">
      <dgm:prSet presAssocID="{E6901BC8-DF6A-4AC8-A948-80CDB5C5D791}" presName="rootComposite" presStyleCnt="0"/>
      <dgm:spPr/>
    </dgm:pt>
    <dgm:pt modelId="{81E6F3CF-C159-4050-BC54-277A7CF892EC}" type="pres">
      <dgm:prSet presAssocID="{E6901BC8-DF6A-4AC8-A948-80CDB5C5D791}" presName="rootText" presStyleLbl="node2" presStyleIdx="0" presStyleCnt="5" custScaleX="228640" custScaleY="184982">
        <dgm:presLayoutVars>
          <dgm:chPref val="3"/>
        </dgm:presLayoutVars>
      </dgm:prSet>
      <dgm:spPr/>
      <dgm:t>
        <a:bodyPr/>
        <a:lstStyle/>
        <a:p>
          <a:endParaRPr lang="en-US"/>
        </a:p>
      </dgm:t>
    </dgm:pt>
    <dgm:pt modelId="{59AD4CF9-09C4-4D71-8BF2-47388E4D2EEC}" type="pres">
      <dgm:prSet presAssocID="{E6901BC8-DF6A-4AC8-A948-80CDB5C5D791}" presName="rootConnector" presStyleLbl="node2" presStyleIdx="0" presStyleCnt="5"/>
      <dgm:spPr/>
      <dgm:t>
        <a:bodyPr/>
        <a:lstStyle/>
        <a:p>
          <a:endParaRPr lang="en-US"/>
        </a:p>
      </dgm:t>
    </dgm:pt>
    <dgm:pt modelId="{9865E9B1-1DB0-4321-AC0B-0E5BD3F79F57}" type="pres">
      <dgm:prSet presAssocID="{E6901BC8-DF6A-4AC8-A948-80CDB5C5D791}" presName="hierChild4" presStyleCnt="0"/>
      <dgm:spPr/>
    </dgm:pt>
    <dgm:pt modelId="{AFDEDA75-5F1E-43DE-ADCA-016C9342054C}" type="pres">
      <dgm:prSet presAssocID="{5C0499BE-D2A1-4F50-A2E2-13159EA33FCE}" presName="Name37" presStyleLbl="parChTrans1D3" presStyleIdx="0" presStyleCnt="11" custSzX="289408" custSzY="878331"/>
      <dgm:spPr/>
      <dgm:t>
        <a:bodyPr/>
        <a:lstStyle/>
        <a:p>
          <a:endParaRPr lang="en-US"/>
        </a:p>
      </dgm:t>
    </dgm:pt>
    <dgm:pt modelId="{8A4299F0-ACB7-4ED3-A319-F0C48F587D84}" type="pres">
      <dgm:prSet presAssocID="{D756AEDF-E0AB-475A-ACCF-9A2A87C17BE3}" presName="hierRoot2" presStyleCnt="0">
        <dgm:presLayoutVars>
          <dgm:hierBranch val="init"/>
        </dgm:presLayoutVars>
      </dgm:prSet>
      <dgm:spPr/>
    </dgm:pt>
    <dgm:pt modelId="{1D355FDB-B2B5-42E3-B0C9-C89C38CABDBB}" type="pres">
      <dgm:prSet presAssocID="{D756AEDF-E0AB-475A-ACCF-9A2A87C17BE3}" presName="rootComposite" presStyleCnt="0"/>
      <dgm:spPr/>
    </dgm:pt>
    <dgm:pt modelId="{97717F23-0816-4D7C-9FAD-3CCC078E5298}" type="pres">
      <dgm:prSet presAssocID="{D756AEDF-E0AB-475A-ACCF-9A2A87C17BE3}" presName="rootText" presStyleLbl="node3" presStyleIdx="0" presStyleCnt="11" custScaleX="165519" custScaleY="184982">
        <dgm:presLayoutVars>
          <dgm:chPref val="3"/>
        </dgm:presLayoutVars>
      </dgm:prSet>
      <dgm:spPr/>
      <dgm:t>
        <a:bodyPr/>
        <a:lstStyle/>
        <a:p>
          <a:endParaRPr lang="en-US"/>
        </a:p>
      </dgm:t>
    </dgm:pt>
    <dgm:pt modelId="{3A924733-E57A-44A3-AAE3-56C0561C069E}" type="pres">
      <dgm:prSet presAssocID="{D756AEDF-E0AB-475A-ACCF-9A2A87C17BE3}" presName="rootConnector" presStyleLbl="node3" presStyleIdx="0" presStyleCnt="11"/>
      <dgm:spPr/>
      <dgm:t>
        <a:bodyPr/>
        <a:lstStyle/>
        <a:p>
          <a:endParaRPr lang="en-US"/>
        </a:p>
      </dgm:t>
    </dgm:pt>
    <dgm:pt modelId="{716D7C9F-CE53-433B-B6BC-1D74378D5E2C}" type="pres">
      <dgm:prSet presAssocID="{D756AEDF-E0AB-475A-ACCF-9A2A87C17BE3}" presName="hierChild4" presStyleCnt="0"/>
      <dgm:spPr/>
    </dgm:pt>
    <dgm:pt modelId="{F35437E7-C7E5-40F3-BD57-38726DC0110C}" type="pres">
      <dgm:prSet presAssocID="{D756AEDF-E0AB-475A-ACCF-9A2A87C17BE3}" presName="hierChild5" presStyleCnt="0"/>
      <dgm:spPr/>
    </dgm:pt>
    <dgm:pt modelId="{07E9EC86-3F92-4E71-84DE-C9489C8C58A7}" type="pres">
      <dgm:prSet presAssocID="{28447ED6-A766-4413-BCE4-6B7A0EDA3060}" presName="Name37" presStyleLbl="parChTrans1D3" presStyleIdx="1" presStyleCnt="11" custSzX="289408" custSzY="3589702"/>
      <dgm:spPr/>
      <dgm:t>
        <a:bodyPr/>
        <a:lstStyle/>
        <a:p>
          <a:endParaRPr lang="en-US"/>
        </a:p>
      </dgm:t>
    </dgm:pt>
    <dgm:pt modelId="{4C30DD22-E18D-485D-9C89-EFB7570697CA}" type="pres">
      <dgm:prSet presAssocID="{657DB137-1EBA-4351-955E-FF75D6088244}" presName="hierRoot2" presStyleCnt="0">
        <dgm:presLayoutVars>
          <dgm:hierBranch val="init"/>
        </dgm:presLayoutVars>
      </dgm:prSet>
      <dgm:spPr/>
    </dgm:pt>
    <dgm:pt modelId="{F305F7E0-CF21-4EAD-944D-6724FB0814F5}" type="pres">
      <dgm:prSet presAssocID="{657DB137-1EBA-4351-955E-FF75D6088244}" presName="rootComposite" presStyleCnt="0"/>
      <dgm:spPr/>
    </dgm:pt>
    <dgm:pt modelId="{8AAF624B-BBF9-4A35-AD0B-D5A4A8B9BAE2}" type="pres">
      <dgm:prSet presAssocID="{657DB137-1EBA-4351-955E-FF75D6088244}" presName="rootText" presStyleLbl="node3" presStyleIdx="1" presStyleCnt="11" custScaleX="165519" custScaleY="184982">
        <dgm:presLayoutVars>
          <dgm:chPref val="3"/>
        </dgm:presLayoutVars>
      </dgm:prSet>
      <dgm:spPr/>
      <dgm:t>
        <a:bodyPr/>
        <a:lstStyle/>
        <a:p>
          <a:endParaRPr lang="en-US"/>
        </a:p>
      </dgm:t>
    </dgm:pt>
    <dgm:pt modelId="{EF65B725-7346-48A3-A72D-AC937E1F2B52}" type="pres">
      <dgm:prSet presAssocID="{657DB137-1EBA-4351-955E-FF75D6088244}" presName="rootConnector" presStyleLbl="node3" presStyleIdx="1" presStyleCnt="11"/>
      <dgm:spPr/>
      <dgm:t>
        <a:bodyPr/>
        <a:lstStyle/>
        <a:p>
          <a:endParaRPr lang="en-US"/>
        </a:p>
      </dgm:t>
    </dgm:pt>
    <dgm:pt modelId="{34EAF538-129C-4987-A992-CB1D238F545D}" type="pres">
      <dgm:prSet presAssocID="{657DB137-1EBA-4351-955E-FF75D6088244}" presName="hierChild4" presStyleCnt="0"/>
      <dgm:spPr/>
    </dgm:pt>
    <dgm:pt modelId="{6B502252-CE5F-44F4-B746-9C899D8464F8}" type="pres">
      <dgm:prSet presAssocID="{657DB137-1EBA-4351-955E-FF75D6088244}" presName="hierChild5" presStyleCnt="0"/>
      <dgm:spPr/>
    </dgm:pt>
    <dgm:pt modelId="{7B74A144-1B4A-4222-9A05-D578CC8D6E61}" type="pres">
      <dgm:prSet presAssocID="{DC2D17A3-DD77-4645-A612-1AE1FEC257D1}" presName="Name37" presStyleLbl="parChTrans1D3" presStyleIdx="2" presStyleCnt="11"/>
      <dgm:spPr/>
      <dgm:t>
        <a:bodyPr/>
        <a:lstStyle/>
        <a:p>
          <a:endParaRPr lang="en-US"/>
        </a:p>
      </dgm:t>
    </dgm:pt>
    <dgm:pt modelId="{E365D903-49D4-422F-911F-8FB5290CE288}" type="pres">
      <dgm:prSet presAssocID="{D754D38B-FEF4-4E2B-8201-75FB7C7AA4EE}" presName="hierRoot2" presStyleCnt="0">
        <dgm:presLayoutVars>
          <dgm:hierBranch val="init"/>
        </dgm:presLayoutVars>
      </dgm:prSet>
      <dgm:spPr/>
    </dgm:pt>
    <dgm:pt modelId="{2CCE56B3-48B9-4A0A-996D-A9DFEAFDCC23}" type="pres">
      <dgm:prSet presAssocID="{D754D38B-FEF4-4E2B-8201-75FB7C7AA4EE}" presName="rootComposite" presStyleCnt="0"/>
      <dgm:spPr/>
    </dgm:pt>
    <dgm:pt modelId="{A560E944-DA20-4727-B1C9-61585FA1228A}" type="pres">
      <dgm:prSet presAssocID="{D754D38B-FEF4-4E2B-8201-75FB7C7AA4EE}" presName="rootText" presStyleLbl="node3" presStyleIdx="2" presStyleCnt="11" custScaleX="168437" custScaleY="180616">
        <dgm:presLayoutVars>
          <dgm:chPref val="3"/>
        </dgm:presLayoutVars>
      </dgm:prSet>
      <dgm:spPr/>
      <dgm:t>
        <a:bodyPr/>
        <a:lstStyle/>
        <a:p>
          <a:endParaRPr lang="en-US"/>
        </a:p>
      </dgm:t>
    </dgm:pt>
    <dgm:pt modelId="{E530C474-85DD-4024-9329-DFF868CD7C82}" type="pres">
      <dgm:prSet presAssocID="{D754D38B-FEF4-4E2B-8201-75FB7C7AA4EE}" presName="rootConnector" presStyleLbl="node3" presStyleIdx="2" presStyleCnt="11"/>
      <dgm:spPr/>
      <dgm:t>
        <a:bodyPr/>
        <a:lstStyle/>
        <a:p>
          <a:endParaRPr lang="en-US"/>
        </a:p>
      </dgm:t>
    </dgm:pt>
    <dgm:pt modelId="{921E9667-C3B4-4EEA-803E-22FFF591F8BF}" type="pres">
      <dgm:prSet presAssocID="{D754D38B-FEF4-4E2B-8201-75FB7C7AA4EE}" presName="hierChild4" presStyleCnt="0"/>
      <dgm:spPr/>
    </dgm:pt>
    <dgm:pt modelId="{47859F13-17D2-4F14-8E3E-48A41FBEC774}" type="pres">
      <dgm:prSet presAssocID="{D754D38B-FEF4-4E2B-8201-75FB7C7AA4EE}" presName="hierChild5" presStyleCnt="0"/>
      <dgm:spPr/>
    </dgm:pt>
    <dgm:pt modelId="{26399B20-714B-4589-80C2-F9B949324A95}" type="pres">
      <dgm:prSet presAssocID="{E6901BC8-DF6A-4AC8-A948-80CDB5C5D791}" presName="hierChild5" presStyleCnt="0"/>
      <dgm:spPr/>
    </dgm:pt>
    <dgm:pt modelId="{35FBF162-B14C-45F2-9D16-6BEACEB5FC39}" type="pres">
      <dgm:prSet presAssocID="{44D5CB9B-713B-4B51-91C7-483C27E1D002}" presName="Name37" presStyleLbl="parChTrans1D2" presStyleIdx="1" presStyleCnt="5"/>
      <dgm:spPr/>
      <dgm:t>
        <a:bodyPr/>
        <a:lstStyle/>
        <a:p>
          <a:endParaRPr lang="en-US"/>
        </a:p>
      </dgm:t>
    </dgm:pt>
    <dgm:pt modelId="{B816E8B0-B9C4-4D3C-A81C-641155EF2E4A}" type="pres">
      <dgm:prSet presAssocID="{455D6A36-990C-400A-AEBA-F80FBB145210}" presName="hierRoot2" presStyleCnt="0">
        <dgm:presLayoutVars>
          <dgm:hierBranch val="init"/>
        </dgm:presLayoutVars>
      </dgm:prSet>
      <dgm:spPr/>
    </dgm:pt>
    <dgm:pt modelId="{9DDA08E3-D5C4-4EF6-ADC4-F736E56F2EDF}" type="pres">
      <dgm:prSet presAssocID="{455D6A36-990C-400A-AEBA-F80FBB145210}" presName="rootComposite" presStyleCnt="0"/>
      <dgm:spPr/>
    </dgm:pt>
    <dgm:pt modelId="{F09190D9-9E25-422B-8608-95CB723F1037}" type="pres">
      <dgm:prSet presAssocID="{455D6A36-990C-400A-AEBA-F80FBB145210}" presName="rootText" presStyleLbl="node2" presStyleIdx="1" presStyleCnt="5" custScaleX="219670" custScaleY="184982">
        <dgm:presLayoutVars>
          <dgm:chPref val="3"/>
        </dgm:presLayoutVars>
      </dgm:prSet>
      <dgm:spPr/>
      <dgm:t>
        <a:bodyPr/>
        <a:lstStyle/>
        <a:p>
          <a:endParaRPr lang="en-US"/>
        </a:p>
      </dgm:t>
    </dgm:pt>
    <dgm:pt modelId="{810425F8-95ED-4464-9756-5DB171AD5470}" type="pres">
      <dgm:prSet presAssocID="{455D6A36-990C-400A-AEBA-F80FBB145210}" presName="rootConnector" presStyleLbl="node2" presStyleIdx="1" presStyleCnt="5"/>
      <dgm:spPr/>
      <dgm:t>
        <a:bodyPr/>
        <a:lstStyle/>
        <a:p>
          <a:endParaRPr lang="en-US"/>
        </a:p>
      </dgm:t>
    </dgm:pt>
    <dgm:pt modelId="{69EA69B8-9154-4E2C-B21E-76D328E9EDB6}" type="pres">
      <dgm:prSet presAssocID="{455D6A36-990C-400A-AEBA-F80FBB145210}" presName="hierChild4" presStyleCnt="0"/>
      <dgm:spPr/>
    </dgm:pt>
    <dgm:pt modelId="{130DE693-E727-4C54-8FE9-AD51932748DC}" type="pres">
      <dgm:prSet presAssocID="{48F181B7-DBEE-4819-A082-A1858C532895}" presName="Name37" presStyleLbl="parChTrans1D3" presStyleIdx="3" presStyleCnt="11" custSzX="209511" custSzY="878331"/>
      <dgm:spPr/>
      <dgm:t>
        <a:bodyPr/>
        <a:lstStyle/>
        <a:p>
          <a:endParaRPr lang="en-US"/>
        </a:p>
      </dgm:t>
    </dgm:pt>
    <dgm:pt modelId="{86F7B6DB-4B5C-4027-81D0-8BAE1BA6A8D5}" type="pres">
      <dgm:prSet presAssocID="{0C2B987A-C04A-4840-9DF0-9DC60EDBEC86}" presName="hierRoot2" presStyleCnt="0">
        <dgm:presLayoutVars>
          <dgm:hierBranch val="init"/>
        </dgm:presLayoutVars>
      </dgm:prSet>
      <dgm:spPr/>
    </dgm:pt>
    <dgm:pt modelId="{B0F9F945-6F10-456A-85B3-5A8065884A71}" type="pres">
      <dgm:prSet presAssocID="{0C2B987A-C04A-4840-9DF0-9DC60EDBEC86}" presName="rootComposite" presStyleCnt="0"/>
      <dgm:spPr/>
    </dgm:pt>
    <dgm:pt modelId="{6438D645-EB17-4AA2-B175-3837088265F8}" type="pres">
      <dgm:prSet presAssocID="{0C2B987A-C04A-4840-9DF0-9DC60EDBEC86}" presName="rootText" presStyleLbl="node3" presStyleIdx="3" presStyleCnt="11" custScaleX="165519" custScaleY="184982">
        <dgm:presLayoutVars>
          <dgm:chPref val="3"/>
        </dgm:presLayoutVars>
      </dgm:prSet>
      <dgm:spPr/>
      <dgm:t>
        <a:bodyPr/>
        <a:lstStyle/>
        <a:p>
          <a:endParaRPr lang="en-US"/>
        </a:p>
      </dgm:t>
    </dgm:pt>
    <dgm:pt modelId="{4A9541D0-5358-4DB9-92BB-C864A11D470F}" type="pres">
      <dgm:prSet presAssocID="{0C2B987A-C04A-4840-9DF0-9DC60EDBEC86}" presName="rootConnector" presStyleLbl="node3" presStyleIdx="3" presStyleCnt="11"/>
      <dgm:spPr/>
      <dgm:t>
        <a:bodyPr/>
        <a:lstStyle/>
        <a:p>
          <a:endParaRPr lang="en-US"/>
        </a:p>
      </dgm:t>
    </dgm:pt>
    <dgm:pt modelId="{C8A01C27-D7B6-4D37-A398-392B5211CB0E}" type="pres">
      <dgm:prSet presAssocID="{0C2B987A-C04A-4840-9DF0-9DC60EDBEC86}" presName="hierChild4" presStyleCnt="0"/>
      <dgm:spPr/>
    </dgm:pt>
    <dgm:pt modelId="{EC1281F1-FCBD-4AD4-85DD-C62D9993F202}" type="pres">
      <dgm:prSet presAssocID="{0C2B987A-C04A-4840-9DF0-9DC60EDBEC86}" presName="hierChild5" presStyleCnt="0"/>
      <dgm:spPr/>
    </dgm:pt>
    <dgm:pt modelId="{F23FE1C5-1168-413F-BEF9-DEFA1246EA2D}" type="pres">
      <dgm:prSet presAssocID="{2BA81926-5AC3-4547-8B3E-7C29584DB932}" presName="Name37" presStyleLbl="parChTrans1D3" presStyleIdx="4" presStyleCnt="11" custSzX="209511" custSzY="2234016"/>
      <dgm:spPr/>
      <dgm:t>
        <a:bodyPr/>
        <a:lstStyle/>
        <a:p>
          <a:endParaRPr lang="en-US"/>
        </a:p>
      </dgm:t>
    </dgm:pt>
    <dgm:pt modelId="{F1B6BD77-DD82-4AAA-8138-6F8D177DC888}" type="pres">
      <dgm:prSet presAssocID="{C18CE8AF-EFD5-4455-B101-0F57996C7909}" presName="hierRoot2" presStyleCnt="0">
        <dgm:presLayoutVars>
          <dgm:hierBranch val="init"/>
        </dgm:presLayoutVars>
      </dgm:prSet>
      <dgm:spPr/>
    </dgm:pt>
    <dgm:pt modelId="{8701AAAC-F246-4541-BCF1-7E0D9461FCC2}" type="pres">
      <dgm:prSet presAssocID="{C18CE8AF-EFD5-4455-B101-0F57996C7909}" presName="rootComposite" presStyleCnt="0"/>
      <dgm:spPr/>
    </dgm:pt>
    <dgm:pt modelId="{B94A4673-1A61-4587-9DF4-E8C50EDE3C6D}" type="pres">
      <dgm:prSet presAssocID="{C18CE8AF-EFD5-4455-B101-0F57996C7909}" presName="rootText" presStyleLbl="node3" presStyleIdx="4" presStyleCnt="11" custScaleX="165519" custScaleY="184982">
        <dgm:presLayoutVars>
          <dgm:chPref val="3"/>
        </dgm:presLayoutVars>
      </dgm:prSet>
      <dgm:spPr/>
      <dgm:t>
        <a:bodyPr/>
        <a:lstStyle/>
        <a:p>
          <a:endParaRPr lang="en-US"/>
        </a:p>
      </dgm:t>
    </dgm:pt>
    <dgm:pt modelId="{3C1D08D2-8E67-453A-A105-150ABB05B71C}" type="pres">
      <dgm:prSet presAssocID="{C18CE8AF-EFD5-4455-B101-0F57996C7909}" presName="rootConnector" presStyleLbl="node3" presStyleIdx="4" presStyleCnt="11"/>
      <dgm:spPr/>
      <dgm:t>
        <a:bodyPr/>
        <a:lstStyle/>
        <a:p>
          <a:endParaRPr lang="en-US"/>
        </a:p>
      </dgm:t>
    </dgm:pt>
    <dgm:pt modelId="{C2F9FEE1-8A96-45B5-A501-71B8CE008987}" type="pres">
      <dgm:prSet presAssocID="{C18CE8AF-EFD5-4455-B101-0F57996C7909}" presName="hierChild4" presStyleCnt="0"/>
      <dgm:spPr/>
    </dgm:pt>
    <dgm:pt modelId="{614DF21D-2177-44EA-A36C-EED137A0C77C}" type="pres">
      <dgm:prSet presAssocID="{C18CE8AF-EFD5-4455-B101-0F57996C7909}" presName="hierChild5" presStyleCnt="0"/>
      <dgm:spPr/>
    </dgm:pt>
    <dgm:pt modelId="{34789676-B41B-4740-AABC-C0734EBDE45F}" type="pres">
      <dgm:prSet presAssocID="{F2A83C6B-E7D3-4D3B-BC14-6F19CD5A52AF}" presName="Name37" presStyleLbl="parChTrans1D3" presStyleIdx="5" presStyleCnt="11" custSzX="209511" custSzY="3589702"/>
      <dgm:spPr/>
      <dgm:t>
        <a:bodyPr/>
        <a:lstStyle/>
        <a:p>
          <a:endParaRPr lang="en-US"/>
        </a:p>
      </dgm:t>
    </dgm:pt>
    <dgm:pt modelId="{04D0549E-5E9D-4AFC-88A5-EC161E71C6A8}" type="pres">
      <dgm:prSet presAssocID="{06572CA7-84D5-422C-B244-A6ED4A5BD02A}" presName="hierRoot2" presStyleCnt="0">
        <dgm:presLayoutVars>
          <dgm:hierBranch val="init"/>
        </dgm:presLayoutVars>
      </dgm:prSet>
      <dgm:spPr/>
    </dgm:pt>
    <dgm:pt modelId="{33DC5797-E4FC-48C6-AC49-98B66E80AB77}" type="pres">
      <dgm:prSet presAssocID="{06572CA7-84D5-422C-B244-A6ED4A5BD02A}" presName="rootComposite" presStyleCnt="0"/>
      <dgm:spPr/>
    </dgm:pt>
    <dgm:pt modelId="{1829FBA9-42BB-4086-90C6-B377A69175CF}" type="pres">
      <dgm:prSet presAssocID="{06572CA7-84D5-422C-B244-A6ED4A5BD02A}" presName="rootText" presStyleLbl="node3" presStyleIdx="5" presStyleCnt="11" custScaleX="165519" custScaleY="184982">
        <dgm:presLayoutVars>
          <dgm:chPref val="3"/>
        </dgm:presLayoutVars>
      </dgm:prSet>
      <dgm:spPr/>
      <dgm:t>
        <a:bodyPr/>
        <a:lstStyle/>
        <a:p>
          <a:endParaRPr lang="en-US"/>
        </a:p>
      </dgm:t>
    </dgm:pt>
    <dgm:pt modelId="{44E86596-C371-4864-B548-B6BF134C2C92}" type="pres">
      <dgm:prSet presAssocID="{06572CA7-84D5-422C-B244-A6ED4A5BD02A}" presName="rootConnector" presStyleLbl="node3" presStyleIdx="5" presStyleCnt="11"/>
      <dgm:spPr/>
      <dgm:t>
        <a:bodyPr/>
        <a:lstStyle/>
        <a:p>
          <a:endParaRPr lang="en-US"/>
        </a:p>
      </dgm:t>
    </dgm:pt>
    <dgm:pt modelId="{8A19B78D-8B26-4C20-A685-1D40E9DC4BD3}" type="pres">
      <dgm:prSet presAssocID="{06572CA7-84D5-422C-B244-A6ED4A5BD02A}" presName="hierChild4" presStyleCnt="0"/>
      <dgm:spPr/>
    </dgm:pt>
    <dgm:pt modelId="{5D21A418-F832-430D-A0B2-1E2B49325E62}" type="pres">
      <dgm:prSet presAssocID="{06572CA7-84D5-422C-B244-A6ED4A5BD02A}" presName="hierChild5" presStyleCnt="0"/>
      <dgm:spPr/>
    </dgm:pt>
    <dgm:pt modelId="{C114AFEC-0B3D-41D1-B879-E8E9DF150A67}" type="pres">
      <dgm:prSet presAssocID="{455D6A36-990C-400A-AEBA-F80FBB145210}" presName="hierChild5" presStyleCnt="0"/>
      <dgm:spPr/>
    </dgm:pt>
    <dgm:pt modelId="{AC0AC5C4-9414-42A5-8647-01F2A050DB53}" type="pres">
      <dgm:prSet presAssocID="{91955179-8E8F-4A22-8A2F-BF8A02AC1257}" presName="Name37" presStyleLbl="parChTrans1D2" presStyleIdx="2" presStyleCnt="5" custSzX="2142889" custSzY="400977"/>
      <dgm:spPr/>
      <dgm:t>
        <a:bodyPr/>
        <a:lstStyle/>
        <a:p>
          <a:endParaRPr lang="en-US"/>
        </a:p>
      </dgm:t>
    </dgm:pt>
    <dgm:pt modelId="{24AC4741-B0B9-4416-A673-14D6A688E5DC}" type="pres">
      <dgm:prSet presAssocID="{76182540-059C-40F8-9B47-D6C674C6D8E3}" presName="hierRoot2" presStyleCnt="0">
        <dgm:presLayoutVars>
          <dgm:hierBranch val="init"/>
        </dgm:presLayoutVars>
      </dgm:prSet>
      <dgm:spPr/>
    </dgm:pt>
    <dgm:pt modelId="{9A432013-2662-43FC-A383-5C662CD6783F}" type="pres">
      <dgm:prSet presAssocID="{76182540-059C-40F8-9B47-D6C674C6D8E3}" presName="rootComposite" presStyleCnt="0"/>
      <dgm:spPr/>
    </dgm:pt>
    <dgm:pt modelId="{721969F0-80DC-4F69-AD10-9B0C2012234D}" type="pres">
      <dgm:prSet presAssocID="{76182540-059C-40F8-9B47-D6C674C6D8E3}" presName="rootText" presStyleLbl="node2" presStyleIdx="2" presStyleCnt="5" custScaleX="228640" custScaleY="184982">
        <dgm:presLayoutVars>
          <dgm:chPref val="3"/>
        </dgm:presLayoutVars>
      </dgm:prSet>
      <dgm:spPr/>
      <dgm:t>
        <a:bodyPr/>
        <a:lstStyle/>
        <a:p>
          <a:endParaRPr lang="en-US"/>
        </a:p>
      </dgm:t>
    </dgm:pt>
    <dgm:pt modelId="{9EE16830-2DDD-47C7-813B-ED50969FE06F}" type="pres">
      <dgm:prSet presAssocID="{76182540-059C-40F8-9B47-D6C674C6D8E3}" presName="rootConnector" presStyleLbl="node2" presStyleIdx="2" presStyleCnt="5"/>
      <dgm:spPr/>
      <dgm:t>
        <a:bodyPr/>
        <a:lstStyle/>
        <a:p>
          <a:endParaRPr lang="en-US"/>
        </a:p>
      </dgm:t>
    </dgm:pt>
    <dgm:pt modelId="{E03A4C72-DB75-42ED-93B1-67144B0E006C}" type="pres">
      <dgm:prSet presAssocID="{76182540-059C-40F8-9B47-D6C674C6D8E3}" presName="hierChild4" presStyleCnt="0"/>
      <dgm:spPr/>
    </dgm:pt>
    <dgm:pt modelId="{CBC51819-684E-401A-AFAE-5F952A3B88AA}" type="pres">
      <dgm:prSet presAssocID="{1C34F8DF-4D8C-4AA2-B353-814E2D59E21B}" presName="Name37" presStyleLbl="parChTrans1D3" presStyleIdx="6" presStyleCnt="11" custSzX="289408" custSzY="878331"/>
      <dgm:spPr/>
      <dgm:t>
        <a:bodyPr/>
        <a:lstStyle/>
        <a:p>
          <a:endParaRPr lang="en-US"/>
        </a:p>
      </dgm:t>
    </dgm:pt>
    <dgm:pt modelId="{59C3AB80-267A-41D4-8E33-B26C2ACE1C85}" type="pres">
      <dgm:prSet presAssocID="{4BC3C66F-D56A-4C8F-9126-4712A4720EBB}" presName="hierRoot2" presStyleCnt="0">
        <dgm:presLayoutVars>
          <dgm:hierBranch val="init"/>
        </dgm:presLayoutVars>
      </dgm:prSet>
      <dgm:spPr/>
    </dgm:pt>
    <dgm:pt modelId="{92706DF9-C676-4995-BBF6-67D93970DDEB}" type="pres">
      <dgm:prSet presAssocID="{4BC3C66F-D56A-4C8F-9126-4712A4720EBB}" presName="rootComposite" presStyleCnt="0"/>
      <dgm:spPr/>
    </dgm:pt>
    <dgm:pt modelId="{9DFA7467-CB3E-46A3-9E10-9FAD7FC232B8}" type="pres">
      <dgm:prSet presAssocID="{4BC3C66F-D56A-4C8F-9126-4712A4720EBB}" presName="rootText" presStyleLbl="node3" presStyleIdx="6" presStyleCnt="11" custScaleX="165519" custScaleY="184982">
        <dgm:presLayoutVars>
          <dgm:chPref val="3"/>
        </dgm:presLayoutVars>
      </dgm:prSet>
      <dgm:spPr/>
      <dgm:t>
        <a:bodyPr/>
        <a:lstStyle/>
        <a:p>
          <a:endParaRPr lang="en-US"/>
        </a:p>
      </dgm:t>
    </dgm:pt>
    <dgm:pt modelId="{3FFC2877-CBDA-4A38-8D9D-F3AC2B4C1A48}" type="pres">
      <dgm:prSet presAssocID="{4BC3C66F-D56A-4C8F-9126-4712A4720EBB}" presName="rootConnector" presStyleLbl="node3" presStyleIdx="6" presStyleCnt="11"/>
      <dgm:spPr/>
      <dgm:t>
        <a:bodyPr/>
        <a:lstStyle/>
        <a:p>
          <a:endParaRPr lang="en-US"/>
        </a:p>
      </dgm:t>
    </dgm:pt>
    <dgm:pt modelId="{7E4AEAEB-A777-42F2-9DB1-4377B3523936}" type="pres">
      <dgm:prSet presAssocID="{4BC3C66F-D56A-4C8F-9126-4712A4720EBB}" presName="hierChild4" presStyleCnt="0"/>
      <dgm:spPr/>
    </dgm:pt>
    <dgm:pt modelId="{548BA0CF-33F3-41CF-8309-020BC576C35A}" type="pres">
      <dgm:prSet presAssocID="{4BC3C66F-D56A-4C8F-9126-4712A4720EBB}" presName="hierChild5" presStyleCnt="0"/>
      <dgm:spPr/>
    </dgm:pt>
    <dgm:pt modelId="{995FF11E-E881-479C-B0D3-A988D5EA63BE}" type="pres">
      <dgm:prSet presAssocID="{A881A3BE-7094-4B31-B7B8-3C4F36F9B506}" presName="Name37" presStyleLbl="parChTrans1D3" presStyleIdx="7" presStyleCnt="11"/>
      <dgm:spPr/>
      <dgm:t>
        <a:bodyPr/>
        <a:lstStyle/>
        <a:p>
          <a:endParaRPr lang="en-US"/>
        </a:p>
      </dgm:t>
    </dgm:pt>
    <dgm:pt modelId="{34674E61-B814-4C39-827D-5F912441AD91}" type="pres">
      <dgm:prSet presAssocID="{07587327-3B00-4C6C-AF6B-D7263A30C02B}" presName="hierRoot2" presStyleCnt="0">
        <dgm:presLayoutVars>
          <dgm:hierBranch val="init"/>
        </dgm:presLayoutVars>
      </dgm:prSet>
      <dgm:spPr/>
    </dgm:pt>
    <dgm:pt modelId="{04DC5BDC-0333-4D42-9FAF-FDF2A74AB043}" type="pres">
      <dgm:prSet presAssocID="{07587327-3B00-4C6C-AF6B-D7263A30C02B}" presName="rootComposite" presStyleCnt="0"/>
      <dgm:spPr/>
    </dgm:pt>
    <dgm:pt modelId="{7ED8FD9E-5C70-4249-9159-24A19373B8CF}" type="pres">
      <dgm:prSet presAssocID="{07587327-3B00-4C6C-AF6B-D7263A30C02B}" presName="rootText" presStyleLbl="node3" presStyleIdx="7" presStyleCnt="11" custScaleX="168438" custScaleY="180616">
        <dgm:presLayoutVars>
          <dgm:chPref val="3"/>
        </dgm:presLayoutVars>
      </dgm:prSet>
      <dgm:spPr/>
      <dgm:t>
        <a:bodyPr/>
        <a:lstStyle/>
        <a:p>
          <a:endParaRPr lang="en-US"/>
        </a:p>
      </dgm:t>
    </dgm:pt>
    <dgm:pt modelId="{5E89DC6D-40B4-4918-8EE6-1F648BA21FE6}" type="pres">
      <dgm:prSet presAssocID="{07587327-3B00-4C6C-AF6B-D7263A30C02B}" presName="rootConnector" presStyleLbl="node3" presStyleIdx="7" presStyleCnt="11"/>
      <dgm:spPr/>
      <dgm:t>
        <a:bodyPr/>
        <a:lstStyle/>
        <a:p>
          <a:endParaRPr lang="en-US"/>
        </a:p>
      </dgm:t>
    </dgm:pt>
    <dgm:pt modelId="{27B17DE4-7ACB-46FB-85DA-E7E5FBAAE391}" type="pres">
      <dgm:prSet presAssocID="{07587327-3B00-4C6C-AF6B-D7263A30C02B}" presName="hierChild4" presStyleCnt="0"/>
      <dgm:spPr/>
    </dgm:pt>
    <dgm:pt modelId="{F1D3B287-0284-4674-BC8E-B6B273F5F8A8}" type="pres">
      <dgm:prSet presAssocID="{07587327-3B00-4C6C-AF6B-D7263A30C02B}" presName="hierChild5" presStyleCnt="0"/>
      <dgm:spPr/>
    </dgm:pt>
    <dgm:pt modelId="{C4A48E41-3631-473E-BCA6-FB2A7D4F91FE}" type="pres">
      <dgm:prSet presAssocID="{76182540-059C-40F8-9B47-D6C674C6D8E3}" presName="hierChild5" presStyleCnt="0"/>
      <dgm:spPr/>
    </dgm:pt>
    <dgm:pt modelId="{4F585EF6-7EC1-4A80-8832-774844A972AC}" type="pres">
      <dgm:prSet presAssocID="{DC0F9107-C680-4C05-B828-084835808915}" presName="Name37" presStyleLbl="parChTrans1D2" presStyleIdx="3" presStyleCnt="5" custSzX="266325" custSzY="400977"/>
      <dgm:spPr/>
      <dgm:t>
        <a:bodyPr/>
        <a:lstStyle/>
        <a:p>
          <a:endParaRPr lang="en-US"/>
        </a:p>
      </dgm:t>
    </dgm:pt>
    <dgm:pt modelId="{0B58FFB0-BAED-4FAE-8673-5A8EC88C0B97}" type="pres">
      <dgm:prSet presAssocID="{23215250-C81C-47CF-A742-452EED70AB37}" presName="hierRoot2" presStyleCnt="0">
        <dgm:presLayoutVars>
          <dgm:hierBranch val="init"/>
        </dgm:presLayoutVars>
      </dgm:prSet>
      <dgm:spPr/>
    </dgm:pt>
    <dgm:pt modelId="{18156FD4-D98B-4E85-B427-8509C1D4EA43}" type="pres">
      <dgm:prSet presAssocID="{23215250-C81C-47CF-A742-452EED70AB37}" presName="rootComposite" presStyleCnt="0"/>
      <dgm:spPr/>
    </dgm:pt>
    <dgm:pt modelId="{06BCE38A-7A83-4B04-82DE-B39D47238255}" type="pres">
      <dgm:prSet presAssocID="{23215250-C81C-47CF-A742-452EED70AB37}" presName="rootText" presStyleLbl="node2" presStyleIdx="3" presStyleCnt="5" custScaleX="286737" custScaleY="184982">
        <dgm:presLayoutVars>
          <dgm:chPref val="3"/>
        </dgm:presLayoutVars>
      </dgm:prSet>
      <dgm:spPr/>
      <dgm:t>
        <a:bodyPr/>
        <a:lstStyle/>
        <a:p>
          <a:endParaRPr lang="en-US"/>
        </a:p>
      </dgm:t>
    </dgm:pt>
    <dgm:pt modelId="{6172B41F-D649-4CFF-B030-10C4D3414FE2}" type="pres">
      <dgm:prSet presAssocID="{23215250-C81C-47CF-A742-452EED70AB37}" presName="rootConnector" presStyleLbl="node2" presStyleIdx="3" presStyleCnt="5"/>
      <dgm:spPr/>
      <dgm:t>
        <a:bodyPr/>
        <a:lstStyle/>
        <a:p>
          <a:endParaRPr lang="en-US"/>
        </a:p>
      </dgm:t>
    </dgm:pt>
    <dgm:pt modelId="{8AE7542B-B692-4EBD-A9AC-6157EF258449}" type="pres">
      <dgm:prSet presAssocID="{23215250-C81C-47CF-A742-452EED70AB37}" presName="hierChild4" presStyleCnt="0"/>
      <dgm:spPr/>
    </dgm:pt>
    <dgm:pt modelId="{3F2E2FAA-214E-4106-99BB-6182A2102077}" type="pres">
      <dgm:prSet presAssocID="{98F30521-B637-4D16-8A36-FFD47F3669EC}" presName="Name37" presStyleLbl="parChTrans1D3" presStyleIdx="8" presStyleCnt="11" custSzX="362946" custSzY="878331"/>
      <dgm:spPr/>
      <dgm:t>
        <a:bodyPr/>
        <a:lstStyle/>
        <a:p>
          <a:endParaRPr lang="en-US"/>
        </a:p>
      </dgm:t>
    </dgm:pt>
    <dgm:pt modelId="{EFF2EA9E-0D83-4CB6-9456-1F9CCE76379F}" type="pres">
      <dgm:prSet presAssocID="{7D216D69-95E6-4CBB-8E59-4A1A55059D8F}" presName="hierRoot2" presStyleCnt="0">
        <dgm:presLayoutVars>
          <dgm:hierBranch val="init"/>
        </dgm:presLayoutVars>
      </dgm:prSet>
      <dgm:spPr/>
    </dgm:pt>
    <dgm:pt modelId="{2BA9CDAD-2118-4D42-9CC0-3FF274B703CC}" type="pres">
      <dgm:prSet presAssocID="{7D216D69-95E6-4CBB-8E59-4A1A55059D8F}" presName="rootComposite" presStyleCnt="0"/>
      <dgm:spPr/>
    </dgm:pt>
    <dgm:pt modelId="{881668FC-B83C-4FD3-8525-098D58D12822}" type="pres">
      <dgm:prSet presAssocID="{7D216D69-95E6-4CBB-8E59-4A1A55059D8F}" presName="rootText" presStyleLbl="node3" presStyleIdx="8" presStyleCnt="11" custScaleX="165519" custScaleY="184982">
        <dgm:presLayoutVars>
          <dgm:chPref val="3"/>
        </dgm:presLayoutVars>
      </dgm:prSet>
      <dgm:spPr/>
      <dgm:t>
        <a:bodyPr/>
        <a:lstStyle/>
        <a:p>
          <a:endParaRPr lang="en-US"/>
        </a:p>
      </dgm:t>
    </dgm:pt>
    <dgm:pt modelId="{F588079C-645F-45E2-B9B2-2DAE35A3D557}" type="pres">
      <dgm:prSet presAssocID="{7D216D69-95E6-4CBB-8E59-4A1A55059D8F}" presName="rootConnector" presStyleLbl="node3" presStyleIdx="8" presStyleCnt="11"/>
      <dgm:spPr/>
      <dgm:t>
        <a:bodyPr/>
        <a:lstStyle/>
        <a:p>
          <a:endParaRPr lang="en-US"/>
        </a:p>
      </dgm:t>
    </dgm:pt>
    <dgm:pt modelId="{3B4FFED3-CBEF-423F-9897-50878DD6DD71}" type="pres">
      <dgm:prSet presAssocID="{7D216D69-95E6-4CBB-8E59-4A1A55059D8F}" presName="hierChild4" presStyleCnt="0"/>
      <dgm:spPr/>
    </dgm:pt>
    <dgm:pt modelId="{D90DA6D3-F50C-4425-B9C6-95A8C3A4A9C8}" type="pres">
      <dgm:prSet presAssocID="{7D216D69-95E6-4CBB-8E59-4A1A55059D8F}" presName="hierChild5" presStyleCnt="0"/>
      <dgm:spPr/>
    </dgm:pt>
    <dgm:pt modelId="{71943F7F-004C-4FFB-B501-80DC8195751D}" type="pres">
      <dgm:prSet presAssocID="{0A4BBEDE-8E54-4686-B5DB-BBCA4D823B3B}" presName="Name37" presStyleLbl="parChTrans1D3" presStyleIdx="9" presStyleCnt="11" custSzX="362946" custSzY="3589702"/>
      <dgm:spPr/>
      <dgm:t>
        <a:bodyPr/>
        <a:lstStyle/>
        <a:p>
          <a:endParaRPr lang="en-US"/>
        </a:p>
      </dgm:t>
    </dgm:pt>
    <dgm:pt modelId="{9ECFEFB1-2E48-42E9-ACC3-F3AACD834CFE}" type="pres">
      <dgm:prSet presAssocID="{F5684E08-48D5-4F3D-9510-5FDBDA0E22F7}" presName="hierRoot2" presStyleCnt="0">
        <dgm:presLayoutVars>
          <dgm:hierBranch val="init"/>
        </dgm:presLayoutVars>
      </dgm:prSet>
      <dgm:spPr/>
    </dgm:pt>
    <dgm:pt modelId="{648634DE-3C39-4229-810B-C8A0ACC37F89}" type="pres">
      <dgm:prSet presAssocID="{F5684E08-48D5-4F3D-9510-5FDBDA0E22F7}" presName="rootComposite" presStyleCnt="0"/>
      <dgm:spPr/>
    </dgm:pt>
    <dgm:pt modelId="{CC2D1858-FC37-446F-9CAE-9C15E5385F43}" type="pres">
      <dgm:prSet presAssocID="{F5684E08-48D5-4F3D-9510-5FDBDA0E22F7}" presName="rootText" presStyleLbl="node3" presStyleIdx="9" presStyleCnt="11" custScaleX="165519" custScaleY="184982">
        <dgm:presLayoutVars>
          <dgm:chPref val="3"/>
        </dgm:presLayoutVars>
      </dgm:prSet>
      <dgm:spPr/>
      <dgm:t>
        <a:bodyPr/>
        <a:lstStyle/>
        <a:p>
          <a:endParaRPr lang="en-US"/>
        </a:p>
      </dgm:t>
    </dgm:pt>
    <dgm:pt modelId="{88FE9269-82DB-422A-9511-B7F970EE14EC}" type="pres">
      <dgm:prSet presAssocID="{F5684E08-48D5-4F3D-9510-5FDBDA0E22F7}" presName="rootConnector" presStyleLbl="node3" presStyleIdx="9" presStyleCnt="11"/>
      <dgm:spPr/>
      <dgm:t>
        <a:bodyPr/>
        <a:lstStyle/>
        <a:p>
          <a:endParaRPr lang="en-US"/>
        </a:p>
      </dgm:t>
    </dgm:pt>
    <dgm:pt modelId="{23129242-F3F8-4448-B552-FE4B80219EA2}" type="pres">
      <dgm:prSet presAssocID="{F5684E08-48D5-4F3D-9510-5FDBDA0E22F7}" presName="hierChild4" presStyleCnt="0"/>
      <dgm:spPr/>
    </dgm:pt>
    <dgm:pt modelId="{75B66FAF-FB34-4B6A-A899-F3385A64B4BB}" type="pres">
      <dgm:prSet presAssocID="{F5684E08-48D5-4F3D-9510-5FDBDA0E22F7}" presName="hierChild5" presStyleCnt="0"/>
      <dgm:spPr/>
    </dgm:pt>
    <dgm:pt modelId="{46291803-B39D-4F4C-A7FE-6A340E9B7823}" type="pres">
      <dgm:prSet presAssocID="{20938984-93AF-459E-A48A-CC19C21873B6}" presName="Name37" presStyleLbl="parChTrans1D3" presStyleIdx="10" presStyleCnt="11"/>
      <dgm:spPr/>
    </dgm:pt>
    <dgm:pt modelId="{A99DCA0F-F6DA-429B-9247-AFD13F9358EA}" type="pres">
      <dgm:prSet presAssocID="{76FAB7B5-CB76-4E4C-9EBF-AA70EF4475BD}" presName="hierRoot2" presStyleCnt="0">
        <dgm:presLayoutVars>
          <dgm:hierBranch val="init"/>
        </dgm:presLayoutVars>
      </dgm:prSet>
      <dgm:spPr/>
    </dgm:pt>
    <dgm:pt modelId="{2296F010-20F8-4FAE-8635-F51F32D2B8F7}" type="pres">
      <dgm:prSet presAssocID="{76FAB7B5-CB76-4E4C-9EBF-AA70EF4475BD}" presName="rootComposite" presStyleCnt="0"/>
      <dgm:spPr/>
    </dgm:pt>
    <dgm:pt modelId="{3C08B371-A292-4B67-9D9F-7E3B30144A8E}" type="pres">
      <dgm:prSet presAssocID="{76FAB7B5-CB76-4E4C-9EBF-AA70EF4475BD}" presName="rootText" presStyleLbl="node3" presStyleIdx="10" presStyleCnt="11" custScaleX="165519" custScaleY="184982">
        <dgm:presLayoutVars>
          <dgm:chPref val="3"/>
        </dgm:presLayoutVars>
      </dgm:prSet>
      <dgm:spPr/>
      <dgm:t>
        <a:bodyPr/>
        <a:lstStyle/>
        <a:p>
          <a:endParaRPr lang="en-US"/>
        </a:p>
      </dgm:t>
    </dgm:pt>
    <dgm:pt modelId="{8E6AA33A-F6B3-4C3A-8A9A-98FD905D5ECD}" type="pres">
      <dgm:prSet presAssocID="{76FAB7B5-CB76-4E4C-9EBF-AA70EF4475BD}" presName="rootConnector" presStyleLbl="node3" presStyleIdx="10" presStyleCnt="11"/>
      <dgm:spPr/>
      <dgm:t>
        <a:bodyPr/>
        <a:lstStyle/>
        <a:p>
          <a:endParaRPr lang="en-US"/>
        </a:p>
      </dgm:t>
    </dgm:pt>
    <dgm:pt modelId="{7EC6E4CC-5BE2-4CF3-867B-D4B9F49301B2}" type="pres">
      <dgm:prSet presAssocID="{76FAB7B5-CB76-4E4C-9EBF-AA70EF4475BD}" presName="hierChild4" presStyleCnt="0"/>
      <dgm:spPr/>
    </dgm:pt>
    <dgm:pt modelId="{18338933-5032-417D-B4A9-90D27B5CCB95}" type="pres">
      <dgm:prSet presAssocID="{76FAB7B5-CB76-4E4C-9EBF-AA70EF4475BD}" presName="hierChild5" presStyleCnt="0"/>
      <dgm:spPr/>
    </dgm:pt>
    <dgm:pt modelId="{A1D27AA6-4111-4D27-91D4-09ACC8AF76AC}" type="pres">
      <dgm:prSet presAssocID="{23215250-C81C-47CF-A742-452EED70AB37}" presName="hierChild5" presStyleCnt="0"/>
      <dgm:spPr/>
    </dgm:pt>
    <dgm:pt modelId="{C9D5D359-939E-4163-8656-B1EB906F0045}" type="pres">
      <dgm:prSet presAssocID="{E9141CD6-7458-4396-8368-23D683C4760E}" presName="Name37" presStyleLbl="parChTrans1D2" presStyleIdx="4" presStyleCnt="5" custSzX="2675541" custSzY="400977"/>
      <dgm:spPr/>
      <dgm:t>
        <a:bodyPr/>
        <a:lstStyle/>
        <a:p>
          <a:endParaRPr lang="en-US"/>
        </a:p>
      </dgm:t>
    </dgm:pt>
    <dgm:pt modelId="{5BB43D9B-60AF-4653-BB73-ECEFF7566921}" type="pres">
      <dgm:prSet presAssocID="{875E1C8C-920C-45DA-AF77-A2EDE7BD0D90}" presName="hierRoot2" presStyleCnt="0">
        <dgm:presLayoutVars>
          <dgm:hierBranch val="init"/>
        </dgm:presLayoutVars>
      </dgm:prSet>
      <dgm:spPr/>
    </dgm:pt>
    <dgm:pt modelId="{170F1182-86F8-49E3-A023-0FA6D0DAA61F}" type="pres">
      <dgm:prSet presAssocID="{875E1C8C-920C-45DA-AF77-A2EDE7BD0D90}" presName="rootComposite" presStyleCnt="0"/>
      <dgm:spPr/>
    </dgm:pt>
    <dgm:pt modelId="{67AA72F2-3903-4554-97F0-16D36D7C2C99}" type="pres">
      <dgm:prSet presAssocID="{875E1C8C-920C-45DA-AF77-A2EDE7BD0D90}" presName="rootText" presStyleLbl="node2" presStyleIdx="4" presStyleCnt="5" custScaleX="228640" custScaleY="184982">
        <dgm:presLayoutVars>
          <dgm:chPref val="3"/>
        </dgm:presLayoutVars>
      </dgm:prSet>
      <dgm:spPr/>
      <dgm:t>
        <a:bodyPr/>
        <a:lstStyle/>
        <a:p>
          <a:endParaRPr lang="en-US"/>
        </a:p>
      </dgm:t>
    </dgm:pt>
    <dgm:pt modelId="{A745667F-A439-4654-AA26-94D05ED9B94D}" type="pres">
      <dgm:prSet presAssocID="{875E1C8C-920C-45DA-AF77-A2EDE7BD0D90}" presName="rootConnector" presStyleLbl="node2" presStyleIdx="4" presStyleCnt="5"/>
      <dgm:spPr/>
      <dgm:t>
        <a:bodyPr/>
        <a:lstStyle/>
        <a:p>
          <a:endParaRPr lang="en-US"/>
        </a:p>
      </dgm:t>
    </dgm:pt>
    <dgm:pt modelId="{1E55FC0B-5450-4314-884D-D822C25F371A}" type="pres">
      <dgm:prSet presAssocID="{875E1C8C-920C-45DA-AF77-A2EDE7BD0D90}" presName="hierChild4" presStyleCnt="0"/>
      <dgm:spPr/>
    </dgm:pt>
    <dgm:pt modelId="{0EAFF6F9-65D7-43A6-8126-42E0745CC242}" type="pres">
      <dgm:prSet presAssocID="{875E1C8C-920C-45DA-AF77-A2EDE7BD0D90}" presName="hierChild5" presStyleCnt="0"/>
      <dgm:spPr/>
    </dgm:pt>
    <dgm:pt modelId="{D4997079-DA3F-4162-A3DD-2A3F36437641}" type="pres">
      <dgm:prSet presAssocID="{9F7BC1E0-ECBD-4466-B467-DF0EF3F62900}" presName="hierChild3" presStyleCnt="0"/>
      <dgm:spPr/>
    </dgm:pt>
  </dgm:ptLst>
  <dgm:cxnLst>
    <dgm:cxn modelId="{FA022DBA-D2AB-42DA-B6BC-892857F002C1}" type="presOf" srcId="{C18CE8AF-EFD5-4455-B101-0F57996C7909}" destId="{B94A4673-1A61-4587-9DF4-E8C50EDE3C6D}" srcOrd="0" destOrd="0" presId="urn:microsoft.com/office/officeart/2005/8/layout/orgChart1"/>
    <dgm:cxn modelId="{228CB61A-A83B-476D-A598-4BDD2143143D}" type="presOf" srcId="{657DB137-1EBA-4351-955E-FF75D6088244}" destId="{EF65B725-7346-48A3-A72D-AC937E1F2B52}" srcOrd="1" destOrd="0" presId="urn:microsoft.com/office/officeart/2005/8/layout/orgChart1"/>
    <dgm:cxn modelId="{BA207E68-8DEB-4BC9-BE5A-81062756EDBA}" srcId="{9F7BC1E0-ECBD-4466-B467-DF0EF3F62900}" destId="{E6901BC8-DF6A-4AC8-A948-80CDB5C5D791}" srcOrd="0" destOrd="0" parTransId="{C62B6B13-B5E8-423F-901A-D14FFE30D7B2}" sibTransId="{ABA97AFB-F516-4E6B-AEA7-367D4435C589}"/>
    <dgm:cxn modelId="{CC0C6E67-0283-476E-BA78-A49443B1AC19}" type="presOf" srcId="{C18CE8AF-EFD5-4455-B101-0F57996C7909}" destId="{3C1D08D2-8E67-453A-A105-150ABB05B71C}" srcOrd="1" destOrd="0" presId="urn:microsoft.com/office/officeart/2005/8/layout/orgChart1"/>
    <dgm:cxn modelId="{58CE2A49-CB67-4EC2-8946-844C6501C74D}" srcId="{9F7BC1E0-ECBD-4466-B467-DF0EF3F62900}" destId="{455D6A36-990C-400A-AEBA-F80FBB145210}" srcOrd="1" destOrd="0" parTransId="{44D5CB9B-713B-4B51-91C7-483C27E1D002}" sibTransId="{F10E9B3D-AB1A-40A2-A778-EA8D80D5C7C9}"/>
    <dgm:cxn modelId="{5C5AD734-309C-466D-BB46-FE1D9768C0E9}" srcId="{23215250-C81C-47CF-A742-452EED70AB37}" destId="{76FAB7B5-CB76-4E4C-9EBF-AA70EF4475BD}" srcOrd="2" destOrd="0" parTransId="{20938984-93AF-459E-A48A-CC19C21873B6}" sibTransId="{081CEFE4-1E19-4D32-BF41-0E54D2C703F2}"/>
    <dgm:cxn modelId="{F882CE46-272F-4FAA-B327-FEFBDC101BE8}" type="presOf" srcId="{76182540-059C-40F8-9B47-D6C674C6D8E3}" destId="{721969F0-80DC-4F69-AD10-9B0C2012234D}" srcOrd="0" destOrd="0" presId="urn:microsoft.com/office/officeart/2005/8/layout/orgChart1"/>
    <dgm:cxn modelId="{133F9B4F-44EA-478C-9E15-306BA2FBAD4F}" srcId="{455D6A36-990C-400A-AEBA-F80FBB145210}" destId="{06572CA7-84D5-422C-B244-A6ED4A5BD02A}" srcOrd="2" destOrd="0" parTransId="{F2A83C6B-E7D3-4D3B-BC14-6F19CD5A52AF}" sibTransId="{D66A96AE-3879-46C8-AF91-DBC8168849C5}"/>
    <dgm:cxn modelId="{7C95D283-5CF8-45AC-8F9F-DE5286E75C5D}" type="presOf" srcId="{0C2B987A-C04A-4840-9DF0-9DC60EDBEC86}" destId="{4A9541D0-5358-4DB9-92BB-C864A11D470F}" srcOrd="1" destOrd="0" presId="urn:microsoft.com/office/officeart/2005/8/layout/orgChart1"/>
    <dgm:cxn modelId="{0DD1E601-FF9D-458E-87D0-1C71318202C7}" srcId="{455D6A36-990C-400A-AEBA-F80FBB145210}" destId="{C18CE8AF-EFD5-4455-B101-0F57996C7909}" srcOrd="1" destOrd="0" parTransId="{2BA81926-5AC3-4547-8B3E-7C29584DB932}" sibTransId="{FAE02ED8-E961-46F4-BF8A-08709B500CA7}"/>
    <dgm:cxn modelId="{4D8A4B09-D1B1-41B4-B6EB-AC68959AD4BC}" type="presOf" srcId="{875E1C8C-920C-45DA-AF77-A2EDE7BD0D90}" destId="{A745667F-A439-4654-AA26-94D05ED9B94D}" srcOrd="1" destOrd="0" presId="urn:microsoft.com/office/officeart/2005/8/layout/orgChart1"/>
    <dgm:cxn modelId="{6FAA69C6-1D3E-4E2C-A977-ABC848F21747}" type="presOf" srcId="{D754D38B-FEF4-4E2B-8201-75FB7C7AA4EE}" destId="{E530C474-85DD-4024-9329-DFF868CD7C82}" srcOrd="1" destOrd="0" presId="urn:microsoft.com/office/officeart/2005/8/layout/orgChart1"/>
    <dgm:cxn modelId="{CB146DC3-81E2-425E-980B-1B2176532255}" type="presOf" srcId="{48F181B7-DBEE-4819-A082-A1858C532895}" destId="{130DE693-E727-4C54-8FE9-AD51932748DC}" srcOrd="0" destOrd="0" presId="urn:microsoft.com/office/officeart/2005/8/layout/orgChart1"/>
    <dgm:cxn modelId="{BB627C14-8721-4E8F-A1FA-4AFE1B99CE0B}" srcId="{0F63FC00-1293-44ED-B720-FB88B9F04A90}" destId="{9F7BC1E0-ECBD-4466-B467-DF0EF3F62900}" srcOrd="0" destOrd="0" parTransId="{117534BD-63F7-431F-A8DE-66D8C3E89323}" sibTransId="{A01975EE-F0AA-448A-82E4-930DC8CBF0C5}"/>
    <dgm:cxn modelId="{A9E0DA1F-EE3C-454A-8BBC-B0D6611679C9}" type="presOf" srcId="{76FAB7B5-CB76-4E4C-9EBF-AA70EF4475BD}" destId="{8E6AA33A-F6B3-4C3A-8A9A-98FD905D5ECD}" srcOrd="1" destOrd="0" presId="urn:microsoft.com/office/officeart/2005/8/layout/orgChart1"/>
    <dgm:cxn modelId="{49A7817B-4DEB-41FA-9765-BFB1D3C8459F}" srcId="{9F7BC1E0-ECBD-4466-B467-DF0EF3F62900}" destId="{875E1C8C-920C-45DA-AF77-A2EDE7BD0D90}" srcOrd="4" destOrd="0" parTransId="{E9141CD6-7458-4396-8368-23D683C4760E}" sibTransId="{3E8CD35C-C165-4DF6-BEE0-D35207FB804D}"/>
    <dgm:cxn modelId="{A253A406-CD6C-4FB4-9136-144FCECCEAE0}" type="presOf" srcId="{5C0499BE-D2A1-4F50-A2E2-13159EA33FCE}" destId="{AFDEDA75-5F1E-43DE-ADCA-016C9342054C}" srcOrd="0" destOrd="0" presId="urn:microsoft.com/office/officeart/2005/8/layout/orgChart1"/>
    <dgm:cxn modelId="{EEB3A48E-4CF9-4369-9546-0106EEDDA288}" type="presOf" srcId="{98F30521-B637-4D16-8A36-FFD47F3669EC}" destId="{3F2E2FAA-214E-4106-99BB-6182A2102077}" srcOrd="0" destOrd="0" presId="urn:microsoft.com/office/officeart/2005/8/layout/orgChart1"/>
    <dgm:cxn modelId="{AEC28DC5-FE9D-45E6-8908-D89F6E9F1FA0}" type="presOf" srcId="{06572CA7-84D5-422C-B244-A6ED4A5BD02A}" destId="{1829FBA9-42BB-4086-90C6-B377A69175CF}" srcOrd="0" destOrd="0" presId="urn:microsoft.com/office/officeart/2005/8/layout/orgChart1"/>
    <dgm:cxn modelId="{0B08F8AA-0ECD-4C8B-9017-060B0F63C1A6}" type="presOf" srcId="{4BC3C66F-D56A-4C8F-9126-4712A4720EBB}" destId="{9DFA7467-CB3E-46A3-9E10-9FAD7FC232B8}" srcOrd="0" destOrd="0" presId="urn:microsoft.com/office/officeart/2005/8/layout/orgChart1"/>
    <dgm:cxn modelId="{057CCC3A-424B-4B6A-89CD-673BC3AA68B8}" srcId="{9F7BC1E0-ECBD-4466-B467-DF0EF3F62900}" destId="{23215250-C81C-47CF-A742-452EED70AB37}" srcOrd="3" destOrd="0" parTransId="{DC0F9107-C680-4C05-B828-084835808915}" sibTransId="{6D8A9925-5D50-4980-BEB8-65005999FFA3}"/>
    <dgm:cxn modelId="{9C598A3D-E04F-4CF1-BB26-70B4D2EB7070}" type="presOf" srcId="{0F63FC00-1293-44ED-B720-FB88B9F04A90}" destId="{87BEBA1A-7F6E-4B4B-92BC-E7049CACD69D}" srcOrd="0" destOrd="0" presId="urn:microsoft.com/office/officeart/2005/8/layout/orgChart1"/>
    <dgm:cxn modelId="{DFD534D1-B1A9-4171-B9F7-CC57584AF2C0}" type="presOf" srcId="{07587327-3B00-4C6C-AF6B-D7263A30C02B}" destId="{5E89DC6D-40B4-4918-8EE6-1F648BA21FE6}" srcOrd="1" destOrd="0" presId="urn:microsoft.com/office/officeart/2005/8/layout/orgChart1"/>
    <dgm:cxn modelId="{69AA7558-D784-46E4-8B09-D07EA45801ED}" type="presOf" srcId="{9F7BC1E0-ECBD-4466-B467-DF0EF3F62900}" destId="{E3F88A9E-BA5E-438B-B5E5-4C690DCC00CE}" srcOrd="1" destOrd="0" presId="urn:microsoft.com/office/officeart/2005/8/layout/orgChart1"/>
    <dgm:cxn modelId="{805E87BE-BF7A-4A70-8FCC-AF5FAA175BE9}" type="presOf" srcId="{657DB137-1EBA-4351-955E-FF75D6088244}" destId="{8AAF624B-BBF9-4A35-AD0B-D5A4A8B9BAE2}" srcOrd="0" destOrd="0" presId="urn:microsoft.com/office/officeart/2005/8/layout/orgChart1"/>
    <dgm:cxn modelId="{731E3AC0-0561-48F9-BD5E-4962CD4F21FA}" type="presOf" srcId="{F5684E08-48D5-4F3D-9510-5FDBDA0E22F7}" destId="{88FE9269-82DB-422A-9511-B7F970EE14EC}" srcOrd="1" destOrd="0" presId="urn:microsoft.com/office/officeart/2005/8/layout/orgChart1"/>
    <dgm:cxn modelId="{EE65846F-9F7A-4A52-83DB-5F571E71F550}" type="presOf" srcId="{D756AEDF-E0AB-475A-ACCF-9A2A87C17BE3}" destId="{3A924733-E57A-44A3-AAE3-56C0561C069E}" srcOrd="1" destOrd="0" presId="urn:microsoft.com/office/officeart/2005/8/layout/orgChart1"/>
    <dgm:cxn modelId="{00FC4ACD-5540-4603-86CE-7A4EF66195E6}" type="presOf" srcId="{06572CA7-84D5-422C-B244-A6ED4A5BD02A}" destId="{44E86596-C371-4864-B548-B6BF134C2C92}" srcOrd="1" destOrd="0" presId="urn:microsoft.com/office/officeart/2005/8/layout/orgChart1"/>
    <dgm:cxn modelId="{75AE1AC4-E829-427C-8244-5A6D8D7346C7}" type="presOf" srcId="{F5684E08-48D5-4F3D-9510-5FDBDA0E22F7}" destId="{CC2D1858-FC37-446F-9CAE-9C15E5385F43}" srcOrd="0" destOrd="0" presId="urn:microsoft.com/office/officeart/2005/8/layout/orgChart1"/>
    <dgm:cxn modelId="{8FAC181D-5610-4125-A754-800E64BD0970}" srcId="{E6901BC8-DF6A-4AC8-A948-80CDB5C5D791}" destId="{D756AEDF-E0AB-475A-ACCF-9A2A87C17BE3}" srcOrd="0" destOrd="0" parTransId="{5C0499BE-D2A1-4F50-A2E2-13159EA33FCE}" sibTransId="{8B8FC139-CC76-4C74-B2A5-37FD4AA7E888}"/>
    <dgm:cxn modelId="{7B74F49F-2C8F-481B-91EA-4C8773714D15}" type="presOf" srcId="{455D6A36-990C-400A-AEBA-F80FBB145210}" destId="{F09190D9-9E25-422B-8608-95CB723F1037}" srcOrd="0" destOrd="0" presId="urn:microsoft.com/office/officeart/2005/8/layout/orgChart1"/>
    <dgm:cxn modelId="{78D790C0-A92B-4BED-86A0-1E81C3DEEE20}" type="presOf" srcId="{0A4BBEDE-8E54-4686-B5DB-BBCA4D823B3B}" destId="{71943F7F-004C-4FFB-B501-80DC8195751D}" srcOrd="0" destOrd="0" presId="urn:microsoft.com/office/officeart/2005/8/layout/orgChart1"/>
    <dgm:cxn modelId="{BC8AE0EC-791C-43A9-95FC-BEE4E6628047}" srcId="{76182540-059C-40F8-9B47-D6C674C6D8E3}" destId="{4BC3C66F-D56A-4C8F-9126-4712A4720EBB}" srcOrd="0" destOrd="0" parTransId="{1C34F8DF-4D8C-4AA2-B353-814E2D59E21B}" sibTransId="{AD4C5380-A739-4CCD-AC11-2E47BDDE84CC}"/>
    <dgm:cxn modelId="{7F0C9632-02B4-4402-BC0D-B7927DF3A49F}" type="presOf" srcId="{44D5CB9B-713B-4B51-91C7-483C27E1D002}" destId="{35FBF162-B14C-45F2-9D16-6BEACEB5FC39}" srcOrd="0" destOrd="0" presId="urn:microsoft.com/office/officeart/2005/8/layout/orgChart1"/>
    <dgm:cxn modelId="{3EB82E08-54DB-4E6A-806C-9E03905DE67E}" type="presOf" srcId="{20938984-93AF-459E-A48A-CC19C21873B6}" destId="{46291803-B39D-4F4C-A7FE-6A340E9B7823}" srcOrd="0" destOrd="0" presId="urn:microsoft.com/office/officeart/2005/8/layout/orgChart1"/>
    <dgm:cxn modelId="{2768D952-FCDE-472A-B360-A961B3B5DC74}" type="presOf" srcId="{C62B6B13-B5E8-423F-901A-D14FFE30D7B2}" destId="{8955FB75-DEB4-410A-A99D-9AF2B6FF25C5}" srcOrd="0" destOrd="0" presId="urn:microsoft.com/office/officeart/2005/8/layout/orgChart1"/>
    <dgm:cxn modelId="{02E8AF65-F441-4E13-99DA-43A48449559C}" type="presOf" srcId="{28447ED6-A766-4413-BCE4-6B7A0EDA3060}" destId="{07E9EC86-3F92-4E71-84DE-C9489C8C58A7}" srcOrd="0" destOrd="0" presId="urn:microsoft.com/office/officeart/2005/8/layout/orgChart1"/>
    <dgm:cxn modelId="{F4BA0BBC-7B9D-4511-8900-EDA83CE79A08}" type="presOf" srcId="{D756AEDF-E0AB-475A-ACCF-9A2A87C17BE3}" destId="{97717F23-0816-4D7C-9FAD-3CCC078E5298}" srcOrd="0" destOrd="0" presId="urn:microsoft.com/office/officeart/2005/8/layout/orgChart1"/>
    <dgm:cxn modelId="{997D55B8-A06E-40E0-9CD5-56D2E2F4FFF3}" srcId="{9F7BC1E0-ECBD-4466-B467-DF0EF3F62900}" destId="{76182540-059C-40F8-9B47-D6C674C6D8E3}" srcOrd="2" destOrd="0" parTransId="{91955179-8E8F-4A22-8A2F-BF8A02AC1257}" sibTransId="{A69D5043-96E6-4972-8E16-679231A18759}"/>
    <dgm:cxn modelId="{9A682D80-109E-4AC1-8652-372F955B6911}" type="presOf" srcId="{23215250-C81C-47CF-A742-452EED70AB37}" destId="{6172B41F-D649-4CFF-B030-10C4D3414FE2}" srcOrd="1" destOrd="0" presId="urn:microsoft.com/office/officeart/2005/8/layout/orgChart1"/>
    <dgm:cxn modelId="{3987B185-A8C6-41A1-91E2-19D74DD45236}" type="presOf" srcId="{4BC3C66F-D56A-4C8F-9126-4712A4720EBB}" destId="{3FFC2877-CBDA-4A38-8D9D-F3AC2B4C1A48}" srcOrd="1" destOrd="0" presId="urn:microsoft.com/office/officeart/2005/8/layout/orgChart1"/>
    <dgm:cxn modelId="{943FBB13-4362-439E-A07E-4624AF07E5F5}" srcId="{23215250-C81C-47CF-A742-452EED70AB37}" destId="{F5684E08-48D5-4F3D-9510-5FDBDA0E22F7}" srcOrd="1" destOrd="0" parTransId="{0A4BBEDE-8E54-4686-B5DB-BBCA4D823B3B}" sibTransId="{B6838CD3-9B2A-4422-B91B-258DB25A775F}"/>
    <dgm:cxn modelId="{CBFEE017-D67B-4EC5-9F5A-6606019D16DD}" type="presOf" srcId="{7D216D69-95E6-4CBB-8E59-4A1A55059D8F}" destId="{F588079C-645F-45E2-B9B2-2DAE35A3D557}" srcOrd="1" destOrd="0" presId="urn:microsoft.com/office/officeart/2005/8/layout/orgChart1"/>
    <dgm:cxn modelId="{2E2DA47A-5CDD-4E9E-B81F-CAA2EEA43583}" type="presOf" srcId="{DC0F9107-C680-4C05-B828-084835808915}" destId="{4F585EF6-7EC1-4A80-8832-774844A972AC}" srcOrd="0" destOrd="0" presId="urn:microsoft.com/office/officeart/2005/8/layout/orgChart1"/>
    <dgm:cxn modelId="{40D6F513-B90F-40B3-AD1F-3BD6677EC404}" type="presOf" srcId="{D754D38B-FEF4-4E2B-8201-75FB7C7AA4EE}" destId="{A560E944-DA20-4727-B1C9-61585FA1228A}" srcOrd="0" destOrd="0" presId="urn:microsoft.com/office/officeart/2005/8/layout/orgChart1"/>
    <dgm:cxn modelId="{9B89BC42-5ABF-4E3F-842A-8045C096BEC0}" type="presOf" srcId="{1C34F8DF-4D8C-4AA2-B353-814E2D59E21B}" destId="{CBC51819-684E-401A-AFAE-5F952A3B88AA}" srcOrd="0" destOrd="0" presId="urn:microsoft.com/office/officeart/2005/8/layout/orgChart1"/>
    <dgm:cxn modelId="{B1E39EBA-272B-4DDF-93D6-DC162F5A5FEC}" type="presOf" srcId="{A881A3BE-7094-4B31-B7B8-3C4F36F9B506}" destId="{995FF11E-E881-479C-B0D3-A988D5EA63BE}" srcOrd="0" destOrd="0" presId="urn:microsoft.com/office/officeart/2005/8/layout/orgChart1"/>
    <dgm:cxn modelId="{E4D3E475-EAEA-478F-B874-E9E49AF1BF39}" type="presOf" srcId="{91955179-8E8F-4A22-8A2F-BF8A02AC1257}" destId="{AC0AC5C4-9414-42A5-8647-01F2A050DB53}" srcOrd="0" destOrd="0" presId="urn:microsoft.com/office/officeart/2005/8/layout/orgChart1"/>
    <dgm:cxn modelId="{E22557D5-C4E7-42B5-B073-4299499DE3D3}" type="presOf" srcId="{76182540-059C-40F8-9B47-D6C674C6D8E3}" destId="{9EE16830-2DDD-47C7-813B-ED50969FE06F}" srcOrd="1" destOrd="0" presId="urn:microsoft.com/office/officeart/2005/8/layout/orgChart1"/>
    <dgm:cxn modelId="{8FCE0EDA-1C8D-4534-AC29-DC73C989E363}" type="presOf" srcId="{455D6A36-990C-400A-AEBA-F80FBB145210}" destId="{810425F8-95ED-4464-9756-5DB171AD5470}" srcOrd="1" destOrd="0" presId="urn:microsoft.com/office/officeart/2005/8/layout/orgChart1"/>
    <dgm:cxn modelId="{45A472B5-949F-406D-A201-7673EACB9D0D}" type="presOf" srcId="{0C2B987A-C04A-4840-9DF0-9DC60EDBEC86}" destId="{6438D645-EB17-4AA2-B175-3837088265F8}" srcOrd="0" destOrd="0" presId="urn:microsoft.com/office/officeart/2005/8/layout/orgChart1"/>
    <dgm:cxn modelId="{48762A95-A81B-447B-95B9-0D4CBD51C7E4}" type="presOf" srcId="{7D216D69-95E6-4CBB-8E59-4A1A55059D8F}" destId="{881668FC-B83C-4FD3-8525-098D58D12822}" srcOrd="0" destOrd="0" presId="urn:microsoft.com/office/officeart/2005/8/layout/orgChart1"/>
    <dgm:cxn modelId="{0482451A-E5BF-45BE-BAA2-3229E4987C54}" srcId="{E6901BC8-DF6A-4AC8-A948-80CDB5C5D791}" destId="{657DB137-1EBA-4351-955E-FF75D6088244}" srcOrd="1" destOrd="0" parTransId="{28447ED6-A766-4413-BCE4-6B7A0EDA3060}" sibTransId="{ABD69424-FE2C-45F0-9E55-0496AA45EEA7}"/>
    <dgm:cxn modelId="{D7296646-F701-451A-8A92-496C964B45CA}" type="presOf" srcId="{E6901BC8-DF6A-4AC8-A948-80CDB5C5D791}" destId="{81E6F3CF-C159-4050-BC54-277A7CF892EC}" srcOrd="0" destOrd="0" presId="urn:microsoft.com/office/officeart/2005/8/layout/orgChart1"/>
    <dgm:cxn modelId="{E2ACEF6A-7ED2-4861-AEB5-9BF5AEC519A7}" type="presOf" srcId="{E9141CD6-7458-4396-8368-23D683C4760E}" destId="{C9D5D359-939E-4163-8656-B1EB906F0045}" srcOrd="0" destOrd="0" presId="urn:microsoft.com/office/officeart/2005/8/layout/orgChart1"/>
    <dgm:cxn modelId="{A210DC63-812F-43EF-910B-C360FF2F4306}" type="presOf" srcId="{07587327-3B00-4C6C-AF6B-D7263A30C02B}" destId="{7ED8FD9E-5C70-4249-9159-24A19373B8CF}" srcOrd="0" destOrd="0" presId="urn:microsoft.com/office/officeart/2005/8/layout/orgChart1"/>
    <dgm:cxn modelId="{34922496-5714-407B-AE22-706755880CEC}" srcId="{23215250-C81C-47CF-A742-452EED70AB37}" destId="{7D216D69-95E6-4CBB-8E59-4A1A55059D8F}" srcOrd="0" destOrd="0" parTransId="{98F30521-B637-4D16-8A36-FFD47F3669EC}" sibTransId="{43183BFD-94F1-49D3-BA43-C595608D8A9F}"/>
    <dgm:cxn modelId="{5D608815-B21E-479D-951B-E0A8B5024DC2}" type="presOf" srcId="{23215250-C81C-47CF-A742-452EED70AB37}" destId="{06BCE38A-7A83-4B04-82DE-B39D47238255}" srcOrd="0" destOrd="0" presId="urn:microsoft.com/office/officeart/2005/8/layout/orgChart1"/>
    <dgm:cxn modelId="{70CC0F96-DFF4-4EDD-81B6-F5EFBDD08E54}" type="presOf" srcId="{76FAB7B5-CB76-4E4C-9EBF-AA70EF4475BD}" destId="{3C08B371-A292-4B67-9D9F-7E3B30144A8E}" srcOrd="0" destOrd="0" presId="urn:microsoft.com/office/officeart/2005/8/layout/orgChart1"/>
    <dgm:cxn modelId="{AF9E9A07-402E-451D-9274-959D9ACF6EFB}" type="presOf" srcId="{F2A83C6B-E7D3-4D3B-BC14-6F19CD5A52AF}" destId="{34789676-B41B-4740-AABC-C0734EBDE45F}" srcOrd="0" destOrd="0" presId="urn:microsoft.com/office/officeart/2005/8/layout/orgChart1"/>
    <dgm:cxn modelId="{3CF80D1B-1DB4-47C0-AD5D-19BB101E4388}" type="presOf" srcId="{DC2D17A3-DD77-4645-A612-1AE1FEC257D1}" destId="{7B74A144-1B4A-4222-9A05-D578CC8D6E61}" srcOrd="0" destOrd="0" presId="urn:microsoft.com/office/officeart/2005/8/layout/orgChart1"/>
    <dgm:cxn modelId="{7172246F-80B3-439F-992F-2954DF14D347}" srcId="{76182540-059C-40F8-9B47-D6C674C6D8E3}" destId="{07587327-3B00-4C6C-AF6B-D7263A30C02B}" srcOrd="1" destOrd="0" parTransId="{A881A3BE-7094-4B31-B7B8-3C4F36F9B506}" sibTransId="{2432CEFA-28F8-4C05-A48A-0F6C851697EB}"/>
    <dgm:cxn modelId="{C02C37E7-562E-4234-BE21-492B4ED70548}" srcId="{455D6A36-990C-400A-AEBA-F80FBB145210}" destId="{0C2B987A-C04A-4840-9DF0-9DC60EDBEC86}" srcOrd="0" destOrd="0" parTransId="{48F181B7-DBEE-4819-A082-A1858C532895}" sibTransId="{BE861376-93BD-4D4A-B9F4-C99578865C2D}"/>
    <dgm:cxn modelId="{FBD4CFFF-2B4C-4C52-9E7C-B3A436ED7B39}" type="presOf" srcId="{875E1C8C-920C-45DA-AF77-A2EDE7BD0D90}" destId="{67AA72F2-3903-4554-97F0-16D36D7C2C99}" srcOrd="0" destOrd="0" presId="urn:microsoft.com/office/officeart/2005/8/layout/orgChart1"/>
    <dgm:cxn modelId="{7D77D033-D5D1-4725-92D1-ADDE29E6100A}" type="presOf" srcId="{2BA81926-5AC3-4547-8B3E-7C29584DB932}" destId="{F23FE1C5-1168-413F-BEF9-DEFA1246EA2D}" srcOrd="0" destOrd="0" presId="urn:microsoft.com/office/officeart/2005/8/layout/orgChart1"/>
    <dgm:cxn modelId="{0EBDE11E-7DF0-4E25-B28E-E44B106D98E6}" type="presOf" srcId="{E6901BC8-DF6A-4AC8-A948-80CDB5C5D791}" destId="{59AD4CF9-09C4-4D71-8BF2-47388E4D2EEC}" srcOrd="1" destOrd="0" presId="urn:microsoft.com/office/officeart/2005/8/layout/orgChart1"/>
    <dgm:cxn modelId="{BB9E5D1F-BB9D-496F-9DE8-022FA6FD3D7E}" srcId="{E6901BC8-DF6A-4AC8-A948-80CDB5C5D791}" destId="{D754D38B-FEF4-4E2B-8201-75FB7C7AA4EE}" srcOrd="2" destOrd="0" parTransId="{DC2D17A3-DD77-4645-A612-1AE1FEC257D1}" sibTransId="{D7F4FFD1-F7F4-4556-8B6F-B44F54D2561F}"/>
    <dgm:cxn modelId="{C2581C3E-3B1E-456E-94EF-CCDAF3B3C4D0}" type="presOf" srcId="{9F7BC1E0-ECBD-4466-B467-DF0EF3F62900}" destId="{2BA36050-B4EB-402E-B0AB-EE1A707E979F}" srcOrd="0" destOrd="0" presId="urn:microsoft.com/office/officeart/2005/8/layout/orgChart1"/>
    <dgm:cxn modelId="{F65756B9-AC50-4776-9A23-613AC211F2BC}" type="presParOf" srcId="{87BEBA1A-7F6E-4B4B-92BC-E7049CACD69D}" destId="{F50ECBE7-A16F-4BBC-A9BC-21F05F62B96E}" srcOrd="0" destOrd="0" presId="urn:microsoft.com/office/officeart/2005/8/layout/orgChart1"/>
    <dgm:cxn modelId="{7C219340-9B8D-41A5-AF31-AA5CEC5C6E23}" type="presParOf" srcId="{F50ECBE7-A16F-4BBC-A9BC-21F05F62B96E}" destId="{0F1C02C6-C89E-4D2A-990B-BF4FB2C7DCED}" srcOrd="0" destOrd="0" presId="urn:microsoft.com/office/officeart/2005/8/layout/orgChart1"/>
    <dgm:cxn modelId="{F7BAED55-4C14-4D21-BFA8-9EF30DAA1E52}" type="presParOf" srcId="{0F1C02C6-C89E-4D2A-990B-BF4FB2C7DCED}" destId="{2BA36050-B4EB-402E-B0AB-EE1A707E979F}" srcOrd="0" destOrd="0" presId="urn:microsoft.com/office/officeart/2005/8/layout/orgChart1"/>
    <dgm:cxn modelId="{1A789957-CDA7-4081-8766-1C435F8E3B09}" type="presParOf" srcId="{0F1C02C6-C89E-4D2A-990B-BF4FB2C7DCED}" destId="{E3F88A9E-BA5E-438B-B5E5-4C690DCC00CE}" srcOrd="1" destOrd="0" presId="urn:microsoft.com/office/officeart/2005/8/layout/orgChart1"/>
    <dgm:cxn modelId="{B05F43A5-7E73-447F-AC69-C058A22B1DBC}" type="presParOf" srcId="{F50ECBE7-A16F-4BBC-A9BC-21F05F62B96E}" destId="{8FECA4F7-42B6-4B0A-B802-7B6A9DDE90BB}" srcOrd="1" destOrd="0" presId="urn:microsoft.com/office/officeart/2005/8/layout/orgChart1"/>
    <dgm:cxn modelId="{E622172E-6BF0-4C8B-99F4-34E15CF28A08}" type="presParOf" srcId="{8FECA4F7-42B6-4B0A-B802-7B6A9DDE90BB}" destId="{8955FB75-DEB4-410A-A99D-9AF2B6FF25C5}" srcOrd="0" destOrd="0" presId="urn:microsoft.com/office/officeart/2005/8/layout/orgChart1"/>
    <dgm:cxn modelId="{25702849-78B0-4879-8075-BA724C9B137A}" type="presParOf" srcId="{8FECA4F7-42B6-4B0A-B802-7B6A9DDE90BB}" destId="{FE262164-D567-4647-AABC-78772BDD69E3}" srcOrd="1" destOrd="0" presId="urn:microsoft.com/office/officeart/2005/8/layout/orgChart1"/>
    <dgm:cxn modelId="{37187F95-978B-42D6-B688-2548088021FE}" type="presParOf" srcId="{FE262164-D567-4647-AABC-78772BDD69E3}" destId="{8A333568-5E23-4E34-AE0F-B700025271FE}" srcOrd="0" destOrd="0" presId="urn:microsoft.com/office/officeart/2005/8/layout/orgChart1"/>
    <dgm:cxn modelId="{4E468333-6DBB-44EE-9F92-A991AD2FC7EE}" type="presParOf" srcId="{8A333568-5E23-4E34-AE0F-B700025271FE}" destId="{81E6F3CF-C159-4050-BC54-277A7CF892EC}" srcOrd="0" destOrd="0" presId="urn:microsoft.com/office/officeart/2005/8/layout/orgChart1"/>
    <dgm:cxn modelId="{EEF6D9A1-9BF6-4CC0-A14B-B8A82CCD0BC8}" type="presParOf" srcId="{8A333568-5E23-4E34-AE0F-B700025271FE}" destId="{59AD4CF9-09C4-4D71-8BF2-47388E4D2EEC}" srcOrd="1" destOrd="0" presId="urn:microsoft.com/office/officeart/2005/8/layout/orgChart1"/>
    <dgm:cxn modelId="{FCFA1F18-F9D8-4F36-90A2-B0939033A24A}" type="presParOf" srcId="{FE262164-D567-4647-AABC-78772BDD69E3}" destId="{9865E9B1-1DB0-4321-AC0B-0E5BD3F79F57}" srcOrd="1" destOrd="0" presId="urn:microsoft.com/office/officeart/2005/8/layout/orgChart1"/>
    <dgm:cxn modelId="{00E28240-6F66-4DF7-BF73-3808146826EF}" type="presParOf" srcId="{9865E9B1-1DB0-4321-AC0B-0E5BD3F79F57}" destId="{AFDEDA75-5F1E-43DE-ADCA-016C9342054C}" srcOrd="0" destOrd="0" presId="urn:microsoft.com/office/officeart/2005/8/layout/orgChart1"/>
    <dgm:cxn modelId="{D334AF2B-DB94-49D4-B2C3-39CF00C1D6C9}" type="presParOf" srcId="{9865E9B1-1DB0-4321-AC0B-0E5BD3F79F57}" destId="{8A4299F0-ACB7-4ED3-A319-F0C48F587D84}" srcOrd="1" destOrd="0" presId="urn:microsoft.com/office/officeart/2005/8/layout/orgChart1"/>
    <dgm:cxn modelId="{96FB436A-5C1E-4512-A563-033F9AE8E2A6}" type="presParOf" srcId="{8A4299F0-ACB7-4ED3-A319-F0C48F587D84}" destId="{1D355FDB-B2B5-42E3-B0C9-C89C38CABDBB}" srcOrd="0" destOrd="0" presId="urn:microsoft.com/office/officeart/2005/8/layout/orgChart1"/>
    <dgm:cxn modelId="{7B1C3610-9148-4E62-A8F8-D7FD819AB7A5}" type="presParOf" srcId="{1D355FDB-B2B5-42E3-B0C9-C89C38CABDBB}" destId="{97717F23-0816-4D7C-9FAD-3CCC078E5298}" srcOrd="0" destOrd="0" presId="urn:microsoft.com/office/officeart/2005/8/layout/orgChart1"/>
    <dgm:cxn modelId="{6933000C-57E6-4FE6-9FDC-3F4B25B6446E}" type="presParOf" srcId="{1D355FDB-B2B5-42E3-B0C9-C89C38CABDBB}" destId="{3A924733-E57A-44A3-AAE3-56C0561C069E}" srcOrd="1" destOrd="0" presId="urn:microsoft.com/office/officeart/2005/8/layout/orgChart1"/>
    <dgm:cxn modelId="{EADD4D8E-F7C0-4153-814C-2038084B2714}" type="presParOf" srcId="{8A4299F0-ACB7-4ED3-A319-F0C48F587D84}" destId="{716D7C9F-CE53-433B-B6BC-1D74378D5E2C}" srcOrd="1" destOrd="0" presId="urn:microsoft.com/office/officeart/2005/8/layout/orgChart1"/>
    <dgm:cxn modelId="{7CAEECF3-DA5F-42FA-B63C-57EF844B57D4}" type="presParOf" srcId="{8A4299F0-ACB7-4ED3-A319-F0C48F587D84}" destId="{F35437E7-C7E5-40F3-BD57-38726DC0110C}" srcOrd="2" destOrd="0" presId="urn:microsoft.com/office/officeart/2005/8/layout/orgChart1"/>
    <dgm:cxn modelId="{F3D4B14E-51E4-4B12-BCDA-3ECC57A064F1}" type="presParOf" srcId="{9865E9B1-1DB0-4321-AC0B-0E5BD3F79F57}" destId="{07E9EC86-3F92-4E71-84DE-C9489C8C58A7}" srcOrd="2" destOrd="0" presId="urn:microsoft.com/office/officeart/2005/8/layout/orgChart1"/>
    <dgm:cxn modelId="{31069A80-1A3C-4CDC-9FFB-F0D242C19069}" type="presParOf" srcId="{9865E9B1-1DB0-4321-AC0B-0E5BD3F79F57}" destId="{4C30DD22-E18D-485D-9C89-EFB7570697CA}" srcOrd="3" destOrd="0" presId="urn:microsoft.com/office/officeart/2005/8/layout/orgChart1"/>
    <dgm:cxn modelId="{B5C05086-179E-4FB6-A9E9-DD421A5D0E88}" type="presParOf" srcId="{4C30DD22-E18D-485D-9C89-EFB7570697CA}" destId="{F305F7E0-CF21-4EAD-944D-6724FB0814F5}" srcOrd="0" destOrd="0" presId="urn:microsoft.com/office/officeart/2005/8/layout/orgChart1"/>
    <dgm:cxn modelId="{2E91D24D-7A81-4ED2-852C-D5E920F9EB7A}" type="presParOf" srcId="{F305F7E0-CF21-4EAD-944D-6724FB0814F5}" destId="{8AAF624B-BBF9-4A35-AD0B-D5A4A8B9BAE2}" srcOrd="0" destOrd="0" presId="urn:microsoft.com/office/officeart/2005/8/layout/orgChart1"/>
    <dgm:cxn modelId="{1DF86ACD-152C-40BA-9E26-E37751DC083E}" type="presParOf" srcId="{F305F7E0-CF21-4EAD-944D-6724FB0814F5}" destId="{EF65B725-7346-48A3-A72D-AC937E1F2B52}" srcOrd="1" destOrd="0" presId="urn:microsoft.com/office/officeart/2005/8/layout/orgChart1"/>
    <dgm:cxn modelId="{B7ECF3D8-8BA3-4B4B-9F9E-4C2AF11CD73C}" type="presParOf" srcId="{4C30DD22-E18D-485D-9C89-EFB7570697CA}" destId="{34EAF538-129C-4987-A992-CB1D238F545D}" srcOrd="1" destOrd="0" presId="urn:microsoft.com/office/officeart/2005/8/layout/orgChart1"/>
    <dgm:cxn modelId="{369042C3-F7E9-46A4-9696-3108327A10A2}" type="presParOf" srcId="{4C30DD22-E18D-485D-9C89-EFB7570697CA}" destId="{6B502252-CE5F-44F4-B746-9C899D8464F8}" srcOrd="2" destOrd="0" presId="urn:microsoft.com/office/officeart/2005/8/layout/orgChart1"/>
    <dgm:cxn modelId="{0E1528AE-BAEC-4791-BC7C-6E4F2D4AB679}" type="presParOf" srcId="{9865E9B1-1DB0-4321-AC0B-0E5BD3F79F57}" destId="{7B74A144-1B4A-4222-9A05-D578CC8D6E61}" srcOrd="4" destOrd="0" presId="urn:microsoft.com/office/officeart/2005/8/layout/orgChart1"/>
    <dgm:cxn modelId="{EB329B63-9172-437B-96D0-2E8A5FAFBCF2}" type="presParOf" srcId="{9865E9B1-1DB0-4321-AC0B-0E5BD3F79F57}" destId="{E365D903-49D4-422F-911F-8FB5290CE288}" srcOrd="5" destOrd="0" presId="urn:microsoft.com/office/officeart/2005/8/layout/orgChart1"/>
    <dgm:cxn modelId="{1971AB41-AA34-4401-AF47-6D897FD75083}" type="presParOf" srcId="{E365D903-49D4-422F-911F-8FB5290CE288}" destId="{2CCE56B3-48B9-4A0A-996D-A9DFEAFDCC23}" srcOrd="0" destOrd="0" presId="urn:microsoft.com/office/officeart/2005/8/layout/orgChart1"/>
    <dgm:cxn modelId="{892137D9-D88A-466A-9F25-FB05F5A2E0D9}" type="presParOf" srcId="{2CCE56B3-48B9-4A0A-996D-A9DFEAFDCC23}" destId="{A560E944-DA20-4727-B1C9-61585FA1228A}" srcOrd="0" destOrd="0" presId="urn:microsoft.com/office/officeart/2005/8/layout/orgChart1"/>
    <dgm:cxn modelId="{C0673431-5FA7-4A65-9296-63C7B9973AD3}" type="presParOf" srcId="{2CCE56B3-48B9-4A0A-996D-A9DFEAFDCC23}" destId="{E530C474-85DD-4024-9329-DFF868CD7C82}" srcOrd="1" destOrd="0" presId="urn:microsoft.com/office/officeart/2005/8/layout/orgChart1"/>
    <dgm:cxn modelId="{1FB3C85C-E395-424F-A4C3-E767807E56B5}" type="presParOf" srcId="{E365D903-49D4-422F-911F-8FB5290CE288}" destId="{921E9667-C3B4-4EEA-803E-22FFF591F8BF}" srcOrd="1" destOrd="0" presId="urn:microsoft.com/office/officeart/2005/8/layout/orgChart1"/>
    <dgm:cxn modelId="{DD0CA560-519A-42C7-81A4-305F55D509B1}" type="presParOf" srcId="{E365D903-49D4-422F-911F-8FB5290CE288}" destId="{47859F13-17D2-4F14-8E3E-48A41FBEC774}" srcOrd="2" destOrd="0" presId="urn:microsoft.com/office/officeart/2005/8/layout/orgChart1"/>
    <dgm:cxn modelId="{C9E01FE7-9F49-4001-9885-3BF1AF4D2988}" type="presParOf" srcId="{FE262164-D567-4647-AABC-78772BDD69E3}" destId="{26399B20-714B-4589-80C2-F9B949324A95}" srcOrd="2" destOrd="0" presId="urn:microsoft.com/office/officeart/2005/8/layout/orgChart1"/>
    <dgm:cxn modelId="{9902715A-97F0-4ECF-B6D1-F870CBAD46B5}" type="presParOf" srcId="{8FECA4F7-42B6-4B0A-B802-7B6A9DDE90BB}" destId="{35FBF162-B14C-45F2-9D16-6BEACEB5FC39}" srcOrd="2" destOrd="0" presId="urn:microsoft.com/office/officeart/2005/8/layout/orgChart1"/>
    <dgm:cxn modelId="{E924ED97-ABB3-4DA4-93A0-74D5EF928A5D}" type="presParOf" srcId="{8FECA4F7-42B6-4B0A-B802-7B6A9DDE90BB}" destId="{B816E8B0-B9C4-4D3C-A81C-641155EF2E4A}" srcOrd="3" destOrd="0" presId="urn:microsoft.com/office/officeart/2005/8/layout/orgChart1"/>
    <dgm:cxn modelId="{6CEE7C2E-FC4D-4755-9E44-CE7EF4646136}" type="presParOf" srcId="{B816E8B0-B9C4-4D3C-A81C-641155EF2E4A}" destId="{9DDA08E3-D5C4-4EF6-ADC4-F736E56F2EDF}" srcOrd="0" destOrd="0" presId="urn:microsoft.com/office/officeart/2005/8/layout/orgChart1"/>
    <dgm:cxn modelId="{7FFFE46F-7A76-4C9E-8EAE-3627FA30EE47}" type="presParOf" srcId="{9DDA08E3-D5C4-4EF6-ADC4-F736E56F2EDF}" destId="{F09190D9-9E25-422B-8608-95CB723F1037}" srcOrd="0" destOrd="0" presId="urn:microsoft.com/office/officeart/2005/8/layout/orgChart1"/>
    <dgm:cxn modelId="{4B109FEC-3E23-49B2-8E9E-6254CC0AC0A3}" type="presParOf" srcId="{9DDA08E3-D5C4-4EF6-ADC4-F736E56F2EDF}" destId="{810425F8-95ED-4464-9756-5DB171AD5470}" srcOrd="1" destOrd="0" presId="urn:microsoft.com/office/officeart/2005/8/layout/orgChart1"/>
    <dgm:cxn modelId="{7ACF0686-1F96-4145-A965-70B61290FBB6}" type="presParOf" srcId="{B816E8B0-B9C4-4D3C-A81C-641155EF2E4A}" destId="{69EA69B8-9154-4E2C-B21E-76D328E9EDB6}" srcOrd="1" destOrd="0" presId="urn:microsoft.com/office/officeart/2005/8/layout/orgChart1"/>
    <dgm:cxn modelId="{6E0E49ED-A95A-4B62-A5E0-1A3FBDFBF345}" type="presParOf" srcId="{69EA69B8-9154-4E2C-B21E-76D328E9EDB6}" destId="{130DE693-E727-4C54-8FE9-AD51932748DC}" srcOrd="0" destOrd="0" presId="urn:microsoft.com/office/officeart/2005/8/layout/orgChart1"/>
    <dgm:cxn modelId="{4FE3F5C6-8B56-41FF-A109-8157909425EE}" type="presParOf" srcId="{69EA69B8-9154-4E2C-B21E-76D328E9EDB6}" destId="{86F7B6DB-4B5C-4027-81D0-8BAE1BA6A8D5}" srcOrd="1" destOrd="0" presId="urn:microsoft.com/office/officeart/2005/8/layout/orgChart1"/>
    <dgm:cxn modelId="{1F4F9F0B-F9B4-4938-92DF-28E663E4CB6D}" type="presParOf" srcId="{86F7B6DB-4B5C-4027-81D0-8BAE1BA6A8D5}" destId="{B0F9F945-6F10-456A-85B3-5A8065884A71}" srcOrd="0" destOrd="0" presId="urn:microsoft.com/office/officeart/2005/8/layout/orgChart1"/>
    <dgm:cxn modelId="{1673DD27-F281-402D-8B0A-152B591BA62E}" type="presParOf" srcId="{B0F9F945-6F10-456A-85B3-5A8065884A71}" destId="{6438D645-EB17-4AA2-B175-3837088265F8}" srcOrd="0" destOrd="0" presId="urn:microsoft.com/office/officeart/2005/8/layout/orgChart1"/>
    <dgm:cxn modelId="{CF35F59A-261C-4581-AC83-00DB9EBA2724}" type="presParOf" srcId="{B0F9F945-6F10-456A-85B3-5A8065884A71}" destId="{4A9541D0-5358-4DB9-92BB-C864A11D470F}" srcOrd="1" destOrd="0" presId="urn:microsoft.com/office/officeart/2005/8/layout/orgChart1"/>
    <dgm:cxn modelId="{ADFC2F03-626E-472A-96CE-2AAA8E521E69}" type="presParOf" srcId="{86F7B6DB-4B5C-4027-81D0-8BAE1BA6A8D5}" destId="{C8A01C27-D7B6-4D37-A398-392B5211CB0E}" srcOrd="1" destOrd="0" presId="urn:microsoft.com/office/officeart/2005/8/layout/orgChart1"/>
    <dgm:cxn modelId="{1319F606-955A-463B-BCC9-402B408A3574}" type="presParOf" srcId="{86F7B6DB-4B5C-4027-81D0-8BAE1BA6A8D5}" destId="{EC1281F1-FCBD-4AD4-85DD-C62D9993F202}" srcOrd="2" destOrd="0" presId="urn:microsoft.com/office/officeart/2005/8/layout/orgChart1"/>
    <dgm:cxn modelId="{5A12B2CB-4309-4E48-BFFF-5E19530F16D8}" type="presParOf" srcId="{69EA69B8-9154-4E2C-B21E-76D328E9EDB6}" destId="{F23FE1C5-1168-413F-BEF9-DEFA1246EA2D}" srcOrd="2" destOrd="0" presId="urn:microsoft.com/office/officeart/2005/8/layout/orgChart1"/>
    <dgm:cxn modelId="{2B00675F-6B03-4B3E-91EE-A427303AA293}" type="presParOf" srcId="{69EA69B8-9154-4E2C-B21E-76D328E9EDB6}" destId="{F1B6BD77-DD82-4AAA-8138-6F8D177DC888}" srcOrd="3" destOrd="0" presId="urn:microsoft.com/office/officeart/2005/8/layout/orgChart1"/>
    <dgm:cxn modelId="{BF85AAFF-C43B-4D7B-B094-C78E76D53868}" type="presParOf" srcId="{F1B6BD77-DD82-4AAA-8138-6F8D177DC888}" destId="{8701AAAC-F246-4541-BCF1-7E0D9461FCC2}" srcOrd="0" destOrd="0" presId="urn:microsoft.com/office/officeart/2005/8/layout/orgChart1"/>
    <dgm:cxn modelId="{63A71C5E-4792-41BB-910D-3342F4DECA01}" type="presParOf" srcId="{8701AAAC-F246-4541-BCF1-7E0D9461FCC2}" destId="{B94A4673-1A61-4587-9DF4-E8C50EDE3C6D}" srcOrd="0" destOrd="0" presId="urn:microsoft.com/office/officeart/2005/8/layout/orgChart1"/>
    <dgm:cxn modelId="{14E53C1F-CEC6-4A6D-BD9C-E630B633997C}" type="presParOf" srcId="{8701AAAC-F246-4541-BCF1-7E0D9461FCC2}" destId="{3C1D08D2-8E67-453A-A105-150ABB05B71C}" srcOrd="1" destOrd="0" presId="urn:microsoft.com/office/officeart/2005/8/layout/orgChart1"/>
    <dgm:cxn modelId="{0B91869E-9CE0-46C9-B2F2-C1B5E7B2F118}" type="presParOf" srcId="{F1B6BD77-DD82-4AAA-8138-6F8D177DC888}" destId="{C2F9FEE1-8A96-45B5-A501-71B8CE008987}" srcOrd="1" destOrd="0" presId="urn:microsoft.com/office/officeart/2005/8/layout/orgChart1"/>
    <dgm:cxn modelId="{D436B192-21C5-4453-BE70-38D12B4945DD}" type="presParOf" srcId="{F1B6BD77-DD82-4AAA-8138-6F8D177DC888}" destId="{614DF21D-2177-44EA-A36C-EED137A0C77C}" srcOrd="2" destOrd="0" presId="urn:microsoft.com/office/officeart/2005/8/layout/orgChart1"/>
    <dgm:cxn modelId="{E982F016-2A3E-46A5-9F6C-4ECEFC814F79}" type="presParOf" srcId="{69EA69B8-9154-4E2C-B21E-76D328E9EDB6}" destId="{34789676-B41B-4740-AABC-C0734EBDE45F}" srcOrd="4" destOrd="0" presId="urn:microsoft.com/office/officeart/2005/8/layout/orgChart1"/>
    <dgm:cxn modelId="{A10E3707-733E-49BD-86DC-92C1B424C78B}" type="presParOf" srcId="{69EA69B8-9154-4E2C-B21E-76D328E9EDB6}" destId="{04D0549E-5E9D-4AFC-88A5-EC161E71C6A8}" srcOrd="5" destOrd="0" presId="urn:microsoft.com/office/officeart/2005/8/layout/orgChart1"/>
    <dgm:cxn modelId="{DB6F63AC-81FB-4B1C-8ED7-CC91789AE186}" type="presParOf" srcId="{04D0549E-5E9D-4AFC-88A5-EC161E71C6A8}" destId="{33DC5797-E4FC-48C6-AC49-98B66E80AB77}" srcOrd="0" destOrd="0" presId="urn:microsoft.com/office/officeart/2005/8/layout/orgChart1"/>
    <dgm:cxn modelId="{9B6772F1-5BE7-4FA9-81AD-E2F7BA7FC6CB}" type="presParOf" srcId="{33DC5797-E4FC-48C6-AC49-98B66E80AB77}" destId="{1829FBA9-42BB-4086-90C6-B377A69175CF}" srcOrd="0" destOrd="0" presId="urn:microsoft.com/office/officeart/2005/8/layout/orgChart1"/>
    <dgm:cxn modelId="{7CD33E90-4D64-4A7C-84C7-7B8E26600DDD}" type="presParOf" srcId="{33DC5797-E4FC-48C6-AC49-98B66E80AB77}" destId="{44E86596-C371-4864-B548-B6BF134C2C92}" srcOrd="1" destOrd="0" presId="urn:microsoft.com/office/officeart/2005/8/layout/orgChart1"/>
    <dgm:cxn modelId="{61D740BD-A682-4B90-BD67-964A175700ED}" type="presParOf" srcId="{04D0549E-5E9D-4AFC-88A5-EC161E71C6A8}" destId="{8A19B78D-8B26-4C20-A685-1D40E9DC4BD3}" srcOrd="1" destOrd="0" presId="urn:microsoft.com/office/officeart/2005/8/layout/orgChart1"/>
    <dgm:cxn modelId="{5F075347-4F22-4959-8985-C772E3E9C8D0}" type="presParOf" srcId="{04D0549E-5E9D-4AFC-88A5-EC161E71C6A8}" destId="{5D21A418-F832-430D-A0B2-1E2B49325E62}" srcOrd="2" destOrd="0" presId="urn:microsoft.com/office/officeart/2005/8/layout/orgChart1"/>
    <dgm:cxn modelId="{D1A2A8D0-B922-4B35-9A7A-6773BDEDA920}" type="presParOf" srcId="{B816E8B0-B9C4-4D3C-A81C-641155EF2E4A}" destId="{C114AFEC-0B3D-41D1-B879-E8E9DF150A67}" srcOrd="2" destOrd="0" presId="urn:microsoft.com/office/officeart/2005/8/layout/orgChart1"/>
    <dgm:cxn modelId="{BA42BC8D-EE60-4E63-9A88-EE2244FE9A93}" type="presParOf" srcId="{8FECA4F7-42B6-4B0A-B802-7B6A9DDE90BB}" destId="{AC0AC5C4-9414-42A5-8647-01F2A050DB53}" srcOrd="4" destOrd="0" presId="urn:microsoft.com/office/officeart/2005/8/layout/orgChart1"/>
    <dgm:cxn modelId="{28245A30-244B-4347-96CF-475F910BE461}" type="presParOf" srcId="{8FECA4F7-42B6-4B0A-B802-7B6A9DDE90BB}" destId="{24AC4741-B0B9-4416-A673-14D6A688E5DC}" srcOrd="5" destOrd="0" presId="urn:microsoft.com/office/officeart/2005/8/layout/orgChart1"/>
    <dgm:cxn modelId="{DD867E42-D4EF-494F-927E-C04225C0E1CC}" type="presParOf" srcId="{24AC4741-B0B9-4416-A673-14D6A688E5DC}" destId="{9A432013-2662-43FC-A383-5C662CD6783F}" srcOrd="0" destOrd="0" presId="urn:microsoft.com/office/officeart/2005/8/layout/orgChart1"/>
    <dgm:cxn modelId="{BDCA7EA2-C70A-44F7-B772-F71DD3A694E4}" type="presParOf" srcId="{9A432013-2662-43FC-A383-5C662CD6783F}" destId="{721969F0-80DC-4F69-AD10-9B0C2012234D}" srcOrd="0" destOrd="0" presId="urn:microsoft.com/office/officeart/2005/8/layout/orgChart1"/>
    <dgm:cxn modelId="{DE821667-B029-4D21-A25F-0B5E42CC60E9}" type="presParOf" srcId="{9A432013-2662-43FC-A383-5C662CD6783F}" destId="{9EE16830-2DDD-47C7-813B-ED50969FE06F}" srcOrd="1" destOrd="0" presId="urn:microsoft.com/office/officeart/2005/8/layout/orgChart1"/>
    <dgm:cxn modelId="{78758A51-FB0C-4878-B423-4CB54D6B00E1}" type="presParOf" srcId="{24AC4741-B0B9-4416-A673-14D6A688E5DC}" destId="{E03A4C72-DB75-42ED-93B1-67144B0E006C}" srcOrd="1" destOrd="0" presId="urn:microsoft.com/office/officeart/2005/8/layout/orgChart1"/>
    <dgm:cxn modelId="{CEDDE9D3-85CC-4C2B-B94B-8223072D8F30}" type="presParOf" srcId="{E03A4C72-DB75-42ED-93B1-67144B0E006C}" destId="{CBC51819-684E-401A-AFAE-5F952A3B88AA}" srcOrd="0" destOrd="0" presId="urn:microsoft.com/office/officeart/2005/8/layout/orgChart1"/>
    <dgm:cxn modelId="{09C8370C-2D93-4CCC-8552-285833FE3739}" type="presParOf" srcId="{E03A4C72-DB75-42ED-93B1-67144B0E006C}" destId="{59C3AB80-267A-41D4-8E33-B26C2ACE1C85}" srcOrd="1" destOrd="0" presId="urn:microsoft.com/office/officeart/2005/8/layout/orgChart1"/>
    <dgm:cxn modelId="{315E519B-F0DD-4571-8626-C83F95D791EA}" type="presParOf" srcId="{59C3AB80-267A-41D4-8E33-B26C2ACE1C85}" destId="{92706DF9-C676-4995-BBF6-67D93970DDEB}" srcOrd="0" destOrd="0" presId="urn:microsoft.com/office/officeart/2005/8/layout/orgChart1"/>
    <dgm:cxn modelId="{0A5948CA-04B6-4002-BEB0-BABEBDFCA92E}" type="presParOf" srcId="{92706DF9-C676-4995-BBF6-67D93970DDEB}" destId="{9DFA7467-CB3E-46A3-9E10-9FAD7FC232B8}" srcOrd="0" destOrd="0" presId="urn:microsoft.com/office/officeart/2005/8/layout/orgChart1"/>
    <dgm:cxn modelId="{FF04114F-98EA-46A0-9B4A-76465CE806AD}" type="presParOf" srcId="{92706DF9-C676-4995-BBF6-67D93970DDEB}" destId="{3FFC2877-CBDA-4A38-8D9D-F3AC2B4C1A48}" srcOrd="1" destOrd="0" presId="urn:microsoft.com/office/officeart/2005/8/layout/orgChart1"/>
    <dgm:cxn modelId="{B2208027-8418-4434-98AC-C078E5278B38}" type="presParOf" srcId="{59C3AB80-267A-41D4-8E33-B26C2ACE1C85}" destId="{7E4AEAEB-A777-42F2-9DB1-4377B3523936}" srcOrd="1" destOrd="0" presId="urn:microsoft.com/office/officeart/2005/8/layout/orgChart1"/>
    <dgm:cxn modelId="{105E2FFC-1B08-406F-8A77-4A1438D2DA1D}" type="presParOf" srcId="{59C3AB80-267A-41D4-8E33-B26C2ACE1C85}" destId="{548BA0CF-33F3-41CF-8309-020BC576C35A}" srcOrd="2" destOrd="0" presId="urn:microsoft.com/office/officeart/2005/8/layout/orgChart1"/>
    <dgm:cxn modelId="{B523F006-9AC1-4A0F-9BFB-51EB74108879}" type="presParOf" srcId="{E03A4C72-DB75-42ED-93B1-67144B0E006C}" destId="{995FF11E-E881-479C-B0D3-A988D5EA63BE}" srcOrd="2" destOrd="0" presId="urn:microsoft.com/office/officeart/2005/8/layout/orgChart1"/>
    <dgm:cxn modelId="{7BB3A747-CDAC-4048-BB63-1ADE882E54A7}" type="presParOf" srcId="{E03A4C72-DB75-42ED-93B1-67144B0E006C}" destId="{34674E61-B814-4C39-827D-5F912441AD91}" srcOrd="3" destOrd="0" presId="urn:microsoft.com/office/officeart/2005/8/layout/orgChart1"/>
    <dgm:cxn modelId="{EA5627D9-13F4-4D1E-AB0A-75AE2208A2BC}" type="presParOf" srcId="{34674E61-B814-4C39-827D-5F912441AD91}" destId="{04DC5BDC-0333-4D42-9FAF-FDF2A74AB043}" srcOrd="0" destOrd="0" presId="urn:microsoft.com/office/officeart/2005/8/layout/orgChart1"/>
    <dgm:cxn modelId="{89923578-17AA-4F30-8515-5C126C1FF784}" type="presParOf" srcId="{04DC5BDC-0333-4D42-9FAF-FDF2A74AB043}" destId="{7ED8FD9E-5C70-4249-9159-24A19373B8CF}" srcOrd="0" destOrd="0" presId="urn:microsoft.com/office/officeart/2005/8/layout/orgChart1"/>
    <dgm:cxn modelId="{D34C4C66-8144-4595-91B6-3A0C330DFCBD}" type="presParOf" srcId="{04DC5BDC-0333-4D42-9FAF-FDF2A74AB043}" destId="{5E89DC6D-40B4-4918-8EE6-1F648BA21FE6}" srcOrd="1" destOrd="0" presId="urn:microsoft.com/office/officeart/2005/8/layout/orgChart1"/>
    <dgm:cxn modelId="{C1C8AE90-9AAB-4E92-AAF5-953E4590967C}" type="presParOf" srcId="{34674E61-B814-4C39-827D-5F912441AD91}" destId="{27B17DE4-7ACB-46FB-85DA-E7E5FBAAE391}" srcOrd="1" destOrd="0" presId="urn:microsoft.com/office/officeart/2005/8/layout/orgChart1"/>
    <dgm:cxn modelId="{165D5EEF-FC63-4C4F-B1A2-4377E7240BAE}" type="presParOf" srcId="{34674E61-B814-4C39-827D-5F912441AD91}" destId="{F1D3B287-0284-4674-BC8E-B6B273F5F8A8}" srcOrd="2" destOrd="0" presId="urn:microsoft.com/office/officeart/2005/8/layout/orgChart1"/>
    <dgm:cxn modelId="{DC6110D2-87F3-4A31-B0E7-86BE85EE4DF8}" type="presParOf" srcId="{24AC4741-B0B9-4416-A673-14D6A688E5DC}" destId="{C4A48E41-3631-473E-BCA6-FB2A7D4F91FE}" srcOrd="2" destOrd="0" presId="urn:microsoft.com/office/officeart/2005/8/layout/orgChart1"/>
    <dgm:cxn modelId="{DED347C6-574B-4BF4-9689-C8550427475E}" type="presParOf" srcId="{8FECA4F7-42B6-4B0A-B802-7B6A9DDE90BB}" destId="{4F585EF6-7EC1-4A80-8832-774844A972AC}" srcOrd="6" destOrd="0" presId="urn:microsoft.com/office/officeart/2005/8/layout/orgChart1"/>
    <dgm:cxn modelId="{00046C1D-6869-4B64-A25F-E79B0109D332}" type="presParOf" srcId="{8FECA4F7-42B6-4B0A-B802-7B6A9DDE90BB}" destId="{0B58FFB0-BAED-4FAE-8673-5A8EC88C0B97}" srcOrd="7" destOrd="0" presId="urn:microsoft.com/office/officeart/2005/8/layout/orgChart1"/>
    <dgm:cxn modelId="{7368CEE7-8FEB-4E33-B05D-874A91E61FF4}" type="presParOf" srcId="{0B58FFB0-BAED-4FAE-8673-5A8EC88C0B97}" destId="{18156FD4-D98B-4E85-B427-8509C1D4EA43}" srcOrd="0" destOrd="0" presId="urn:microsoft.com/office/officeart/2005/8/layout/orgChart1"/>
    <dgm:cxn modelId="{4593C5C6-5BD8-4E71-B9B8-62E98864CCBF}" type="presParOf" srcId="{18156FD4-D98B-4E85-B427-8509C1D4EA43}" destId="{06BCE38A-7A83-4B04-82DE-B39D47238255}" srcOrd="0" destOrd="0" presId="urn:microsoft.com/office/officeart/2005/8/layout/orgChart1"/>
    <dgm:cxn modelId="{DFE6EC26-6750-45D9-84F0-FF3CB775ED3A}" type="presParOf" srcId="{18156FD4-D98B-4E85-B427-8509C1D4EA43}" destId="{6172B41F-D649-4CFF-B030-10C4D3414FE2}" srcOrd="1" destOrd="0" presId="urn:microsoft.com/office/officeart/2005/8/layout/orgChart1"/>
    <dgm:cxn modelId="{ADCB2638-8716-47E1-9975-AB634D08FA9B}" type="presParOf" srcId="{0B58FFB0-BAED-4FAE-8673-5A8EC88C0B97}" destId="{8AE7542B-B692-4EBD-A9AC-6157EF258449}" srcOrd="1" destOrd="0" presId="urn:microsoft.com/office/officeart/2005/8/layout/orgChart1"/>
    <dgm:cxn modelId="{DFAF02C7-4986-4B0B-AFBF-BF8E3EFAAA7D}" type="presParOf" srcId="{8AE7542B-B692-4EBD-A9AC-6157EF258449}" destId="{3F2E2FAA-214E-4106-99BB-6182A2102077}" srcOrd="0" destOrd="0" presId="urn:microsoft.com/office/officeart/2005/8/layout/orgChart1"/>
    <dgm:cxn modelId="{5BA84136-BEE0-404B-84EF-4D4164D1A5F2}" type="presParOf" srcId="{8AE7542B-B692-4EBD-A9AC-6157EF258449}" destId="{EFF2EA9E-0D83-4CB6-9456-1F9CCE76379F}" srcOrd="1" destOrd="0" presId="urn:microsoft.com/office/officeart/2005/8/layout/orgChart1"/>
    <dgm:cxn modelId="{7996EEBA-D960-43D6-B227-7A4E40B2CF23}" type="presParOf" srcId="{EFF2EA9E-0D83-4CB6-9456-1F9CCE76379F}" destId="{2BA9CDAD-2118-4D42-9CC0-3FF274B703CC}" srcOrd="0" destOrd="0" presId="urn:microsoft.com/office/officeart/2005/8/layout/orgChart1"/>
    <dgm:cxn modelId="{23D5251F-F495-4375-BDDD-8BFF501BF2E6}" type="presParOf" srcId="{2BA9CDAD-2118-4D42-9CC0-3FF274B703CC}" destId="{881668FC-B83C-4FD3-8525-098D58D12822}" srcOrd="0" destOrd="0" presId="urn:microsoft.com/office/officeart/2005/8/layout/orgChart1"/>
    <dgm:cxn modelId="{5A986836-B4BD-4C43-B70F-2F824ADC44CD}" type="presParOf" srcId="{2BA9CDAD-2118-4D42-9CC0-3FF274B703CC}" destId="{F588079C-645F-45E2-B9B2-2DAE35A3D557}" srcOrd="1" destOrd="0" presId="urn:microsoft.com/office/officeart/2005/8/layout/orgChart1"/>
    <dgm:cxn modelId="{113CDA9E-2738-460F-9F48-6D631D6FE027}" type="presParOf" srcId="{EFF2EA9E-0D83-4CB6-9456-1F9CCE76379F}" destId="{3B4FFED3-CBEF-423F-9897-50878DD6DD71}" srcOrd="1" destOrd="0" presId="urn:microsoft.com/office/officeart/2005/8/layout/orgChart1"/>
    <dgm:cxn modelId="{219CDF9F-C40E-413B-AE6A-1CA9E0A6B2B2}" type="presParOf" srcId="{EFF2EA9E-0D83-4CB6-9456-1F9CCE76379F}" destId="{D90DA6D3-F50C-4425-B9C6-95A8C3A4A9C8}" srcOrd="2" destOrd="0" presId="urn:microsoft.com/office/officeart/2005/8/layout/orgChart1"/>
    <dgm:cxn modelId="{5CBA2000-3962-431D-849B-519EEB612FD1}" type="presParOf" srcId="{8AE7542B-B692-4EBD-A9AC-6157EF258449}" destId="{71943F7F-004C-4FFB-B501-80DC8195751D}" srcOrd="2" destOrd="0" presId="urn:microsoft.com/office/officeart/2005/8/layout/orgChart1"/>
    <dgm:cxn modelId="{929B60E8-476A-44C5-B9FC-4E016D464D8A}" type="presParOf" srcId="{8AE7542B-B692-4EBD-A9AC-6157EF258449}" destId="{9ECFEFB1-2E48-42E9-ACC3-F3AACD834CFE}" srcOrd="3" destOrd="0" presId="urn:microsoft.com/office/officeart/2005/8/layout/orgChart1"/>
    <dgm:cxn modelId="{BEA9EA11-026B-4C7A-9FEB-836CBC1CD135}" type="presParOf" srcId="{9ECFEFB1-2E48-42E9-ACC3-F3AACD834CFE}" destId="{648634DE-3C39-4229-810B-C8A0ACC37F89}" srcOrd="0" destOrd="0" presId="urn:microsoft.com/office/officeart/2005/8/layout/orgChart1"/>
    <dgm:cxn modelId="{ED56BDBF-05FC-4314-A4DB-03CE89FC81EB}" type="presParOf" srcId="{648634DE-3C39-4229-810B-C8A0ACC37F89}" destId="{CC2D1858-FC37-446F-9CAE-9C15E5385F43}" srcOrd="0" destOrd="0" presId="urn:microsoft.com/office/officeart/2005/8/layout/orgChart1"/>
    <dgm:cxn modelId="{4D504F94-7A72-4288-9E48-221CD4702E5D}" type="presParOf" srcId="{648634DE-3C39-4229-810B-C8A0ACC37F89}" destId="{88FE9269-82DB-422A-9511-B7F970EE14EC}" srcOrd="1" destOrd="0" presId="urn:microsoft.com/office/officeart/2005/8/layout/orgChart1"/>
    <dgm:cxn modelId="{E17E5075-E749-48D8-A81C-824A28347E48}" type="presParOf" srcId="{9ECFEFB1-2E48-42E9-ACC3-F3AACD834CFE}" destId="{23129242-F3F8-4448-B552-FE4B80219EA2}" srcOrd="1" destOrd="0" presId="urn:microsoft.com/office/officeart/2005/8/layout/orgChart1"/>
    <dgm:cxn modelId="{133F78C1-8226-4891-904A-584AE8F7A5E2}" type="presParOf" srcId="{9ECFEFB1-2E48-42E9-ACC3-F3AACD834CFE}" destId="{75B66FAF-FB34-4B6A-A899-F3385A64B4BB}" srcOrd="2" destOrd="0" presId="urn:microsoft.com/office/officeart/2005/8/layout/orgChart1"/>
    <dgm:cxn modelId="{5B2A7566-E8CE-46AF-8B99-770A3B626E52}" type="presParOf" srcId="{8AE7542B-B692-4EBD-A9AC-6157EF258449}" destId="{46291803-B39D-4F4C-A7FE-6A340E9B7823}" srcOrd="4" destOrd="0" presId="urn:microsoft.com/office/officeart/2005/8/layout/orgChart1"/>
    <dgm:cxn modelId="{091D0DF9-7B16-400C-B6BE-1A67A77A167B}" type="presParOf" srcId="{8AE7542B-B692-4EBD-A9AC-6157EF258449}" destId="{A99DCA0F-F6DA-429B-9247-AFD13F9358EA}" srcOrd="5" destOrd="0" presId="urn:microsoft.com/office/officeart/2005/8/layout/orgChart1"/>
    <dgm:cxn modelId="{81661A0F-7DDE-477F-B67A-469D8D5B697F}" type="presParOf" srcId="{A99DCA0F-F6DA-429B-9247-AFD13F9358EA}" destId="{2296F010-20F8-4FAE-8635-F51F32D2B8F7}" srcOrd="0" destOrd="0" presId="urn:microsoft.com/office/officeart/2005/8/layout/orgChart1"/>
    <dgm:cxn modelId="{2C7D601E-165F-46E4-8A2C-19F06125A515}" type="presParOf" srcId="{2296F010-20F8-4FAE-8635-F51F32D2B8F7}" destId="{3C08B371-A292-4B67-9D9F-7E3B30144A8E}" srcOrd="0" destOrd="0" presId="urn:microsoft.com/office/officeart/2005/8/layout/orgChart1"/>
    <dgm:cxn modelId="{D5158000-42D1-4258-AD69-EC87E3C0ED64}" type="presParOf" srcId="{2296F010-20F8-4FAE-8635-F51F32D2B8F7}" destId="{8E6AA33A-F6B3-4C3A-8A9A-98FD905D5ECD}" srcOrd="1" destOrd="0" presId="urn:microsoft.com/office/officeart/2005/8/layout/orgChart1"/>
    <dgm:cxn modelId="{05495F78-64B0-41C2-9E67-61AA85143B27}" type="presParOf" srcId="{A99DCA0F-F6DA-429B-9247-AFD13F9358EA}" destId="{7EC6E4CC-5BE2-4CF3-867B-D4B9F49301B2}" srcOrd="1" destOrd="0" presId="urn:microsoft.com/office/officeart/2005/8/layout/orgChart1"/>
    <dgm:cxn modelId="{AB069F33-EBED-421B-A3B8-275B09F68A55}" type="presParOf" srcId="{A99DCA0F-F6DA-429B-9247-AFD13F9358EA}" destId="{18338933-5032-417D-B4A9-90D27B5CCB95}" srcOrd="2" destOrd="0" presId="urn:microsoft.com/office/officeart/2005/8/layout/orgChart1"/>
    <dgm:cxn modelId="{A789CFAF-176C-4A58-AA84-5941716879F3}" type="presParOf" srcId="{0B58FFB0-BAED-4FAE-8673-5A8EC88C0B97}" destId="{A1D27AA6-4111-4D27-91D4-09ACC8AF76AC}" srcOrd="2" destOrd="0" presId="urn:microsoft.com/office/officeart/2005/8/layout/orgChart1"/>
    <dgm:cxn modelId="{ACD942A5-6957-4854-9873-17A63D35D59D}" type="presParOf" srcId="{8FECA4F7-42B6-4B0A-B802-7B6A9DDE90BB}" destId="{C9D5D359-939E-4163-8656-B1EB906F0045}" srcOrd="8" destOrd="0" presId="urn:microsoft.com/office/officeart/2005/8/layout/orgChart1"/>
    <dgm:cxn modelId="{1FF940E5-0C3A-47A4-9C07-99CF517F72AB}" type="presParOf" srcId="{8FECA4F7-42B6-4B0A-B802-7B6A9DDE90BB}" destId="{5BB43D9B-60AF-4653-BB73-ECEFF7566921}" srcOrd="9" destOrd="0" presId="urn:microsoft.com/office/officeart/2005/8/layout/orgChart1"/>
    <dgm:cxn modelId="{98A30D06-2E62-4961-AF53-4B5C7F93ADB8}" type="presParOf" srcId="{5BB43D9B-60AF-4653-BB73-ECEFF7566921}" destId="{170F1182-86F8-49E3-A023-0FA6D0DAA61F}" srcOrd="0" destOrd="0" presId="urn:microsoft.com/office/officeart/2005/8/layout/orgChart1"/>
    <dgm:cxn modelId="{1D7718CA-6733-4AC2-BB41-4DFE8FD0916E}" type="presParOf" srcId="{170F1182-86F8-49E3-A023-0FA6D0DAA61F}" destId="{67AA72F2-3903-4554-97F0-16D36D7C2C99}" srcOrd="0" destOrd="0" presId="urn:microsoft.com/office/officeart/2005/8/layout/orgChart1"/>
    <dgm:cxn modelId="{654B35EC-2296-4F1D-A051-E8C5A7F480D2}" type="presParOf" srcId="{170F1182-86F8-49E3-A023-0FA6D0DAA61F}" destId="{A745667F-A439-4654-AA26-94D05ED9B94D}" srcOrd="1" destOrd="0" presId="urn:microsoft.com/office/officeart/2005/8/layout/orgChart1"/>
    <dgm:cxn modelId="{87AB2424-DAF1-4E7F-8344-9C2DCB3E7FB5}" type="presParOf" srcId="{5BB43D9B-60AF-4653-BB73-ECEFF7566921}" destId="{1E55FC0B-5450-4314-884D-D822C25F371A}" srcOrd="1" destOrd="0" presId="urn:microsoft.com/office/officeart/2005/8/layout/orgChart1"/>
    <dgm:cxn modelId="{AF2B3749-3B2B-4374-9125-43DE7008558E}" type="presParOf" srcId="{5BB43D9B-60AF-4653-BB73-ECEFF7566921}" destId="{0EAFF6F9-65D7-43A6-8126-42E0745CC242}" srcOrd="2" destOrd="0" presId="urn:microsoft.com/office/officeart/2005/8/layout/orgChart1"/>
    <dgm:cxn modelId="{6B0D3390-5A4F-46E5-9A51-B5D62CEF5410}" type="presParOf" srcId="{F50ECBE7-A16F-4BBC-A9BC-21F05F62B96E}" destId="{D4997079-DA3F-4162-A3DD-2A3F36437641}" srcOrd="2" destOrd="0" presId="urn:microsoft.com/office/officeart/2005/8/layout/orgChart1"/>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0F63FC00-1293-44ED-B720-FB88B9F04A90}"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9F7BC1E0-ECBD-4466-B467-DF0EF3F62900}">
      <dgm:prSet phldrT="[Text]" custT="1"/>
      <dgm:spPr/>
      <dgm:t>
        <a:bodyPr/>
        <a:lstStyle/>
        <a:p>
          <a:r>
            <a:rPr lang="en-US" sz="2400" dirty="0" smtClean="0"/>
            <a:t>Activities</a:t>
          </a:r>
          <a:endParaRPr lang="en-US" sz="2400" dirty="0"/>
        </a:p>
      </dgm:t>
    </dgm:pt>
    <dgm:pt modelId="{117534BD-63F7-431F-A8DE-66D8C3E89323}" type="parTrans" cxnId="{BB627C14-8721-4E8F-A1FA-4AFE1B99CE0B}">
      <dgm:prSet/>
      <dgm:spPr/>
      <dgm:t>
        <a:bodyPr/>
        <a:lstStyle/>
        <a:p>
          <a:endParaRPr lang="en-US"/>
        </a:p>
      </dgm:t>
    </dgm:pt>
    <dgm:pt modelId="{A01975EE-F0AA-448A-82E4-930DC8CBF0C5}" type="sibTrans" cxnId="{BB627C14-8721-4E8F-A1FA-4AFE1B99CE0B}">
      <dgm:prSet/>
      <dgm:spPr/>
      <dgm:t>
        <a:bodyPr/>
        <a:lstStyle/>
        <a:p>
          <a:endParaRPr lang="en-US"/>
        </a:p>
      </dgm:t>
    </dgm:pt>
    <dgm:pt modelId="{E6901BC8-DF6A-4AC8-A948-80CDB5C5D791}">
      <dgm:prSet phldrT="[Text]" custT="1"/>
      <dgm:spPr>
        <a:solidFill>
          <a:schemeClr val="accent2"/>
        </a:solidFill>
      </dgm:spPr>
      <dgm:t>
        <a:bodyPr/>
        <a:lstStyle/>
        <a:p>
          <a:r>
            <a:rPr lang="en-US" sz="1600" dirty="0" smtClean="0"/>
            <a:t>Staffing</a:t>
          </a:r>
          <a:endParaRPr lang="en-US" sz="1600" dirty="0"/>
        </a:p>
      </dgm:t>
    </dgm:pt>
    <dgm:pt modelId="{C62B6B13-B5E8-423F-901A-D14FFE30D7B2}" type="parTrans" cxnId="{BA207E68-8DEB-4BC9-BE5A-81062756EDBA}">
      <dgm:prSet/>
      <dgm:spPr/>
      <dgm:t>
        <a:bodyPr/>
        <a:lstStyle/>
        <a:p>
          <a:endParaRPr lang="en-US" dirty="0"/>
        </a:p>
      </dgm:t>
    </dgm:pt>
    <dgm:pt modelId="{ABA97AFB-F516-4E6B-AEA7-367D4435C589}" type="sibTrans" cxnId="{BA207E68-8DEB-4BC9-BE5A-81062756EDBA}">
      <dgm:prSet/>
      <dgm:spPr/>
      <dgm:t>
        <a:bodyPr/>
        <a:lstStyle/>
        <a:p>
          <a:endParaRPr lang="en-US"/>
        </a:p>
      </dgm:t>
    </dgm:pt>
    <dgm:pt modelId="{D756AEDF-E0AB-475A-ACCF-9A2A87C17BE3}">
      <dgm:prSet phldrT="[Text]" custT="1"/>
      <dgm:spPr>
        <a:solidFill>
          <a:schemeClr val="accent3"/>
        </a:solidFill>
      </dgm:spPr>
      <dgm:t>
        <a:bodyPr/>
        <a:lstStyle/>
        <a:p>
          <a:r>
            <a:rPr lang="en-US" sz="1600" dirty="0" smtClean="0"/>
            <a:t>Job descriptions</a:t>
          </a:r>
          <a:endParaRPr lang="en-US" sz="1600" dirty="0"/>
        </a:p>
      </dgm:t>
    </dgm:pt>
    <dgm:pt modelId="{5C0499BE-D2A1-4F50-A2E2-13159EA33FCE}" type="parTrans" cxnId="{8FAC181D-5610-4125-A754-800E64BD0970}">
      <dgm:prSet/>
      <dgm:spPr/>
      <dgm:t>
        <a:bodyPr/>
        <a:lstStyle/>
        <a:p>
          <a:endParaRPr lang="en-US" dirty="0"/>
        </a:p>
      </dgm:t>
    </dgm:pt>
    <dgm:pt modelId="{8B8FC139-CC76-4C74-B2A5-37FD4AA7E888}" type="sibTrans" cxnId="{8FAC181D-5610-4125-A754-800E64BD0970}">
      <dgm:prSet/>
      <dgm:spPr/>
      <dgm:t>
        <a:bodyPr/>
        <a:lstStyle/>
        <a:p>
          <a:endParaRPr lang="en-US"/>
        </a:p>
      </dgm:t>
    </dgm:pt>
    <dgm:pt modelId="{0DC68709-F20B-4729-86E0-1ACA00982ADE}">
      <dgm:prSet phldrT="[Text]" custT="1"/>
      <dgm:spPr>
        <a:solidFill>
          <a:schemeClr val="accent3"/>
        </a:solidFill>
      </dgm:spPr>
      <dgm:t>
        <a:bodyPr/>
        <a:lstStyle/>
        <a:p>
          <a:r>
            <a:rPr lang="en-US" sz="1600" dirty="0" smtClean="0"/>
            <a:t>Interview minutes</a:t>
          </a:r>
          <a:endParaRPr lang="en-US" sz="1600" dirty="0"/>
        </a:p>
      </dgm:t>
    </dgm:pt>
    <dgm:pt modelId="{F6A2B624-D87F-43E6-AEF1-13517B65DEF3}" type="parTrans" cxnId="{CBB2A425-EA9A-4EF1-B32F-0D7AAE86D244}">
      <dgm:prSet/>
      <dgm:spPr/>
      <dgm:t>
        <a:bodyPr/>
        <a:lstStyle/>
        <a:p>
          <a:endParaRPr lang="en-US" dirty="0"/>
        </a:p>
      </dgm:t>
    </dgm:pt>
    <dgm:pt modelId="{EA78BB80-E32A-4986-ADBC-AE5F308398C9}" type="sibTrans" cxnId="{CBB2A425-EA9A-4EF1-B32F-0D7AAE86D244}">
      <dgm:prSet/>
      <dgm:spPr/>
      <dgm:t>
        <a:bodyPr/>
        <a:lstStyle/>
        <a:p>
          <a:endParaRPr lang="en-US"/>
        </a:p>
      </dgm:t>
    </dgm:pt>
    <dgm:pt modelId="{657DB137-1EBA-4351-955E-FF75D6088244}">
      <dgm:prSet phldrT="[Text]" custT="1"/>
      <dgm:spPr>
        <a:solidFill>
          <a:schemeClr val="accent3"/>
        </a:solidFill>
      </dgm:spPr>
      <dgm:t>
        <a:bodyPr/>
        <a:lstStyle/>
        <a:p>
          <a:r>
            <a:rPr lang="en-US" sz="1600" dirty="0" smtClean="0"/>
            <a:t>Candidate review guide and report</a:t>
          </a:r>
          <a:endParaRPr lang="en-US" sz="1600" dirty="0"/>
        </a:p>
      </dgm:t>
    </dgm:pt>
    <dgm:pt modelId="{28447ED6-A766-4413-BCE4-6B7A0EDA3060}" type="parTrans" cxnId="{0482451A-E5BF-45BE-BAA2-3229E4987C54}">
      <dgm:prSet/>
      <dgm:spPr/>
      <dgm:t>
        <a:bodyPr/>
        <a:lstStyle/>
        <a:p>
          <a:endParaRPr lang="en-US" dirty="0"/>
        </a:p>
      </dgm:t>
    </dgm:pt>
    <dgm:pt modelId="{ABD69424-FE2C-45F0-9E55-0496AA45EEA7}" type="sibTrans" cxnId="{0482451A-E5BF-45BE-BAA2-3229E4987C54}">
      <dgm:prSet/>
      <dgm:spPr/>
      <dgm:t>
        <a:bodyPr/>
        <a:lstStyle/>
        <a:p>
          <a:endParaRPr lang="en-US"/>
        </a:p>
      </dgm:t>
    </dgm:pt>
    <dgm:pt modelId="{76182540-059C-40F8-9B47-D6C674C6D8E3}">
      <dgm:prSet phldrT="[Text]" custT="1"/>
      <dgm:spPr>
        <a:solidFill>
          <a:schemeClr val="accent2"/>
        </a:solidFill>
      </dgm:spPr>
      <dgm:t>
        <a:bodyPr/>
        <a:lstStyle/>
        <a:p>
          <a:r>
            <a:rPr lang="en-US" sz="1600" dirty="0" smtClean="0"/>
            <a:t>Environment</a:t>
          </a:r>
          <a:endParaRPr lang="en-US" sz="1600" dirty="0"/>
        </a:p>
      </dgm:t>
    </dgm:pt>
    <dgm:pt modelId="{91955179-8E8F-4A22-8A2F-BF8A02AC1257}" type="parTrans" cxnId="{997D55B8-A06E-40E0-9CD5-56D2E2F4FFF3}">
      <dgm:prSet/>
      <dgm:spPr/>
      <dgm:t>
        <a:bodyPr/>
        <a:lstStyle/>
        <a:p>
          <a:endParaRPr lang="en-US" dirty="0"/>
        </a:p>
      </dgm:t>
    </dgm:pt>
    <dgm:pt modelId="{A69D5043-96E6-4972-8E16-679231A18759}" type="sibTrans" cxnId="{997D55B8-A06E-40E0-9CD5-56D2E2F4FFF3}">
      <dgm:prSet/>
      <dgm:spPr/>
      <dgm:t>
        <a:bodyPr/>
        <a:lstStyle/>
        <a:p>
          <a:endParaRPr lang="en-US"/>
        </a:p>
      </dgm:t>
    </dgm:pt>
    <dgm:pt modelId="{4BC3C66F-D56A-4C8F-9126-4712A4720EBB}">
      <dgm:prSet phldrT="[Text]" custT="1"/>
      <dgm:spPr>
        <a:solidFill>
          <a:schemeClr val="accent3"/>
        </a:solidFill>
      </dgm:spPr>
      <dgm:t>
        <a:bodyPr/>
        <a:lstStyle/>
        <a:p>
          <a:r>
            <a:rPr lang="en-US" sz="1600" dirty="0" smtClean="0"/>
            <a:t>Tools</a:t>
          </a:r>
          <a:endParaRPr lang="en-US" sz="1600" dirty="0"/>
        </a:p>
      </dgm:t>
    </dgm:pt>
    <dgm:pt modelId="{1C34F8DF-4D8C-4AA2-B353-814E2D59E21B}" type="parTrans" cxnId="{BC8AE0EC-791C-43A9-95FC-BEE4E6628047}">
      <dgm:prSet/>
      <dgm:spPr/>
      <dgm:t>
        <a:bodyPr/>
        <a:lstStyle/>
        <a:p>
          <a:endParaRPr lang="en-US" dirty="0"/>
        </a:p>
      </dgm:t>
    </dgm:pt>
    <dgm:pt modelId="{AD4C5380-A739-4CCD-AC11-2E47BDDE84CC}" type="sibTrans" cxnId="{BC8AE0EC-791C-43A9-95FC-BEE4E6628047}">
      <dgm:prSet/>
      <dgm:spPr/>
      <dgm:t>
        <a:bodyPr/>
        <a:lstStyle/>
        <a:p>
          <a:endParaRPr lang="en-US"/>
        </a:p>
      </dgm:t>
    </dgm:pt>
    <dgm:pt modelId="{8427AE69-7D58-47CD-94FE-4DD0C1470A82}">
      <dgm:prSet phldrT="[Text]" custT="1"/>
      <dgm:spPr>
        <a:solidFill>
          <a:schemeClr val="accent3"/>
        </a:solidFill>
      </dgm:spPr>
      <dgm:t>
        <a:bodyPr/>
        <a:lstStyle/>
        <a:p>
          <a:r>
            <a:rPr lang="en-US" sz="1600" dirty="0" smtClean="0"/>
            <a:t>Configuration management plan</a:t>
          </a:r>
          <a:endParaRPr lang="en-US" sz="1600" dirty="0"/>
        </a:p>
      </dgm:t>
    </dgm:pt>
    <dgm:pt modelId="{6FC1ABC1-BF85-4138-A78D-750382DEDC41}" type="parTrans" cxnId="{D14E837B-A431-49FE-B94E-89883632A98D}">
      <dgm:prSet/>
      <dgm:spPr/>
      <dgm:t>
        <a:bodyPr/>
        <a:lstStyle/>
        <a:p>
          <a:endParaRPr lang="en-US" dirty="0"/>
        </a:p>
      </dgm:t>
    </dgm:pt>
    <dgm:pt modelId="{1640A932-8D31-4A95-B172-AFFA59736F3B}" type="sibTrans" cxnId="{D14E837B-A431-49FE-B94E-89883632A98D}">
      <dgm:prSet/>
      <dgm:spPr/>
      <dgm:t>
        <a:bodyPr/>
        <a:lstStyle/>
        <a:p>
          <a:endParaRPr lang="en-US"/>
        </a:p>
      </dgm:t>
    </dgm:pt>
    <dgm:pt modelId="{7D216D69-95E6-4CBB-8E59-4A1A55059D8F}">
      <dgm:prSet phldrT="[Text]" custT="1"/>
      <dgm:spPr>
        <a:solidFill>
          <a:schemeClr val="accent3"/>
        </a:solidFill>
      </dgm:spPr>
      <dgm:t>
        <a:bodyPr/>
        <a:lstStyle/>
        <a:p>
          <a:r>
            <a:rPr lang="en-US" sz="1600" dirty="0" smtClean="0"/>
            <a:t>Schedules</a:t>
          </a:r>
          <a:endParaRPr lang="en-US" sz="1600" dirty="0"/>
        </a:p>
      </dgm:t>
    </dgm:pt>
    <dgm:pt modelId="{98F30521-B637-4D16-8A36-FFD47F3669EC}" type="parTrans" cxnId="{34922496-5714-407B-AE22-706755880CEC}">
      <dgm:prSet/>
      <dgm:spPr/>
      <dgm:t>
        <a:bodyPr/>
        <a:lstStyle/>
        <a:p>
          <a:endParaRPr lang="en-US" dirty="0"/>
        </a:p>
      </dgm:t>
    </dgm:pt>
    <dgm:pt modelId="{43183BFD-94F1-49D3-BA43-C595608D8A9F}" type="sibTrans" cxnId="{34922496-5714-407B-AE22-706755880CEC}">
      <dgm:prSet/>
      <dgm:spPr/>
      <dgm:t>
        <a:bodyPr/>
        <a:lstStyle/>
        <a:p>
          <a:endParaRPr lang="en-US"/>
        </a:p>
      </dgm:t>
    </dgm:pt>
    <dgm:pt modelId="{D50FC6D8-A800-403A-815E-B60CE62312D2}">
      <dgm:prSet phldrT="[Text]" custT="1"/>
      <dgm:spPr>
        <a:solidFill>
          <a:schemeClr val="accent3"/>
        </a:solidFill>
      </dgm:spPr>
      <dgm:t>
        <a:bodyPr/>
        <a:lstStyle/>
        <a:p>
          <a:r>
            <a:rPr lang="en-US" sz="1600" dirty="0" smtClean="0"/>
            <a:t>Monitoring reports</a:t>
          </a:r>
          <a:endParaRPr lang="en-US" sz="1600" dirty="0"/>
        </a:p>
      </dgm:t>
    </dgm:pt>
    <dgm:pt modelId="{CB3C3847-311B-4B53-8D1A-754CA4DE7AE8}" type="parTrans" cxnId="{5DFED359-97D0-44A0-847E-33B8BA3BCC42}">
      <dgm:prSet/>
      <dgm:spPr/>
      <dgm:t>
        <a:bodyPr/>
        <a:lstStyle/>
        <a:p>
          <a:endParaRPr lang="en-US" dirty="0"/>
        </a:p>
      </dgm:t>
    </dgm:pt>
    <dgm:pt modelId="{4A3C3560-2619-4D44-B2AD-BF24745CB820}" type="sibTrans" cxnId="{5DFED359-97D0-44A0-847E-33B8BA3BCC42}">
      <dgm:prSet/>
      <dgm:spPr/>
      <dgm:t>
        <a:bodyPr/>
        <a:lstStyle/>
        <a:p>
          <a:endParaRPr lang="en-US"/>
        </a:p>
      </dgm:t>
    </dgm:pt>
    <dgm:pt modelId="{F5684E08-48D5-4F3D-9510-5FDBDA0E22F7}">
      <dgm:prSet phldrT="[Text]" custT="1"/>
      <dgm:spPr>
        <a:solidFill>
          <a:schemeClr val="accent3"/>
        </a:solidFill>
      </dgm:spPr>
      <dgm:t>
        <a:bodyPr/>
        <a:lstStyle/>
        <a:p>
          <a:r>
            <a:rPr lang="en-US" sz="1600" dirty="0" smtClean="0"/>
            <a:t>Status reports</a:t>
          </a:r>
          <a:endParaRPr lang="en-US" sz="1600" dirty="0"/>
        </a:p>
      </dgm:t>
    </dgm:pt>
    <dgm:pt modelId="{0A4BBEDE-8E54-4686-B5DB-BBCA4D823B3B}" type="parTrans" cxnId="{943FBB13-4362-439E-A07E-4624AF07E5F5}">
      <dgm:prSet/>
      <dgm:spPr/>
      <dgm:t>
        <a:bodyPr/>
        <a:lstStyle/>
        <a:p>
          <a:endParaRPr lang="en-US" dirty="0"/>
        </a:p>
      </dgm:t>
    </dgm:pt>
    <dgm:pt modelId="{B6838CD3-9B2A-4422-B91B-258DB25A775F}" type="sibTrans" cxnId="{943FBB13-4362-439E-A07E-4624AF07E5F5}">
      <dgm:prSet/>
      <dgm:spPr/>
      <dgm:t>
        <a:bodyPr/>
        <a:lstStyle/>
        <a:p>
          <a:endParaRPr lang="en-US"/>
        </a:p>
      </dgm:t>
    </dgm:pt>
    <dgm:pt modelId="{875E1C8C-920C-45DA-AF77-A2EDE7BD0D90}">
      <dgm:prSet phldrT="[Text]" custT="1"/>
      <dgm:spPr>
        <a:solidFill>
          <a:schemeClr val="accent2"/>
        </a:solidFill>
      </dgm:spPr>
      <dgm:t>
        <a:bodyPr/>
        <a:lstStyle/>
        <a:p>
          <a:r>
            <a:rPr lang="en-US" sz="1600" dirty="0" smtClean="0"/>
            <a:t>Communication</a:t>
          </a:r>
          <a:endParaRPr lang="en-US" sz="1600" dirty="0"/>
        </a:p>
      </dgm:t>
    </dgm:pt>
    <dgm:pt modelId="{E9141CD6-7458-4396-8368-23D683C4760E}" type="parTrans" cxnId="{49A7817B-4DEB-41FA-9765-BFB1D3C8459F}">
      <dgm:prSet/>
      <dgm:spPr/>
      <dgm:t>
        <a:bodyPr/>
        <a:lstStyle/>
        <a:p>
          <a:endParaRPr lang="en-US" dirty="0"/>
        </a:p>
      </dgm:t>
    </dgm:pt>
    <dgm:pt modelId="{3E8CD35C-C165-4DF6-BEE0-D35207FB804D}" type="sibTrans" cxnId="{49A7817B-4DEB-41FA-9765-BFB1D3C8459F}">
      <dgm:prSet/>
      <dgm:spPr/>
      <dgm:t>
        <a:bodyPr/>
        <a:lstStyle/>
        <a:p>
          <a:endParaRPr lang="en-US"/>
        </a:p>
      </dgm:t>
    </dgm:pt>
    <dgm:pt modelId="{76C6BB78-A4C1-4CF4-AA45-A43C2497D4F3}">
      <dgm:prSet phldrT="[Text]" custT="1"/>
      <dgm:spPr>
        <a:solidFill>
          <a:schemeClr val="accent3"/>
        </a:solidFill>
      </dgm:spPr>
      <dgm:t>
        <a:bodyPr/>
        <a:lstStyle/>
        <a:p>
          <a:r>
            <a:rPr lang="en-US" sz="1600" dirty="0" smtClean="0"/>
            <a:t>Meeting minutes</a:t>
          </a:r>
          <a:endParaRPr lang="en-US" sz="1600" dirty="0"/>
        </a:p>
      </dgm:t>
    </dgm:pt>
    <dgm:pt modelId="{A113EB8C-8EDF-44B3-8DBC-A654A9305E1A}" type="parTrans" cxnId="{41C273AF-9177-4270-9253-BD421A689D92}">
      <dgm:prSet/>
      <dgm:spPr/>
      <dgm:t>
        <a:bodyPr/>
        <a:lstStyle/>
        <a:p>
          <a:endParaRPr lang="en-US" dirty="0"/>
        </a:p>
      </dgm:t>
    </dgm:pt>
    <dgm:pt modelId="{FC48E08E-8A49-4B5C-BCDC-3BE3CFE71712}" type="sibTrans" cxnId="{41C273AF-9177-4270-9253-BD421A689D92}">
      <dgm:prSet/>
      <dgm:spPr/>
      <dgm:t>
        <a:bodyPr/>
        <a:lstStyle/>
        <a:p>
          <a:endParaRPr lang="en-US"/>
        </a:p>
      </dgm:t>
    </dgm:pt>
    <dgm:pt modelId="{FD9E3F82-2976-4021-A612-1CCE369AF584}">
      <dgm:prSet phldrT="[Text]" custT="1"/>
      <dgm:spPr>
        <a:solidFill>
          <a:schemeClr val="accent3"/>
        </a:solidFill>
      </dgm:spPr>
      <dgm:t>
        <a:bodyPr/>
        <a:lstStyle/>
        <a:p>
          <a:r>
            <a:rPr lang="en-US" sz="1600" dirty="0" smtClean="0"/>
            <a:t>Emails</a:t>
          </a:r>
          <a:endParaRPr lang="en-US" sz="1600" dirty="0"/>
        </a:p>
      </dgm:t>
    </dgm:pt>
    <dgm:pt modelId="{EAD0128C-CAE8-4D91-86D8-443B7CC54D36}" type="parTrans" cxnId="{E5AC843D-39B1-4638-9A47-DF124B4E5F4D}">
      <dgm:prSet/>
      <dgm:spPr/>
      <dgm:t>
        <a:bodyPr/>
        <a:lstStyle/>
        <a:p>
          <a:endParaRPr lang="en-US" dirty="0"/>
        </a:p>
      </dgm:t>
    </dgm:pt>
    <dgm:pt modelId="{348471C2-E77D-473A-99E3-FA20702E718D}" type="sibTrans" cxnId="{E5AC843D-39B1-4638-9A47-DF124B4E5F4D}">
      <dgm:prSet/>
      <dgm:spPr/>
      <dgm:t>
        <a:bodyPr/>
        <a:lstStyle/>
        <a:p>
          <a:endParaRPr lang="en-US"/>
        </a:p>
      </dgm:t>
    </dgm:pt>
    <dgm:pt modelId="{AB30FEFB-2F5E-4873-B433-B92B30CC59AE}">
      <dgm:prSet phldrT="[Text]" custT="1"/>
      <dgm:spPr>
        <a:solidFill>
          <a:schemeClr val="accent3"/>
        </a:solidFill>
      </dgm:spPr>
      <dgm:t>
        <a:bodyPr/>
        <a:lstStyle/>
        <a:p>
          <a:r>
            <a:rPr lang="en-US" sz="1600" dirty="0" smtClean="0"/>
            <a:t>Phone call logs</a:t>
          </a:r>
          <a:endParaRPr lang="en-US" sz="1600" dirty="0"/>
        </a:p>
      </dgm:t>
    </dgm:pt>
    <dgm:pt modelId="{F8E7B5C0-F491-41BE-8CB8-A36DF3BC925B}" type="parTrans" cxnId="{E709CF24-FB79-47A0-87CD-FCEBF1A62A08}">
      <dgm:prSet/>
      <dgm:spPr/>
      <dgm:t>
        <a:bodyPr/>
        <a:lstStyle/>
        <a:p>
          <a:endParaRPr lang="en-US" dirty="0"/>
        </a:p>
      </dgm:t>
    </dgm:pt>
    <dgm:pt modelId="{FD799757-8DFB-45FA-9909-BF923F266DB1}" type="sibTrans" cxnId="{E709CF24-FB79-47A0-87CD-FCEBF1A62A08}">
      <dgm:prSet/>
      <dgm:spPr/>
      <dgm:t>
        <a:bodyPr/>
        <a:lstStyle/>
        <a:p>
          <a:endParaRPr lang="en-US"/>
        </a:p>
      </dgm:t>
    </dgm:pt>
    <dgm:pt modelId="{D754D38B-FEF4-4E2B-8201-75FB7C7AA4EE}">
      <dgm:prSet phldrT="[Text]" custT="1"/>
      <dgm:spPr>
        <a:solidFill>
          <a:schemeClr val="accent3"/>
        </a:solidFill>
      </dgm:spPr>
      <dgm:t>
        <a:bodyPr/>
        <a:lstStyle/>
        <a:p>
          <a:r>
            <a:rPr lang="en-US" sz="1600" dirty="0" smtClean="0"/>
            <a:t>Training materials</a:t>
          </a:r>
          <a:endParaRPr lang="en-US" sz="1600" dirty="0"/>
        </a:p>
      </dgm:t>
    </dgm:pt>
    <dgm:pt modelId="{DC2D17A3-DD77-4645-A612-1AE1FEC257D1}" type="parTrans" cxnId="{BB9E5D1F-BB9D-496F-9DE8-022FA6FD3D7E}">
      <dgm:prSet/>
      <dgm:spPr/>
      <dgm:t>
        <a:bodyPr/>
        <a:lstStyle/>
        <a:p>
          <a:endParaRPr lang="en-US" dirty="0"/>
        </a:p>
      </dgm:t>
    </dgm:pt>
    <dgm:pt modelId="{D7F4FFD1-F7F4-4556-8B6F-B44F54D2561F}" type="sibTrans" cxnId="{BB9E5D1F-BB9D-496F-9DE8-022FA6FD3D7E}">
      <dgm:prSet/>
      <dgm:spPr/>
      <dgm:t>
        <a:bodyPr/>
        <a:lstStyle/>
        <a:p>
          <a:endParaRPr lang="en-US"/>
        </a:p>
      </dgm:t>
    </dgm:pt>
    <dgm:pt modelId="{23215250-C81C-47CF-A742-452EED70AB37}">
      <dgm:prSet phldrT="[Text]" custT="1"/>
      <dgm:spPr>
        <a:solidFill>
          <a:schemeClr val="accent2"/>
        </a:solidFill>
      </dgm:spPr>
      <dgm:t>
        <a:bodyPr/>
        <a:lstStyle/>
        <a:p>
          <a:r>
            <a:rPr lang="en-US" sz="1600" dirty="0" smtClean="0"/>
            <a:t>Management</a:t>
          </a:r>
          <a:endParaRPr lang="en-US" sz="1600" dirty="0"/>
        </a:p>
      </dgm:t>
    </dgm:pt>
    <dgm:pt modelId="{6D8A9925-5D50-4980-BEB8-65005999FFA3}" type="sibTrans" cxnId="{057CCC3A-424B-4B6A-89CD-673BC3AA68B8}">
      <dgm:prSet/>
      <dgm:spPr/>
      <dgm:t>
        <a:bodyPr/>
        <a:lstStyle/>
        <a:p>
          <a:endParaRPr lang="en-US"/>
        </a:p>
      </dgm:t>
    </dgm:pt>
    <dgm:pt modelId="{DC0F9107-C680-4C05-B828-084835808915}" type="parTrans" cxnId="{057CCC3A-424B-4B6A-89CD-673BC3AA68B8}">
      <dgm:prSet/>
      <dgm:spPr/>
      <dgm:t>
        <a:bodyPr/>
        <a:lstStyle/>
        <a:p>
          <a:endParaRPr lang="en-US" dirty="0"/>
        </a:p>
      </dgm:t>
    </dgm:pt>
    <dgm:pt modelId="{87BEBA1A-7F6E-4B4B-92BC-E7049CACD69D}" type="pres">
      <dgm:prSet presAssocID="{0F63FC00-1293-44ED-B720-FB88B9F04A90}" presName="hierChild1" presStyleCnt="0">
        <dgm:presLayoutVars>
          <dgm:orgChart val="1"/>
          <dgm:chPref val="1"/>
          <dgm:dir/>
          <dgm:animOne val="branch"/>
          <dgm:animLvl val="lvl"/>
          <dgm:resizeHandles/>
        </dgm:presLayoutVars>
      </dgm:prSet>
      <dgm:spPr/>
      <dgm:t>
        <a:bodyPr/>
        <a:lstStyle/>
        <a:p>
          <a:endParaRPr lang="en-US"/>
        </a:p>
      </dgm:t>
    </dgm:pt>
    <dgm:pt modelId="{F50ECBE7-A16F-4BBC-A9BC-21F05F62B96E}" type="pres">
      <dgm:prSet presAssocID="{9F7BC1E0-ECBD-4466-B467-DF0EF3F62900}" presName="hierRoot1" presStyleCnt="0">
        <dgm:presLayoutVars>
          <dgm:hierBranch val="init"/>
        </dgm:presLayoutVars>
      </dgm:prSet>
      <dgm:spPr/>
    </dgm:pt>
    <dgm:pt modelId="{0F1C02C6-C89E-4D2A-990B-BF4FB2C7DCED}" type="pres">
      <dgm:prSet presAssocID="{9F7BC1E0-ECBD-4466-B467-DF0EF3F62900}" presName="rootComposite1" presStyleCnt="0"/>
      <dgm:spPr/>
    </dgm:pt>
    <dgm:pt modelId="{2BA36050-B4EB-402E-B0AB-EE1A707E979F}" type="pres">
      <dgm:prSet presAssocID="{9F7BC1E0-ECBD-4466-B467-DF0EF3F62900}" presName="rootText1" presStyleLbl="node0" presStyleIdx="0" presStyleCnt="1" custScaleX="304486" custScaleY="184982">
        <dgm:presLayoutVars>
          <dgm:chPref val="3"/>
        </dgm:presLayoutVars>
      </dgm:prSet>
      <dgm:spPr/>
      <dgm:t>
        <a:bodyPr/>
        <a:lstStyle/>
        <a:p>
          <a:endParaRPr lang="en-US"/>
        </a:p>
      </dgm:t>
    </dgm:pt>
    <dgm:pt modelId="{E3F88A9E-BA5E-438B-B5E5-4C690DCC00CE}" type="pres">
      <dgm:prSet presAssocID="{9F7BC1E0-ECBD-4466-B467-DF0EF3F62900}" presName="rootConnector1" presStyleLbl="node1" presStyleIdx="0" presStyleCnt="0"/>
      <dgm:spPr/>
      <dgm:t>
        <a:bodyPr/>
        <a:lstStyle/>
        <a:p>
          <a:endParaRPr lang="en-US"/>
        </a:p>
      </dgm:t>
    </dgm:pt>
    <dgm:pt modelId="{8FECA4F7-42B6-4B0A-B802-7B6A9DDE90BB}" type="pres">
      <dgm:prSet presAssocID="{9F7BC1E0-ECBD-4466-B467-DF0EF3F62900}" presName="hierChild2" presStyleCnt="0"/>
      <dgm:spPr/>
    </dgm:pt>
    <dgm:pt modelId="{8955FB75-DEB4-410A-A99D-9AF2B6FF25C5}" type="pres">
      <dgm:prSet presAssocID="{C62B6B13-B5E8-423F-901A-D14FFE30D7B2}" presName="Name37" presStyleLbl="parChTrans1D2" presStyleIdx="0" presStyleCnt="4" custSzX="4306979" custSzY="400977"/>
      <dgm:spPr/>
      <dgm:t>
        <a:bodyPr/>
        <a:lstStyle/>
        <a:p>
          <a:endParaRPr lang="en-US"/>
        </a:p>
      </dgm:t>
    </dgm:pt>
    <dgm:pt modelId="{FE262164-D567-4647-AABC-78772BDD69E3}" type="pres">
      <dgm:prSet presAssocID="{E6901BC8-DF6A-4AC8-A948-80CDB5C5D791}" presName="hierRoot2" presStyleCnt="0">
        <dgm:presLayoutVars>
          <dgm:hierBranch val="init"/>
        </dgm:presLayoutVars>
      </dgm:prSet>
      <dgm:spPr/>
    </dgm:pt>
    <dgm:pt modelId="{8A333568-5E23-4E34-AE0F-B700025271FE}" type="pres">
      <dgm:prSet presAssocID="{E6901BC8-DF6A-4AC8-A948-80CDB5C5D791}" presName="rootComposite" presStyleCnt="0"/>
      <dgm:spPr/>
    </dgm:pt>
    <dgm:pt modelId="{81E6F3CF-C159-4050-BC54-277A7CF892EC}" type="pres">
      <dgm:prSet presAssocID="{E6901BC8-DF6A-4AC8-A948-80CDB5C5D791}" presName="rootText" presStyleLbl="node2" presStyleIdx="0" presStyleCnt="4" custScaleX="228640" custScaleY="184982">
        <dgm:presLayoutVars>
          <dgm:chPref val="3"/>
        </dgm:presLayoutVars>
      </dgm:prSet>
      <dgm:spPr/>
      <dgm:t>
        <a:bodyPr/>
        <a:lstStyle/>
        <a:p>
          <a:endParaRPr lang="en-US"/>
        </a:p>
      </dgm:t>
    </dgm:pt>
    <dgm:pt modelId="{59AD4CF9-09C4-4D71-8BF2-47388E4D2EEC}" type="pres">
      <dgm:prSet presAssocID="{E6901BC8-DF6A-4AC8-A948-80CDB5C5D791}" presName="rootConnector" presStyleLbl="node2" presStyleIdx="0" presStyleCnt="4"/>
      <dgm:spPr/>
      <dgm:t>
        <a:bodyPr/>
        <a:lstStyle/>
        <a:p>
          <a:endParaRPr lang="en-US"/>
        </a:p>
      </dgm:t>
    </dgm:pt>
    <dgm:pt modelId="{9865E9B1-1DB0-4321-AC0B-0E5BD3F79F57}" type="pres">
      <dgm:prSet presAssocID="{E6901BC8-DF6A-4AC8-A948-80CDB5C5D791}" presName="hierChild4" presStyleCnt="0"/>
      <dgm:spPr/>
    </dgm:pt>
    <dgm:pt modelId="{AFDEDA75-5F1E-43DE-ADCA-016C9342054C}" type="pres">
      <dgm:prSet presAssocID="{5C0499BE-D2A1-4F50-A2E2-13159EA33FCE}" presName="Name37" presStyleLbl="parChTrans1D3" presStyleIdx="0" presStyleCnt="12" custSzX="289408" custSzY="878331"/>
      <dgm:spPr/>
      <dgm:t>
        <a:bodyPr/>
        <a:lstStyle/>
        <a:p>
          <a:endParaRPr lang="en-US"/>
        </a:p>
      </dgm:t>
    </dgm:pt>
    <dgm:pt modelId="{8A4299F0-ACB7-4ED3-A319-F0C48F587D84}" type="pres">
      <dgm:prSet presAssocID="{D756AEDF-E0AB-475A-ACCF-9A2A87C17BE3}" presName="hierRoot2" presStyleCnt="0">
        <dgm:presLayoutVars>
          <dgm:hierBranch val="init"/>
        </dgm:presLayoutVars>
      </dgm:prSet>
      <dgm:spPr/>
    </dgm:pt>
    <dgm:pt modelId="{1D355FDB-B2B5-42E3-B0C9-C89C38CABDBB}" type="pres">
      <dgm:prSet presAssocID="{D756AEDF-E0AB-475A-ACCF-9A2A87C17BE3}" presName="rootComposite" presStyleCnt="0"/>
      <dgm:spPr/>
    </dgm:pt>
    <dgm:pt modelId="{97717F23-0816-4D7C-9FAD-3CCC078E5298}" type="pres">
      <dgm:prSet presAssocID="{D756AEDF-E0AB-475A-ACCF-9A2A87C17BE3}" presName="rootText" presStyleLbl="node3" presStyleIdx="0" presStyleCnt="12" custScaleX="165519" custScaleY="184982">
        <dgm:presLayoutVars>
          <dgm:chPref val="3"/>
        </dgm:presLayoutVars>
      </dgm:prSet>
      <dgm:spPr/>
      <dgm:t>
        <a:bodyPr/>
        <a:lstStyle/>
        <a:p>
          <a:endParaRPr lang="en-US"/>
        </a:p>
      </dgm:t>
    </dgm:pt>
    <dgm:pt modelId="{3A924733-E57A-44A3-AAE3-56C0561C069E}" type="pres">
      <dgm:prSet presAssocID="{D756AEDF-E0AB-475A-ACCF-9A2A87C17BE3}" presName="rootConnector" presStyleLbl="node3" presStyleIdx="0" presStyleCnt="12"/>
      <dgm:spPr/>
      <dgm:t>
        <a:bodyPr/>
        <a:lstStyle/>
        <a:p>
          <a:endParaRPr lang="en-US"/>
        </a:p>
      </dgm:t>
    </dgm:pt>
    <dgm:pt modelId="{716D7C9F-CE53-433B-B6BC-1D74378D5E2C}" type="pres">
      <dgm:prSet presAssocID="{D756AEDF-E0AB-475A-ACCF-9A2A87C17BE3}" presName="hierChild4" presStyleCnt="0"/>
      <dgm:spPr/>
    </dgm:pt>
    <dgm:pt modelId="{F35437E7-C7E5-40F3-BD57-38726DC0110C}" type="pres">
      <dgm:prSet presAssocID="{D756AEDF-E0AB-475A-ACCF-9A2A87C17BE3}" presName="hierChild5" presStyleCnt="0"/>
      <dgm:spPr/>
    </dgm:pt>
    <dgm:pt modelId="{E36DB3E6-7690-486F-A6A3-44A8F0E81A16}" type="pres">
      <dgm:prSet presAssocID="{F6A2B624-D87F-43E6-AEF1-13517B65DEF3}" presName="Name37" presStyleLbl="parChTrans1D3" presStyleIdx="1" presStyleCnt="12" custSzX="289408" custSzY="2234016"/>
      <dgm:spPr/>
      <dgm:t>
        <a:bodyPr/>
        <a:lstStyle/>
        <a:p>
          <a:endParaRPr lang="en-US"/>
        </a:p>
      </dgm:t>
    </dgm:pt>
    <dgm:pt modelId="{B5BA5B12-8B1C-47E8-9ED3-82C5FBE3A00A}" type="pres">
      <dgm:prSet presAssocID="{0DC68709-F20B-4729-86E0-1ACA00982ADE}" presName="hierRoot2" presStyleCnt="0">
        <dgm:presLayoutVars>
          <dgm:hierBranch val="init"/>
        </dgm:presLayoutVars>
      </dgm:prSet>
      <dgm:spPr/>
    </dgm:pt>
    <dgm:pt modelId="{7D9DA8C4-3412-4440-BDE9-8783F0B22A9A}" type="pres">
      <dgm:prSet presAssocID="{0DC68709-F20B-4729-86E0-1ACA00982ADE}" presName="rootComposite" presStyleCnt="0"/>
      <dgm:spPr/>
    </dgm:pt>
    <dgm:pt modelId="{E0BE9013-43B8-4BEF-83FD-035C894D81BF}" type="pres">
      <dgm:prSet presAssocID="{0DC68709-F20B-4729-86E0-1ACA00982ADE}" presName="rootText" presStyleLbl="node3" presStyleIdx="1" presStyleCnt="12" custScaleX="165519" custScaleY="184982">
        <dgm:presLayoutVars>
          <dgm:chPref val="3"/>
        </dgm:presLayoutVars>
      </dgm:prSet>
      <dgm:spPr/>
      <dgm:t>
        <a:bodyPr/>
        <a:lstStyle/>
        <a:p>
          <a:endParaRPr lang="en-US"/>
        </a:p>
      </dgm:t>
    </dgm:pt>
    <dgm:pt modelId="{785739AB-C4CF-46BB-AC60-105232C16078}" type="pres">
      <dgm:prSet presAssocID="{0DC68709-F20B-4729-86E0-1ACA00982ADE}" presName="rootConnector" presStyleLbl="node3" presStyleIdx="1" presStyleCnt="12"/>
      <dgm:spPr/>
      <dgm:t>
        <a:bodyPr/>
        <a:lstStyle/>
        <a:p>
          <a:endParaRPr lang="en-US"/>
        </a:p>
      </dgm:t>
    </dgm:pt>
    <dgm:pt modelId="{E7E7D6AC-27FC-435B-92BA-758185B6A540}" type="pres">
      <dgm:prSet presAssocID="{0DC68709-F20B-4729-86E0-1ACA00982ADE}" presName="hierChild4" presStyleCnt="0"/>
      <dgm:spPr/>
    </dgm:pt>
    <dgm:pt modelId="{FA479C8A-A44F-420D-BA7C-184327876F18}" type="pres">
      <dgm:prSet presAssocID="{0DC68709-F20B-4729-86E0-1ACA00982ADE}" presName="hierChild5" presStyleCnt="0"/>
      <dgm:spPr/>
    </dgm:pt>
    <dgm:pt modelId="{07E9EC86-3F92-4E71-84DE-C9489C8C58A7}" type="pres">
      <dgm:prSet presAssocID="{28447ED6-A766-4413-BCE4-6B7A0EDA3060}" presName="Name37" presStyleLbl="parChTrans1D3" presStyleIdx="2" presStyleCnt="12" custSzX="289408" custSzY="3589702"/>
      <dgm:spPr/>
      <dgm:t>
        <a:bodyPr/>
        <a:lstStyle/>
        <a:p>
          <a:endParaRPr lang="en-US"/>
        </a:p>
      </dgm:t>
    </dgm:pt>
    <dgm:pt modelId="{4C30DD22-E18D-485D-9C89-EFB7570697CA}" type="pres">
      <dgm:prSet presAssocID="{657DB137-1EBA-4351-955E-FF75D6088244}" presName="hierRoot2" presStyleCnt="0">
        <dgm:presLayoutVars>
          <dgm:hierBranch val="init"/>
        </dgm:presLayoutVars>
      </dgm:prSet>
      <dgm:spPr/>
    </dgm:pt>
    <dgm:pt modelId="{F305F7E0-CF21-4EAD-944D-6724FB0814F5}" type="pres">
      <dgm:prSet presAssocID="{657DB137-1EBA-4351-955E-FF75D6088244}" presName="rootComposite" presStyleCnt="0"/>
      <dgm:spPr/>
    </dgm:pt>
    <dgm:pt modelId="{8AAF624B-BBF9-4A35-AD0B-D5A4A8B9BAE2}" type="pres">
      <dgm:prSet presAssocID="{657DB137-1EBA-4351-955E-FF75D6088244}" presName="rootText" presStyleLbl="node3" presStyleIdx="2" presStyleCnt="12" custScaleX="165519" custScaleY="184982">
        <dgm:presLayoutVars>
          <dgm:chPref val="3"/>
        </dgm:presLayoutVars>
      </dgm:prSet>
      <dgm:spPr/>
      <dgm:t>
        <a:bodyPr/>
        <a:lstStyle/>
        <a:p>
          <a:endParaRPr lang="en-US"/>
        </a:p>
      </dgm:t>
    </dgm:pt>
    <dgm:pt modelId="{EF65B725-7346-48A3-A72D-AC937E1F2B52}" type="pres">
      <dgm:prSet presAssocID="{657DB137-1EBA-4351-955E-FF75D6088244}" presName="rootConnector" presStyleLbl="node3" presStyleIdx="2" presStyleCnt="12"/>
      <dgm:spPr/>
      <dgm:t>
        <a:bodyPr/>
        <a:lstStyle/>
        <a:p>
          <a:endParaRPr lang="en-US"/>
        </a:p>
      </dgm:t>
    </dgm:pt>
    <dgm:pt modelId="{34EAF538-129C-4987-A992-CB1D238F545D}" type="pres">
      <dgm:prSet presAssocID="{657DB137-1EBA-4351-955E-FF75D6088244}" presName="hierChild4" presStyleCnt="0"/>
      <dgm:spPr/>
    </dgm:pt>
    <dgm:pt modelId="{6B502252-CE5F-44F4-B746-9C899D8464F8}" type="pres">
      <dgm:prSet presAssocID="{657DB137-1EBA-4351-955E-FF75D6088244}" presName="hierChild5" presStyleCnt="0"/>
      <dgm:spPr/>
    </dgm:pt>
    <dgm:pt modelId="{7B74A144-1B4A-4222-9A05-D578CC8D6E61}" type="pres">
      <dgm:prSet presAssocID="{DC2D17A3-DD77-4645-A612-1AE1FEC257D1}" presName="Name37" presStyleLbl="parChTrans1D3" presStyleIdx="3" presStyleCnt="12"/>
      <dgm:spPr/>
      <dgm:t>
        <a:bodyPr/>
        <a:lstStyle/>
        <a:p>
          <a:endParaRPr lang="en-US"/>
        </a:p>
      </dgm:t>
    </dgm:pt>
    <dgm:pt modelId="{E365D903-49D4-422F-911F-8FB5290CE288}" type="pres">
      <dgm:prSet presAssocID="{D754D38B-FEF4-4E2B-8201-75FB7C7AA4EE}" presName="hierRoot2" presStyleCnt="0">
        <dgm:presLayoutVars>
          <dgm:hierBranch val="init"/>
        </dgm:presLayoutVars>
      </dgm:prSet>
      <dgm:spPr/>
    </dgm:pt>
    <dgm:pt modelId="{2CCE56B3-48B9-4A0A-996D-A9DFEAFDCC23}" type="pres">
      <dgm:prSet presAssocID="{D754D38B-FEF4-4E2B-8201-75FB7C7AA4EE}" presName="rootComposite" presStyleCnt="0"/>
      <dgm:spPr/>
    </dgm:pt>
    <dgm:pt modelId="{A560E944-DA20-4727-B1C9-61585FA1228A}" type="pres">
      <dgm:prSet presAssocID="{D754D38B-FEF4-4E2B-8201-75FB7C7AA4EE}" presName="rootText" presStyleLbl="node3" presStyleIdx="3" presStyleCnt="12" custScaleX="168437" custScaleY="180616">
        <dgm:presLayoutVars>
          <dgm:chPref val="3"/>
        </dgm:presLayoutVars>
      </dgm:prSet>
      <dgm:spPr/>
      <dgm:t>
        <a:bodyPr/>
        <a:lstStyle/>
        <a:p>
          <a:endParaRPr lang="en-US"/>
        </a:p>
      </dgm:t>
    </dgm:pt>
    <dgm:pt modelId="{E530C474-85DD-4024-9329-DFF868CD7C82}" type="pres">
      <dgm:prSet presAssocID="{D754D38B-FEF4-4E2B-8201-75FB7C7AA4EE}" presName="rootConnector" presStyleLbl="node3" presStyleIdx="3" presStyleCnt="12"/>
      <dgm:spPr/>
      <dgm:t>
        <a:bodyPr/>
        <a:lstStyle/>
        <a:p>
          <a:endParaRPr lang="en-US"/>
        </a:p>
      </dgm:t>
    </dgm:pt>
    <dgm:pt modelId="{921E9667-C3B4-4EEA-803E-22FFF591F8BF}" type="pres">
      <dgm:prSet presAssocID="{D754D38B-FEF4-4E2B-8201-75FB7C7AA4EE}" presName="hierChild4" presStyleCnt="0"/>
      <dgm:spPr/>
    </dgm:pt>
    <dgm:pt modelId="{47859F13-17D2-4F14-8E3E-48A41FBEC774}" type="pres">
      <dgm:prSet presAssocID="{D754D38B-FEF4-4E2B-8201-75FB7C7AA4EE}" presName="hierChild5" presStyleCnt="0"/>
      <dgm:spPr/>
    </dgm:pt>
    <dgm:pt modelId="{26399B20-714B-4589-80C2-F9B949324A95}" type="pres">
      <dgm:prSet presAssocID="{E6901BC8-DF6A-4AC8-A948-80CDB5C5D791}" presName="hierChild5" presStyleCnt="0"/>
      <dgm:spPr/>
    </dgm:pt>
    <dgm:pt modelId="{AC0AC5C4-9414-42A5-8647-01F2A050DB53}" type="pres">
      <dgm:prSet presAssocID="{91955179-8E8F-4A22-8A2F-BF8A02AC1257}" presName="Name37" presStyleLbl="parChTrans1D2" presStyleIdx="1" presStyleCnt="4" custSzX="2142889" custSzY="400977"/>
      <dgm:spPr/>
      <dgm:t>
        <a:bodyPr/>
        <a:lstStyle/>
        <a:p>
          <a:endParaRPr lang="en-US"/>
        </a:p>
      </dgm:t>
    </dgm:pt>
    <dgm:pt modelId="{24AC4741-B0B9-4416-A673-14D6A688E5DC}" type="pres">
      <dgm:prSet presAssocID="{76182540-059C-40F8-9B47-D6C674C6D8E3}" presName="hierRoot2" presStyleCnt="0">
        <dgm:presLayoutVars>
          <dgm:hierBranch val="init"/>
        </dgm:presLayoutVars>
      </dgm:prSet>
      <dgm:spPr/>
    </dgm:pt>
    <dgm:pt modelId="{9A432013-2662-43FC-A383-5C662CD6783F}" type="pres">
      <dgm:prSet presAssocID="{76182540-059C-40F8-9B47-D6C674C6D8E3}" presName="rootComposite" presStyleCnt="0"/>
      <dgm:spPr/>
    </dgm:pt>
    <dgm:pt modelId="{721969F0-80DC-4F69-AD10-9B0C2012234D}" type="pres">
      <dgm:prSet presAssocID="{76182540-059C-40F8-9B47-D6C674C6D8E3}" presName="rootText" presStyleLbl="node2" presStyleIdx="1" presStyleCnt="4" custScaleX="228640" custScaleY="184982">
        <dgm:presLayoutVars>
          <dgm:chPref val="3"/>
        </dgm:presLayoutVars>
      </dgm:prSet>
      <dgm:spPr/>
      <dgm:t>
        <a:bodyPr/>
        <a:lstStyle/>
        <a:p>
          <a:endParaRPr lang="en-US"/>
        </a:p>
      </dgm:t>
    </dgm:pt>
    <dgm:pt modelId="{9EE16830-2DDD-47C7-813B-ED50969FE06F}" type="pres">
      <dgm:prSet presAssocID="{76182540-059C-40F8-9B47-D6C674C6D8E3}" presName="rootConnector" presStyleLbl="node2" presStyleIdx="1" presStyleCnt="4"/>
      <dgm:spPr/>
      <dgm:t>
        <a:bodyPr/>
        <a:lstStyle/>
        <a:p>
          <a:endParaRPr lang="en-US"/>
        </a:p>
      </dgm:t>
    </dgm:pt>
    <dgm:pt modelId="{E03A4C72-DB75-42ED-93B1-67144B0E006C}" type="pres">
      <dgm:prSet presAssocID="{76182540-059C-40F8-9B47-D6C674C6D8E3}" presName="hierChild4" presStyleCnt="0"/>
      <dgm:spPr/>
    </dgm:pt>
    <dgm:pt modelId="{CBC51819-684E-401A-AFAE-5F952A3B88AA}" type="pres">
      <dgm:prSet presAssocID="{1C34F8DF-4D8C-4AA2-B353-814E2D59E21B}" presName="Name37" presStyleLbl="parChTrans1D3" presStyleIdx="4" presStyleCnt="12" custSzX="289408" custSzY="878331"/>
      <dgm:spPr/>
      <dgm:t>
        <a:bodyPr/>
        <a:lstStyle/>
        <a:p>
          <a:endParaRPr lang="en-US"/>
        </a:p>
      </dgm:t>
    </dgm:pt>
    <dgm:pt modelId="{59C3AB80-267A-41D4-8E33-B26C2ACE1C85}" type="pres">
      <dgm:prSet presAssocID="{4BC3C66F-D56A-4C8F-9126-4712A4720EBB}" presName="hierRoot2" presStyleCnt="0">
        <dgm:presLayoutVars>
          <dgm:hierBranch val="init"/>
        </dgm:presLayoutVars>
      </dgm:prSet>
      <dgm:spPr/>
    </dgm:pt>
    <dgm:pt modelId="{92706DF9-C676-4995-BBF6-67D93970DDEB}" type="pres">
      <dgm:prSet presAssocID="{4BC3C66F-D56A-4C8F-9126-4712A4720EBB}" presName="rootComposite" presStyleCnt="0"/>
      <dgm:spPr/>
    </dgm:pt>
    <dgm:pt modelId="{9DFA7467-CB3E-46A3-9E10-9FAD7FC232B8}" type="pres">
      <dgm:prSet presAssocID="{4BC3C66F-D56A-4C8F-9126-4712A4720EBB}" presName="rootText" presStyleLbl="node3" presStyleIdx="4" presStyleCnt="12" custScaleX="165519" custScaleY="184982">
        <dgm:presLayoutVars>
          <dgm:chPref val="3"/>
        </dgm:presLayoutVars>
      </dgm:prSet>
      <dgm:spPr/>
      <dgm:t>
        <a:bodyPr/>
        <a:lstStyle/>
        <a:p>
          <a:endParaRPr lang="en-US"/>
        </a:p>
      </dgm:t>
    </dgm:pt>
    <dgm:pt modelId="{3FFC2877-CBDA-4A38-8D9D-F3AC2B4C1A48}" type="pres">
      <dgm:prSet presAssocID="{4BC3C66F-D56A-4C8F-9126-4712A4720EBB}" presName="rootConnector" presStyleLbl="node3" presStyleIdx="4" presStyleCnt="12"/>
      <dgm:spPr/>
      <dgm:t>
        <a:bodyPr/>
        <a:lstStyle/>
        <a:p>
          <a:endParaRPr lang="en-US"/>
        </a:p>
      </dgm:t>
    </dgm:pt>
    <dgm:pt modelId="{7E4AEAEB-A777-42F2-9DB1-4377B3523936}" type="pres">
      <dgm:prSet presAssocID="{4BC3C66F-D56A-4C8F-9126-4712A4720EBB}" presName="hierChild4" presStyleCnt="0"/>
      <dgm:spPr/>
    </dgm:pt>
    <dgm:pt modelId="{548BA0CF-33F3-41CF-8309-020BC576C35A}" type="pres">
      <dgm:prSet presAssocID="{4BC3C66F-D56A-4C8F-9126-4712A4720EBB}" presName="hierChild5" presStyleCnt="0"/>
      <dgm:spPr/>
    </dgm:pt>
    <dgm:pt modelId="{14E61523-E442-4196-BF26-819B3A910512}" type="pres">
      <dgm:prSet presAssocID="{6FC1ABC1-BF85-4138-A78D-750382DEDC41}" presName="Name37" presStyleLbl="parChTrans1D3" presStyleIdx="5" presStyleCnt="12" custSzX="289408" custSzY="2234016"/>
      <dgm:spPr/>
      <dgm:t>
        <a:bodyPr/>
        <a:lstStyle/>
        <a:p>
          <a:endParaRPr lang="en-US"/>
        </a:p>
      </dgm:t>
    </dgm:pt>
    <dgm:pt modelId="{FB5D3805-4282-4EC4-8EB6-CF8858A817D7}" type="pres">
      <dgm:prSet presAssocID="{8427AE69-7D58-47CD-94FE-4DD0C1470A82}" presName="hierRoot2" presStyleCnt="0">
        <dgm:presLayoutVars>
          <dgm:hierBranch val="init"/>
        </dgm:presLayoutVars>
      </dgm:prSet>
      <dgm:spPr/>
    </dgm:pt>
    <dgm:pt modelId="{6B6C8B89-FA36-4710-B2F8-B2DFCD0BA086}" type="pres">
      <dgm:prSet presAssocID="{8427AE69-7D58-47CD-94FE-4DD0C1470A82}" presName="rootComposite" presStyleCnt="0"/>
      <dgm:spPr/>
    </dgm:pt>
    <dgm:pt modelId="{94E29FE9-2D8C-4819-9E3F-37EE77E1F568}" type="pres">
      <dgm:prSet presAssocID="{8427AE69-7D58-47CD-94FE-4DD0C1470A82}" presName="rootText" presStyleLbl="node3" presStyleIdx="5" presStyleCnt="12" custScaleX="165519" custScaleY="184982">
        <dgm:presLayoutVars>
          <dgm:chPref val="3"/>
        </dgm:presLayoutVars>
      </dgm:prSet>
      <dgm:spPr/>
      <dgm:t>
        <a:bodyPr/>
        <a:lstStyle/>
        <a:p>
          <a:endParaRPr lang="en-US"/>
        </a:p>
      </dgm:t>
    </dgm:pt>
    <dgm:pt modelId="{0BDBDF66-15B7-41CF-91EF-8B186AB0C18C}" type="pres">
      <dgm:prSet presAssocID="{8427AE69-7D58-47CD-94FE-4DD0C1470A82}" presName="rootConnector" presStyleLbl="node3" presStyleIdx="5" presStyleCnt="12"/>
      <dgm:spPr/>
      <dgm:t>
        <a:bodyPr/>
        <a:lstStyle/>
        <a:p>
          <a:endParaRPr lang="en-US"/>
        </a:p>
      </dgm:t>
    </dgm:pt>
    <dgm:pt modelId="{ECA26A00-5993-4B49-8A02-692C4864B0AA}" type="pres">
      <dgm:prSet presAssocID="{8427AE69-7D58-47CD-94FE-4DD0C1470A82}" presName="hierChild4" presStyleCnt="0"/>
      <dgm:spPr/>
    </dgm:pt>
    <dgm:pt modelId="{8B6CAFAB-70EF-4673-8EA0-DD0B28357BE5}" type="pres">
      <dgm:prSet presAssocID="{8427AE69-7D58-47CD-94FE-4DD0C1470A82}" presName="hierChild5" presStyleCnt="0"/>
      <dgm:spPr/>
    </dgm:pt>
    <dgm:pt modelId="{C4A48E41-3631-473E-BCA6-FB2A7D4F91FE}" type="pres">
      <dgm:prSet presAssocID="{76182540-059C-40F8-9B47-D6C674C6D8E3}" presName="hierChild5" presStyleCnt="0"/>
      <dgm:spPr/>
    </dgm:pt>
    <dgm:pt modelId="{4F585EF6-7EC1-4A80-8832-774844A972AC}" type="pres">
      <dgm:prSet presAssocID="{DC0F9107-C680-4C05-B828-084835808915}" presName="Name37" presStyleLbl="parChTrans1D2" presStyleIdx="2" presStyleCnt="4" custSzX="266325" custSzY="400977"/>
      <dgm:spPr/>
      <dgm:t>
        <a:bodyPr/>
        <a:lstStyle/>
        <a:p>
          <a:endParaRPr lang="en-US"/>
        </a:p>
      </dgm:t>
    </dgm:pt>
    <dgm:pt modelId="{0B58FFB0-BAED-4FAE-8673-5A8EC88C0B97}" type="pres">
      <dgm:prSet presAssocID="{23215250-C81C-47CF-A742-452EED70AB37}" presName="hierRoot2" presStyleCnt="0">
        <dgm:presLayoutVars>
          <dgm:hierBranch val="init"/>
        </dgm:presLayoutVars>
      </dgm:prSet>
      <dgm:spPr/>
    </dgm:pt>
    <dgm:pt modelId="{18156FD4-D98B-4E85-B427-8509C1D4EA43}" type="pres">
      <dgm:prSet presAssocID="{23215250-C81C-47CF-A742-452EED70AB37}" presName="rootComposite" presStyleCnt="0"/>
      <dgm:spPr/>
    </dgm:pt>
    <dgm:pt modelId="{06BCE38A-7A83-4B04-82DE-B39D47238255}" type="pres">
      <dgm:prSet presAssocID="{23215250-C81C-47CF-A742-452EED70AB37}" presName="rootText" presStyleLbl="node2" presStyleIdx="2" presStyleCnt="4" custScaleX="286737" custScaleY="184982">
        <dgm:presLayoutVars>
          <dgm:chPref val="3"/>
        </dgm:presLayoutVars>
      </dgm:prSet>
      <dgm:spPr/>
      <dgm:t>
        <a:bodyPr/>
        <a:lstStyle/>
        <a:p>
          <a:endParaRPr lang="en-US"/>
        </a:p>
      </dgm:t>
    </dgm:pt>
    <dgm:pt modelId="{6172B41F-D649-4CFF-B030-10C4D3414FE2}" type="pres">
      <dgm:prSet presAssocID="{23215250-C81C-47CF-A742-452EED70AB37}" presName="rootConnector" presStyleLbl="node2" presStyleIdx="2" presStyleCnt="4"/>
      <dgm:spPr/>
      <dgm:t>
        <a:bodyPr/>
        <a:lstStyle/>
        <a:p>
          <a:endParaRPr lang="en-US"/>
        </a:p>
      </dgm:t>
    </dgm:pt>
    <dgm:pt modelId="{8AE7542B-B692-4EBD-A9AC-6157EF258449}" type="pres">
      <dgm:prSet presAssocID="{23215250-C81C-47CF-A742-452EED70AB37}" presName="hierChild4" presStyleCnt="0"/>
      <dgm:spPr/>
    </dgm:pt>
    <dgm:pt modelId="{3F2E2FAA-214E-4106-99BB-6182A2102077}" type="pres">
      <dgm:prSet presAssocID="{98F30521-B637-4D16-8A36-FFD47F3669EC}" presName="Name37" presStyleLbl="parChTrans1D3" presStyleIdx="6" presStyleCnt="12" custSzX="362946" custSzY="878331"/>
      <dgm:spPr/>
      <dgm:t>
        <a:bodyPr/>
        <a:lstStyle/>
        <a:p>
          <a:endParaRPr lang="en-US"/>
        </a:p>
      </dgm:t>
    </dgm:pt>
    <dgm:pt modelId="{EFF2EA9E-0D83-4CB6-9456-1F9CCE76379F}" type="pres">
      <dgm:prSet presAssocID="{7D216D69-95E6-4CBB-8E59-4A1A55059D8F}" presName="hierRoot2" presStyleCnt="0">
        <dgm:presLayoutVars>
          <dgm:hierBranch val="init"/>
        </dgm:presLayoutVars>
      </dgm:prSet>
      <dgm:spPr/>
    </dgm:pt>
    <dgm:pt modelId="{2BA9CDAD-2118-4D42-9CC0-3FF274B703CC}" type="pres">
      <dgm:prSet presAssocID="{7D216D69-95E6-4CBB-8E59-4A1A55059D8F}" presName="rootComposite" presStyleCnt="0"/>
      <dgm:spPr/>
    </dgm:pt>
    <dgm:pt modelId="{881668FC-B83C-4FD3-8525-098D58D12822}" type="pres">
      <dgm:prSet presAssocID="{7D216D69-95E6-4CBB-8E59-4A1A55059D8F}" presName="rootText" presStyleLbl="node3" presStyleIdx="6" presStyleCnt="12" custScaleX="165519" custScaleY="184982">
        <dgm:presLayoutVars>
          <dgm:chPref val="3"/>
        </dgm:presLayoutVars>
      </dgm:prSet>
      <dgm:spPr/>
      <dgm:t>
        <a:bodyPr/>
        <a:lstStyle/>
        <a:p>
          <a:endParaRPr lang="en-US"/>
        </a:p>
      </dgm:t>
    </dgm:pt>
    <dgm:pt modelId="{F588079C-645F-45E2-B9B2-2DAE35A3D557}" type="pres">
      <dgm:prSet presAssocID="{7D216D69-95E6-4CBB-8E59-4A1A55059D8F}" presName="rootConnector" presStyleLbl="node3" presStyleIdx="6" presStyleCnt="12"/>
      <dgm:spPr/>
      <dgm:t>
        <a:bodyPr/>
        <a:lstStyle/>
        <a:p>
          <a:endParaRPr lang="en-US"/>
        </a:p>
      </dgm:t>
    </dgm:pt>
    <dgm:pt modelId="{3B4FFED3-CBEF-423F-9897-50878DD6DD71}" type="pres">
      <dgm:prSet presAssocID="{7D216D69-95E6-4CBB-8E59-4A1A55059D8F}" presName="hierChild4" presStyleCnt="0"/>
      <dgm:spPr/>
    </dgm:pt>
    <dgm:pt modelId="{D90DA6D3-F50C-4425-B9C6-95A8C3A4A9C8}" type="pres">
      <dgm:prSet presAssocID="{7D216D69-95E6-4CBB-8E59-4A1A55059D8F}" presName="hierChild5" presStyleCnt="0"/>
      <dgm:spPr/>
    </dgm:pt>
    <dgm:pt modelId="{A141AF3B-5944-4C11-9F98-DDAE9BE1833C}" type="pres">
      <dgm:prSet presAssocID="{CB3C3847-311B-4B53-8D1A-754CA4DE7AE8}" presName="Name37" presStyleLbl="parChTrans1D3" presStyleIdx="7" presStyleCnt="12" custSzX="362946" custSzY="2234016"/>
      <dgm:spPr/>
      <dgm:t>
        <a:bodyPr/>
        <a:lstStyle/>
        <a:p>
          <a:endParaRPr lang="en-US"/>
        </a:p>
      </dgm:t>
    </dgm:pt>
    <dgm:pt modelId="{0B97DA0B-67A9-4860-8EE2-F9FD821CA933}" type="pres">
      <dgm:prSet presAssocID="{D50FC6D8-A800-403A-815E-B60CE62312D2}" presName="hierRoot2" presStyleCnt="0">
        <dgm:presLayoutVars>
          <dgm:hierBranch val="init"/>
        </dgm:presLayoutVars>
      </dgm:prSet>
      <dgm:spPr/>
    </dgm:pt>
    <dgm:pt modelId="{34B6284E-710F-47B7-8BCC-4AC3EC5A2E69}" type="pres">
      <dgm:prSet presAssocID="{D50FC6D8-A800-403A-815E-B60CE62312D2}" presName="rootComposite" presStyleCnt="0"/>
      <dgm:spPr/>
    </dgm:pt>
    <dgm:pt modelId="{F4E08DE8-F1F9-4802-BD44-5B0228A13164}" type="pres">
      <dgm:prSet presAssocID="{D50FC6D8-A800-403A-815E-B60CE62312D2}" presName="rootText" presStyleLbl="node3" presStyleIdx="7" presStyleCnt="12" custScaleX="165519" custScaleY="184982">
        <dgm:presLayoutVars>
          <dgm:chPref val="3"/>
        </dgm:presLayoutVars>
      </dgm:prSet>
      <dgm:spPr/>
      <dgm:t>
        <a:bodyPr/>
        <a:lstStyle/>
        <a:p>
          <a:endParaRPr lang="en-US"/>
        </a:p>
      </dgm:t>
    </dgm:pt>
    <dgm:pt modelId="{2AE7366D-2578-4D22-83D6-7657867E117F}" type="pres">
      <dgm:prSet presAssocID="{D50FC6D8-A800-403A-815E-B60CE62312D2}" presName="rootConnector" presStyleLbl="node3" presStyleIdx="7" presStyleCnt="12"/>
      <dgm:spPr/>
      <dgm:t>
        <a:bodyPr/>
        <a:lstStyle/>
        <a:p>
          <a:endParaRPr lang="en-US"/>
        </a:p>
      </dgm:t>
    </dgm:pt>
    <dgm:pt modelId="{E8752DB9-FAF7-41DD-A438-6BBB4FA16DB9}" type="pres">
      <dgm:prSet presAssocID="{D50FC6D8-A800-403A-815E-B60CE62312D2}" presName="hierChild4" presStyleCnt="0"/>
      <dgm:spPr/>
    </dgm:pt>
    <dgm:pt modelId="{5BD51745-566F-4AA1-98C5-A19AFFD089D2}" type="pres">
      <dgm:prSet presAssocID="{D50FC6D8-A800-403A-815E-B60CE62312D2}" presName="hierChild5" presStyleCnt="0"/>
      <dgm:spPr/>
    </dgm:pt>
    <dgm:pt modelId="{71943F7F-004C-4FFB-B501-80DC8195751D}" type="pres">
      <dgm:prSet presAssocID="{0A4BBEDE-8E54-4686-B5DB-BBCA4D823B3B}" presName="Name37" presStyleLbl="parChTrans1D3" presStyleIdx="8" presStyleCnt="12" custSzX="362946" custSzY="3589702"/>
      <dgm:spPr/>
      <dgm:t>
        <a:bodyPr/>
        <a:lstStyle/>
        <a:p>
          <a:endParaRPr lang="en-US"/>
        </a:p>
      </dgm:t>
    </dgm:pt>
    <dgm:pt modelId="{9ECFEFB1-2E48-42E9-ACC3-F3AACD834CFE}" type="pres">
      <dgm:prSet presAssocID="{F5684E08-48D5-4F3D-9510-5FDBDA0E22F7}" presName="hierRoot2" presStyleCnt="0">
        <dgm:presLayoutVars>
          <dgm:hierBranch val="init"/>
        </dgm:presLayoutVars>
      </dgm:prSet>
      <dgm:spPr/>
    </dgm:pt>
    <dgm:pt modelId="{648634DE-3C39-4229-810B-C8A0ACC37F89}" type="pres">
      <dgm:prSet presAssocID="{F5684E08-48D5-4F3D-9510-5FDBDA0E22F7}" presName="rootComposite" presStyleCnt="0"/>
      <dgm:spPr/>
    </dgm:pt>
    <dgm:pt modelId="{CC2D1858-FC37-446F-9CAE-9C15E5385F43}" type="pres">
      <dgm:prSet presAssocID="{F5684E08-48D5-4F3D-9510-5FDBDA0E22F7}" presName="rootText" presStyleLbl="node3" presStyleIdx="8" presStyleCnt="12" custScaleX="165519" custScaleY="184982">
        <dgm:presLayoutVars>
          <dgm:chPref val="3"/>
        </dgm:presLayoutVars>
      </dgm:prSet>
      <dgm:spPr/>
      <dgm:t>
        <a:bodyPr/>
        <a:lstStyle/>
        <a:p>
          <a:endParaRPr lang="en-US"/>
        </a:p>
      </dgm:t>
    </dgm:pt>
    <dgm:pt modelId="{88FE9269-82DB-422A-9511-B7F970EE14EC}" type="pres">
      <dgm:prSet presAssocID="{F5684E08-48D5-4F3D-9510-5FDBDA0E22F7}" presName="rootConnector" presStyleLbl="node3" presStyleIdx="8" presStyleCnt="12"/>
      <dgm:spPr/>
      <dgm:t>
        <a:bodyPr/>
        <a:lstStyle/>
        <a:p>
          <a:endParaRPr lang="en-US"/>
        </a:p>
      </dgm:t>
    </dgm:pt>
    <dgm:pt modelId="{23129242-F3F8-4448-B552-FE4B80219EA2}" type="pres">
      <dgm:prSet presAssocID="{F5684E08-48D5-4F3D-9510-5FDBDA0E22F7}" presName="hierChild4" presStyleCnt="0"/>
      <dgm:spPr/>
    </dgm:pt>
    <dgm:pt modelId="{75B66FAF-FB34-4B6A-A899-F3385A64B4BB}" type="pres">
      <dgm:prSet presAssocID="{F5684E08-48D5-4F3D-9510-5FDBDA0E22F7}" presName="hierChild5" presStyleCnt="0"/>
      <dgm:spPr/>
    </dgm:pt>
    <dgm:pt modelId="{A1D27AA6-4111-4D27-91D4-09ACC8AF76AC}" type="pres">
      <dgm:prSet presAssocID="{23215250-C81C-47CF-A742-452EED70AB37}" presName="hierChild5" presStyleCnt="0"/>
      <dgm:spPr/>
    </dgm:pt>
    <dgm:pt modelId="{C9D5D359-939E-4163-8656-B1EB906F0045}" type="pres">
      <dgm:prSet presAssocID="{E9141CD6-7458-4396-8368-23D683C4760E}" presName="Name37" presStyleLbl="parChTrans1D2" presStyleIdx="3" presStyleCnt="4" custSzX="2675541" custSzY="400977"/>
      <dgm:spPr/>
      <dgm:t>
        <a:bodyPr/>
        <a:lstStyle/>
        <a:p>
          <a:endParaRPr lang="en-US"/>
        </a:p>
      </dgm:t>
    </dgm:pt>
    <dgm:pt modelId="{5BB43D9B-60AF-4653-BB73-ECEFF7566921}" type="pres">
      <dgm:prSet presAssocID="{875E1C8C-920C-45DA-AF77-A2EDE7BD0D90}" presName="hierRoot2" presStyleCnt="0">
        <dgm:presLayoutVars>
          <dgm:hierBranch val="init"/>
        </dgm:presLayoutVars>
      </dgm:prSet>
      <dgm:spPr/>
    </dgm:pt>
    <dgm:pt modelId="{170F1182-86F8-49E3-A023-0FA6D0DAA61F}" type="pres">
      <dgm:prSet presAssocID="{875E1C8C-920C-45DA-AF77-A2EDE7BD0D90}" presName="rootComposite" presStyleCnt="0"/>
      <dgm:spPr/>
    </dgm:pt>
    <dgm:pt modelId="{67AA72F2-3903-4554-97F0-16D36D7C2C99}" type="pres">
      <dgm:prSet presAssocID="{875E1C8C-920C-45DA-AF77-A2EDE7BD0D90}" presName="rootText" presStyleLbl="node2" presStyleIdx="3" presStyleCnt="4" custScaleX="228640" custScaleY="184982">
        <dgm:presLayoutVars>
          <dgm:chPref val="3"/>
        </dgm:presLayoutVars>
      </dgm:prSet>
      <dgm:spPr/>
      <dgm:t>
        <a:bodyPr/>
        <a:lstStyle/>
        <a:p>
          <a:endParaRPr lang="en-US"/>
        </a:p>
      </dgm:t>
    </dgm:pt>
    <dgm:pt modelId="{A745667F-A439-4654-AA26-94D05ED9B94D}" type="pres">
      <dgm:prSet presAssocID="{875E1C8C-920C-45DA-AF77-A2EDE7BD0D90}" presName="rootConnector" presStyleLbl="node2" presStyleIdx="3" presStyleCnt="4"/>
      <dgm:spPr/>
      <dgm:t>
        <a:bodyPr/>
        <a:lstStyle/>
        <a:p>
          <a:endParaRPr lang="en-US"/>
        </a:p>
      </dgm:t>
    </dgm:pt>
    <dgm:pt modelId="{1E55FC0B-5450-4314-884D-D822C25F371A}" type="pres">
      <dgm:prSet presAssocID="{875E1C8C-920C-45DA-AF77-A2EDE7BD0D90}" presName="hierChild4" presStyleCnt="0"/>
      <dgm:spPr/>
    </dgm:pt>
    <dgm:pt modelId="{B8CC6E03-F459-4D65-8CED-1990F3F7D9A1}" type="pres">
      <dgm:prSet presAssocID="{A113EB8C-8EDF-44B3-8DBC-A654A9305E1A}" presName="Name37" presStyleLbl="parChTrans1D3" presStyleIdx="9" presStyleCnt="12" custSzX="289408" custSzY="878331"/>
      <dgm:spPr/>
      <dgm:t>
        <a:bodyPr/>
        <a:lstStyle/>
        <a:p>
          <a:endParaRPr lang="en-US"/>
        </a:p>
      </dgm:t>
    </dgm:pt>
    <dgm:pt modelId="{EF5B9AD8-2086-4A46-971B-0D17AEE5B199}" type="pres">
      <dgm:prSet presAssocID="{76C6BB78-A4C1-4CF4-AA45-A43C2497D4F3}" presName="hierRoot2" presStyleCnt="0">
        <dgm:presLayoutVars>
          <dgm:hierBranch val="init"/>
        </dgm:presLayoutVars>
      </dgm:prSet>
      <dgm:spPr/>
    </dgm:pt>
    <dgm:pt modelId="{02A93D9B-91A6-4E60-B182-528BEA94A68D}" type="pres">
      <dgm:prSet presAssocID="{76C6BB78-A4C1-4CF4-AA45-A43C2497D4F3}" presName="rootComposite" presStyleCnt="0"/>
      <dgm:spPr/>
    </dgm:pt>
    <dgm:pt modelId="{D6543512-F61A-427B-A8D7-58E2AD4173FD}" type="pres">
      <dgm:prSet presAssocID="{76C6BB78-A4C1-4CF4-AA45-A43C2497D4F3}" presName="rootText" presStyleLbl="node3" presStyleIdx="9" presStyleCnt="12" custScaleX="165519" custScaleY="184982">
        <dgm:presLayoutVars>
          <dgm:chPref val="3"/>
        </dgm:presLayoutVars>
      </dgm:prSet>
      <dgm:spPr/>
      <dgm:t>
        <a:bodyPr/>
        <a:lstStyle/>
        <a:p>
          <a:endParaRPr lang="en-US"/>
        </a:p>
      </dgm:t>
    </dgm:pt>
    <dgm:pt modelId="{1638705B-0457-494E-B34D-CDBE2B2F5A1E}" type="pres">
      <dgm:prSet presAssocID="{76C6BB78-A4C1-4CF4-AA45-A43C2497D4F3}" presName="rootConnector" presStyleLbl="node3" presStyleIdx="9" presStyleCnt="12"/>
      <dgm:spPr/>
      <dgm:t>
        <a:bodyPr/>
        <a:lstStyle/>
        <a:p>
          <a:endParaRPr lang="en-US"/>
        </a:p>
      </dgm:t>
    </dgm:pt>
    <dgm:pt modelId="{4F7EF281-9365-429E-9A7E-C001602F8E3D}" type="pres">
      <dgm:prSet presAssocID="{76C6BB78-A4C1-4CF4-AA45-A43C2497D4F3}" presName="hierChild4" presStyleCnt="0"/>
      <dgm:spPr/>
    </dgm:pt>
    <dgm:pt modelId="{89F095CD-0504-48FA-B672-A02AEC980B71}" type="pres">
      <dgm:prSet presAssocID="{76C6BB78-A4C1-4CF4-AA45-A43C2497D4F3}" presName="hierChild5" presStyleCnt="0"/>
      <dgm:spPr/>
    </dgm:pt>
    <dgm:pt modelId="{6FB10EA5-CFEB-4A88-A02E-FDD2940F1573}" type="pres">
      <dgm:prSet presAssocID="{EAD0128C-CAE8-4D91-86D8-443B7CC54D36}" presName="Name37" presStyleLbl="parChTrans1D3" presStyleIdx="10" presStyleCnt="12" custSzX="289408" custSzY="2234016"/>
      <dgm:spPr/>
      <dgm:t>
        <a:bodyPr/>
        <a:lstStyle/>
        <a:p>
          <a:endParaRPr lang="en-US"/>
        </a:p>
      </dgm:t>
    </dgm:pt>
    <dgm:pt modelId="{C3231C25-CAC0-4CA4-8EE6-6DBBD2C41994}" type="pres">
      <dgm:prSet presAssocID="{FD9E3F82-2976-4021-A612-1CCE369AF584}" presName="hierRoot2" presStyleCnt="0">
        <dgm:presLayoutVars>
          <dgm:hierBranch val="init"/>
        </dgm:presLayoutVars>
      </dgm:prSet>
      <dgm:spPr/>
    </dgm:pt>
    <dgm:pt modelId="{D2869D96-21AE-4E81-86DB-0E8F4364F390}" type="pres">
      <dgm:prSet presAssocID="{FD9E3F82-2976-4021-A612-1CCE369AF584}" presName="rootComposite" presStyleCnt="0"/>
      <dgm:spPr/>
    </dgm:pt>
    <dgm:pt modelId="{E4A76ACD-C239-4C91-8289-1A4026C0AFF8}" type="pres">
      <dgm:prSet presAssocID="{FD9E3F82-2976-4021-A612-1CCE369AF584}" presName="rootText" presStyleLbl="node3" presStyleIdx="10" presStyleCnt="12" custScaleX="165519" custScaleY="184982">
        <dgm:presLayoutVars>
          <dgm:chPref val="3"/>
        </dgm:presLayoutVars>
      </dgm:prSet>
      <dgm:spPr/>
      <dgm:t>
        <a:bodyPr/>
        <a:lstStyle/>
        <a:p>
          <a:endParaRPr lang="en-US"/>
        </a:p>
      </dgm:t>
    </dgm:pt>
    <dgm:pt modelId="{4CEE09E1-B431-4D1B-B95F-37DF93BED9B6}" type="pres">
      <dgm:prSet presAssocID="{FD9E3F82-2976-4021-A612-1CCE369AF584}" presName="rootConnector" presStyleLbl="node3" presStyleIdx="10" presStyleCnt="12"/>
      <dgm:spPr/>
      <dgm:t>
        <a:bodyPr/>
        <a:lstStyle/>
        <a:p>
          <a:endParaRPr lang="en-US"/>
        </a:p>
      </dgm:t>
    </dgm:pt>
    <dgm:pt modelId="{BBBA45B7-18AF-4B12-817D-86A35230DCA7}" type="pres">
      <dgm:prSet presAssocID="{FD9E3F82-2976-4021-A612-1CCE369AF584}" presName="hierChild4" presStyleCnt="0"/>
      <dgm:spPr/>
    </dgm:pt>
    <dgm:pt modelId="{9FA4C8B9-1747-46D2-8E11-D1F6472A1C32}" type="pres">
      <dgm:prSet presAssocID="{FD9E3F82-2976-4021-A612-1CCE369AF584}" presName="hierChild5" presStyleCnt="0"/>
      <dgm:spPr/>
    </dgm:pt>
    <dgm:pt modelId="{78EABFE3-E3C9-4E93-AD47-F3D775D3816A}" type="pres">
      <dgm:prSet presAssocID="{F8E7B5C0-F491-41BE-8CB8-A36DF3BC925B}" presName="Name37" presStyleLbl="parChTrans1D3" presStyleIdx="11" presStyleCnt="12" custSzX="289408" custSzY="3589702"/>
      <dgm:spPr/>
      <dgm:t>
        <a:bodyPr/>
        <a:lstStyle/>
        <a:p>
          <a:endParaRPr lang="en-US"/>
        </a:p>
      </dgm:t>
    </dgm:pt>
    <dgm:pt modelId="{DE9A9A66-C2B7-41A0-ABAE-90C5FAC2FA50}" type="pres">
      <dgm:prSet presAssocID="{AB30FEFB-2F5E-4873-B433-B92B30CC59AE}" presName="hierRoot2" presStyleCnt="0">
        <dgm:presLayoutVars>
          <dgm:hierBranch val="init"/>
        </dgm:presLayoutVars>
      </dgm:prSet>
      <dgm:spPr/>
    </dgm:pt>
    <dgm:pt modelId="{53A55B0B-ABF3-4A03-87C9-A68382AFBFC4}" type="pres">
      <dgm:prSet presAssocID="{AB30FEFB-2F5E-4873-B433-B92B30CC59AE}" presName="rootComposite" presStyleCnt="0"/>
      <dgm:spPr/>
    </dgm:pt>
    <dgm:pt modelId="{541BDA12-754C-4736-B77A-DD00AD3679C1}" type="pres">
      <dgm:prSet presAssocID="{AB30FEFB-2F5E-4873-B433-B92B30CC59AE}" presName="rootText" presStyleLbl="node3" presStyleIdx="11" presStyleCnt="12" custScaleX="165519" custScaleY="184982">
        <dgm:presLayoutVars>
          <dgm:chPref val="3"/>
        </dgm:presLayoutVars>
      </dgm:prSet>
      <dgm:spPr/>
      <dgm:t>
        <a:bodyPr/>
        <a:lstStyle/>
        <a:p>
          <a:endParaRPr lang="en-US"/>
        </a:p>
      </dgm:t>
    </dgm:pt>
    <dgm:pt modelId="{7CCF1B08-824B-4121-885D-F169DC113DB8}" type="pres">
      <dgm:prSet presAssocID="{AB30FEFB-2F5E-4873-B433-B92B30CC59AE}" presName="rootConnector" presStyleLbl="node3" presStyleIdx="11" presStyleCnt="12"/>
      <dgm:spPr/>
      <dgm:t>
        <a:bodyPr/>
        <a:lstStyle/>
        <a:p>
          <a:endParaRPr lang="en-US"/>
        </a:p>
      </dgm:t>
    </dgm:pt>
    <dgm:pt modelId="{667F9F34-81D4-4309-9B0F-28B4EFA603D3}" type="pres">
      <dgm:prSet presAssocID="{AB30FEFB-2F5E-4873-B433-B92B30CC59AE}" presName="hierChild4" presStyleCnt="0"/>
      <dgm:spPr/>
    </dgm:pt>
    <dgm:pt modelId="{A57F2602-46BE-45ED-8C22-B8BA754FACE0}" type="pres">
      <dgm:prSet presAssocID="{AB30FEFB-2F5E-4873-B433-B92B30CC59AE}" presName="hierChild5" presStyleCnt="0"/>
      <dgm:spPr/>
    </dgm:pt>
    <dgm:pt modelId="{0EAFF6F9-65D7-43A6-8126-42E0745CC242}" type="pres">
      <dgm:prSet presAssocID="{875E1C8C-920C-45DA-AF77-A2EDE7BD0D90}" presName="hierChild5" presStyleCnt="0"/>
      <dgm:spPr/>
    </dgm:pt>
    <dgm:pt modelId="{D4997079-DA3F-4162-A3DD-2A3F36437641}" type="pres">
      <dgm:prSet presAssocID="{9F7BC1E0-ECBD-4466-B467-DF0EF3F62900}" presName="hierChild3" presStyleCnt="0"/>
      <dgm:spPr/>
    </dgm:pt>
  </dgm:ptLst>
  <dgm:cxnLst>
    <dgm:cxn modelId="{0462D9F1-7823-4328-8BE7-1A119E0B0DF2}" type="presOf" srcId="{F6A2B624-D87F-43E6-AEF1-13517B65DEF3}" destId="{E36DB3E6-7690-486F-A6A3-44A8F0E81A16}" srcOrd="0" destOrd="0" presId="urn:microsoft.com/office/officeart/2005/8/layout/orgChart1"/>
    <dgm:cxn modelId="{69F03799-8A96-469E-BE44-16424B560B01}" type="presOf" srcId="{76182540-059C-40F8-9B47-D6C674C6D8E3}" destId="{721969F0-80DC-4F69-AD10-9B0C2012234D}" srcOrd="0" destOrd="0" presId="urn:microsoft.com/office/officeart/2005/8/layout/orgChart1"/>
    <dgm:cxn modelId="{D037824B-63C6-4714-8455-80A972230671}" type="presOf" srcId="{E6901BC8-DF6A-4AC8-A948-80CDB5C5D791}" destId="{59AD4CF9-09C4-4D71-8BF2-47388E4D2EEC}" srcOrd="1" destOrd="0" presId="urn:microsoft.com/office/officeart/2005/8/layout/orgChart1"/>
    <dgm:cxn modelId="{0482451A-E5BF-45BE-BAA2-3229E4987C54}" srcId="{E6901BC8-DF6A-4AC8-A948-80CDB5C5D791}" destId="{657DB137-1EBA-4351-955E-FF75D6088244}" srcOrd="2" destOrd="0" parTransId="{28447ED6-A766-4413-BCE4-6B7A0EDA3060}" sibTransId="{ABD69424-FE2C-45F0-9E55-0496AA45EEA7}"/>
    <dgm:cxn modelId="{2776B812-B8D9-4E7D-928F-C28F11D95661}" type="presOf" srcId="{91955179-8E8F-4A22-8A2F-BF8A02AC1257}" destId="{AC0AC5C4-9414-42A5-8647-01F2A050DB53}" srcOrd="0" destOrd="0" presId="urn:microsoft.com/office/officeart/2005/8/layout/orgChart1"/>
    <dgm:cxn modelId="{49A7817B-4DEB-41FA-9765-BFB1D3C8459F}" srcId="{9F7BC1E0-ECBD-4466-B467-DF0EF3F62900}" destId="{875E1C8C-920C-45DA-AF77-A2EDE7BD0D90}" srcOrd="3" destOrd="0" parTransId="{E9141CD6-7458-4396-8368-23D683C4760E}" sibTransId="{3E8CD35C-C165-4DF6-BEE0-D35207FB804D}"/>
    <dgm:cxn modelId="{7C3FD80F-0B38-48B3-9950-E4688873A4CF}" type="presOf" srcId="{7D216D69-95E6-4CBB-8E59-4A1A55059D8F}" destId="{F588079C-645F-45E2-B9B2-2DAE35A3D557}" srcOrd="1" destOrd="0" presId="urn:microsoft.com/office/officeart/2005/8/layout/orgChart1"/>
    <dgm:cxn modelId="{2EE90D6D-A573-443B-A7D3-211AB873E0A1}" type="presOf" srcId="{875E1C8C-920C-45DA-AF77-A2EDE7BD0D90}" destId="{67AA72F2-3903-4554-97F0-16D36D7C2C99}" srcOrd="0" destOrd="0" presId="urn:microsoft.com/office/officeart/2005/8/layout/orgChart1"/>
    <dgm:cxn modelId="{34922496-5714-407B-AE22-706755880CEC}" srcId="{23215250-C81C-47CF-A742-452EED70AB37}" destId="{7D216D69-95E6-4CBB-8E59-4A1A55059D8F}" srcOrd="0" destOrd="0" parTransId="{98F30521-B637-4D16-8A36-FFD47F3669EC}" sibTransId="{43183BFD-94F1-49D3-BA43-C595608D8A9F}"/>
    <dgm:cxn modelId="{05F5957F-31AD-43CC-B936-D13E439C8CAC}" type="presOf" srcId="{9F7BC1E0-ECBD-4466-B467-DF0EF3F62900}" destId="{2BA36050-B4EB-402E-B0AB-EE1A707E979F}" srcOrd="0" destOrd="0" presId="urn:microsoft.com/office/officeart/2005/8/layout/orgChart1"/>
    <dgm:cxn modelId="{DF3C04A5-C2F9-43D0-B428-73400E12C303}" type="presOf" srcId="{D50FC6D8-A800-403A-815E-B60CE62312D2}" destId="{F4E08DE8-F1F9-4802-BD44-5B0228A13164}" srcOrd="0" destOrd="0" presId="urn:microsoft.com/office/officeart/2005/8/layout/orgChart1"/>
    <dgm:cxn modelId="{DC594883-FFCE-414F-BC91-89E01600F68B}" type="presOf" srcId="{6FC1ABC1-BF85-4138-A78D-750382DEDC41}" destId="{14E61523-E442-4196-BF26-819B3A910512}" srcOrd="0" destOrd="0" presId="urn:microsoft.com/office/officeart/2005/8/layout/orgChart1"/>
    <dgm:cxn modelId="{77438BE7-F2D5-4C71-8237-F6AACCF6867A}" type="presOf" srcId="{CB3C3847-311B-4B53-8D1A-754CA4DE7AE8}" destId="{A141AF3B-5944-4C11-9F98-DDAE9BE1833C}" srcOrd="0" destOrd="0" presId="urn:microsoft.com/office/officeart/2005/8/layout/orgChart1"/>
    <dgm:cxn modelId="{336F7256-98BC-49BC-9C88-A6C97147A972}" type="presOf" srcId="{8427AE69-7D58-47CD-94FE-4DD0C1470A82}" destId="{0BDBDF66-15B7-41CF-91EF-8B186AB0C18C}" srcOrd="1" destOrd="0" presId="urn:microsoft.com/office/officeart/2005/8/layout/orgChart1"/>
    <dgm:cxn modelId="{057CCC3A-424B-4B6A-89CD-673BC3AA68B8}" srcId="{9F7BC1E0-ECBD-4466-B467-DF0EF3F62900}" destId="{23215250-C81C-47CF-A742-452EED70AB37}" srcOrd="2" destOrd="0" parTransId="{DC0F9107-C680-4C05-B828-084835808915}" sibTransId="{6D8A9925-5D50-4980-BEB8-65005999FFA3}"/>
    <dgm:cxn modelId="{E5AC843D-39B1-4638-9A47-DF124B4E5F4D}" srcId="{875E1C8C-920C-45DA-AF77-A2EDE7BD0D90}" destId="{FD9E3F82-2976-4021-A612-1CCE369AF584}" srcOrd="1" destOrd="0" parTransId="{EAD0128C-CAE8-4D91-86D8-443B7CC54D36}" sibTransId="{348471C2-E77D-473A-99E3-FA20702E718D}"/>
    <dgm:cxn modelId="{943FBB13-4362-439E-A07E-4624AF07E5F5}" srcId="{23215250-C81C-47CF-A742-452EED70AB37}" destId="{F5684E08-48D5-4F3D-9510-5FDBDA0E22F7}" srcOrd="2" destOrd="0" parTransId="{0A4BBEDE-8E54-4686-B5DB-BBCA4D823B3B}" sibTransId="{B6838CD3-9B2A-4422-B91B-258DB25A775F}"/>
    <dgm:cxn modelId="{2EE3DD54-1A86-4EB6-B00C-D5E5B6D72D86}" type="presOf" srcId="{DC0F9107-C680-4C05-B828-084835808915}" destId="{4F585EF6-7EC1-4A80-8832-774844A972AC}" srcOrd="0" destOrd="0" presId="urn:microsoft.com/office/officeart/2005/8/layout/orgChart1"/>
    <dgm:cxn modelId="{57FC087B-599A-4718-A119-7722E7C83B2E}" type="presOf" srcId="{D754D38B-FEF4-4E2B-8201-75FB7C7AA4EE}" destId="{A560E944-DA20-4727-B1C9-61585FA1228A}" srcOrd="0" destOrd="0" presId="urn:microsoft.com/office/officeart/2005/8/layout/orgChart1"/>
    <dgm:cxn modelId="{56AEDB30-4D07-4786-9337-6B2AB678F10C}" type="presOf" srcId="{1C34F8DF-4D8C-4AA2-B353-814E2D59E21B}" destId="{CBC51819-684E-401A-AFAE-5F952A3B88AA}" srcOrd="0" destOrd="0" presId="urn:microsoft.com/office/officeart/2005/8/layout/orgChart1"/>
    <dgm:cxn modelId="{EBFF0F84-565A-4E0E-9E55-AC1BEA000B76}" type="presOf" srcId="{D50FC6D8-A800-403A-815E-B60CE62312D2}" destId="{2AE7366D-2578-4D22-83D6-7657867E117F}" srcOrd="1" destOrd="0" presId="urn:microsoft.com/office/officeart/2005/8/layout/orgChart1"/>
    <dgm:cxn modelId="{6E6EAACB-57E6-402B-8D3A-41976E980A35}" type="presOf" srcId="{5C0499BE-D2A1-4F50-A2E2-13159EA33FCE}" destId="{AFDEDA75-5F1E-43DE-ADCA-016C9342054C}" srcOrd="0" destOrd="0" presId="urn:microsoft.com/office/officeart/2005/8/layout/orgChart1"/>
    <dgm:cxn modelId="{2F77E4F1-1B1F-4576-A191-1612604D8A95}" type="presOf" srcId="{657DB137-1EBA-4351-955E-FF75D6088244}" destId="{8AAF624B-BBF9-4A35-AD0B-D5A4A8B9BAE2}" srcOrd="0" destOrd="0" presId="urn:microsoft.com/office/officeart/2005/8/layout/orgChart1"/>
    <dgm:cxn modelId="{FFDEDB0A-498F-4EB6-8FF6-9108F4F99BE2}" type="presOf" srcId="{23215250-C81C-47CF-A742-452EED70AB37}" destId="{06BCE38A-7A83-4B04-82DE-B39D47238255}" srcOrd="0" destOrd="0" presId="urn:microsoft.com/office/officeart/2005/8/layout/orgChart1"/>
    <dgm:cxn modelId="{E709CF24-FB79-47A0-87CD-FCEBF1A62A08}" srcId="{875E1C8C-920C-45DA-AF77-A2EDE7BD0D90}" destId="{AB30FEFB-2F5E-4873-B433-B92B30CC59AE}" srcOrd="2" destOrd="0" parTransId="{F8E7B5C0-F491-41BE-8CB8-A36DF3BC925B}" sibTransId="{FD799757-8DFB-45FA-9909-BF923F266DB1}"/>
    <dgm:cxn modelId="{FD7720E9-7E8C-43E9-BDAE-E09751F17820}" type="presOf" srcId="{A113EB8C-8EDF-44B3-8DBC-A654A9305E1A}" destId="{B8CC6E03-F459-4D65-8CED-1990F3F7D9A1}" srcOrd="0" destOrd="0" presId="urn:microsoft.com/office/officeart/2005/8/layout/orgChart1"/>
    <dgm:cxn modelId="{71EF42F1-9F1F-4F55-AF9E-B67CA759075C}" type="presOf" srcId="{AB30FEFB-2F5E-4873-B433-B92B30CC59AE}" destId="{7CCF1B08-824B-4121-885D-F169DC113DB8}" srcOrd="1" destOrd="0" presId="urn:microsoft.com/office/officeart/2005/8/layout/orgChart1"/>
    <dgm:cxn modelId="{FF5F16EE-1DD3-4A24-8171-5221A79E692B}" type="presOf" srcId="{0DC68709-F20B-4729-86E0-1ACA00982ADE}" destId="{785739AB-C4CF-46BB-AC60-105232C16078}" srcOrd="1" destOrd="0" presId="urn:microsoft.com/office/officeart/2005/8/layout/orgChart1"/>
    <dgm:cxn modelId="{8EFDB2A8-2CF1-4BC5-B119-0AC4C6885CCD}" type="presOf" srcId="{AB30FEFB-2F5E-4873-B433-B92B30CC59AE}" destId="{541BDA12-754C-4736-B77A-DD00AD3679C1}" srcOrd="0" destOrd="0" presId="urn:microsoft.com/office/officeart/2005/8/layout/orgChart1"/>
    <dgm:cxn modelId="{08538020-3485-445B-96FF-AE705F1A4416}" type="presOf" srcId="{F5684E08-48D5-4F3D-9510-5FDBDA0E22F7}" destId="{88FE9269-82DB-422A-9511-B7F970EE14EC}" srcOrd="1" destOrd="0" presId="urn:microsoft.com/office/officeart/2005/8/layout/orgChart1"/>
    <dgm:cxn modelId="{CE733AE8-BBFA-4664-A546-B0C9AC484DEB}" type="presOf" srcId="{FD9E3F82-2976-4021-A612-1CCE369AF584}" destId="{4CEE09E1-B431-4D1B-B95F-37DF93BED9B6}" srcOrd="1" destOrd="0" presId="urn:microsoft.com/office/officeart/2005/8/layout/orgChart1"/>
    <dgm:cxn modelId="{5DFED359-97D0-44A0-847E-33B8BA3BCC42}" srcId="{23215250-C81C-47CF-A742-452EED70AB37}" destId="{D50FC6D8-A800-403A-815E-B60CE62312D2}" srcOrd="1" destOrd="0" parTransId="{CB3C3847-311B-4B53-8D1A-754CA4DE7AE8}" sibTransId="{4A3C3560-2619-4D44-B2AD-BF24745CB820}"/>
    <dgm:cxn modelId="{C928A06E-BA0C-494B-849B-70A564060B77}" type="presOf" srcId="{0F63FC00-1293-44ED-B720-FB88B9F04A90}" destId="{87BEBA1A-7F6E-4B4B-92BC-E7049CACD69D}" srcOrd="0" destOrd="0" presId="urn:microsoft.com/office/officeart/2005/8/layout/orgChart1"/>
    <dgm:cxn modelId="{DCE1F68E-2025-40CF-83C8-B6FA23FEA520}" type="presOf" srcId="{657DB137-1EBA-4351-955E-FF75D6088244}" destId="{EF65B725-7346-48A3-A72D-AC937E1F2B52}" srcOrd="1" destOrd="0" presId="urn:microsoft.com/office/officeart/2005/8/layout/orgChart1"/>
    <dgm:cxn modelId="{2C45E39C-83C9-4F5F-ADB7-571BBA341E02}" type="presOf" srcId="{FD9E3F82-2976-4021-A612-1CCE369AF584}" destId="{E4A76ACD-C239-4C91-8289-1A4026C0AFF8}" srcOrd="0" destOrd="0" presId="urn:microsoft.com/office/officeart/2005/8/layout/orgChart1"/>
    <dgm:cxn modelId="{7155F809-D869-4268-A757-65F29BCCE099}" type="presOf" srcId="{F5684E08-48D5-4F3D-9510-5FDBDA0E22F7}" destId="{CC2D1858-FC37-446F-9CAE-9C15E5385F43}" srcOrd="0" destOrd="0" presId="urn:microsoft.com/office/officeart/2005/8/layout/orgChart1"/>
    <dgm:cxn modelId="{D14E837B-A431-49FE-B94E-89883632A98D}" srcId="{76182540-059C-40F8-9B47-D6C674C6D8E3}" destId="{8427AE69-7D58-47CD-94FE-4DD0C1470A82}" srcOrd="1" destOrd="0" parTransId="{6FC1ABC1-BF85-4138-A78D-750382DEDC41}" sibTransId="{1640A932-8D31-4A95-B172-AFFA59736F3B}"/>
    <dgm:cxn modelId="{BB9E5D1F-BB9D-496F-9DE8-022FA6FD3D7E}" srcId="{E6901BC8-DF6A-4AC8-A948-80CDB5C5D791}" destId="{D754D38B-FEF4-4E2B-8201-75FB7C7AA4EE}" srcOrd="3" destOrd="0" parTransId="{DC2D17A3-DD77-4645-A612-1AE1FEC257D1}" sibTransId="{D7F4FFD1-F7F4-4556-8B6F-B44F54D2561F}"/>
    <dgm:cxn modelId="{7C75B7F8-6A38-4709-BF4C-F2BB3CC19906}" type="presOf" srcId="{98F30521-B637-4D16-8A36-FFD47F3669EC}" destId="{3F2E2FAA-214E-4106-99BB-6182A2102077}" srcOrd="0" destOrd="0" presId="urn:microsoft.com/office/officeart/2005/8/layout/orgChart1"/>
    <dgm:cxn modelId="{DD890873-E44E-4A9A-B06F-F8F5F92946C5}" type="presOf" srcId="{DC2D17A3-DD77-4645-A612-1AE1FEC257D1}" destId="{7B74A144-1B4A-4222-9A05-D578CC8D6E61}" srcOrd="0" destOrd="0" presId="urn:microsoft.com/office/officeart/2005/8/layout/orgChart1"/>
    <dgm:cxn modelId="{C9E9DEA4-AF6B-436C-9A20-D64CDA583BDD}" type="presOf" srcId="{28447ED6-A766-4413-BCE4-6B7A0EDA3060}" destId="{07E9EC86-3F92-4E71-84DE-C9489C8C58A7}" srcOrd="0" destOrd="0" presId="urn:microsoft.com/office/officeart/2005/8/layout/orgChart1"/>
    <dgm:cxn modelId="{BB627C14-8721-4E8F-A1FA-4AFE1B99CE0B}" srcId="{0F63FC00-1293-44ED-B720-FB88B9F04A90}" destId="{9F7BC1E0-ECBD-4466-B467-DF0EF3F62900}" srcOrd="0" destOrd="0" parTransId="{117534BD-63F7-431F-A8DE-66D8C3E89323}" sibTransId="{A01975EE-F0AA-448A-82E4-930DC8CBF0C5}"/>
    <dgm:cxn modelId="{366E61D0-A61D-49A3-96B8-99D50A6B7E80}" type="presOf" srcId="{8427AE69-7D58-47CD-94FE-4DD0C1470A82}" destId="{94E29FE9-2D8C-4819-9E3F-37EE77E1F568}" srcOrd="0" destOrd="0" presId="urn:microsoft.com/office/officeart/2005/8/layout/orgChart1"/>
    <dgm:cxn modelId="{B8A38B8C-9A65-4B6F-AD7B-8DC45932C755}" type="presOf" srcId="{4BC3C66F-D56A-4C8F-9126-4712A4720EBB}" destId="{9DFA7467-CB3E-46A3-9E10-9FAD7FC232B8}" srcOrd="0" destOrd="0" presId="urn:microsoft.com/office/officeart/2005/8/layout/orgChart1"/>
    <dgm:cxn modelId="{07B63D8C-473A-455A-8944-1A6F19A40015}" type="presOf" srcId="{7D216D69-95E6-4CBB-8E59-4A1A55059D8F}" destId="{881668FC-B83C-4FD3-8525-098D58D12822}" srcOrd="0" destOrd="0" presId="urn:microsoft.com/office/officeart/2005/8/layout/orgChart1"/>
    <dgm:cxn modelId="{04CFC41D-54C5-43E5-B2A6-720C09CEDB6E}" type="presOf" srcId="{875E1C8C-920C-45DA-AF77-A2EDE7BD0D90}" destId="{A745667F-A439-4654-AA26-94D05ED9B94D}" srcOrd="1" destOrd="0" presId="urn:microsoft.com/office/officeart/2005/8/layout/orgChart1"/>
    <dgm:cxn modelId="{3AF3C1E3-619B-441B-9544-D952A8B28B64}" type="presOf" srcId="{0A4BBEDE-8E54-4686-B5DB-BBCA4D823B3B}" destId="{71943F7F-004C-4FFB-B501-80DC8195751D}" srcOrd="0" destOrd="0" presId="urn:microsoft.com/office/officeart/2005/8/layout/orgChart1"/>
    <dgm:cxn modelId="{5DECF1A0-9789-4785-91A8-B314800DF757}" type="presOf" srcId="{D754D38B-FEF4-4E2B-8201-75FB7C7AA4EE}" destId="{E530C474-85DD-4024-9329-DFF868CD7C82}" srcOrd="1" destOrd="0" presId="urn:microsoft.com/office/officeart/2005/8/layout/orgChart1"/>
    <dgm:cxn modelId="{997D55B8-A06E-40E0-9CD5-56D2E2F4FFF3}" srcId="{9F7BC1E0-ECBD-4466-B467-DF0EF3F62900}" destId="{76182540-059C-40F8-9B47-D6C674C6D8E3}" srcOrd="1" destOrd="0" parTransId="{91955179-8E8F-4A22-8A2F-BF8A02AC1257}" sibTransId="{A69D5043-96E6-4972-8E16-679231A18759}"/>
    <dgm:cxn modelId="{6FD3D6D2-DAE4-44A0-897F-8507D4B1C92F}" type="presOf" srcId="{EAD0128C-CAE8-4D91-86D8-443B7CC54D36}" destId="{6FB10EA5-CFEB-4A88-A02E-FDD2940F1573}" srcOrd="0" destOrd="0" presId="urn:microsoft.com/office/officeart/2005/8/layout/orgChart1"/>
    <dgm:cxn modelId="{FA5AF662-648D-468D-B151-EE464E72D3D0}" type="presOf" srcId="{E9141CD6-7458-4396-8368-23D683C4760E}" destId="{C9D5D359-939E-4163-8656-B1EB906F0045}" srcOrd="0" destOrd="0" presId="urn:microsoft.com/office/officeart/2005/8/layout/orgChart1"/>
    <dgm:cxn modelId="{5C75DD18-DC48-45AE-A2EA-B6F1C31DB70A}" type="presOf" srcId="{0DC68709-F20B-4729-86E0-1ACA00982ADE}" destId="{E0BE9013-43B8-4BEF-83FD-035C894D81BF}" srcOrd="0" destOrd="0" presId="urn:microsoft.com/office/officeart/2005/8/layout/orgChart1"/>
    <dgm:cxn modelId="{4B9AE2B1-18C0-4FFF-939B-9D3083FDA119}" type="presOf" srcId="{76C6BB78-A4C1-4CF4-AA45-A43C2497D4F3}" destId="{D6543512-F61A-427B-A8D7-58E2AD4173FD}" srcOrd="0" destOrd="0" presId="urn:microsoft.com/office/officeart/2005/8/layout/orgChart1"/>
    <dgm:cxn modelId="{3CA5B43D-1778-4226-A29D-06AC646F1FA3}" type="presOf" srcId="{76C6BB78-A4C1-4CF4-AA45-A43C2497D4F3}" destId="{1638705B-0457-494E-B34D-CDBE2B2F5A1E}" srcOrd="1" destOrd="0" presId="urn:microsoft.com/office/officeart/2005/8/layout/orgChart1"/>
    <dgm:cxn modelId="{CBB2A425-EA9A-4EF1-B32F-0D7AAE86D244}" srcId="{E6901BC8-DF6A-4AC8-A948-80CDB5C5D791}" destId="{0DC68709-F20B-4729-86E0-1ACA00982ADE}" srcOrd="1" destOrd="0" parTransId="{F6A2B624-D87F-43E6-AEF1-13517B65DEF3}" sibTransId="{EA78BB80-E32A-4986-ADBC-AE5F308398C9}"/>
    <dgm:cxn modelId="{908C0340-9F97-4241-AE21-18285FCBC313}" type="presOf" srcId="{E6901BC8-DF6A-4AC8-A948-80CDB5C5D791}" destId="{81E6F3CF-C159-4050-BC54-277A7CF892EC}" srcOrd="0" destOrd="0" presId="urn:microsoft.com/office/officeart/2005/8/layout/orgChart1"/>
    <dgm:cxn modelId="{E783119F-20FE-4D2D-8B3A-D916C2126771}" type="presOf" srcId="{D756AEDF-E0AB-475A-ACCF-9A2A87C17BE3}" destId="{97717F23-0816-4D7C-9FAD-3CCC078E5298}" srcOrd="0" destOrd="0" presId="urn:microsoft.com/office/officeart/2005/8/layout/orgChart1"/>
    <dgm:cxn modelId="{8FAC181D-5610-4125-A754-800E64BD0970}" srcId="{E6901BC8-DF6A-4AC8-A948-80CDB5C5D791}" destId="{D756AEDF-E0AB-475A-ACCF-9A2A87C17BE3}" srcOrd="0" destOrd="0" parTransId="{5C0499BE-D2A1-4F50-A2E2-13159EA33FCE}" sibTransId="{8B8FC139-CC76-4C74-B2A5-37FD4AA7E888}"/>
    <dgm:cxn modelId="{349AAAC3-E51F-441C-84CD-865A0FC8F198}" type="presOf" srcId="{D756AEDF-E0AB-475A-ACCF-9A2A87C17BE3}" destId="{3A924733-E57A-44A3-AAE3-56C0561C069E}" srcOrd="1" destOrd="0" presId="urn:microsoft.com/office/officeart/2005/8/layout/orgChart1"/>
    <dgm:cxn modelId="{BA207E68-8DEB-4BC9-BE5A-81062756EDBA}" srcId="{9F7BC1E0-ECBD-4466-B467-DF0EF3F62900}" destId="{E6901BC8-DF6A-4AC8-A948-80CDB5C5D791}" srcOrd="0" destOrd="0" parTransId="{C62B6B13-B5E8-423F-901A-D14FFE30D7B2}" sibTransId="{ABA97AFB-F516-4E6B-AEA7-367D4435C589}"/>
    <dgm:cxn modelId="{60876811-E897-41F1-B186-10A7B3597EA5}" type="presOf" srcId="{76182540-059C-40F8-9B47-D6C674C6D8E3}" destId="{9EE16830-2DDD-47C7-813B-ED50969FE06F}" srcOrd="1" destOrd="0" presId="urn:microsoft.com/office/officeart/2005/8/layout/orgChart1"/>
    <dgm:cxn modelId="{ED7BA1B9-7E35-4889-ACA3-DA08E0CEC6F9}" type="presOf" srcId="{9F7BC1E0-ECBD-4466-B467-DF0EF3F62900}" destId="{E3F88A9E-BA5E-438B-B5E5-4C690DCC00CE}" srcOrd="1" destOrd="0" presId="urn:microsoft.com/office/officeart/2005/8/layout/orgChart1"/>
    <dgm:cxn modelId="{4BA1D46E-F506-407C-907C-CD299459FDC6}" type="presOf" srcId="{4BC3C66F-D56A-4C8F-9126-4712A4720EBB}" destId="{3FFC2877-CBDA-4A38-8D9D-F3AC2B4C1A48}" srcOrd="1" destOrd="0" presId="urn:microsoft.com/office/officeart/2005/8/layout/orgChart1"/>
    <dgm:cxn modelId="{0C29EC4C-463E-49B8-A0AA-409957D6CCD5}" type="presOf" srcId="{23215250-C81C-47CF-A742-452EED70AB37}" destId="{6172B41F-D649-4CFF-B030-10C4D3414FE2}" srcOrd="1" destOrd="0" presId="urn:microsoft.com/office/officeart/2005/8/layout/orgChart1"/>
    <dgm:cxn modelId="{5C50B1FF-BFB4-4E10-B68B-AA880D1EA6EC}" type="presOf" srcId="{C62B6B13-B5E8-423F-901A-D14FFE30D7B2}" destId="{8955FB75-DEB4-410A-A99D-9AF2B6FF25C5}" srcOrd="0" destOrd="0" presId="urn:microsoft.com/office/officeart/2005/8/layout/orgChart1"/>
    <dgm:cxn modelId="{BC8AE0EC-791C-43A9-95FC-BEE4E6628047}" srcId="{76182540-059C-40F8-9B47-D6C674C6D8E3}" destId="{4BC3C66F-D56A-4C8F-9126-4712A4720EBB}" srcOrd="0" destOrd="0" parTransId="{1C34F8DF-4D8C-4AA2-B353-814E2D59E21B}" sibTransId="{AD4C5380-A739-4CCD-AC11-2E47BDDE84CC}"/>
    <dgm:cxn modelId="{41C273AF-9177-4270-9253-BD421A689D92}" srcId="{875E1C8C-920C-45DA-AF77-A2EDE7BD0D90}" destId="{76C6BB78-A4C1-4CF4-AA45-A43C2497D4F3}" srcOrd="0" destOrd="0" parTransId="{A113EB8C-8EDF-44B3-8DBC-A654A9305E1A}" sibTransId="{FC48E08E-8A49-4B5C-BCDC-3BE3CFE71712}"/>
    <dgm:cxn modelId="{3204D41C-FC2B-4974-A1D1-893B1DC66B33}" type="presOf" srcId="{F8E7B5C0-F491-41BE-8CB8-A36DF3BC925B}" destId="{78EABFE3-E3C9-4E93-AD47-F3D775D3816A}" srcOrd="0" destOrd="0" presId="urn:microsoft.com/office/officeart/2005/8/layout/orgChart1"/>
    <dgm:cxn modelId="{65113E06-B9F7-4A56-9370-B063C99D8F9F}" type="presParOf" srcId="{87BEBA1A-7F6E-4B4B-92BC-E7049CACD69D}" destId="{F50ECBE7-A16F-4BBC-A9BC-21F05F62B96E}" srcOrd="0" destOrd="0" presId="urn:microsoft.com/office/officeart/2005/8/layout/orgChart1"/>
    <dgm:cxn modelId="{63CBCCCE-6C4D-4D39-930A-E05555CF32AA}" type="presParOf" srcId="{F50ECBE7-A16F-4BBC-A9BC-21F05F62B96E}" destId="{0F1C02C6-C89E-4D2A-990B-BF4FB2C7DCED}" srcOrd="0" destOrd="0" presId="urn:microsoft.com/office/officeart/2005/8/layout/orgChart1"/>
    <dgm:cxn modelId="{A4A51800-9A9B-4697-B9C5-0E43528A969D}" type="presParOf" srcId="{0F1C02C6-C89E-4D2A-990B-BF4FB2C7DCED}" destId="{2BA36050-B4EB-402E-B0AB-EE1A707E979F}" srcOrd="0" destOrd="0" presId="urn:microsoft.com/office/officeart/2005/8/layout/orgChart1"/>
    <dgm:cxn modelId="{43236F3B-1BFB-446C-AED9-852E6D9373A6}" type="presParOf" srcId="{0F1C02C6-C89E-4D2A-990B-BF4FB2C7DCED}" destId="{E3F88A9E-BA5E-438B-B5E5-4C690DCC00CE}" srcOrd="1" destOrd="0" presId="urn:microsoft.com/office/officeart/2005/8/layout/orgChart1"/>
    <dgm:cxn modelId="{FB3FC732-210A-4BDE-849F-90DD13AC7249}" type="presParOf" srcId="{F50ECBE7-A16F-4BBC-A9BC-21F05F62B96E}" destId="{8FECA4F7-42B6-4B0A-B802-7B6A9DDE90BB}" srcOrd="1" destOrd="0" presId="urn:microsoft.com/office/officeart/2005/8/layout/orgChart1"/>
    <dgm:cxn modelId="{36E680B9-5E60-481A-BB20-E7FE3D5FED1B}" type="presParOf" srcId="{8FECA4F7-42B6-4B0A-B802-7B6A9DDE90BB}" destId="{8955FB75-DEB4-410A-A99D-9AF2B6FF25C5}" srcOrd="0" destOrd="0" presId="urn:microsoft.com/office/officeart/2005/8/layout/orgChart1"/>
    <dgm:cxn modelId="{6FFD87E2-F218-4E73-9462-C07BE81F5BD6}" type="presParOf" srcId="{8FECA4F7-42B6-4B0A-B802-7B6A9DDE90BB}" destId="{FE262164-D567-4647-AABC-78772BDD69E3}" srcOrd="1" destOrd="0" presId="urn:microsoft.com/office/officeart/2005/8/layout/orgChart1"/>
    <dgm:cxn modelId="{CA0742AB-17FA-40E3-8E6D-6FD45D2B1522}" type="presParOf" srcId="{FE262164-D567-4647-AABC-78772BDD69E3}" destId="{8A333568-5E23-4E34-AE0F-B700025271FE}" srcOrd="0" destOrd="0" presId="urn:microsoft.com/office/officeart/2005/8/layout/orgChart1"/>
    <dgm:cxn modelId="{7FC58FCB-BCC5-44B1-BFE2-A9E65AA783BD}" type="presParOf" srcId="{8A333568-5E23-4E34-AE0F-B700025271FE}" destId="{81E6F3CF-C159-4050-BC54-277A7CF892EC}" srcOrd="0" destOrd="0" presId="urn:microsoft.com/office/officeart/2005/8/layout/orgChart1"/>
    <dgm:cxn modelId="{1947939C-C88E-4243-8F04-8970EFED7BB6}" type="presParOf" srcId="{8A333568-5E23-4E34-AE0F-B700025271FE}" destId="{59AD4CF9-09C4-4D71-8BF2-47388E4D2EEC}" srcOrd="1" destOrd="0" presId="urn:microsoft.com/office/officeart/2005/8/layout/orgChart1"/>
    <dgm:cxn modelId="{D710CD66-2D18-4F33-AC1E-CB639FA3458E}" type="presParOf" srcId="{FE262164-D567-4647-AABC-78772BDD69E3}" destId="{9865E9B1-1DB0-4321-AC0B-0E5BD3F79F57}" srcOrd="1" destOrd="0" presId="urn:microsoft.com/office/officeart/2005/8/layout/orgChart1"/>
    <dgm:cxn modelId="{3EA49D96-C683-4379-952F-71FA7D069738}" type="presParOf" srcId="{9865E9B1-1DB0-4321-AC0B-0E5BD3F79F57}" destId="{AFDEDA75-5F1E-43DE-ADCA-016C9342054C}" srcOrd="0" destOrd="0" presId="urn:microsoft.com/office/officeart/2005/8/layout/orgChart1"/>
    <dgm:cxn modelId="{6F088A1A-4BA7-4FD0-B1F6-AD2132024443}" type="presParOf" srcId="{9865E9B1-1DB0-4321-AC0B-0E5BD3F79F57}" destId="{8A4299F0-ACB7-4ED3-A319-F0C48F587D84}" srcOrd="1" destOrd="0" presId="urn:microsoft.com/office/officeart/2005/8/layout/orgChart1"/>
    <dgm:cxn modelId="{BB1CB826-2C8B-44E1-8B34-5E2B8044CFE1}" type="presParOf" srcId="{8A4299F0-ACB7-4ED3-A319-F0C48F587D84}" destId="{1D355FDB-B2B5-42E3-B0C9-C89C38CABDBB}" srcOrd="0" destOrd="0" presId="urn:microsoft.com/office/officeart/2005/8/layout/orgChart1"/>
    <dgm:cxn modelId="{9013BAAF-EABA-4113-BD3C-D1BA096CEACF}" type="presParOf" srcId="{1D355FDB-B2B5-42E3-B0C9-C89C38CABDBB}" destId="{97717F23-0816-4D7C-9FAD-3CCC078E5298}" srcOrd="0" destOrd="0" presId="urn:microsoft.com/office/officeart/2005/8/layout/orgChart1"/>
    <dgm:cxn modelId="{572038D4-2CE9-422F-9842-2056C5AED627}" type="presParOf" srcId="{1D355FDB-B2B5-42E3-B0C9-C89C38CABDBB}" destId="{3A924733-E57A-44A3-AAE3-56C0561C069E}" srcOrd="1" destOrd="0" presId="urn:microsoft.com/office/officeart/2005/8/layout/orgChart1"/>
    <dgm:cxn modelId="{3DF1D52B-393B-4046-8812-D4BB19333039}" type="presParOf" srcId="{8A4299F0-ACB7-4ED3-A319-F0C48F587D84}" destId="{716D7C9F-CE53-433B-B6BC-1D74378D5E2C}" srcOrd="1" destOrd="0" presId="urn:microsoft.com/office/officeart/2005/8/layout/orgChart1"/>
    <dgm:cxn modelId="{4E45EA20-FFD2-4385-9C06-C0280CCFD954}" type="presParOf" srcId="{8A4299F0-ACB7-4ED3-A319-F0C48F587D84}" destId="{F35437E7-C7E5-40F3-BD57-38726DC0110C}" srcOrd="2" destOrd="0" presId="urn:microsoft.com/office/officeart/2005/8/layout/orgChart1"/>
    <dgm:cxn modelId="{F9D02BE4-6D3D-4EA9-9CD0-9B22506548AD}" type="presParOf" srcId="{9865E9B1-1DB0-4321-AC0B-0E5BD3F79F57}" destId="{E36DB3E6-7690-486F-A6A3-44A8F0E81A16}" srcOrd="2" destOrd="0" presId="urn:microsoft.com/office/officeart/2005/8/layout/orgChart1"/>
    <dgm:cxn modelId="{6CB57994-7564-494E-9007-C200B6BBEDCC}" type="presParOf" srcId="{9865E9B1-1DB0-4321-AC0B-0E5BD3F79F57}" destId="{B5BA5B12-8B1C-47E8-9ED3-82C5FBE3A00A}" srcOrd="3" destOrd="0" presId="urn:microsoft.com/office/officeart/2005/8/layout/orgChart1"/>
    <dgm:cxn modelId="{B20C3BF0-93B5-4E31-A81D-B851587E4A31}" type="presParOf" srcId="{B5BA5B12-8B1C-47E8-9ED3-82C5FBE3A00A}" destId="{7D9DA8C4-3412-4440-BDE9-8783F0B22A9A}" srcOrd="0" destOrd="0" presId="urn:microsoft.com/office/officeart/2005/8/layout/orgChart1"/>
    <dgm:cxn modelId="{04802DD3-6CCC-40E5-A860-C05DE0B2D275}" type="presParOf" srcId="{7D9DA8C4-3412-4440-BDE9-8783F0B22A9A}" destId="{E0BE9013-43B8-4BEF-83FD-035C894D81BF}" srcOrd="0" destOrd="0" presId="urn:microsoft.com/office/officeart/2005/8/layout/orgChart1"/>
    <dgm:cxn modelId="{81BE18EC-54A2-4CCE-900C-0B24AB671671}" type="presParOf" srcId="{7D9DA8C4-3412-4440-BDE9-8783F0B22A9A}" destId="{785739AB-C4CF-46BB-AC60-105232C16078}" srcOrd="1" destOrd="0" presId="urn:microsoft.com/office/officeart/2005/8/layout/orgChart1"/>
    <dgm:cxn modelId="{F371B439-E143-4B91-98F2-3D5494CFB113}" type="presParOf" srcId="{B5BA5B12-8B1C-47E8-9ED3-82C5FBE3A00A}" destId="{E7E7D6AC-27FC-435B-92BA-758185B6A540}" srcOrd="1" destOrd="0" presId="urn:microsoft.com/office/officeart/2005/8/layout/orgChart1"/>
    <dgm:cxn modelId="{BDA98AC4-F50B-437E-A5FE-7B6F32E02C89}" type="presParOf" srcId="{B5BA5B12-8B1C-47E8-9ED3-82C5FBE3A00A}" destId="{FA479C8A-A44F-420D-BA7C-184327876F18}" srcOrd="2" destOrd="0" presId="urn:microsoft.com/office/officeart/2005/8/layout/orgChart1"/>
    <dgm:cxn modelId="{B847E61C-ABC5-4A64-8AE4-6544F5A922A7}" type="presParOf" srcId="{9865E9B1-1DB0-4321-AC0B-0E5BD3F79F57}" destId="{07E9EC86-3F92-4E71-84DE-C9489C8C58A7}" srcOrd="4" destOrd="0" presId="urn:microsoft.com/office/officeart/2005/8/layout/orgChart1"/>
    <dgm:cxn modelId="{DFAE7758-51C2-426F-99DA-E2FACCEBFAD9}" type="presParOf" srcId="{9865E9B1-1DB0-4321-AC0B-0E5BD3F79F57}" destId="{4C30DD22-E18D-485D-9C89-EFB7570697CA}" srcOrd="5" destOrd="0" presId="urn:microsoft.com/office/officeart/2005/8/layout/orgChart1"/>
    <dgm:cxn modelId="{01142E01-5001-458D-A78E-33046A471CBF}" type="presParOf" srcId="{4C30DD22-E18D-485D-9C89-EFB7570697CA}" destId="{F305F7E0-CF21-4EAD-944D-6724FB0814F5}" srcOrd="0" destOrd="0" presId="urn:microsoft.com/office/officeart/2005/8/layout/orgChart1"/>
    <dgm:cxn modelId="{7B9B6959-462F-42AF-8DF7-2B69814A7982}" type="presParOf" srcId="{F305F7E0-CF21-4EAD-944D-6724FB0814F5}" destId="{8AAF624B-BBF9-4A35-AD0B-D5A4A8B9BAE2}" srcOrd="0" destOrd="0" presId="urn:microsoft.com/office/officeart/2005/8/layout/orgChart1"/>
    <dgm:cxn modelId="{207658E8-0FDD-43AE-A9C8-14A59CA22F67}" type="presParOf" srcId="{F305F7E0-CF21-4EAD-944D-6724FB0814F5}" destId="{EF65B725-7346-48A3-A72D-AC937E1F2B52}" srcOrd="1" destOrd="0" presId="urn:microsoft.com/office/officeart/2005/8/layout/orgChart1"/>
    <dgm:cxn modelId="{6C04766D-4A2B-4B08-AA04-583B7C41BD75}" type="presParOf" srcId="{4C30DD22-E18D-485D-9C89-EFB7570697CA}" destId="{34EAF538-129C-4987-A992-CB1D238F545D}" srcOrd="1" destOrd="0" presId="urn:microsoft.com/office/officeart/2005/8/layout/orgChart1"/>
    <dgm:cxn modelId="{B7EDAB4D-FABF-43F6-AC59-6730E3BDF453}" type="presParOf" srcId="{4C30DD22-E18D-485D-9C89-EFB7570697CA}" destId="{6B502252-CE5F-44F4-B746-9C899D8464F8}" srcOrd="2" destOrd="0" presId="urn:microsoft.com/office/officeart/2005/8/layout/orgChart1"/>
    <dgm:cxn modelId="{2158BE0B-EE54-4E5B-B7CE-02D45D0B997A}" type="presParOf" srcId="{9865E9B1-1DB0-4321-AC0B-0E5BD3F79F57}" destId="{7B74A144-1B4A-4222-9A05-D578CC8D6E61}" srcOrd="6" destOrd="0" presId="urn:microsoft.com/office/officeart/2005/8/layout/orgChart1"/>
    <dgm:cxn modelId="{3EFE6C4C-9EC4-4330-9560-926799ADEB1F}" type="presParOf" srcId="{9865E9B1-1DB0-4321-AC0B-0E5BD3F79F57}" destId="{E365D903-49D4-422F-911F-8FB5290CE288}" srcOrd="7" destOrd="0" presId="urn:microsoft.com/office/officeart/2005/8/layout/orgChart1"/>
    <dgm:cxn modelId="{75301EC5-E71E-4478-9C8C-B1B52A3866F8}" type="presParOf" srcId="{E365D903-49D4-422F-911F-8FB5290CE288}" destId="{2CCE56B3-48B9-4A0A-996D-A9DFEAFDCC23}" srcOrd="0" destOrd="0" presId="urn:microsoft.com/office/officeart/2005/8/layout/orgChart1"/>
    <dgm:cxn modelId="{D4AC39BF-2A50-4F1A-9468-5F2B6D3C753D}" type="presParOf" srcId="{2CCE56B3-48B9-4A0A-996D-A9DFEAFDCC23}" destId="{A560E944-DA20-4727-B1C9-61585FA1228A}" srcOrd="0" destOrd="0" presId="urn:microsoft.com/office/officeart/2005/8/layout/orgChart1"/>
    <dgm:cxn modelId="{5EEC3A59-4B0A-4086-BFA4-55A91FF958D7}" type="presParOf" srcId="{2CCE56B3-48B9-4A0A-996D-A9DFEAFDCC23}" destId="{E530C474-85DD-4024-9329-DFF868CD7C82}" srcOrd="1" destOrd="0" presId="urn:microsoft.com/office/officeart/2005/8/layout/orgChart1"/>
    <dgm:cxn modelId="{66B7EBA6-53C5-47BD-9499-9A631A28ED42}" type="presParOf" srcId="{E365D903-49D4-422F-911F-8FB5290CE288}" destId="{921E9667-C3B4-4EEA-803E-22FFF591F8BF}" srcOrd="1" destOrd="0" presId="urn:microsoft.com/office/officeart/2005/8/layout/orgChart1"/>
    <dgm:cxn modelId="{113CC8BB-3381-4D1A-BD58-2C301B873D69}" type="presParOf" srcId="{E365D903-49D4-422F-911F-8FB5290CE288}" destId="{47859F13-17D2-4F14-8E3E-48A41FBEC774}" srcOrd="2" destOrd="0" presId="urn:microsoft.com/office/officeart/2005/8/layout/orgChart1"/>
    <dgm:cxn modelId="{77C3AB02-48A2-43EA-9EDE-8320BA11AC44}" type="presParOf" srcId="{FE262164-D567-4647-AABC-78772BDD69E3}" destId="{26399B20-714B-4589-80C2-F9B949324A95}" srcOrd="2" destOrd="0" presId="urn:microsoft.com/office/officeart/2005/8/layout/orgChart1"/>
    <dgm:cxn modelId="{015A16D5-4ED7-4FA9-AECD-46072EFD252C}" type="presParOf" srcId="{8FECA4F7-42B6-4B0A-B802-7B6A9DDE90BB}" destId="{AC0AC5C4-9414-42A5-8647-01F2A050DB53}" srcOrd="2" destOrd="0" presId="urn:microsoft.com/office/officeart/2005/8/layout/orgChart1"/>
    <dgm:cxn modelId="{CA846FDB-C836-4B22-A5EB-94682983F395}" type="presParOf" srcId="{8FECA4F7-42B6-4B0A-B802-7B6A9DDE90BB}" destId="{24AC4741-B0B9-4416-A673-14D6A688E5DC}" srcOrd="3" destOrd="0" presId="urn:microsoft.com/office/officeart/2005/8/layout/orgChart1"/>
    <dgm:cxn modelId="{786499BA-BFC7-4DF5-9AC3-1BB24ABC423C}" type="presParOf" srcId="{24AC4741-B0B9-4416-A673-14D6A688E5DC}" destId="{9A432013-2662-43FC-A383-5C662CD6783F}" srcOrd="0" destOrd="0" presId="urn:microsoft.com/office/officeart/2005/8/layout/orgChart1"/>
    <dgm:cxn modelId="{6079C92D-977C-43FF-BAC8-52CF831C4C20}" type="presParOf" srcId="{9A432013-2662-43FC-A383-5C662CD6783F}" destId="{721969F0-80DC-4F69-AD10-9B0C2012234D}" srcOrd="0" destOrd="0" presId="urn:microsoft.com/office/officeart/2005/8/layout/orgChart1"/>
    <dgm:cxn modelId="{653AAB32-8E48-4186-AC9A-A52738494C11}" type="presParOf" srcId="{9A432013-2662-43FC-A383-5C662CD6783F}" destId="{9EE16830-2DDD-47C7-813B-ED50969FE06F}" srcOrd="1" destOrd="0" presId="urn:microsoft.com/office/officeart/2005/8/layout/orgChart1"/>
    <dgm:cxn modelId="{933CAF47-6466-4157-B167-D0F5EA3CDB16}" type="presParOf" srcId="{24AC4741-B0B9-4416-A673-14D6A688E5DC}" destId="{E03A4C72-DB75-42ED-93B1-67144B0E006C}" srcOrd="1" destOrd="0" presId="urn:microsoft.com/office/officeart/2005/8/layout/orgChart1"/>
    <dgm:cxn modelId="{5B7C0611-B5B4-4E0C-8B6E-BE69224C3603}" type="presParOf" srcId="{E03A4C72-DB75-42ED-93B1-67144B0E006C}" destId="{CBC51819-684E-401A-AFAE-5F952A3B88AA}" srcOrd="0" destOrd="0" presId="urn:microsoft.com/office/officeart/2005/8/layout/orgChart1"/>
    <dgm:cxn modelId="{A69608E0-E737-4DF3-94AF-28745F5AF394}" type="presParOf" srcId="{E03A4C72-DB75-42ED-93B1-67144B0E006C}" destId="{59C3AB80-267A-41D4-8E33-B26C2ACE1C85}" srcOrd="1" destOrd="0" presId="urn:microsoft.com/office/officeart/2005/8/layout/orgChart1"/>
    <dgm:cxn modelId="{50449389-60AC-46CE-A0C3-5A0C3906F75A}" type="presParOf" srcId="{59C3AB80-267A-41D4-8E33-B26C2ACE1C85}" destId="{92706DF9-C676-4995-BBF6-67D93970DDEB}" srcOrd="0" destOrd="0" presId="urn:microsoft.com/office/officeart/2005/8/layout/orgChart1"/>
    <dgm:cxn modelId="{35F71F0E-13B9-491A-A4F3-235060F1A502}" type="presParOf" srcId="{92706DF9-C676-4995-BBF6-67D93970DDEB}" destId="{9DFA7467-CB3E-46A3-9E10-9FAD7FC232B8}" srcOrd="0" destOrd="0" presId="urn:microsoft.com/office/officeart/2005/8/layout/orgChart1"/>
    <dgm:cxn modelId="{2BA2057B-4586-47FA-BB7A-4EBF319B1D88}" type="presParOf" srcId="{92706DF9-C676-4995-BBF6-67D93970DDEB}" destId="{3FFC2877-CBDA-4A38-8D9D-F3AC2B4C1A48}" srcOrd="1" destOrd="0" presId="urn:microsoft.com/office/officeart/2005/8/layout/orgChart1"/>
    <dgm:cxn modelId="{03095592-42D0-48CA-8EF4-987444876B64}" type="presParOf" srcId="{59C3AB80-267A-41D4-8E33-B26C2ACE1C85}" destId="{7E4AEAEB-A777-42F2-9DB1-4377B3523936}" srcOrd="1" destOrd="0" presId="urn:microsoft.com/office/officeart/2005/8/layout/orgChart1"/>
    <dgm:cxn modelId="{74015A9A-D529-4783-A24B-E9766832C45B}" type="presParOf" srcId="{59C3AB80-267A-41D4-8E33-B26C2ACE1C85}" destId="{548BA0CF-33F3-41CF-8309-020BC576C35A}" srcOrd="2" destOrd="0" presId="urn:microsoft.com/office/officeart/2005/8/layout/orgChart1"/>
    <dgm:cxn modelId="{D2897641-D0C9-46BE-B96B-18D88AE7BD4B}" type="presParOf" srcId="{E03A4C72-DB75-42ED-93B1-67144B0E006C}" destId="{14E61523-E442-4196-BF26-819B3A910512}" srcOrd="2" destOrd="0" presId="urn:microsoft.com/office/officeart/2005/8/layout/orgChart1"/>
    <dgm:cxn modelId="{14874F10-CDB0-4BD3-B7B1-718A62F33BE4}" type="presParOf" srcId="{E03A4C72-DB75-42ED-93B1-67144B0E006C}" destId="{FB5D3805-4282-4EC4-8EB6-CF8858A817D7}" srcOrd="3" destOrd="0" presId="urn:microsoft.com/office/officeart/2005/8/layout/orgChart1"/>
    <dgm:cxn modelId="{1668D958-CBD1-431C-BE23-17E63CFC3800}" type="presParOf" srcId="{FB5D3805-4282-4EC4-8EB6-CF8858A817D7}" destId="{6B6C8B89-FA36-4710-B2F8-B2DFCD0BA086}" srcOrd="0" destOrd="0" presId="urn:microsoft.com/office/officeart/2005/8/layout/orgChart1"/>
    <dgm:cxn modelId="{6D52CC2C-B33A-48CC-95C9-2A8201CB0FEA}" type="presParOf" srcId="{6B6C8B89-FA36-4710-B2F8-B2DFCD0BA086}" destId="{94E29FE9-2D8C-4819-9E3F-37EE77E1F568}" srcOrd="0" destOrd="0" presId="urn:microsoft.com/office/officeart/2005/8/layout/orgChart1"/>
    <dgm:cxn modelId="{30F6F05F-42BE-4E14-8508-C4D7EB3845C2}" type="presParOf" srcId="{6B6C8B89-FA36-4710-B2F8-B2DFCD0BA086}" destId="{0BDBDF66-15B7-41CF-91EF-8B186AB0C18C}" srcOrd="1" destOrd="0" presId="urn:microsoft.com/office/officeart/2005/8/layout/orgChart1"/>
    <dgm:cxn modelId="{7F32AE04-4F1B-4F50-8EE0-55D1DF639D63}" type="presParOf" srcId="{FB5D3805-4282-4EC4-8EB6-CF8858A817D7}" destId="{ECA26A00-5993-4B49-8A02-692C4864B0AA}" srcOrd="1" destOrd="0" presId="urn:microsoft.com/office/officeart/2005/8/layout/orgChart1"/>
    <dgm:cxn modelId="{26FC8165-5A97-4A7C-BE16-B1869EAA75B4}" type="presParOf" srcId="{FB5D3805-4282-4EC4-8EB6-CF8858A817D7}" destId="{8B6CAFAB-70EF-4673-8EA0-DD0B28357BE5}" srcOrd="2" destOrd="0" presId="urn:microsoft.com/office/officeart/2005/8/layout/orgChart1"/>
    <dgm:cxn modelId="{602F1B1C-6B26-414E-A56C-847ABD43DC60}" type="presParOf" srcId="{24AC4741-B0B9-4416-A673-14D6A688E5DC}" destId="{C4A48E41-3631-473E-BCA6-FB2A7D4F91FE}" srcOrd="2" destOrd="0" presId="urn:microsoft.com/office/officeart/2005/8/layout/orgChart1"/>
    <dgm:cxn modelId="{3B2E4560-43D8-4B7A-9B44-E8437231D482}" type="presParOf" srcId="{8FECA4F7-42B6-4B0A-B802-7B6A9DDE90BB}" destId="{4F585EF6-7EC1-4A80-8832-774844A972AC}" srcOrd="4" destOrd="0" presId="urn:microsoft.com/office/officeart/2005/8/layout/orgChart1"/>
    <dgm:cxn modelId="{18D0887F-F915-4B95-9129-58D154D7CC40}" type="presParOf" srcId="{8FECA4F7-42B6-4B0A-B802-7B6A9DDE90BB}" destId="{0B58FFB0-BAED-4FAE-8673-5A8EC88C0B97}" srcOrd="5" destOrd="0" presId="urn:microsoft.com/office/officeart/2005/8/layout/orgChart1"/>
    <dgm:cxn modelId="{F115CB9A-548E-48AD-9445-ECCD15C7DD6E}" type="presParOf" srcId="{0B58FFB0-BAED-4FAE-8673-5A8EC88C0B97}" destId="{18156FD4-D98B-4E85-B427-8509C1D4EA43}" srcOrd="0" destOrd="0" presId="urn:microsoft.com/office/officeart/2005/8/layout/orgChart1"/>
    <dgm:cxn modelId="{BACC4069-CCE0-4DDE-80EC-D1141C021F8C}" type="presParOf" srcId="{18156FD4-D98B-4E85-B427-8509C1D4EA43}" destId="{06BCE38A-7A83-4B04-82DE-B39D47238255}" srcOrd="0" destOrd="0" presId="urn:microsoft.com/office/officeart/2005/8/layout/orgChart1"/>
    <dgm:cxn modelId="{03FAEAC7-4905-471A-AEA2-AF4624D2F753}" type="presParOf" srcId="{18156FD4-D98B-4E85-B427-8509C1D4EA43}" destId="{6172B41F-D649-4CFF-B030-10C4D3414FE2}" srcOrd="1" destOrd="0" presId="urn:microsoft.com/office/officeart/2005/8/layout/orgChart1"/>
    <dgm:cxn modelId="{576A2C7B-545B-4C3F-9FEC-7A5EBDD6B919}" type="presParOf" srcId="{0B58FFB0-BAED-4FAE-8673-5A8EC88C0B97}" destId="{8AE7542B-B692-4EBD-A9AC-6157EF258449}" srcOrd="1" destOrd="0" presId="urn:microsoft.com/office/officeart/2005/8/layout/orgChart1"/>
    <dgm:cxn modelId="{6CE588F6-45C2-4633-85D0-4A0E4106BA8A}" type="presParOf" srcId="{8AE7542B-B692-4EBD-A9AC-6157EF258449}" destId="{3F2E2FAA-214E-4106-99BB-6182A2102077}" srcOrd="0" destOrd="0" presId="urn:microsoft.com/office/officeart/2005/8/layout/orgChart1"/>
    <dgm:cxn modelId="{45093A03-2D90-4B23-A7B3-56806EDCA090}" type="presParOf" srcId="{8AE7542B-B692-4EBD-A9AC-6157EF258449}" destId="{EFF2EA9E-0D83-4CB6-9456-1F9CCE76379F}" srcOrd="1" destOrd="0" presId="urn:microsoft.com/office/officeart/2005/8/layout/orgChart1"/>
    <dgm:cxn modelId="{85790CA9-1331-4A30-A9BD-873C26A7EB61}" type="presParOf" srcId="{EFF2EA9E-0D83-4CB6-9456-1F9CCE76379F}" destId="{2BA9CDAD-2118-4D42-9CC0-3FF274B703CC}" srcOrd="0" destOrd="0" presId="urn:microsoft.com/office/officeart/2005/8/layout/orgChart1"/>
    <dgm:cxn modelId="{8480B3AA-887F-474D-9847-DAB1ECD9E6BC}" type="presParOf" srcId="{2BA9CDAD-2118-4D42-9CC0-3FF274B703CC}" destId="{881668FC-B83C-4FD3-8525-098D58D12822}" srcOrd="0" destOrd="0" presId="urn:microsoft.com/office/officeart/2005/8/layout/orgChart1"/>
    <dgm:cxn modelId="{08D61BC8-C9B7-4BEC-BD8D-8569EA42FCBA}" type="presParOf" srcId="{2BA9CDAD-2118-4D42-9CC0-3FF274B703CC}" destId="{F588079C-645F-45E2-B9B2-2DAE35A3D557}" srcOrd="1" destOrd="0" presId="urn:microsoft.com/office/officeart/2005/8/layout/orgChart1"/>
    <dgm:cxn modelId="{1B0D0363-C6F5-4627-9CF4-FF270A5DAA66}" type="presParOf" srcId="{EFF2EA9E-0D83-4CB6-9456-1F9CCE76379F}" destId="{3B4FFED3-CBEF-423F-9897-50878DD6DD71}" srcOrd="1" destOrd="0" presId="urn:microsoft.com/office/officeart/2005/8/layout/orgChart1"/>
    <dgm:cxn modelId="{6FEFF0C3-36DC-4B77-A06A-8C17C4AD4A08}" type="presParOf" srcId="{EFF2EA9E-0D83-4CB6-9456-1F9CCE76379F}" destId="{D90DA6D3-F50C-4425-B9C6-95A8C3A4A9C8}" srcOrd="2" destOrd="0" presId="urn:microsoft.com/office/officeart/2005/8/layout/orgChart1"/>
    <dgm:cxn modelId="{8FD973C5-D3B6-489C-BFFE-CF07D28A82A6}" type="presParOf" srcId="{8AE7542B-B692-4EBD-A9AC-6157EF258449}" destId="{A141AF3B-5944-4C11-9F98-DDAE9BE1833C}" srcOrd="2" destOrd="0" presId="urn:microsoft.com/office/officeart/2005/8/layout/orgChart1"/>
    <dgm:cxn modelId="{F0BEC5C0-4EDD-40AE-86B9-9C031DC77C8E}" type="presParOf" srcId="{8AE7542B-B692-4EBD-A9AC-6157EF258449}" destId="{0B97DA0B-67A9-4860-8EE2-F9FD821CA933}" srcOrd="3" destOrd="0" presId="urn:microsoft.com/office/officeart/2005/8/layout/orgChart1"/>
    <dgm:cxn modelId="{5A5EF587-E4B0-4309-AA17-19E7A4C897B0}" type="presParOf" srcId="{0B97DA0B-67A9-4860-8EE2-F9FD821CA933}" destId="{34B6284E-710F-47B7-8BCC-4AC3EC5A2E69}" srcOrd="0" destOrd="0" presId="urn:microsoft.com/office/officeart/2005/8/layout/orgChart1"/>
    <dgm:cxn modelId="{54985DE4-EF95-4365-B11B-AF888DF4A696}" type="presParOf" srcId="{34B6284E-710F-47B7-8BCC-4AC3EC5A2E69}" destId="{F4E08DE8-F1F9-4802-BD44-5B0228A13164}" srcOrd="0" destOrd="0" presId="urn:microsoft.com/office/officeart/2005/8/layout/orgChart1"/>
    <dgm:cxn modelId="{86ECACF2-5698-4BFB-9507-4F36E914FD0F}" type="presParOf" srcId="{34B6284E-710F-47B7-8BCC-4AC3EC5A2E69}" destId="{2AE7366D-2578-4D22-83D6-7657867E117F}" srcOrd="1" destOrd="0" presId="urn:microsoft.com/office/officeart/2005/8/layout/orgChart1"/>
    <dgm:cxn modelId="{29A716C6-A72D-4C82-AE4A-D8836DDBE971}" type="presParOf" srcId="{0B97DA0B-67A9-4860-8EE2-F9FD821CA933}" destId="{E8752DB9-FAF7-41DD-A438-6BBB4FA16DB9}" srcOrd="1" destOrd="0" presId="urn:microsoft.com/office/officeart/2005/8/layout/orgChart1"/>
    <dgm:cxn modelId="{E29D43D2-B485-4102-8A6D-1382F253A044}" type="presParOf" srcId="{0B97DA0B-67A9-4860-8EE2-F9FD821CA933}" destId="{5BD51745-566F-4AA1-98C5-A19AFFD089D2}" srcOrd="2" destOrd="0" presId="urn:microsoft.com/office/officeart/2005/8/layout/orgChart1"/>
    <dgm:cxn modelId="{F348DEDF-E90E-4D40-88AA-FA1EAA43258E}" type="presParOf" srcId="{8AE7542B-B692-4EBD-A9AC-6157EF258449}" destId="{71943F7F-004C-4FFB-B501-80DC8195751D}" srcOrd="4" destOrd="0" presId="urn:microsoft.com/office/officeart/2005/8/layout/orgChart1"/>
    <dgm:cxn modelId="{F00531D3-0EE8-4907-ADC6-2BA14100ADB4}" type="presParOf" srcId="{8AE7542B-B692-4EBD-A9AC-6157EF258449}" destId="{9ECFEFB1-2E48-42E9-ACC3-F3AACD834CFE}" srcOrd="5" destOrd="0" presId="urn:microsoft.com/office/officeart/2005/8/layout/orgChart1"/>
    <dgm:cxn modelId="{5D09DD5C-1FB1-4054-8265-9AB0DF8307A7}" type="presParOf" srcId="{9ECFEFB1-2E48-42E9-ACC3-F3AACD834CFE}" destId="{648634DE-3C39-4229-810B-C8A0ACC37F89}" srcOrd="0" destOrd="0" presId="urn:microsoft.com/office/officeart/2005/8/layout/orgChart1"/>
    <dgm:cxn modelId="{585D5827-B2F9-408C-BD99-DD95807FB7E1}" type="presParOf" srcId="{648634DE-3C39-4229-810B-C8A0ACC37F89}" destId="{CC2D1858-FC37-446F-9CAE-9C15E5385F43}" srcOrd="0" destOrd="0" presId="urn:microsoft.com/office/officeart/2005/8/layout/orgChart1"/>
    <dgm:cxn modelId="{3635F338-EE41-4EAE-8E32-347EB550491E}" type="presParOf" srcId="{648634DE-3C39-4229-810B-C8A0ACC37F89}" destId="{88FE9269-82DB-422A-9511-B7F970EE14EC}" srcOrd="1" destOrd="0" presId="urn:microsoft.com/office/officeart/2005/8/layout/orgChart1"/>
    <dgm:cxn modelId="{61BB5F06-D786-4E67-B38E-1BBC04402050}" type="presParOf" srcId="{9ECFEFB1-2E48-42E9-ACC3-F3AACD834CFE}" destId="{23129242-F3F8-4448-B552-FE4B80219EA2}" srcOrd="1" destOrd="0" presId="urn:microsoft.com/office/officeart/2005/8/layout/orgChart1"/>
    <dgm:cxn modelId="{375F64A4-9C5A-4D6C-8B32-FF525112C0A8}" type="presParOf" srcId="{9ECFEFB1-2E48-42E9-ACC3-F3AACD834CFE}" destId="{75B66FAF-FB34-4B6A-A899-F3385A64B4BB}" srcOrd="2" destOrd="0" presId="urn:microsoft.com/office/officeart/2005/8/layout/orgChart1"/>
    <dgm:cxn modelId="{D0B0119D-3937-44B8-A137-6340F5C85021}" type="presParOf" srcId="{0B58FFB0-BAED-4FAE-8673-5A8EC88C0B97}" destId="{A1D27AA6-4111-4D27-91D4-09ACC8AF76AC}" srcOrd="2" destOrd="0" presId="urn:microsoft.com/office/officeart/2005/8/layout/orgChart1"/>
    <dgm:cxn modelId="{37021046-E0D9-49FF-9F22-3E029E2942C1}" type="presParOf" srcId="{8FECA4F7-42B6-4B0A-B802-7B6A9DDE90BB}" destId="{C9D5D359-939E-4163-8656-B1EB906F0045}" srcOrd="6" destOrd="0" presId="urn:microsoft.com/office/officeart/2005/8/layout/orgChart1"/>
    <dgm:cxn modelId="{A7FAD836-E448-486A-B5B1-83D2862EF007}" type="presParOf" srcId="{8FECA4F7-42B6-4B0A-B802-7B6A9DDE90BB}" destId="{5BB43D9B-60AF-4653-BB73-ECEFF7566921}" srcOrd="7" destOrd="0" presId="urn:microsoft.com/office/officeart/2005/8/layout/orgChart1"/>
    <dgm:cxn modelId="{6BBD4782-1407-4263-99D4-A4212F8BF141}" type="presParOf" srcId="{5BB43D9B-60AF-4653-BB73-ECEFF7566921}" destId="{170F1182-86F8-49E3-A023-0FA6D0DAA61F}" srcOrd="0" destOrd="0" presId="urn:microsoft.com/office/officeart/2005/8/layout/orgChart1"/>
    <dgm:cxn modelId="{CF62E993-7548-4156-9CD8-5457875376A4}" type="presParOf" srcId="{170F1182-86F8-49E3-A023-0FA6D0DAA61F}" destId="{67AA72F2-3903-4554-97F0-16D36D7C2C99}" srcOrd="0" destOrd="0" presId="urn:microsoft.com/office/officeart/2005/8/layout/orgChart1"/>
    <dgm:cxn modelId="{10B0E303-2D13-426A-838F-EA8C625254FA}" type="presParOf" srcId="{170F1182-86F8-49E3-A023-0FA6D0DAA61F}" destId="{A745667F-A439-4654-AA26-94D05ED9B94D}" srcOrd="1" destOrd="0" presId="urn:microsoft.com/office/officeart/2005/8/layout/orgChart1"/>
    <dgm:cxn modelId="{8BBC0F7F-CE0E-41C9-8E69-512D63E23906}" type="presParOf" srcId="{5BB43D9B-60AF-4653-BB73-ECEFF7566921}" destId="{1E55FC0B-5450-4314-884D-D822C25F371A}" srcOrd="1" destOrd="0" presId="urn:microsoft.com/office/officeart/2005/8/layout/orgChart1"/>
    <dgm:cxn modelId="{BF6BD3CF-B004-4C70-A487-4E37E40395F7}" type="presParOf" srcId="{1E55FC0B-5450-4314-884D-D822C25F371A}" destId="{B8CC6E03-F459-4D65-8CED-1990F3F7D9A1}" srcOrd="0" destOrd="0" presId="urn:microsoft.com/office/officeart/2005/8/layout/orgChart1"/>
    <dgm:cxn modelId="{24DD0656-1430-4FA2-93B3-A9514EA95C8B}" type="presParOf" srcId="{1E55FC0B-5450-4314-884D-D822C25F371A}" destId="{EF5B9AD8-2086-4A46-971B-0D17AEE5B199}" srcOrd="1" destOrd="0" presId="urn:microsoft.com/office/officeart/2005/8/layout/orgChart1"/>
    <dgm:cxn modelId="{F2626BC2-8D7C-4DAF-AF0A-D72868BDFAD5}" type="presParOf" srcId="{EF5B9AD8-2086-4A46-971B-0D17AEE5B199}" destId="{02A93D9B-91A6-4E60-B182-528BEA94A68D}" srcOrd="0" destOrd="0" presId="urn:microsoft.com/office/officeart/2005/8/layout/orgChart1"/>
    <dgm:cxn modelId="{58061321-E1F3-4D04-9B90-92935895483A}" type="presParOf" srcId="{02A93D9B-91A6-4E60-B182-528BEA94A68D}" destId="{D6543512-F61A-427B-A8D7-58E2AD4173FD}" srcOrd="0" destOrd="0" presId="urn:microsoft.com/office/officeart/2005/8/layout/orgChart1"/>
    <dgm:cxn modelId="{FE234815-E6D3-4145-ABFF-E533B874D798}" type="presParOf" srcId="{02A93D9B-91A6-4E60-B182-528BEA94A68D}" destId="{1638705B-0457-494E-B34D-CDBE2B2F5A1E}" srcOrd="1" destOrd="0" presId="urn:microsoft.com/office/officeart/2005/8/layout/orgChart1"/>
    <dgm:cxn modelId="{F6D726C5-0506-4D09-90A3-6CDE2942BB2F}" type="presParOf" srcId="{EF5B9AD8-2086-4A46-971B-0D17AEE5B199}" destId="{4F7EF281-9365-429E-9A7E-C001602F8E3D}" srcOrd="1" destOrd="0" presId="urn:microsoft.com/office/officeart/2005/8/layout/orgChart1"/>
    <dgm:cxn modelId="{96A18C31-6F5A-4330-A2B4-168182B85D75}" type="presParOf" srcId="{EF5B9AD8-2086-4A46-971B-0D17AEE5B199}" destId="{89F095CD-0504-48FA-B672-A02AEC980B71}" srcOrd="2" destOrd="0" presId="urn:microsoft.com/office/officeart/2005/8/layout/orgChart1"/>
    <dgm:cxn modelId="{4E762004-129B-4289-B4C2-53E2B33F2F60}" type="presParOf" srcId="{1E55FC0B-5450-4314-884D-D822C25F371A}" destId="{6FB10EA5-CFEB-4A88-A02E-FDD2940F1573}" srcOrd="2" destOrd="0" presId="urn:microsoft.com/office/officeart/2005/8/layout/orgChart1"/>
    <dgm:cxn modelId="{A0CCCCC3-3009-4D1A-86E1-71708E004879}" type="presParOf" srcId="{1E55FC0B-5450-4314-884D-D822C25F371A}" destId="{C3231C25-CAC0-4CA4-8EE6-6DBBD2C41994}" srcOrd="3" destOrd="0" presId="urn:microsoft.com/office/officeart/2005/8/layout/orgChart1"/>
    <dgm:cxn modelId="{0FBB2136-70ED-487A-81B7-556BA54AE2F4}" type="presParOf" srcId="{C3231C25-CAC0-4CA4-8EE6-6DBBD2C41994}" destId="{D2869D96-21AE-4E81-86DB-0E8F4364F390}" srcOrd="0" destOrd="0" presId="urn:microsoft.com/office/officeart/2005/8/layout/orgChart1"/>
    <dgm:cxn modelId="{B109FF95-42A9-4CC7-8DA7-FEDEC459B393}" type="presParOf" srcId="{D2869D96-21AE-4E81-86DB-0E8F4364F390}" destId="{E4A76ACD-C239-4C91-8289-1A4026C0AFF8}" srcOrd="0" destOrd="0" presId="urn:microsoft.com/office/officeart/2005/8/layout/orgChart1"/>
    <dgm:cxn modelId="{141B283F-36CA-4B82-8C9C-D4CB887EFEBF}" type="presParOf" srcId="{D2869D96-21AE-4E81-86DB-0E8F4364F390}" destId="{4CEE09E1-B431-4D1B-B95F-37DF93BED9B6}" srcOrd="1" destOrd="0" presId="urn:microsoft.com/office/officeart/2005/8/layout/orgChart1"/>
    <dgm:cxn modelId="{2925F664-0EC5-4BDC-A67F-C431BD7EC19E}" type="presParOf" srcId="{C3231C25-CAC0-4CA4-8EE6-6DBBD2C41994}" destId="{BBBA45B7-18AF-4B12-817D-86A35230DCA7}" srcOrd="1" destOrd="0" presId="urn:microsoft.com/office/officeart/2005/8/layout/orgChart1"/>
    <dgm:cxn modelId="{2AC99756-BCDE-49A6-AA22-2565A85B8D76}" type="presParOf" srcId="{C3231C25-CAC0-4CA4-8EE6-6DBBD2C41994}" destId="{9FA4C8B9-1747-46D2-8E11-D1F6472A1C32}" srcOrd="2" destOrd="0" presId="urn:microsoft.com/office/officeart/2005/8/layout/orgChart1"/>
    <dgm:cxn modelId="{A00D386F-CADD-4DFA-A7D6-ADD8FCE1D765}" type="presParOf" srcId="{1E55FC0B-5450-4314-884D-D822C25F371A}" destId="{78EABFE3-E3C9-4E93-AD47-F3D775D3816A}" srcOrd="4" destOrd="0" presId="urn:microsoft.com/office/officeart/2005/8/layout/orgChart1"/>
    <dgm:cxn modelId="{BF618144-8F49-48D8-ABD8-A76E00983F5D}" type="presParOf" srcId="{1E55FC0B-5450-4314-884D-D822C25F371A}" destId="{DE9A9A66-C2B7-41A0-ABAE-90C5FAC2FA50}" srcOrd="5" destOrd="0" presId="urn:microsoft.com/office/officeart/2005/8/layout/orgChart1"/>
    <dgm:cxn modelId="{0CDAA2AC-4E98-459D-8A5F-20C6EFEA58D0}" type="presParOf" srcId="{DE9A9A66-C2B7-41A0-ABAE-90C5FAC2FA50}" destId="{53A55B0B-ABF3-4A03-87C9-A68382AFBFC4}" srcOrd="0" destOrd="0" presId="urn:microsoft.com/office/officeart/2005/8/layout/orgChart1"/>
    <dgm:cxn modelId="{173D9795-7B61-4BD8-A9B8-205788638E35}" type="presParOf" srcId="{53A55B0B-ABF3-4A03-87C9-A68382AFBFC4}" destId="{541BDA12-754C-4736-B77A-DD00AD3679C1}" srcOrd="0" destOrd="0" presId="urn:microsoft.com/office/officeart/2005/8/layout/orgChart1"/>
    <dgm:cxn modelId="{162B9CC6-F64C-4C25-BD96-BCD1947F317A}" type="presParOf" srcId="{53A55B0B-ABF3-4A03-87C9-A68382AFBFC4}" destId="{7CCF1B08-824B-4121-885D-F169DC113DB8}" srcOrd="1" destOrd="0" presId="urn:microsoft.com/office/officeart/2005/8/layout/orgChart1"/>
    <dgm:cxn modelId="{DDA863F9-06AA-4F7E-BD96-CCC6CEB4EB9F}" type="presParOf" srcId="{DE9A9A66-C2B7-41A0-ABAE-90C5FAC2FA50}" destId="{667F9F34-81D4-4309-9B0F-28B4EFA603D3}" srcOrd="1" destOrd="0" presId="urn:microsoft.com/office/officeart/2005/8/layout/orgChart1"/>
    <dgm:cxn modelId="{C609D056-1F08-475D-9D61-E6CF54881ED9}" type="presParOf" srcId="{DE9A9A66-C2B7-41A0-ABAE-90C5FAC2FA50}" destId="{A57F2602-46BE-45ED-8C22-B8BA754FACE0}" srcOrd="2" destOrd="0" presId="urn:microsoft.com/office/officeart/2005/8/layout/orgChart1"/>
    <dgm:cxn modelId="{0901DB52-9FE0-45A9-B1B8-5FD351A70BE6}" type="presParOf" srcId="{5BB43D9B-60AF-4653-BB73-ECEFF7566921}" destId="{0EAFF6F9-65D7-43A6-8126-42E0745CC242}" srcOrd="2" destOrd="0" presId="urn:microsoft.com/office/officeart/2005/8/layout/orgChart1"/>
    <dgm:cxn modelId="{36E0AFFB-31EF-4926-9A43-85F025C5EBB7}" type="presParOf" srcId="{F50ECBE7-A16F-4BBC-A9BC-21F05F62B96E}" destId="{D4997079-DA3F-4162-A3DD-2A3F36437641}" srcOrd="2" destOrd="0" presId="urn:microsoft.com/office/officeart/2005/8/layout/orgChart1"/>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0621A7A0-DEEA-4D3D-82D4-95BEC6FCE3CF}" type="doc">
      <dgm:prSet loTypeId="urn:microsoft.com/office/officeart/2005/8/layout/hierarchy6" loCatId="hierarchy" qsTypeId="urn:microsoft.com/office/officeart/2005/8/quickstyle/simple4" qsCatId="simple" csTypeId="urn:microsoft.com/office/officeart/2005/8/colors/colorful1" csCatId="colorful" phldr="1"/>
      <dgm:spPr/>
      <dgm:t>
        <a:bodyPr/>
        <a:lstStyle/>
        <a:p>
          <a:endParaRPr lang="en-US"/>
        </a:p>
      </dgm:t>
    </dgm:pt>
    <dgm:pt modelId="{7932B08E-E58F-4322-8BAD-9256DD69AEAE}">
      <dgm:prSet phldrT="[Text]" custT="1"/>
      <dgm:spPr/>
      <dgm:t>
        <a:bodyPr/>
        <a:lstStyle/>
        <a:p>
          <a:r>
            <a:rPr lang="en-US" sz="1400" dirty="0" smtClean="0"/>
            <a:t>Authentication</a:t>
          </a:r>
          <a:endParaRPr lang="en-US" sz="1400" dirty="0"/>
        </a:p>
      </dgm:t>
    </dgm:pt>
    <dgm:pt modelId="{2119B1D0-36FD-4C73-B623-5C9813CAF987}" type="parTrans" cxnId="{F9CE797E-281C-4719-995F-4A82C336C600}">
      <dgm:prSet/>
      <dgm:spPr/>
      <dgm:t>
        <a:bodyPr/>
        <a:lstStyle/>
        <a:p>
          <a:endParaRPr lang="en-US"/>
        </a:p>
      </dgm:t>
    </dgm:pt>
    <dgm:pt modelId="{AA574271-0B9F-48F4-8587-EB187DF1343E}" type="sibTrans" cxnId="{F9CE797E-281C-4719-995F-4A82C336C600}">
      <dgm:prSet/>
      <dgm:spPr/>
      <dgm:t>
        <a:bodyPr/>
        <a:lstStyle/>
        <a:p>
          <a:endParaRPr lang="en-US"/>
        </a:p>
      </dgm:t>
    </dgm:pt>
    <dgm:pt modelId="{A11520CB-302F-4151-94DE-1D40081BBE0C}">
      <dgm:prSet phldrT="[Text]" custT="1"/>
      <dgm:spPr/>
      <dgm:t>
        <a:bodyPr/>
        <a:lstStyle/>
        <a:p>
          <a:r>
            <a:rPr lang="en-US" sz="1400" dirty="0" smtClean="0"/>
            <a:t>Account creation</a:t>
          </a:r>
          <a:endParaRPr lang="en-US" sz="1400" dirty="0"/>
        </a:p>
      </dgm:t>
    </dgm:pt>
    <dgm:pt modelId="{AACA1FE6-8A2A-4CC4-A176-49F0A49F4139}" type="parTrans" cxnId="{68566C30-3F95-45A1-8E3C-82F7CC9CB5DE}">
      <dgm:prSet/>
      <dgm:spPr/>
      <dgm:t>
        <a:bodyPr/>
        <a:lstStyle/>
        <a:p>
          <a:endParaRPr lang="en-US" dirty="0"/>
        </a:p>
      </dgm:t>
    </dgm:pt>
    <dgm:pt modelId="{9A910B98-CC3A-43F2-B33D-CEE43129A826}" type="sibTrans" cxnId="{68566C30-3F95-45A1-8E3C-82F7CC9CB5DE}">
      <dgm:prSet/>
      <dgm:spPr/>
      <dgm:t>
        <a:bodyPr/>
        <a:lstStyle/>
        <a:p>
          <a:endParaRPr lang="en-US"/>
        </a:p>
      </dgm:t>
    </dgm:pt>
    <dgm:pt modelId="{983C965A-BC84-4AE8-9FED-7452A0BBF2DF}">
      <dgm:prSet phldrT="[Text]" custT="1"/>
      <dgm:spPr/>
      <dgm:t>
        <a:bodyPr/>
        <a:lstStyle/>
        <a:p>
          <a:r>
            <a:rPr lang="en-US" sz="1400" dirty="0" smtClean="0"/>
            <a:t>Email/Password</a:t>
          </a:r>
          <a:endParaRPr lang="en-US" sz="1400" dirty="0"/>
        </a:p>
      </dgm:t>
    </dgm:pt>
    <dgm:pt modelId="{5237CC27-8903-4EF2-AF40-2D761491C0DD}" type="parTrans" cxnId="{8CD47E73-87A8-4CA6-80DA-28C53FE84995}">
      <dgm:prSet/>
      <dgm:spPr/>
      <dgm:t>
        <a:bodyPr/>
        <a:lstStyle/>
        <a:p>
          <a:endParaRPr lang="en-US" dirty="0"/>
        </a:p>
      </dgm:t>
    </dgm:pt>
    <dgm:pt modelId="{FCD02D9E-E5D3-4A1E-BB29-35E5790D4483}" type="sibTrans" cxnId="{8CD47E73-87A8-4CA6-80DA-28C53FE84995}">
      <dgm:prSet/>
      <dgm:spPr/>
      <dgm:t>
        <a:bodyPr/>
        <a:lstStyle/>
        <a:p>
          <a:endParaRPr lang="en-US"/>
        </a:p>
      </dgm:t>
    </dgm:pt>
    <dgm:pt modelId="{75B06495-A44E-4349-947F-9B36C4A8B394}">
      <dgm:prSet phldrT="[Text]" custT="1"/>
      <dgm:spPr/>
      <dgm:t>
        <a:bodyPr/>
        <a:lstStyle/>
        <a:p>
          <a:r>
            <a:rPr lang="en-US" sz="1400" dirty="0" smtClean="0"/>
            <a:t>Social account</a:t>
          </a:r>
          <a:endParaRPr lang="en-US" sz="1400" dirty="0"/>
        </a:p>
      </dgm:t>
    </dgm:pt>
    <dgm:pt modelId="{0362901F-1EDC-430C-908B-76089375F604}" type="parTrans" cxnId="{26BA3AB4-6D44-4B40-8D26-AE36CFCDD9C0}">
      <dgm:prSet/>
      <dgm:spPr/>
      <dgm:t>
        <a:bodyPr/>
        <a:lstStyle/>
        <a:p>
          <a:endParaRPr lang="en-US" dirty="0"/>
        </a:p>
      </dgm:t>
    </dgm:pt>
    <dgm:pt modelId="{7703CC89-957F-4F2A-935C-6C4563AEF3A4}" type="sibTrans" cxnId="{26BA3AB4-6D44-4B40-8D26-AE36CFCDD9C0}">
      <dgm:prSet/>
      <dgm:spPr/>
      <dgm:t>
        <a:bodyPr/>
        <a:lstStyle/>
        <a:p>
          <a:endParaRPr lang="en-US"/>
        </a:p>
      </dgm:t>
    </dgm:pt>
    <dgm:pt modelId="{C5CA1692-1926-4A8D-9AAF-99B47205F84B}">
      <dgm:prSet phldrT="[Text]" custT="1"/>
      <dgm:spPr/>
      <dgm:t>
        <a:bodyPr/>
        <a:lstStyle/>
        <a:p>
          <a:r>
            <a:rPr lang="en-US" sz="1400" dirty="0" smtClean="0"/>
            <a:t>Login</a:t>
          </a:r>
          <a:endParaRPr lang="en-US" sz="1400" dirty="0"/>
        </a:p>
      </dgm:t>
    </dgm:pt>
    <dgm:pt modelId="{2E8DA8C7-FA63-4F90-92C0-84FB16B9462F}" type="parTrans" cxnId="{B6F7FFF6-6B51-4B5B-9DB1-B50ADC27937C}">
      <dgm:prSet/>
      <dgm:spPr/>
      <dgm:t>
        <a:bodyPr/>
        <a:lstStyle/>
        <a:p>
          <a:endParaRPr lang="en-US" dirty="0"/>
        </a:p>
      </dgm:t>
    </dgm:pt>
    <dgm:pt modelId="{7CAFF3FB-076B-4312-8F6F-0740A3047D5F}" type="sibTrans" cxnId="{B6F7FFF6-6B51-4B5B-9DB1-B50ADC27937C}">
      <dgm:prSet/>
      <dgm:spPr/>
      <dgm:t>
        <a:bodyPr/>
        <a:lstStyle/>
        <a:p>
          <a:endParaRPr lang="en-US"/>
        </a:p>
      </dgm:t>
    </dgm:pt>
    <dgm:pt modelId="{431BFCBA-5D91-419E-9E30-6BF627DA7344}">
      <dgm:prSet phldrT="[Text]" custT="1"/>
      <dgm:spPr/>
      <dgm:t>
        <a:bodyPr/>
        <a:lstStyle/>
        <a:p>
          <a:r>
            <a:rPr lang="en-US" sz="1400" dirty="0" smtClean="0"/>
            <a:t>Email/Password</a:t>
          </a:r>
          <a:endParaRPr lang="en-US" sz="1400" dirty="0"/>
        </a:p>
      </dgm:t>
    </dgm:pt>
    <dgm:pt modelId="{5A274C70-9C79-429B-B9C8-2ABD42525F05}" type="parTrans" cxnId="{EDE738F5-BD98-49C0-B5C9-324BAEEAED3A}">
      <dgm:prSet/>
      <dgm:spPr/>
      <dgm:t>
        <a:bodyPr/>
        <a:lstStyle/>
        <a:p>
          <a:endParaRPr lang="en-US" dirty="0"/>
        </a:p>
      </dgm:t>
    </dgm:pt>
    <dgm:pt modelId="{C09C4405-2FEE-4A9F-B711-7047304F72FE}" type="sibTrans" cxnId="{EDE738F5-BD98-49C0-B5C9-324BAEEAED3A}">
      <dgm:prSet/>
      <dgm:spPr/>
      <dgm:t>
        <a:bodyPr/>
        <a:lstStyle/>
        <a:p>
          <a:endParaRPr lang="en-US"/>
        </a:p>
      </dgm:t>
    </dgm:pt>
    <dgm:pt modelId="{E947D4F3-A955-41CD-9AA4-84C57A807109}">
      <dgm:prSet phldrT="[Text]" custT="1"/>
      <dgm:spPr/>
      <dgm:t>
        <a:bodyPr/>
        <a:lstStyle/>
        <a:p>
          <a:r>
            <a:rPr lang="en-US" sz="2000" baseline="30000" dirty="0" smtClean="0"/>
            <a:t>1st</a:t>
          </a:r>
          <a:r>
            <a:rPr lang="en-US" sz="2000" dirty="0" smtClean="0"/>
            <a:t> round</a:t>
          </a:r>
          <a:endParaRPr lang="en-US" sz="2000" dirty="0"/>
        </a:p>
      </dgm:t>
    </dgm:pt>
    <dgm:pt modelId="{A52B587F-3B6E-4061-B1DF-D01BFA0A2FA6}" type="parTrans" cxnId="{3532A0BE-498D-4A92-926E-E55ADC3FC146}">
      <dgm:prSet/>
      <dgm:spPr/>
      <dgm:t>
        <a:bodyPr/>
        <a:lstStyle/>
        <a:p>
          <a:endParaRPr lang="en-US"/>
        </a:p>
      </dgm:t>
    </dgm:pt>
    <dgm:pt modelId="{51F03D26-38A2-450C-8D73-CCB9B4844FE7}" type="sibTrans" cxnId="{3532A0BE-498D-4A92-926E-E55ADC3FC146}">
      <dgm:prSet/>
      <dgm:spPr/>
      <dgm:t>
        <a:bodyPr/>
        <a:lstStyle/>
        <a:p>
          <a:endParaRPr lang="en-US"/>
        </a:p>
      </dgm:t>
    </dgm:pt>
    <dgm:pt modelId="{25EE1D5D-3226-4212-B5B9-AEDE10FDF925}">
      <dgm:prSet phldrT="[Text]" custT="1"/>
      <dgm:spPr/>
      <dgm:t>
        <a:bodyPr/>
        <a:lstStyle/>
        <a:p>
          <a:r>
            <a:rPr lang="en-US" sz="2000" dirty="0" smtClean="0"/>
            <a:t>2</a:t>
          </a:r>
          <a:r>
            <a:rPr lang="en-US" sz="2000" baseline="30000" dirty="0" smtClean="0"/>
            <a:t>nd</a:t>
          </a:r>
          <a:r>
            <a:rPr lang="en-US" sz="2000" dirty="0" smtClean="0"/>
            <a:t> round</a:t>
          </a:r>
          <a:endParaRPr lang="en-US" sz="2000" dirty="0"/>
        </a:p>
      </dgm:t>
    </dgm:pt>
    <dgm:pt modelId="{20976796-D0F5-44C8-82FD-CB41B7142666}" type="parTrans" cxnId="{78F318CB-CC3E-4E0B-895B-25BB931DE417}">
      <dgm:prSet/>
      <dgm:spPr/>
      <dgm:t>
        <a:bodyPr/>
        <a:lstStyle/>
        <a:p>
          <a:endParaRPr lang="en-US"/>
        </a:p>
      </dgm:t>
    </dgm:pt>
    <dgm:pt modelId="{9A06A82C-4F39-4467-A1A6-46BCA14F96D5}" type="sibTrans" cxnId="{78F318CB-CC3E-4E0B-895B-25BB931DE417}">
      <dgm:prSet/>
      <dgm:spPr/>
      <dgm:t>
        <a:bodyPr/>
        <a:lstStyle/>
        <a:p>
          <a:endParaRPr lang="en-US"/>
        </a:p>
      </dgm:t>
    </dgm:pt>
    <dgm:pt modelId="{90D8C875-1F52-46B6-8619-2598B02EE191}">
      <dgm:prSet phldrT="[Text]" custT="1"/>
      <dgm:spPr/>
      <dgm:t>
        <a:bodyPr/>
        <a:lstStyle/>
        <a:p>
          <a:r>
            <a:rPr lang="en-US" sz="2000" baseline="30000" dirty="0" smtClean="0"/>
            <a:t>3rd</a:t>
          </a:r>
          <a:r>
            <a:rPr lang="en-US" sz="2000" dirty="0" smtClean="0"/>
            <a:t> round</a:t>
          </a:r>
          <a:endParaRPr lang="en-US" sz="2000" dirty="0"/>
        </a:p>
      </dgm:t>
    </dgm:pt>
    <dgm:pt modelId="{4619AFE0-3C64-4111-A66D-EFA36DB0ECA2}" type="parTrans" cxnId="{AFCEDE9D-B7C2-45A6-A88F-BA61D32974E4}">
      <dgm:prSet/>
      <dgm:spPr/>
      <dgm:t>
        <a:bodyPr/>
        <a:lstStyle/>
        <a:p>
          <a:endParaRPr lang="en-US"/>
        </a:p>
      </dgm:t>
    </dgm:pt>
    <dgm:pt modelId="{AA3685CD-0F3E-47A4-9AA2-7464E8298BC2}" type="sibTrans" cxnId="{AFCEDE9D-B7C2-45A6-A88F-BA61D32974E4}">
      <dgm:prSet/>
      <dgm:spPr/>
      <dgm:t>
        <a:bodyPr/>
        <a:lstStyle/>
        <a:p>
          <a:endParaRPr lang="en-US"/>
        </a:p>
      </dgm:t>
    </dgm:pt>
    <dgm:pt modelId="{B1CE1B0B-7AEE-4579-B4C4-6241605848BC}">
      <dgm:prSet phldrT="[Text]" custT="1"/>
      <dgm:spPr/>
      <dgm:t>
        <a:bodyPr/>
        <a:lstStyle/>
        <a:p>
          <a:r>
            <a:rPr lang="en-US" sz="1400" dirty="0" smtClean="0"/>
            <a:t>SSO</a:t>
          </a:r>
          <a:endParaRPr lang="en-US" sz="1400" dirty="0"/>
        </a:p>
      </dgm:t>
    </dgm:pt>
    <dgm:pt modelId="{059D8DDA-836E-4CB0-A7E0-34DC937865B1}" type="parTrans" cxnId="{93156BB7-81CE-41F3-A508-46D597B7ED81}">
      <dgm:prSet/>
      <dgm:spPr/>
      <dgm:t>
        <a:bodyPr/>
        <a:lstStyle/>
        <a:p>
          <a:endParaRPr lang="en-US" dirty="0"/>
        </a:p>
      </dgm:t>
    </dgm:pt>
    <dgm:pt modelId="{871593D1-8B62-481A-A161-A52668C44842}" type="sibTrans" cxnId="{93156BB7-81CE-41F3-A508-46D597B7ED81}">
      <dgm:prSet/>
      <dgm:spPr/>
      <dgm:t>
        <a:bodyPr/>
        <a:lstStyle/>
        <a:p>
          <a:endParaRPr lang="en-US"/>
        </a:p>
      </dgm:t>
    </dgm:pt>
    <dgm:pt modelId="{28777187-EF1E-41FA-800E-CB22150AD08A}">
      <dgm:prSet phldrT="[Text]" custT="1"/>
      <dgm:spPr/>
      <dgm:t>
        <a:bodyPr/>
        <a:lstStyle/>
        <a:p>
          <a:r>
            <a:rPr lang="en-US" sz="2000" dirty="0" smtClean="0"/>
            <a:t>...</a:t>
          </a:r>
          <a:endParaRPr lang="en-US" sz="2000" dirty="0"/>
        </a:p>
      </dgm:t>
    </dgm:pt>
    <dgm:pt modelId="{7ABAB2C7-FFA2-4108-BAE6-BBDE1128AEB7}" type="parTrans" cxnId="{332D55C3-9338-483F-8145-B409F6ABB363}">
      <dgm:prSet/>
      <dgm:spPr/>
      <dgm:t>
        <a:bodyPr/>
        <a:lstStyle/>
        <a:p>
          <a:endParaRPr lang="en-US"/>
        </a:p>
      </dgm:t>
    </dgm:pt>
    <dgm:pt modelId="{356AD7B0-40C4-4596-9D19-6C456556964C}" type="sibTrans" cxnId="{332D55C3-9338-483F-8145-B409F6ABB363}">
      <dgm:prSet/>
      <dgm:spPr/>
      <dgm:t>
        <a:bodyPr/>
        <a:lstStyle/>
        <a:p>
          <a:endParaRPr lang="en-US"/>
        </a:p>
      </dgm:t>
    </dgm:pt>
    <dgm:pt modelId="{4716609A-C5D0-4C9D-A418-72B1A2747314}" type="pres">
      <dgm:prSet presAssocID="{0621A7A0-DEEA-4D3D-82D4-95BEC6FCE3CF}" presName="mainComposite" presStyleCnt="0">
        <dgm:presLayoutVars>
          <dgm:chPref val="1"/>
          <dgm:dir/>
          <dgm:animOne val="branch"/>
          <dgm:animLvl val="lvl"/>
          <dgm:resizeHandles val="exact"/>
        </dgm:presLayoutVars>
      </dgm:prSet>
      <dgm:spPr/>
      <dgm:t>
        <a:bodyPr/>
        <a:lstStyle/>
        <a:p>
          <a:endParaRPr lang="en-US"/>
        </a:p>
      </dgm:t>
    </dgm:pt>
    <dgm:pt modelId="{2A2FA3B0-BCFB-4DE5-84C3-E2F3A287D272}" type="pres">
      <dgm:prSet presAssocID="{0621A7A0-DEEA-4D3D-82D4-95BEC6FCE3CF}" presName="hierFlow" presStyleCnt="0"/>
      <dgm:spPr/>
      <dgm:t>
        <a:bodyPr/>
        <a:lstStyle/>
        <a:p>
          <a:endParaRPr lang="en-US"/>
        </a:p>
      </dgm:t>
    </dgm:pt>
    <dgm:pt modelId="{505BE862-2ACC-4B9C-9953-3BE89F85C9BD}" type="pres">
      <dgm:prSet presAssocID="{0621A7A0-DEEA-4D3D-82D4-95BEC6FCE3CF}" presName="firstBuf" presStyleCnt="0"/>
      <dgm:spPr/>
      <dgm:t>
        <a:bodyPr/>
        <a:lstStyle/>
        <a:p>
          <a:endParaRPr lang="en-US"/>
        </a:p>
      </dgm:t>
    </dgm:pt>
    <dgm:pt modelId="{CEFD321E-C9A4-46BB-96EE-71B834191C9D}" type="pres">
      <dgm:prSet presAssocID="{0621A7A0-DEEA-4D3D-82D4-95BEC6FCE3CF}" presName="hierChild1" presStyleCnt="0">
        <dgm:presLayoutVars>
          <dgm:chPref val="1"/>
          <dgm:animOne val="branch"/>
          <dgm:animLvl val="lvl"/>
        </dgm:presLayoutVars>
      </dgm:prSet>
      <dgm:spPr/>
      <dgm:t>
        <a:bodyPr/>
        <a:lstStyle/>
        <a:p>
          <a:endParaRPr lang="en-US"/>
        </a:p>
      </dgm:t>
    </dgm:pt>
    <dgm:pt modelId="{9EB78288-AFF3-4A5C-8F5B-3E592D84B250}" type="pres">
      <dgm:prSet presAssocID="{7932B08E-E58F-4322-8BAD-9256DD69AEAE}" presName="Name14" presStyleCnt="0"/>
      <dgm:spPr/>
      <dgm:t>
        <a:bodyPr/>
        <a:lstStyle/>
        <a:p>
          <a:endParaRPr lang="en-US"/>
        </a:p>
      </dgm:t>
    </dgm:pt>
    <dgm:pt modelId="{F1B12CC0-3927-4134-91AC-233389532FE3}" type="pres">
      <dgm:prSet presAssocID="{7932B08E-E58F-4322-8BAD-9256DD69AEAE}" presName="level1Shape" presStyleLbl="node0" presStyleIdx="0" presStyleCnt="1" custScaleX="161113">
        <dgm:presLayoutVars>
          <dgm:chPref val="3"/>
        </dgm:presLayoutVars>
      </dgm:prSet>
      <dgm:spPr/>
      <dgm:t>
        <a:bodyPr/>
        <a:lstStyle/>
        <a:p>
          <a:endParaRPr lang="en-US"/>
        </a:p>
      </dgm:t>
    </dgm:pt>
    <dgm:pt modelId="{F20AFC54-3EBC-4466-B4F1-BAC5849CB3B6}" type="pres">
      <dgm:prSet presAssocID="{7932B08E-E58F-4322-8BAD-9256DD69AEAE}" presName="hierChild2" presStyleCnt="0"/>
      <dgm:spPr/>
      <dgm:t>
        <a:bodyPr/>
        <a:lstStyle/>
        <a:p>
          <a:endParaRPr lang="en-US"/>
        </a:p>
      </dgm:t>
    </dgm:pt>
    <dgm:pt modelId="{2E7C2698-4BF0-419D-A86C-12CEE1468059}" type="pres">
      <dgm:prSet presAssocID="{AACA1FE6-8A2A-4CC4-A176-49F0A49F4139}" presName="Name19" presStyleLbl="parChTrans1D2" presStyleIdx="0" presStyleCnt="2"/>
      <dgm:spPr/>
      <dgm:t>
        <a:bodyPr/>
        <a:lstStyle/>
        <a:p>
          <a:endParaRPr lang="en-US"/>
        </a:p>
      </dgm:t>
    </dgm:pt>
    <dgm:pt modelId="{3B1B55CE-8BB7-469C-BAD9-3E7B5B7880A5}" type="pres">
      <dgm:prSet presAssocID="{A11520CB-302F-4151-94DE-1D40081BBE0C}" presName="Name21" presStyleCnt="0"/>
      <dgm:spPr/>
      <dgm:t>
        <a:bodyPr/>
        <a:lstStyle/>
        <a:p>
          <a:endParaRPr lang="en-US"/>
        </a:p>
      </dgm:t>
    </dgm:pt>
    <dgm:pt modelId="{F2F39512-8C18-4501-A429-7A8CC298A459}" type="pres">
      <dgm:prSet presAssocID="{A11520CB-302F-4151-94DE-1D40081BBE0C}" presName="level2Shape" presStyleLbl="node2" presStyleIdx="0" presStyleCnt="2"/>
      <dgm:spPr/>
      <dgm:t>
        <a:bodyPr/>
        <a:lstStyle/>
        <a:p>
          <a:endParaRPr lang="en-US"/>
        </a:p>
      </dgm:t>
    </dgm:pt>
    <dgm:pt modelId="{B57242CF-37B3-43BF-8A8F-2DD53E17849E}" type="pres">
      <dgm:prSet presAssocID="{A11520CB-302F-4151-94DE-1D40081BBE0C}" presName="hierChild3" presStyleCnt="0"/>
      <dgm:spPr/>
      <dgm:t>
        <a:bodyPr/>
        <a:lstStyle/>
        <a:p>
          <a:endParaRPr lang="en-US"/>
        </a:p>
      </dgm:t>
    </dgm:pt>
    <dgm:pt modelId="{C4DFADC8-0712-4849-A013-8B44CE29B4D1}" type="pres">
      <dgm:prSet presAssocID="{5237CC27-8903-4EF2-AF40-2D761491C0DD}" presName="Name19" presStyleLbl="parChTrans1D3" presStyleIdx="0" presStyleCnt="4"/>
      <dgm:spPr/>
      <dgm:t>
        <a:bodyPr/>
        <a:lstStyle/>
        <a:p>
          <a:endParaRPr lang="en-US"/>
        </a:p>
      </dgm:t>
    </dgm:pt>
    <dgm:pt modelId="{8428F00A-F3C5-4289-B5FD-FE3AD57089BF}" type="pres">
      <dgm:prSet presAssocID="{983C965A-BC84-4AE8-9FED-7452A0BBF2DF}" presName="Name21" presStyleCnt="0"/>
      <dgm:spPr/>
      <dgm:t>
        <a:bodyPr/>
        <a:lstStyle/>
        <a:p>
          <a:endParaRPr lang="en-US"/>
        </a:p>
      </dgm:t>
    </dgm:pt>
    <dgm:pt modelId="{87203BB6-6345-4821-9EB4-3F0E3F76AA7E}" type="pres">
      <dgm:prSet presAssocID="{983C965A-BC84-4AE8-9FED-7452A0BBF2DF}" presName="level2Shape" presStyleLbl="node3" presStyleIdx="0" presStyleCnt="4" custScaleX="161098"/>
      <dgm:spPr/>
      <dgm:t>
        <a:bodyPr/>
        <a:lstStyle/>
        <a:p>
          <a:endParaRPr lang="en-US"/>
        </a:p>
      </dgm:t>
    </dgm:pt>
    <dgm:pt modelId="{D2172079-38EF-4457-81F4-EDC26D8E50A8}" type="pres">
      <dgm:prSet presAssocID="{983C965A-BC84-4AE8-9FED-7452A0BBF2DF}" presName="hierChild3" presStyleCnt="0"/>
      <dgm:spPr/>
      <dgm:t>
        <a:bodyPr/>
        <a:lstStyle/>
        <a:p>
          <a:endParaRPr lang="en-US"/>
        </a:p>
      </dgm:t>
    </dgm:pt>
    <dgm:pt modelId="{9B0DC979-810B-4906-A539-FFEC881C8A17}" type="pres">
      <dgm:prSet presAssocID="{0362901F-1EDC-430C-908B-76089375F604}" presName="Name19" presStyleLbl="parChTrans1D3" presStyleIdx="1" presStyleCnt="4"/>
      <dgm:spPr/>
      <dgm:t>
        <a:bodyPr/>
        <a:lstStyle/>
        <a:p>
          <a:endParaRPr lang="en-US"/>
        </a:p>
      </dgm:t>
    </dgm:pt>
    <dgm:pt modelId="{C3600264-3E83-48EF-A7E0-E9EA43FD9472}" type="pres">
      <dgm:prSet presAssocID="{75B06495-A44E-4349-947F-9B36C4A8B394}" presName="Name21" presStyleCnt="0"/>
      <dgm:spPr/>
      <dgm:t>
        <a:bodyPr/>
        <a:lstStyle/>
        <a:p>
          <a:endParaRPr lang="en-US"/>
        </a:p>
      </dgm:t>
    </dgm:pt>
    <dgm:pt modelId="{ED513B0F-E2A3-478E-86F2-73C9091009EF}" type="pres">
      <dgm:prSet presAssocID="{75B06495-A44E-4349-947F-9B36C4A8B394}" presName="level2Shape" presStyleLbl="node3" presStyleIdx="1" presStyleCnt="4" custScaleX="167374"/>
      <dgm:spPr/>
      <dgm:t>
        <a:bodyPr/>
        <a:lstStyle/>
        <a:p>
          <a:endParaRPr lang="en-US"/>
        </a:p>
      </dgm:t>
    </dgm:pt>
    <dgm:pt modelId="{9118070D-0787-46BB-BCDE-0FD52BDF032F}" type="pres">
      <dgm:prSet presAssocID="{75B06495-A44E-4349-947F-9B36C4A8B394}" presName="hierChild3" presStyleCnt="0"/>
      <dgm:spPr/>
      <dgm:t>
        <a:bodyPr/>
        <a:lstStyle/>
        <a:p>
          <a:endParaRPr lang="en-US"/>
        </a:p>
      </dgm:t>
    </dgm:pt>
    <dgm:pt modelId="{B93E287B-2244-42E6-8DB9-A37E4E1DA0AD}" type="pres">
      <dgm:prSet presAssocID="{2E8DA8C7-FA63-4F90-92C0-84FB16B9462F}" presName="Name19" presStyleLbl="parChTrans1D2" presStyleIdx="1" presStyleCnt="2"/>
      <dgm:spPr/>
      <dgm:t>
        <a:bodyPr/>
        <a:lstStyle/>
        <a:p>
          <a:endParaRPr lang="en-US"/>
        </a:p>
      </dgm:t>
    </dgm:pt>
    <dgm:pt modelId="{8B27C2A8-37F7-42D0-9FDE-73A1728303C9}" type="pres">
      <dgm:prSet presAssocID="{C5CA1692-1926-4A8D-9AAF-99B47205F84B}" presName="Name21" presStyleCnt="0"/>
      <dgm:spPr/>
      <dgm:t>
        <a:bodyPr/>
        <a:lstStyle/>
        <a:p>
          <a:endParaRPr lang="en-US"/>
        </a:p>
      </dgm:t>
    </dgm:pt>
    <dgm:pt modelId="{C90E866F-8F93-46F1-B8F3-ACB198E574F3}" type="pres">
      <dgm:prSet presAssocID="{C5CA1692-1926-4A8D-9AAF-99B47205F84B}" presName="level2Shape" presStyleLbl="node2" presStyleIdx="1" presStyleCnt="2"/>
      <dgm:spPr/>
      <dgm:t>
        <a:bodyPr/>
        <a:lstStyle/>
        <a:p>
          <a:endParaRPr lang="en-US"/>
        </a:p>
      </dgm:t>
    </dgm:pt>
    <dgm:pt modelId="{9242307D-8875-45AD-A308-8BD7E9636E04}" type="pres">
      <dgm:prSet presAssocID="{C5CA1692-1926-4A8D-9AAF-99B47205F84B}" presName="hierChild3" presStyleCnt="0"/>
      <dgm:spPr/>
      <dgm:t>
        <a:bodyPr/>
        <a:lstStyle/>
        <a:p>
          <a:endParaRPr lang="en-US"/>
        </a:p>
      </dgm:t>
    </dgm:pt>
    <dgm:pt modelId="{FD54E68B-6ACC-4BBB-B274-1E1256744421}" type="pres">
      <dgm:prSet presAssocID="{5A274C70-9C79-429B-B9C8-2ABD42525F05}" presName="Name19" presStyleLbl="parChTrans1D3" presStyleIdx="2" presStyleCnt="4"/>
      <dgm:spPr/>
      <dgm:t>
        <a:bodyPr/>
        <a:lstStyle/>
        <a:p>
          <a:endParaRPr lang="en-US"/>
        </a:p>
      </dgm:t>
    </dgm:pt>
    <dgm:pt modelId="{60EAE77C-4859-4E6E-8C8C-699E6DF857E9}" type="pres">
      <dgm:prSet presAssocID="{431BFCBA-5D91-419E-9E30-6BF627DA7344}" presName="Name21" presStyleCnt="0"/>
      <dgm:spPr/>
      <dgm:t>
        <a:bodyPr/>
        <a:lstStyle/>
        <a:p>
          <a:endParaRPr lang="en-US"/>
        </a:p>
      </dgm:t>
    </dgm:pt>
    <dgm:pt modelId="{A25CE83E-DCA2-4C47-B225-027371B21469}" type="pres">
      <dgm:prSet presAssocID="{431BFCBA-5D91-419E-9E30-6BF627DA7344}" presName="level2Shape" presStyleLbl="node3" presStyleIdx="2" presStyleCnt="4" custScaleX="159875" custLinFactNeighborX="-1842" custLinFactNeighborY="2730"/>
      <dgm:spPr/>
      <dgm:t>
        <a:bodyPr/>
        <a:lstStyle/>
        <a:p>
          <a:endParaRPr lang="en-US"/>
        </a:p>
      </dgm:t>
    </dgm:pt>
    <dgm:pt modelId="{0E00A335-B4BC-4E55-A9E8-2F7DDFE80C37}" type="pres">
      <dgm:prSet presAssocID="{431BFCBA-5D91-419E-9E30-6BF627DA7344}" presName="hierChild3" presStyleCnt="0"/>
      <dgm:spPr/>
      <dgm:t>
        <a:bodyPr/>
        <a:lstStyle/>
        <a:p>
          <a:endParaRPr lang="en-US"/>
        </a:p>
      </dgm:t>
    </dgm:pt>
    <dgm:pt modelId="{CD925F9A-4CA3-4CA3-964A-1C5D58903899}" type="pres">
      <dgm:prSet presAssocID="{059D8DDA-836E-4CB0-A7E0-34DC937865B1}" presName="Name19" presStyleLbl="parChTrans1D3" presStyleIdx="3" presStyleCnt="4"/>
      <dgm:spPr/>
      <dgm:t>
        <a:bodyPr/>
        <a:lstStyle/>
        <a:p>
          <a:endParaRPr lang="en-US"/>
        </a:p>
      </dgm:t>
    </dgm:pt>
    <dgm:pt modelId="{D3D403CF-2EF8-44C3-A428-3F3FBA9DC424}" type="pres">
      <dgm:prSet presAssocID="{B1CE1B0B-7AEE-4579-B4C4-6241605848BC}" presName="Name21" presStyleCnt="0"/>
      <dgm:spPr/>
      <dgm:t>
        <a:bodyPr/>
        <a:lstStyle/>
        <a:p>
          <a:endParaRPr lang="en-US"/>
        </a:p>
      </dgm:t>
    </dgm:pt>
    <dgm:pt modelId="{DBC07BEF-1F3A-4C8A-8E55-22D024DF89D2}" type="pres">
      <dgm:prSet presAssocID="{B1CE1B0B-7AEE-4579-B4C4-6241605848BC}" presName="level2Shape" presStyleLbl="node3" presStyleIdx="3" presStyleCnt="4"/>
      <dgm:spPr/>
      <dgm:t>
        <a:bodyPr/>
        <a:lstStyle/>
        <a:p>
          <a:endParaRPr lang="en-US"/>
        </a:p>
      </dgm:t>
    </dgm:pt>
    <dgm:pt modelId="{7EAD5412-2356-4540-AF82-141C1548E64B}" type="pres">
      <dgm:prSet presAssocID="{B1CE1B0B-7AEE-4579-B4C4-6241605848BC}" presName="hierChild3" presStyleCnt="0"/>
      <dgm:spPr/>
      <dgm:t>
        <a:bodyPr/>
        <a:lstStyle/>
        <a:p>
          <a:endParaRPr lang="en-US"/>
        </a:p>
      </dgm:t>
    </dgm:pt>
    <dgm:pt modelId="{CB4F304C-244E-4251-9524-5D6490EAA5F2}" type="pres">
      <dgm:prSet presAssocID="{0621A7A0-DEEA-4D3D-82D4-95BEC6FCE3CF}" presName="bgShapesFlow" presStyleCnt="0"/>
      <dgm:spPr/>
      <dgm:t>
        <a:bodyPr/>
        <a:lstStyle/>
        <a:p>
          <a:endParaRPr lang="en-US"/>
        </a:p>
      </dgm:t>
    </dgm:pt>
    <dgm:pt modelId="{E8B46CA3-CCF5-4AFC-8482-6DA635A77F26}" type="pres">
      <dgm:prSet presAssocID="{E947D4F3-A955-41CD-9AA4-84C57A807109}" presName="rectComp" presStyleCnt="0"/>
      <dgm:spPr/>
      <dgm:t>
        <a:bodyPr/>
        <a:lstStyle/>
        <a:p>
          <a:endParaRPr lang="en-US"/>
        </a:p>
      </dgm:t>
    </dgm:pt>
    <dgm:pt modelId="{08212DDC-9DCA-4DD1-B2C8-742FCB2A41A7}" type="pres">
      <dgm:prSet presAssocID="{E947D4F3-A955-41CD-9AA4-84C57A807109}" presName="bgRect" presStyleLbl="bgShp" presStyleIdx="0" presStyleCnt="4" custLinFactNeighborX="909"/>
      <dgm:spPr/>
      <dgm:t>
        <a:bodyPr/>
        <a:lstStyle/>
        <a:p>
          <a:endParaRPr lang="en-US"/>
        </a:p>
      </dgm:t>
    </dgm:pt>
    <dgm:pt modelId="{8F9A2995-8806-43BD-BDCF-CF58159026BF}" type="pres">
      <dgm:prSet presAssocID="{E947D4F3-A955-41CD-9AA4-84C57A807109}" presName="bgRectTx" presStyleLbl="bgShp" presStyleIdx="0" presStyleCnt="4">
        <dgm:presLayoutVars>
          <dgm:bulletEnabled val="1"/>
        </dgm:presLayoutVars>
      </dgm:prSet>
      <dgm:spPr/>
      <dgm:t>
        <a:bodyPr/>
        <a:lstStyle/>
        <a:p>
          <a:endParaRPr lang="en-US"/>
        </a:p>
      </dgm:t>
    </dgm:pt>
    <dgm:pt modelId="{495ED842-5F44-4D6C-A81E-9ACAE8DEFCD9}" type="pres">
      <dgm:prSet presAssocID="{E947D4F3-A955-41CD-9AA4-84C57A807109}" presName="spComp" presStyleCnt="0"/>
      <dgm:spPr/>
      <dgm:t>
        <a:bodyPr/>
        <a:lstStyle/>
        <a:p>
          <a:endParaRPr lang="en-US"/>
        </a:p>
      </dgm:t>
    </dgm:pt>
    <dgm:pt modelId="{12909A36-D18F-4C43-ACAC-1A4515DEC449}" type="pres">
      <dgm:prSet presAssocID="{E947D4F3-A955-41CD-9AA4-84C57A807109}" presName="vSp" presStyleCnt="0"/>
      <dgm:spPr/>
      <dgm:t>
        <a:bodyPr/>
        <a:lstStyle/>
        <a:p>
          <a:endParaRPr lang="en-US"/>
        </a:p>
      </dgm:t>
    </dgm:pt>
    <dgm:pt modelId="{F963958F-ADDD-4039-90A5-774ED09A114B}" type="pres">
      <dgm:prSet presAssocID="{25EE1D5D-3226-4212-B5B9-AEDE10FDF925}" presName="rectComp" presStyleCnt="0"/>
      <dgm:spPr/>
      <dgm:t>
        <a:bodyPr/>
        <a:lstStyle/>
        <a:p>
          <a:endParaRPr lang="en-US"/>
        </a:p>
      </dgm:t>
    </dgm:pt>
    <dgm:pt modelId="{437FD549-4F05-40D4-95C9-21AECC3179E9}" type="pres">
      <dgm:prSet presAssocID="{25EE1D5D-3226-4212-B5B9-AEDE10FDF925}" presName="bgRect" presStyleLbl="bgShp" presStyleIdx="1" presStyleCnt="4" custLinFactNeighborX="1250" custLinFactNeighborY="5843"/>
      <dgm:spPr/>
      <dgm:t>
        <a:bodyPr/>
        <a:lstStyle/>
        <a:p>
          <a:endParaRPr lang="en-US"/>
        </a:p>
      </dgm:t>
    </dgm:pt>
    <dgm:pt modelId="{E11CE299-AF3D-44C3-B215-5B1D752BA00B}" type="pres">
      <dgm:prSet presAssocID="{25EE1D5D-3226-4212-B5B9-AEDE10FDF925}" presName="bgRectTx" presStyleLbl="bgShp" presStyleIdx="1" presStyleCnt="4">
        <dgm:presLayoutVars>
          <dgm:bulletEnabled val="1"/>
        </dgm:presLayoutVars>
      </dgm:prSet>
      <dgm:spPr/>
      <dgm:t>
        <a:bodyPr/>
        <a:lstStyle/>
        <a:p>
          <a:endParaRPr lang="en-US"/>
        </a:p>
      </dgm:t>
    </dgm:pt>
    <dgm:pt modelId="{779E3C9A-7EA9-41A4-BC04-7E1824DA66E5}" type="pres">
      <dgm:prSet presAssocID="{25EE1D5D-3226-4212-B5B9-AEDE10FDF925}" presName="spComp" presStyleCnt="0"/>
      <dgm:spPr/>
      <dgm:t>
        <a:bodyPr/>
        <a:lstStyle/>
        <a:p>
          <a:endParaRPr lang="en-US"/>
        </a:p>
      </dgm:t>
    </dgm:pt>
    <dgm:pt modelId="{2C2BB6D6-98AC-4F58-8BC3-5EF77F32450F}" type="pres">
      <dgm:prSet presAssocID="{25EE1D5D-3226-4212-B5B9-AEDE10FDF925}" presName="vSp" presStyleCnt="0"/>
      <dgm:spPr/>
      <dgm:t>
        <a:bodyPr/>
        <a:lstStyle/>
        <a:p>
          <a:endParaRPr lang="en-US"/>
        </a:p>
      </dgm:t>
    </dgm:pt>
    <dgm:pt modelId="{BBA3CCB3-76D0-491D-8F13-945FFB079ABC}" type="pres">
      <dgm:prSet presAssocID="{90D8C875-1F52-46B6-8619-2598B02EE191}" presName="rectComp" presStyleCnt="0"/>
      <dgm:spPr/>
      <dgm:t>
        <a:bodyPr/>
        <a:lstStyle/>
        <a:p>
          <a:endParaRPr lang="en-US"/>
        </a:p>
      </dgm:t>
    </dgm:pt>
    <dgm:pt modelId="{05D43A14-DDB4-459A-B0B8-5F38926A13F2}" type="pres">
      <dgm:prSet presAssocID="{90D8C875-1F52-46B6-8619-2598B02EE191}" presName="bgRect" presStyleLbl="bgShp" presStyleIdx="2" presStyleCnt="4"/>
      <dgm:spPr/>
      <dgm:t>
        <a:bodyPr/>
        <a:lstStyle/>
        <a:p>
          <a:endParaRPr lang="en-US"/>
        </a:p>
      </dgm:t>
    </dgm:pt>
    <dgm:pt modelId="{779F462C-4E35-447D-8164-E126EDF351AF}" type="pres">
      <dgm:prSet presAssocID="{90D8C875-1F52-46B6-8619-2598B02EE191}" presName="bgRectTx" presStyleLbl="bgShp" presStyleIdx="2" presStyleCnt="4">
        <dgm:presLayoutVars>
          <dgm:bulletEnabled val="1"/>
        </dgm:presLayoutVars>
      </dgm:prSet>
      <dgm:spPr/>
      <dgm:t>
        <a:bodyPr/>
        <a:lstStyle/>
        <a:p>
          <a:endParaRPr lang="en-US"/>
        </a:p>
      </dgm:t>
    </dgm:pt>
    <dgm:pt modelId="{FBEBEE3E-6B68-4DC0-B390-13BAE2CE6497}" type="pres">
      <dgm:prSet presAssocID="{90D8C875-1F52-46B6-8619-2598B02EE191}" presName="spComp" presStyleCnt="0"/>
      <dgm:spPr/>
      <dgm:t>
        <a:bodyPr/>
        <a:lstStyle/>
        <a:p>
          <a:endParaRPr lang="en-US"/>
        </a:p>
      </dgm:t>
    </dgm:pt>
    <dgm:pt modelId="{574701AF-2BFA-4EC0-85FF-CD1BF7D16F31}" type="pres">
      <dgm:prSet presAssocID="{90D8C875-1F52-46B6-8619-2598B02EE191}" presName="vSp" presStyleCnt="0"/>
      <dgm:spPr/>
      <dgm:t>
        <a:bodyPr/>
        <a:lstStyle/>
        <a:p>
          <a:endParaRPr lang="en-US"/>
        </a:p>
      </dgm:t>
    </dgm:pt>
    <dgm:pt modelId="{BDA4971C-2A14-4D10-8B8C-E567ED1EEB6E}" type="pres">
      <dgm:prSet presAssocID="{28777187-EF1E-41FA-800E-CB22150AD08A}" presName="rectComp" presStyleCnt="0"/>
      <dgm:spPr/>
      <dgm:t>
        <a:bodyPr/>
        <a:lstStyle/>
        <a:p>
          <a:endParaRPr lang="en-US"/>
        </a:p>
      </dgm:t>
    </dgm:pt>
    <dgm:pt modelId="{DB328FD3-E6F2-4502-B58C-10467F074C9A}" type="pres">
      <dgm:prSet presAssocID="{28777187-EF1E-41FA-800E-CB22150AD08A}" presName="bgRect" presStyleLbl="bgShp" presStyleIdx="3" presStyleCnt="4"/>
      <dgm:spPr/>
      <dgm:t>
        <a:bodyPr/>
        <a:lstStyle/>
        <a:p>
          <a:endParaRPr lang="en-US"/>
        </a:p>
      </dgm:t>
    </dgm:pt>
    <dgm:pt modelId="{C93B8898-652F-4AE2-96C8-CF8C41F6A9CF}" type="pres">
      <dgm:prSet presAssocID="{28777187-EF1E-41FA-800E-CB22150AD08A}" presName="bgRectTx" presStyleLbl="bgShp" presStyleIdx="3" presStyleCnt="4">
        <dgm:presLayoutVars>
          <dgm:bulletEnabled val="1"/>
        </dgm:presLayoutVars>
      </dgm:prSet>
      <dgm:spPr/>
      <dgm:t>
        <a:bodyPr/>
        <a:lstStyle/>
        <a:p>
          <a:endParaRPr lang="en-US"/>
        </a:p>
      </dgm:t>
    </dgm:pt>
  </dgm:ptLst>
  <dgm:cxnLst>
    <dgm:cxn modelId="{FDF61AC3-12BD-4793-BF82-5B1A7F816C2A}" type="presOf" srcId="{75B06495-A44E-4349-947F-9B36C4A8B394}" destId="{ED513B0F-E2A3-478E-86F2-73C9091009EF}" srcOrd="0" destOrd="0" presId="urn:microsoft.com/office/officeart/2005/8/layout/hierarchy6"/>
    <dgm:cxn modelId="{8BEEA260-B680-4C7B-8F2B-A564ED0E5AD4}" type="presOf" srcId="{AACA1FE6-8A2A-4CC4-A176-49F0A49F4139}" destId="{2E7C2698-4BF0-419D-A86C-12CEE1468059}" srcOrd="0" destOrd="0" presId="urn:microsoft.com/office/officeart/2005/8/layout/hierarchy6"/>
    <dgm:cxn modelId="{68566C30-3F95-45A1-8E3C-82F7CC9CB5DE}" srcId="{7932B08E-E58F-4322-8BAD-9256DD69AEAE}" destId="{A11520CB-302F-4151-94DE-1D40081BBE0C}" srcOrd="0" destOrd="0" parTransId="{AACA1FE6-8A2A-4CC4-A176-49F0A49F4139}" sibTransId="{9A910B98-CC3A-43F2-B33D-CEE43129A826}"/>
    <dgm:cxn modelId="{A2B7913A-5A53-43A1-8A99-E35C7E34413A}" type="presOf" srcId="{983C965A-BC84-4AE8-9FED-7452A0BBF2DF}" destId="{87203BB6-6345-4821-9EB4-3F0E3F76AA7E}" srcOrd="0" destOrd="0" presId="urn:microsoft.com/office/officeart/2005/8/layout/hierarchy6"/>
    <dgm:cxn modelId="{EDE738F5-BD98-49C0-B5C9-324BAEEAED3A}" srcId="{C5CA1692-1926-4A8D-9AAF-99B47205F84B}" destId="{431BFCBA-5D91-419E-9E30-6BF627DA7344}" srcOrd="0" destOrd="0" parTransId="{5A274C70-9C79-429B-B9C8-2ABD42525F05}" sibTransId="{C09C4405-2FEE-4A9F-B711-7047304F72FE}"/>
    <dgm:cxn modelId="{50C88889-89F1-4DAF-B67B-DD629C6BBE2E}" type="presOf" srcId="{7932B08E-E58F-4322-8BAD-9256DD69AEAE}" destId="{F1B12CC0-3927-4134-91AC-233389532FE3}" srcOrd="0" destOrd="0" presId="urn:microsoft.com/office/officeart/2005/8/layout/hierarchy6"/>
    <dgm:cxn modelId="{27C8AC96-4BBD-4C42-964E-10CAE74D3479}" type="presOf" srcId="{2E8DA8C7-FA63-4F90-92C0-84FB16B9462F}" destId="{B93E287B-2244-42E6-8DB9-A37E4E1DA0AD}" srcOrd="0" destOrd="0" presId="urn:microsoft.com/office/officeart/2005/8/layout/hierarchy6"/>
    <dgm:cxn modelId="{CE0B6AF1-B583-45A6-8390-1442B244D10B}" type="presOf" srcId="{E947D4F3-A955-41CD-9AA4-84C57A807109}" destId="{08212DDC-9DCA-4DD1-B2C8-742FCB2A41A7}" srcOrd="0" destOrd="0" presId="urn:microsoft.com/office/officeart/2005/8/layout/hierarchy6"/>
    <dgm:cxn modelId="{2223A048-B478-4C11-BD28-CF7A1A4DF5EC}" type="presOf" srcId="{A11520CB-302F-4151-94DE-1D40081BBE0C}" destId="{F2F39512-8C18-4501-A429-7A8CC298A459}" srcOrd="0" destOrd="0" presId="urn:microsoft.com/office/officeart/2005/8/layout/hierarchy6"/>
    <dgm:cxn modelId="{6DD5939A-F68A-40B9-80A5-8B1E33A24DE5}" type="presOf" srcId="{E947D4F3-A955-41CD-9AA4-84C57A807109}" destId="{8F9A2995-8806-43BD-BDCF-CF58159026BF}" srcOrd="1" destOrd="0" presId="urn:microsoft.com/office/officeart/2005/8/layout/hierarchy6"/>
    <dgm:cxn modelId="{2C5D70FE-4275-43FF-B6F5-A4459096D5FA}" type="presOf" srcId="{25EE1D5D-3226-4212-B5B9-AEDE10FDF925}" destId="{E11CE299-AF3D-44C3-B215-5B1D752BA00B}" srcOrd="1" destOrd="0" presId="urn:microsoft.com/office/officeart/2005/8/layout/hierarchy6"/>
    <dgm:cxn modelId="{26BA3AB4-6D44-4B40-8D26-AE36CFCDD9C0}" srcId="{A11520CB-302F-4151-94DE-1D40081BBE0C}" destId="{75B06495-A44E-4349-947F-9B36C4A8B394}" srcOrd="1" destOrd="0" parTransId="{0362901F-1EDC-430C-908B-76089375F604}" sibTransId="{7703CC89-957F-4F2A-935C-6C4563AEF3A4}"/>
    <dgm:cxn modelId="{70DFD466-DA76-4F53-8B44-B6174C029471}" type="presOf" srcId="{0362901F-1EDC-430C-908B-76089375F604}" destId="{9B0DC979-810B-4906-A539-FFEC881C8A17}" srcOrd="0" destOrd="0" presId="urn:microsoft.com/office/officeart/2005/8/layout/hierarchy6"/>
    <dgm:cxn modelId="{78F318CB-CC3E-4E0B-895B-25BB931DE417}" srcId="{0621A7A0-DEEA-4D3D-82D4-95BEC6FCE3CF}" destId="{25EE1D5D-3226-4212-B5B9-AEDE10FDF925}" srcOrd="2" destOrd="0" parTransId="{20976796-D0F5-44C8-82FD-CB41B7142666}" sibTransId="{9A06A82C-4F39-4467-A1A6-46BCA14F96D5}"/>
    <dgm:cxn modelId="{9D051BEC-B404-492D-82E7-93270397ADB4}" type="presOf" srcId="{90D8C875-1F52-46B6-8619-2598B02EE191}" destId="{05D43A14-DDB4-459A-B0B8-5F38926A13F2}" srcOrd="0" destOrd="0" presId="urn:microsoft.com/office/officeart/2005/8/layout/hierarchy6"/>
    <dgm:cxn modelId="{01061B8C-397F-4D7A-B460-7AB9E638E8C1}" type="presOf" srcId="{C5CA1692-1926-4A8D-9AAF-99B47205F84B}" destId="{C90E866F-8F93-46F1-B8F3-ACB198E574F3}" srcOrd="0" destOrd="0" presId="urn:microsoft.com/office/officeart/2005/8/layout/hierarchy6"/>
    <dgm:cxn modelId="{332D55C3-9338-483F-8145-B409F6ABB363}" srcId="{0621A7A0-DEEA-4D3D-82D4-95BEC6FCE3CF}" destId="{28777187-EF1E-41FA-800E-CB22150AD08A}" srcOrd="4" destOrd="0" parTransId="{7ABAB2C7-FFA2-4108-BAE6-BBDE1128AEB7}" sibTransId="{356AD7B0-40C4-4596-9D19-6C456556964C}"/>
    <dgm:cxn modelId="{6B613D2C-8CF5-4205-AC09-83FF1FF6727B}" type="presOf" srcId="{28777187-EF1E-41FA-800E-CB22150AD08A}" destId="{DB328FD3-E6F2-4502-B58C-10467F074C9A}" srcOrd="0" destOrd="0" presId="urn:microsoft.com/office/officeart/2005/8/layout/hierarchy6"/>
    <dgm:cxn modelId="{B2B33971-9E0C-437E-9ED8-0C9D7F84F4C1}" type="presOf" srcId="{25EE1D5D-3226-4212-B5B9-AEDE10FDF925}" destId="{437FD549-4F05-40D4-95C9-21AECC3179E9}" srcOrd="0" destOrd="0" presId="urn:microsoft.com/office/officeart/2005/8/layout/hierarchy6"/>
    <dgm:cxn modelId="{F70EFC3B-046C-4DE8-801C-3DB8C9A3854F}" type="presOf" srcId="{431BFCBA-5D91-419E-9E30-6BF627DA7344}" destId="{A25CE83E-DCA2-4C47-B225-027371B21469}" srcOrd="0" destOrd="0" presId="urn:microsoft.com/office/officeart/2005/8/layout/hierarchy6"/>
    <dgm:cxn modelId="{233038EB-1C61-4E59-A02A-C3418CAC26D9}" type="presOf" srcId="{0621A7A0-DEEA-4D3D-82D4-95BEC6FCE3CF}" destId="{4716609A-C5D0-4C9D-A418-72B1A2747314}" srcOrd="0" destOrd="0" presId="urn:microsoft.com/office/officeart/2005/8/layout/hierarchy6"/>
    <dgm:cxn modelId="{8CD47E73-87A8-4CA6-80DA-28C53FE84995}" srcId="{A11520CB-302F-4151-94DE-1D40081BBE0C}" destId="{983C965A-BC84-4AE8-9FED-7452A0BBF2DF}" srcOrd="0" destOrd="0" parTransId="{5237CC27-8903-4EF2-AF40-2D761491C0DD}" sibTransId="{FCD02D9E-E5D3-4A1E-BB29-35E5790D4483}"/>
    <dgm:cxn modelId="{AFCEDE9D-B7C2-45A6-A88F-BA61D32974E4}" srcId="{0621A7A0-DEEA-4D3D-82D4-95BEC6FCE3CF}" destId="{90D8C875-1F52-46B6-8619-2598B02EE191}" srcOrd="3" destOrd="0" parTransId="{4619AFE0-3C64-4111-A66D-EFA36DB0ECA2}" sibTransId="{AA3685CD-0F3E-47A4-9AA2-7464E8298BC2}"/>
    <dgm:cxn modelId="{7F1DCC34-7F3B-41B7-B217-FA24C4AEFF5A}" type="presOf" srcId="{5A274C70-9C79-429B-B9C8-2ABD42525F05}" destId="{FD54E68B-6ACC-4BBB-B274-1E1256744421}" srcOrd="0" destOrd="0" presId="urn:microsoft.com/office/officeart/2005/8/layout/hierarchy6"/>
    <dgm:cxn modelId="{2F4C0ABC-7446-4040-9A9F-E628A8D4B22A}" type="presOf" srcId="{059D8DDA-836E-4CB0-A7E0-34DC937865B1}" destId="{CD925F9A-4CA3-4CA3-964A-1C5D58903899}" srcOrd="0" destOrd="0" presId="urn:microsoft.com/office/officeart/2005/8/layout/hierarchy6"/>
    <dgm:cxn modelId="{D7A19AA7-4973-41E0-A324-957B028D2E94}" type="presOf" srcId="{90D8C875-1F52-46B6-8619-2598B02EE191}" destId="{779F462C-4E35-447D-8164-E126EDF351AF}" srcOrd="1" destOrd="0" presId="urn:microsoft.com/office/officeart/2005/8/layout/hierarchy6"/>
    <dgm:cxn modelId="{5B32BF75-DA3C-4CF9-A1A0-D1AB906D51B0}" type="presOf" srcId="{5237CC27-8903-4EF2-AF40-2D761491C0DD}" destId="{C4DFADC8-0712-4849-A013-8B44CE29B4D1}" srcOrd="0" destOrd="0" presId="urn:microsoft.com/office/officeart/2005/8/layout/hierarchy6"/>
    <dgm:cxn modelId="{B6F7FFF6-6B51-4B5B-9DB1-B50ADC27937C}" srcId="{7932B08E-E58F-4322-8BAD-9256DD69AEAE}" destId="{C5CA1692-1926-4A8D-9AAF-99B47205F84B}" srcOrd="1" destOrd="0" parTransId="{2E8DA8C7-FA63-4F90-92C0-84FB16B9462F}" sibTransId="{7CAFF3FB-076B-4312-8F6F-0740A3047D5F}"/>
    <dgm:cxn modelId="{F9CE797E-281C-4719-995F-4A82C336C600}" srcId="{0621A7A0-DEEA-4D3D-82D4-95BEC6FCE3CF}" destId="{7932B08E-E58F-4322-8BAD-9256DD69AEAE}" srcOrd="0" destOrd="0" parTransId="{2119B1D0-36FD-4C73-B623-5C9813CAF987}" sibTransId="{AA574271-0B9F-48F4-8587-EB187DF1343E}"/>
    <dgm:cxn modelId="{9F14C079-4302-4D33-88AC-85B1B9F2500E}" type="presOf" srcId="{28777187-EF1E-41FA-800E-CB22150AD08A}" destId="{C93B8898-652F-4AE2-96C8-CF8C41F6A9CF}" srcOrd="1" destOrd="0" presId="urn:microsoft.com/office/officeart/2005/8/layout/hierarchy6"/>
    <dgm:cxn modelId="{59D6FCAE-59BE-4724-8FAD-460D6E631467}" type="presOf" srcId="{B1CE1B0B-7AEE-4579-B4C4-6241605848BC}" destId="{DBC07BEF-1F3A-4C8A-8E55-22D024DF89D2}" srcOrd="0" destOrd="0" presId="urn:microsoft.com/office/officeart/2005/8/layout/hierarchy6"/>
    <dgm:cxn modelId="{93156BB7-81CE-41F3-A508-46D597B7ED81}" srcId="{C5CA1692-1926-4A8D-9AAF-99B47205F84B}" destId="{B1CE1B0B-7AEE-4579-B4C4-6241605848BC}" srcOrd="1" destOrd="0" parTransId="{059D8DDA-836E-4CB0-A7E0-34DC937865B1}" sibTransId="{871593D1-8B62-481A-A161-A52668C44842}"/>
    <dgm:cxn modelId="{3532A0BE-498D-4A92-926E-E55ADC3FC146}" srcId="{0621A7A0-DEEA-4D3D-82D4-95BEC6FCE3CF}" destId="{E947D4F3-A955-41CD-9AA4-84C57A807109}" srcOrd="1" destOrd="0" parTransId="{A52B587F-3B6E-4061-B1DF-D01BFA0A2FA6}" sibTransId="{51F03D26-38A2-450C-8D73-CCB9B4844FE7}"/>
    <dgm:cxn modelId="{A5EC4A88-535B-4675-98EB-93A8FD1EB7C0}" type="presParOf" srcId="{4716609A-C5D0-4C9D-A418-72B1A2747314}" destId="{2A2FA3B0-BCFB-4DE5-84C3-E2F3A287D272}" srcOrd="0" destOrd="0" presId="urn:microsoft.com/office/officeart/2005/8/layout/hierarchy6"/>
    <dgm:cxn modelId="{DFE81E27-791D-40E0-91B0-95CBC0FE92A4}" type="presParOf" srcId="{2A2FA3B0-BCFB-4DE5-84C3-E2F3A287D272}" destId="{505BE862-2ACC-4B9C-9953-3BE89F85C9BD}" srcOrd="0" destOrd="0" presId="urn:microsoft.com/office/officeart/2005/8/layout/hierarchy6"/>
    <dgm:cxn modelId="{EB0B8D08-2D8E-4903-BF35-424255B55D65}" type="presParOf" srcId="{2A2FA3B0-BCFB-4DE5-84C3-E2F3A287D272}" destId="{CEFD321E-C9A4-46BB-96EE-71B834191C9D}" srcOrd="1" destOrd="0" presId="urn:microsoft.com/office/officeart/2005/8/layout/hierarchy6"/>
    <dgm:cxn modelId="{381B24A2-1B0B-4263-88CA-A13978E0D817}" type="presParOf" srcId="{CEFD321E-C9A4-46BB-96EE-71B834191C9D}" destId="{9EB78288-AFF3-4A5C-8F5B-3E592D84B250}" srcOrd="0" destOrd="0" presId="urn:microsoft.com/office/officeart/2005/8/layout/hierarchy6"/>
    <dgm:cxn modelId="{692C5C8B-A5F4-472A-B1ED-5875F3CC46A1}" type="presParOf" srcId="{9EB78288-AFF3-4A5C-8F5B-3E592D84B250}" destId="{F1B12CC0-3927-4134-91AC-233389532FE3}" srcOrd="0" destOrd="0" presId="urn:microsoft.com/office/officeart/2005/8/layout/hierarchy6"/>
    <dgm:cxn modelId="{55D52619-0DA1-41B7-8166-CC394591A1E4}" type="presParOf" srcId="{9EB78288-AFF3-4A5C-8F5B-3E592D84B250}" destId="{F20AFC54-3EBC-4466-B4F1-BAC5849CB3B6}" srcOrd="1" destOrd="0" presId="urn:microsoft.com/office/officeart/2005/8/layout/hierarchy6"/>
    <dgm:cxn modelId="{BF325AD8-6967-45A2-9356-97B580127110}" type="presParOf" srcId="{F20AFC54-3EBC-4466-B4F1-BAC5849CB3B6}" destId="{2E7C2698-4BF0-419D-A86C-12CEE1468059}" srcOrd="0" destOrd="0" presId="urn:microsoft.com/office/officeart/2005/8/layout/hierarchy6"/>
    <dgm:cxn modelId="{79E5D65C-FF4A-44DD-BE2B-2F160B310CA7}" type="presParOf" srcId="{F20AFC54-3EBC-4466-B4F1-BAC5849CB3B6}" destId="{3B1B55CE-8BB7-469C-BAD9-3E7B5B7880A5}" srcOrd="1" destOrd="0" presId="urn:microsoft.com/office/officeart/2005/8/layout/hierarchy6"/>
    <dgm:cxn modelId="{C12A0AA5-B739-43BA-B71F-F658E8BA1350}" type="presParOf" srcId="{3B1B55CE-8BB7-469C-BAD9-3E7B5B7880A5}" destId="{F2F39512-8C18-4501-A429-7A8CC298A459}" srcOrd="0" destOrd="0" presId="urn:microsoft.com/office/officeart/2005/8/layout/hierarchy6"/>
    <dgm:cxn modelId="{256C03E4-E245-41F4-8D19-080639D5D2D1}" type="presParOf" srcId="{3B1B55CE-8BB7-469C-BAD9-3E7B5B7880A5}" destId="{B57242CF-37B3-43BF-8A8F-2DD53E17849E}" srcOrd="1" destOrd="0" presId="urn:microsoft.com/office/officeart/2005/8/layout/hierarchy6"/>
    <dgm:cxn modelId="{B40836A1-9633-438E-AB00-1A0CED792499}" type="presParOf" srcId="{B57242CF-37B3-43BF-8A8F-2DD53E17849E}" destId="{C4DFADC8-0712-4849-A013-8B44CE29B4D1}" srcOrd="0" destOrd="0" presId="urn:microsoft.com/office/officeart/2005/8/layout/hierarchy6"/>
    <dgm:cxn modelId="{8AF3BB8E-6656-4A3D-ADEE-4E9BB9213E35}" type="presParOf" srcId="{B57242CF-37B3-43BF-8A8F-2DD53E17849E}" destId="{8428F00A-F3C5-4289-B5FD-FE3AD57089BF}" srcOrd="1" destOrd="0" presId="urn:microsoft.com/office/officeart/2005/8/layout/hierarchy6"/>
    <dgm:cxn modelId="{286D609A-08F2-477C-82B4-1CD46AFFD195}" type="presParOf" srcId="{8428F00A-F3C5-4289-B5FD-FE3AD57089BF}" destId="{87203BB6-6345-4821-9EB4-3F0E3F76AA7E}" srcOrd="0" destOrd="0" presId="urn:microsoft.com/office/officeart/2005/8/layout/hierarchy6"/>
    <dgm:cxn modelId="{02428FBF-DDC1-4D1C-952C-C63CFDE96A38}" type="presParOf" srcId="{8428F00A-F3C5-4289-B5FD-FE3AD57089BF}" destId="{D2172079-38EF-4457-81F4-EDC26D8E50A8}" srcOrd="1" destOrd="0" presId="urn:microsoft.com/office/officeart/2005/8/layout/hierarchy6"/>
    <dgm:cxn modelId="{E34EE565-9827-4E95-A472-47D047A1D3F3}" type="presParOf" srcId="{B57242CF-37B3-43BF-8A8F-2DD53E17849E}" destId="{9B0DC979-810B-4906-A539-FFEC881C8A17}" srcOrd="2" destOrd="0" presId="urn:microsoft.com/office/officeart/2005/8/layout/hierarchy6"/>
    <dgm:cxn modelId="{9F87F80E-D514-44BB-AD11-E4C10E96A412}" type="presParOf" srcId="{B57242CF-37B3-43BF-8A8F-2DD53E17849E}" destId="{C3600264-3E83-48EF-A7E0-E9EA43FD9472}" srcOrd="3" destOrd="0" presId="urn:microsoft.com/office/officeart/2005/8/layout/hierarchy6"/>
    <dgm:cxn modelId="{1D8B8305-4010-416F-BF77-4D5CFE398EDA}" type="presParOf" srcId="{C3600264-3E83-48EF-A7E0-E9EA43FD9472}" destId="{ED513B0F-E2A3-478E-86F2-73C9091009EF}" srcOrd="0" destOrd="0" presId="urn:microsoft.com/office/officeart/2005/8/layout/hierarchy6"/>
    <dgm:cxn modelId="{B4BF2E27-D667-4B20-A115-D4CBAE770E6C}" type="presParOf" srcId="{C3600264-3E83-48EF-A7E0-E9EA43FD9472}" destId="{9118070D-0787-46BB-BCDE-0FD52BDF032F}" srcOrd="1" destOrd="0" presId="urn:microsoft.com/office/officeart/2005/8/layout/hierarchy6"/>
    <dgm:cxn modelId="{996E7C8B-772F-43CA-B436-CD83EC2665FC}" type="presParOf" srcId="{F20AFC54-3EBC-4466-B4F1-BAC5849CB3B6}" destId="{B93E287B-2244-42E6-8DB9-A37E4E1DA0AD}" srcOrd="2" destOrd="0" presId="urn:microsoft.com/office/officeart/2005/8/layout/hierarchy6"/>
    <dgm:cxn modelId="{D5F6AED3-2346-4472-A376-DDA3915E1530}" type="presParOf" srcId="{F20AFC54-3EBC-4466-B4F1-BAC5849CB3B6}" destId="{8B27C2A8-37F7-42D0-9FDE-73A1728303C9}" srcOrd="3" destOrd="0" presId="urn:microsoft.com/office/officeart/2005/8/layout/hierarchy6"/>
    <dgm:cxn modelId="{13302295-1A6C-44F5-A927-862F01ECD4E7}" type="presParOf" srcId="{8B27C2A8-37F7-42D0-9FDE-73A1728303C9}" destId="{C90E866F-8F93-46F1-B8F3-ACB198E574F3}" srcOrd="0" destOrd="0" presId="urn:microsoft.com/office/officeart/2005/8/layout/hierarchy6"/>
    <dgm:cxn modelId="{6219EAC5-81A3-4608-B800-6D6455B85979}" type="presParOf" srcId="{8B27C2A8-37F7-42D0-9FDE-73A1728303C9}" destId="{9242307D-8875-45AD-A308-8BD7E9636E04}" srcOrd="1" destOrd="0" presId="urn:microsoft.com/office/officeart/2005/8/layout/hierarchy6"/>
    <dgm:cxn modelId="{53F04023-526B-463F-B3D6-BCE629A6397B}" type="presParOf" srcId="{9242307D-8875-45AD-A308-8BD7E9636E04}" destId="{FD54E68B-6ACC-4BBB-B274-1E1256744421}" srcOrd="0" destOrd="0" presId="urn:microsoft.com/office/officeart/2005/8/layout/hierarchy6"/>
    <dgm:cxn modelId="{B8D3A9EC-57A0-4F4C-B953-35A1B3C0A3B2}" type="presParOf" srcId="{9242307D-8875-45AD-A308-8BD7E9636E04}" destId="{60EAE77C-4859-4E6E-8C8C-699E6DF857E9}" srcOrd="1" destOrd="0" presId="urn:microsoft.com/office/officeart/2005/8/layout/hierarchy6"/>
    <dgm:cxn modelId="{B37AA652-CBD4-4652-A43A-4F9D1B8A19E5}" type="presParOf" srcId="{60EAE77C-4859-4E6E-8C8C-699E6DF857E9}" destId="{A25CE83E-DCA2-4C47-B225-027371B21469}" srcOrd="0" destOrd="0" presId="urn:microsoft.com/office/officeart/2005/8/layout/hierarchy6"/>
    <dgm:cxn modelId="{F9E4A8E5-043E-4A35-9C2B-BA3813F583D2}" type="presParOf" srcId="{60EAE77C-4859-4E6E-8C8C-699E6DF857E9}" destId="{0E00A335-B4BC-4E55-A9E8-2F7DDFE80C37}" srcOrd="1" destOrd="0" presId="urn:microsoft.com/office/officeart/2005/8/layout/hierarchy6"/>
    <dgm:cxn modelId="{664A3800-61A4-4C13-A594-46C3FB1572DD}" type="presParOf" srcId="{9242307D-8875-45AD-A308-8BD7E9636E04}" destId="{CD925F9A-4CA3-4CA3-964A-1C5D58903899}" srcOrd="2" destOrd="0" presId="urn:microsoft.com/office/officeart/2005/8/layout/hierarchy6"/>
    <dgm:cxn modelId="{694E287A-A7DB-4C2C-AF82-EA833DA97651}" type="presParOf" srcId="{9242307D-8875-45AD-A308-8BD7E9636E04}" destId="{D3D403CF-2EF8-44C3-A428-3F3FBA9DC424}" srcOrd="3" destOrd="0" presId="urn:microsoft.com/office/officeart/2005/8/layout/hierarchy6"/>
    <dgm:cxn modelId="{2A4ED522-1122-4430-880C-CF68A0DBE2E5}" type="presParOf" srcId="{D3D403CF-2EF8-44C3-A428-3F3FBA9DC424}" destId="{DBC07BEF-1F3A-4C8A-8E55-22D024DF89D2}" srcOrd="0" destOrd="0" presId="urn:microsoft.com/office/officeart/2005/8/layout/hierarchy6"/>
    <dgm:cxn modelId="{AE89B01A-F75F-4BFD-AE48-614E884AB21C}" type="presParOf" srcId="{D3D403CF-2EF8-44C3-A428-3F3FBA9DC424}" destId="{7EAD5412-2356-4540-AF82-141C1548E64B}" srcOrd="1" destOrd="0" presId="urn:microsoft.com/office/officeart/2005/8/layout/hierarchy6"/>
    <dgm:cxn modelId="{3C1AB4D7-005C-4AD0-A990-D92AC2C925E2}" type="presParOf" srcId="{4716609A-C5D0-4C9D-A418-72B1A2747314}" destId="{CB4F304C-244E-4251-9524-5D6490EAA5F2}" srcOrd="1" destOrd="0" presId="urn:microsoft.com/office/officeart/2005/8/layout/hierarchy6"/>
    <dgm:cxn modelId="{A2FB6B58-7187-4941-A6F9-B5CF14C34A6B}" type="presParOf" srcId="{CB4F304C-244E-4251-9524-5D6490EAA5F2}" destId="{E8B46CA3-CCF5-4AFC-8482-6DA635A77F26}" srcOrd="0" destOrd="0" presId="urn:microsoft.com/office/officeart/2005/8/layout/hierarchy6"/>
    <dgm:cxn modelId="{4A966FB7-A7BC-47D9-B5B6-AE66FB53FA0C}" type="presParOf" srcId="{E8B46CA3-CCF5-4AFC-8482-6DA635A77F26}" destId="{08212DDC-9DCA-4DD1-B2C8-742FCB2A41A7}" srcOrd="0" destOrd="0" presId="urn:microsoft.com/office/officeart/2005/8/layout/hierarchy6"/>
    <dgm:cxn modelId="{E916CD7A-7FD4-470B-9DAD-E117CE676A5C}" type="presParOf" srcId="{E8B46CA3-CCF5-4AFC-8482-6DA635A77F26}" destId="{8F9A2995-8806-43BD-BDCF-CF58159026BF}" srcOrd="1" destOrd="0" presId="urn:microsoft.com/office/officeart/2005/8/layout/hierarchy6"/>
    <dgm:cxn modelId="{17169AC5-0EEE-4B13-939B-5ABF22D633EE}" type="presParOf" srcId="{CB4F304C-244E-4251-9524-5D6490EAA5F2}" destId="{495ED842-5F44-4D6C-A81E-9ACAE8DEFCD9}" srcOrd="1" destOrd="0" presId="urn:microsoft.com/office/officeart/2005/8/layout/hierarchy6"/>
    <dgm:cxn modelId="{A1D5B1E0-FDB2-41FE-9D6F-76AFEEDEBFC0}" type="presParOf" srcId="{495ED842-5F44-4D6C-A81E-9ACAE8DEFCD9}" destId="{12909A36-D18F-4C43-ACAC-1A4515DEC449}" srcOrd="0" destOrd="0" presId="urn:microsoft.com/office/officeart/2005/8/layout/hierarchy6"/>
    <dgm:cxn modelId="{3316AFD8-8F74-453A-93C8-519A2027CBEC}" type="presParOf" srcId="{CB4F304C-244E-4251-9524-5D6490EAA5F2}" destId="{F963958F-ADDD-4039-90A5-774ED09A114B}" srcOrd="2" destOrd="0" presId="urn:microsoft.com/office/officeart/2005/8/layout/hierarchy6"/>
    <dgm:cxn modelId="{AF8E28F0-E268-4B1A-BC49-E2B1805478F3}" type="presParOf" srcId="{F963958F-ADDD-4039-90A5-774ED09A114B}" destId="{437FD549-4F05-40D4-95C9-21AECC3179E9}" srcOrd="0" destOrd="0" presId="urn:microsoft.com/office/officeart/2005/8/layout/hierarchy6"/>
    <dgm:cxn modelId="{549952BE-9EB0-4CDA-9715-04C04CD83B9A}" type="presParOf" srcId="{F963958F-ADDD-4039-90A5-774ED09A114B}" destId="{E11CE299-AF3D-44C3-B215-5B1D752BA00B}" srcOrd="1" destOrd="0" presId="urn:microsoft.com/office/officeart/2005/8/layout/hierarchy6"/>
    <dgm:cxn modelId="{197A6D20-DD9A-4AD2-8089-32C45A721329}" type="presParOf" srcId="{CB4F304C-244E-4251-9524-5D6490EAA5F2}" destId="{779E3C9A-7EA9-41A4-BC04-7E1824DA66E5}" srcOrd="3" destOrd="0" presId="urn:microsoft.com/office/officeart/2005/8/layout/hierarchy6"/>
    <dgm:cxn modelId="{5F2A543F-BBE4-472E-BDE0-5FB30638CBB1}" type="presParOf" srcId="{779E3C9A-7EA9-41A4-BC04-7E1824DA66E5}" destId="{2C2BB6D6-98AC-4F58-8BC3-5EF77F32450F}" srcOrd="0" destOrd="0" presId="urn:microsoft.com/office/officeart/2005/8/layout/hierarchy6"/>
    <dgm:cxn modelId="{095549BD-F3B5-4DB8-A83A-8EF9F3B867ED}" type="presParOf" srcId="{CB4F304C-244E-4251-9524-5D6490EAA5F2}" destId="{BBA3CCB3-76D0-491D-8F13-945FFB079ABC}" srcOrd="4" destOrd="0" presId="urn:microsoft.com/office/officeart/2005/8/layout/hierarchy6"/>
    <dgm:cxn modelId="{8C04EA3F-16FF-4FE3-8B83-EE6A37F454E4}" type="presParOf" srcId="{BBA3CCB3-76D0-491D-8F13-945FFB079ABC}" destId="{05D43A14-DDB4-459A-B0B8-5F38926A13F2}" srcOrd="0" destOrd="0" presId="urn:microsoft.com/office/officeart/2005/8/layout/hierarchy6"/>
    <dgm:cxn modelId="{57A77B60-6104-4E15-A940-CD966F8FE989}" type="presParOf" srcId="{BBA3CCB3-76D0-491D-8F13-945FFB079ABC}" destId="{779F462C-4E35-447D-8164-E126EDF351AF}" srcOrd="1" destOrd="0" presId="urn:microsoft.com/office/officeart/2005/8/layout/hierarchy6"/>
    <dgm:cxn modelId="{CAB7A277-3CEA-48DD-8FCE-A53ECC45D90F}" type="presParOf" srcId="{CB4F304C-244E-4251-9524-5D6490EAA5F2}" destId="{FBEBEE3E-6B68-4DC0-B390-13BAE2CE6497}" srcOrd="5" destOrd="0" presId="urn:microsoft.com/office/officeart/2005/8/layout/hierarchy6"/>
    <dgm:cxn modelId="{DCA0FF04-037E-490C-BB60-950CD4D28AC6}" type="presParOf" srcId="{FBEBEE3E-6B68-4DC0-B390-13BAE2CE6497}" destId="{574701AF-2BFA-4EC0-85FF-CD1BF7D16F31}" srcOrd="0" destOrd="0" presId="urn:microsoft.com/office/officeart/2005/8/layout/hierarchy6"/>
    <dgm:cxn modelId="{3F770EC0-0FB7-4531-AC1B-894E814BEC4D}" type="presParOf" srcId="{CB4F304C-244E-4251-9524-5D6490EAA5F2}" destId="{BDA4971C-2A14-4D10-8B8C-E567ED1EEB6E}" srcOrd="6" destOrd="0" presId="urn:microsoft.com/office/officeart/2005/8/layout/hierarchy6"/>
    <dgm:cxn modelId="{2DFEABE2-57CA-4AEC-B6FC-5975925E73A4}" type="presParOf" srcId="{BDA4971C-2A14-4D10-8B8C-E567ED1EEB6E}" destId="{DB328FD3-E6F2-4502-B58C-10467F074C9A}" srcOrd="0" destOrd="0" presId="urn:microsoft.com/office/officeart/2005/8/layout/hierarchy6"/>
    <dgm:cxn modelId="{43ED9C97-0E7D-428E-BEE2-C29E06249767}" type="presParOf" srcId="{BDA4971C-2A14-4D10-8B8C-E567ED1EEB6E}" destId="{C93B8898-652F-4AE2-96C8-CF8C41F6A9CF}" srcOrd="1" destOrd="0" presId="urn:microsoft.com/office/officeart/2005/8/layout/hierarchy6"/>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1DAF2E2E-D0D1-41C6-9CE6-3CFE79F5FB1A}" type="doc">
      <dgm:prSet loTypeId="urn:microsoft.com/office/officeart/2005/8/layout/process1" loCatId="process" qsTypeId="urn:microsoft.com/office/officeart/2005/8/quickstyle/simple1" qsCatId="simple" csTypeId="urn:microsoft.com/office/officeart/2005/8/colors/accent1_2" csCatId="accent1" phldr="1"/>
      <dgm:spPr/>
    </dgm:pt>
    <dgm:pt modelId="{288E0DFF-17EB-4D03-80F4-E61984355A45}">
      <dgm:prSet phldrT="[Text]" custT="1"/>
      <dgm:spPr/>
      <dgm:t>
        <a:bodyPr/>
        <a:lstStyle/>
        <a:p>
          <a:r>
            <a:rPr lang="en-US" sz="2200" i="1" dirty="0" smtClean="0"/>
            <a:t>Input - </a:t>
          </a:r>
          <a:r>
            <a:rPr lang="en-US" sz="2200" dirty="0" smtClean="0"/>
            <a:t>Vision and scope document, </a:t>
          </a:r>
          <a:r>
            <a:rPr lang="en-US" sz="2200" dirty="0" err="1" smtClean="0"/>
            <a:t>PoC</a:t>
          </a:r>
          <a:r>
            <a:rPr lang="en-US" sz="2200" dirty="0" smtClean="0"/>
            <a:t> other documentation and systems</a:t>
          </a:r>
          <a:endParaRPr lang="en-US" sz="2200" dirty="0"/>
        </a:p>
      </dgm:t>
    </dgm:pt>
    <dgm:pt modelId="{235B4F48-B21F-4205-9E13-0FA3441290AB}" type="parTrans" cxnId="{8B132047-3402-4198-A24F-5A51865EBA09}">
      <dgm:prSet/>
      <dgm:spPr/>
      <dgm:t>
        <a:bodyPr/>
        <a:lstStyle/>
        <a:p>
          <a:endParaRPr lang="en-US"/>
        </a:p>
      </dgm:t>
    </dgm:pt>
    <dgm:pt modelId="{1C798858-9243-42D5-A7D8-E645B3FFEC64}" type="sibTrans" cxnId="{8B132047-3402-4198-A24F-5A51865EBA09}">
      <dgm:prSet/>
      <dgm:spPr/>
      <dgm:t>
        <a:bodyPr/>
        <a:lstStyle/>
        <a:p>
          <a:endParaRPr lang="en-US"/>
        </a:p>
      </dgm:t>
    </dgm:pt>
    <dgm:pt modelId="{1E6F5464-37F4-4F68-B2A2-8A165C230838}">
      <dgm:prSet phldrT="[Text]" custT="1"/>
      <dgm:spPr>
        <a:solidFill>
          <a:schemeClr val="accent2">
            <a:alpha val="40000"/>
          </a:schemeClr>
        </a:solidFill>
      </dgm:spPr>
      <dgm:t>
        <a:bodyPr/>
        <a:lstStyle/>
        <a:p>
          <a:r>
            <a:rPr lang="en-US" sz="2200" smtClean="0"/>
            <a:t>Repeat identifying, judging, discussing deliverables, work and removing duplicates</a:t>
          </a:r>
          <a:endParaRPr lang="en-US" sz="2200"/>
        </a:p>
      </dgm:t>
    </dgm:pt>
    <dgm:pt modelId="{C8D8E389-4C4B-4896-9888-A09BAB6BDFAD}" type="parTrans" cxnId="{D12C003B-7C92-4F2C-A78D-59E7A68715B1}">
      <dgm:prSet/>
      <dgm:spPr/>
      <dgm:t>
        <a:bodyPr/>
        <a:lstStyle/>
        <a:p>
          <a:endParaRPr lang="en-US"/>
        </a:p>
      </dgm:t>
    </dgm:pt>
    <dgm:pt modelId="{0034F112-4E3F-4DCB-B628-DFD7B01F72B3}" type="sibTrans" cxnId="{D12C003B-7C92-4F2C-A78D-59E7A68715B1}">
      <dgm:prSet/>
      <dgm:spPr/>
      <dgm:t>
        <a:bodyPr/>
        <a:lstStyle/>
        <a:p>
          <a:endParaRPr lang="en-US"/>
        </a:p>
      </dgm:t>
    </dgm:pt>
    <dgm:pt modelId="{210F46A7-D145-46C3-86F8-CE920789F410}">
      <dgm:prSet phldrT="[Text]" custT="1"/>
      <dgm:spPr>
        <a:solidFill>
          <a:schemeClr val="accent3">
            <a:alpha val="40000"/>
          </a:schemeClr>
        </a:solidFill>
      </dgm:spPr>
      <dgm:t>
        <a:bodyPr/>
        <a:lstStyle/>
        <a:p>
          <a:r>
            <a:rPr lang="en-US" sz="2200" i="1" smtClean="0"/>
            <a:t>Output - </a:t>
          </a:r>
          <a:r>
            <a:rPr lang="en-US" sz="2200" smtClean="0"/>
            <a:t>Work breakdown structure (WBS) + Effort estimates for each of the tasks in the WBS. Granularity?</a:t>
          </a:r>
          <a:endParaRPr lang="en-US" sz="2200"/>
        </a:p>
      </dgm:t>
    </dgm:pt>
    <dgm:pt modelId="{BBE38365-9EB5-4E29-8725-C091872C0330}" type="sibTrans" cxnId="{FCDF5678-DC4F-461D-A2CF-F3B9313CE084}">
      <dgm:prSet/>
      <dgm:spPr/>
      <dgm:t>
        <a:bodyPr/>
        <a:lstStyle/>
        <a:p>
          <a:endParaRPr lang="en-US"/>
        </a:p>
      </dgm:t>
    </dgm:pt>
    <dgm:pt modelId="{9FD86690-8147-4813-B53B-7F57760C6C90}" type="parTrans" cxnId="{FCDF5678-DC4F-461D-A2CF-F3B9313CE084}">
      <dgm:prSet/>
      <dgm:spPr/>
      <dgm:t>
        <a:bodyPr/>
        <a:lstStyle/>
        <a:p>
          <a:endParaRPr lang="en-US"/>
        </a:p>
      </dgm:t>
    </dgm:pt>
    <dgm:pt modelId="{3C77D84D-4C4E-4FF2-82D0-CFE9DB383C98}" type="pres">
      <dgm:prSet presAssocID="{1DAF2E2E-D0D1-41C6-9CE6-3CFE79F5FB1A}" presName="Name0" presStyleCnt="0">
        <dgm:presLayoutVars>
          <dgm:dir/>
          <dgm:resizeHandles val="exact"/>
        </dgm:presLayoutVars>
      </dgm:prSet>
      <dgm:spPr/>
    </dgm:pt>
    <dgm:pt modelId="{49F3141C-60E0-424A-8295-FDD9966CCDE8}" type="pres">
      <dgm:prSet presAssocID="{288E0DFF-17EB-4D03-80F4-E61984355A45}" presName="node" presStyleLbl="node1" presStyleIdx="0" presStyleCnt="3">
        <dgm:presLayoutVars>
          <dgm:bulletEnabled val="1"/>
        </dgm:presLayoutVars>
      </dgm:prSet>
      <dgm:spPr/>
      <dgm:t>
        <a:bodyPr/>
        <a:lstStyle/>
        <a:p>
          <a:endParaRPr lang="en-US"/>
        </a:p>
      </dgm:t>
    </dgm:pt>
    <dgm:pt modelId="{0CA93EAB-3016-4269-96DA-8DA863BA2D0F}" type="pres">
      <dgm:prSet presAssocID="{1C798858-9243-42D5-A7D8-E645B3FFEC64}" presName="sibTrans" presStyleLbl="sibTrans2D1" presStyleIdx="0" presStyleCnt="2"/>
      <dgm:spPr/>
      <dgm:t>
        <a:bodyPr/>
        <a:lstStyle/>
        <a:p>
          <a:endParaRPr lang="en-US"/>
        </a:p>
      </dgm:t>
    </dgm:pt>
    <dgm:pt modelId="{DF0F4B82-4087-4620-BDF5-B71CD56C25CB}" type="pres">
      <dgm:prSet presAssocID="{1C798858-9243-42D5-A7D8-E645B3FFEC64}" presName="connectorText" presStyleLbl="sibTrans2D1" presStyleIdx="0" presStyleCnt="2"/>
      <dgm:spPr/>
      <dgm:t>
        <a:bodyPr/>
        <a:lstStyle/>
        <a:p>
          <a:endParaRPr lang="en-US"/>
        </a:p>
      </dgm:t>
    </dgm:pt>
    <dgm:pt modelId="{ACDBFEC7-A867-4077-9244-5F6023D8B3D8}" type="pres">
      <dgm:prSet presAssocID="{1E6F5464-37F4-4F68-B2A2-8A165C230838}" presName="node" presStyleLbl="node1" presStyleIdx="1" presStyleCnt="3">
        <dgm:presLayoutVars>
          <dgm:bulletEnabled val="1"/>
        </dgm:presLayoutVars>
      </dgm:prSet>
      <dgm:spPr/>
      <dgm:t>
        <a:bodyPr/>
        <a:lstStyle/>
        <a:p>
          <a:endParaRPr lang="en-US"/>
        </a:p>
      </dgm:t>
    </dgm:pt>
    <dgm:pt modelId="{E927024B-0795-4C32-9570-0A1B6C10375B}" type="pres">
      <dgm:prSet presAssocID="{0034F112-4E3F-4DCB-B628-DFD7B01F72B3}" presName="sibTrans" presStyleLbl="sibTrans2D1" presStyleIdx="1" presStyleCnt="2"/>
      <dgm:spPr/>
      <dgm:t>
        <a:bodyPr/>
        <a:lstStyle/>
        <a:p>
          <a:endParaRPr lang="en-US"/>
        </a:p>
      </dgm:t>
    </dgm:pt>
    <dgm:pt modelId="{869B7228-CE67-4D46-9043-5D9BD4A38414}" type="pres">
      <dgm:prSet presAssocID="{0034F112-4E3F-4DCB-B628-DFD7B01F72B3}" presName="connectorText" presStyleLbl="sibTrans2D1" presStyleIdx="1" presStyleCnt="2"/>
      <dgm:spPr/>
      <dgm:t>
        <a:bodyPr/>
        <a:lstStyle/>
        <a:p>
          <a:endParaRPr lang="en-US"/>
        </a:p>
      </dgm:t>
    </dgm:pt>
    <dgm:pt modelId="{A7B3375D-F283-4BEE-ACB7-0FE4E1A0C72A}" type="pres">
      <dgm:prSet presAssocID="{210F46A7-D145-46C3-86F8-CE920789F410}" presName="node" presStyleLbl="node1" presStyleIdx="2" presStyleCnt="3">
        <dgm:presLayoutVars>
          <dgm:bulletEnabled val="1"/>
        </dgm:presLayoutVars>
      </dgm:prSet>
      <dgm:spPr/>
      <dgm:t>
        <a:bodyPr/>
        <a:lstStyle/>
        <a:p>
          <a:endParaRPr lang="en-US"/>
        </a:p>
      </dgm:t>
    </dgm:pt>
  </dgm:ptLst>
  <dgm:cxnLst>
    <dgm:cxn modelId="{CD2FCFE7-93AA-41AC-9256-F2EBD6F50CE4}" type="presOf" srcId="{1C798858-9243-42D5-A7D8-E645B3FFEC64}" destId="{0CA93EAB-3016-4269-96DA-8DA863BA2D0F}" srcOrd="0" destOrd="0" presId="urn:microsoft.com/office/officeart/2005/8/layout/process1"/>
    <dgm:cxn modelId="{1D4DC47B-4242-49B8-9340-CF207B3FBB35}" type="presOf" srcId="{0034F112-4E3F-4DCB-B628-DFD7B01F72B3}" destId="{E927024B-0795-4C32-9570-0A1B6C10375B}" srcOrd="0" destOrd="0" presId="urn:microsoft.com/office/officeart/2005/8/layout/process1"/>
    <dgm:cxn modelId="{6E93F032-8935-4282-8B6A-0680E7C62383}" type="presOf" srcId="{288E0DFF-17EB-4D03-80F4-E61984355A45}" destId="{49F3141C-60E0-424A-8295-FDD9966CCDE8}" srcOrd="0" destOrd="0" presId="urn:microsoft.com/office/officeart/2005/8/layout/process1"/>
    <dgm:cxn modelId="{D12C003B-7C92-4F2C-A78D-59E7A68715B1}" srcId="{1DAF2E2E-D0D1-41C6-9CE6-3CFE79F5FB1A}" destId="{1E6F5464-37F4-4F68-B2A2-8A165C230838}" srcOrd="1" destOrd="0" parTransId="{C8D8E389-4C4B-4896-9888-A09BAB6BDFAD}" sibTransId="{0034F112-4E3F-4DCB-B628-DFD7B01F72B3}"/>
    <dgm:cxn modelId="{ACF1B072-E03D-4BCB-BF8B-7680F9682943}" type="presOf" srcId="{1E6F5464-37F4-4F68-B2A2-8A165C230838}" destId="{ACDBFEC7-A867-4077-9244-5F6023D8B3D8}" srcOrd="0" destOrd="0" presId="urn:microsoft.com/office/officeart/2005/8/layout/process1"/>
    <dgm:cxn modelId="{FA3163AF-C7E5-441D-8FE6-0568427632D0}" type="presOf" srcId="{1C798858-9243-42D5-A7D8-E645B3FFEC64}" destId="{DF0F4B82-4087-4620-BDF5-B71CD56C25CB}" srcOrd="1" destOrd="0" presId="urn:microsoft.com/office/officeart/2005/8/layout/process1"/>
    <dgm:cxn modelId="{7775CAF4-7585-480D-987F-ACA7E64EA253}" type="presOf" srcId="{1DAF2E2E-D0D1-41C6-9CE6-3CFE79F5FB1A}" destId="{3C77D84D-4C4E-4FF2-82D0-CFE9DB383C98}" srcOrd="0" destOrd="0" presId="urn:microsoft.com/office/officeart/2005/8/layout/process1"/>
    <dgm:cxn modelId="{FCDF5678-DC4F-461D-A2CF-F3B9313CE084}" srcId="{1DAF2E2E-D0D1-41C6-9CE6-3CFE79F5FB1A}" destId="{210F46A7-D145-46C3-86F8-CE920789F410}" srcOrd="2" destOrd="0" parTransId="{9FD86690-8147-4813-B53B-7F57760C6C90}" sibTransId="{BBE38365-9EB5-4E29-8725-C091872C0330}"/>
    <dgm:cxn modelId="{D3317FAA-E3E6-404A-8F0D-B0284E3C2B27}" type="presOf" srcId="{0034F112-4E3F-4DCB-B628-DFD7B01F72B3}" destId="{869B7228-CE67-4D46-9043-5D9BD4A38414}" srcOrd="1" destOrd="0" presId="urn:microsoft.com/office/officeart/2005/8/layout/process1"/>
    <dgm:cxn modelId="{8B132047-3402-4198-A24F-5A51865EBA09}" srcId="{1DAF2E2E-D0D1-41C6-9CE6-3CFE79F5FB1A}" destId="{288E0DFF-17EB-4D03-80F4-E61984355A45}" srcOrd="0" destOrd="0" parTransId="{235B4F48-B21F-4205-9E13-0FA3441290AB}" sibTransId="{1C798858-9243-42D5-A7D8-E645B3FFEC64}"/>
    <dgm:cxn modelId="{97754543-8B42-4B01-BBD4-EB64E4A196A4}" type="presOf" srcId="{210F46A7-D145-46C3-86F8-CE920789F410}" destId="{A7B3375D-F283-4BEE-ACB7-0FE4E1A0C72A}" srcOrd="0" destOrd="0" presId="urn:microsoft.com/office/officeart/2005/8/layout/process1"/>
    <dgm:cxn modelId="{762CD0F9-1E98-4F54-8137-744DA7A1D8D0}" type="presParOf" srcId="{3C77D84D-4C4E-4FF2-82D0-CFE9DB383C98}" destId="{49F3141C-60E0-424A-8295-FDD9966CCDE8}" srcOrd="0" destOrd="0" presId="urn:microsoft.com/office/officeart/2005/8/layout/process1"/>
    <dgm:cxn modelId="{7ED60921-5BBC-4A46-9869-E8F6435B1161}" type="presParOf" srcId="{3C77D84D-4C4E-4FF2-82D0-CFE9DB383C98}" destId="{0CA93EAB-3016-4269-96DA-8DA863BA2D0F}" srcOrd="1" destOrd="0" presId="urn:microsoft.com/office/officeart/2005/8/layout/process1"/>
    <dgm:cxn modelId="{2C1BD893-6959-42F6-9F66-A28E31D7CC41}" type="presParOf" srcId="{0CA93EAB-3016-4269-96DA-8DA863BA2D0F}" destId="{DF0F4B82-4087-4620-BDF5-B71CD56C25CB}" srcOrd="0" destOrd="0" presId="urn:microsoft.com/office/officeart/2005/8/layout/process1"/>
    <dgm:cxn modelId="{8C142D8D-464F-492D-A641-5E8CE0C9A92F}" type="presParOf" srcId="{3C77D84D-4C4E-4FF2-82D0-CFE9DB383C98}" destId="{ACDBFEC7-A867-4077-9244-5F6023D8B3D8}" srcOrd="2" destOrd="0" presId="urn:microsoft.com/office/officeart/2005/8/layout/process1"/>
    <dgm:cxn modelId="{F0C2DF0C-0924-4F67-8696-8E3D5CF75535}" type="presParOf" srcId="{3C77D84D-4C4E-4FF2-82D0-CFE9DB383C98}" destId="{E927024B-0795-4C32-9570-0A1B6C10375B}" srcOrd="3" destOrd="0" presId="urn:microsoft.com/office/officeart/2005/8/layout/process1"/>
    <dgm:cxn modelId="{FE340182-8A45-485B-9655-A4E7ED46518E}" type="presParOf" srcId="{E927024B-0795-4C32-9570-0A1B6C10375B}" destId="{869B7228-CE67-4D46-9043-5D9BD4A38414}" srcOrd="0" destOrd="0" presId="urn:microsoft.com/office/officeart/2005/8/layout/process1"/>
    <dgm:cxn modelId="{007D6220-1F6B-4538-9661-1FBD96B779D8}" type="presParOf" srcId="{3C77D84D-4C4E-4FF2-82D0-CFE9DB383C98}" destId="{A7B3375D-F283-4BEE-ACB7-0FE4E1A0C72A}" srcOrd="4" destOrd="0" presId="urn:microsoft.com/office/officeart/2005/8/layout/process1"/>
  </dgm:cxnLst>
  <dgm:bg/>
  <dgm:whole/>
  <dgm:extLst>
    <a:ext uri="http://schemas.microsoft.com/office/drawing/2008/diagram">
      <dsp:dataModelExt xmlns:dsp="http://schemas.microsoft.com/office/drawing/2008/diagram" xmlns="" relId="rId8"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1DAF2E2E-D0D1-41C6-9CE6-3CFE79F5FB1A}" type="doc">
      <dgm:prSet loTypeId="urn:microsoft.com/office/officeart/2005/8/layout/process1" loCatId="process" qsTypeId="urn:microsoft.com/office/officeart/2005/8/quickstyle/simple1" qsCatId="simple" csTypeId="urn:microsoft.com/office/officeart/2005/8/colors/accent1_2" csCatId="accent1" phldr="1"/>
      <dgm:spPr/>
    </dgm:pt>
    <dgm:pt modelId="{288E0DFF-17EB-4D03-80F4-E61984355A45}">
      <dgm:prSet phldrT="[Text]" custT="1"/>
      <dgm:spPr/>
      <dgm:t>
        <a:bodyPr/>
        <a:lstStyle/>
        <a:p>
          <a:r>
            <a:rPr lang="en-US" sz="2200" i="1" smtClean="0"/>
            <a:t>Input - </a:t>
          </a:r>
          <a:r>
            <a:rPr lang="en-US" sz="2200" smtClean="0"/>
            <a:t>Vision and scope document, </a:t>
          </a:r>
          <a:r>
            <a:rPr lang="en-US" sz="2200" err="1" smtClean="0"/>
            <a:t>PoC</a:t>
          </a:r>
          <a:r>
            <a:rPr lang="en-US" sz="2200" smtClean="0"/>
            <a:t>, </a:t>
          </a:r>
          <a:r>
            <a:rPr lang="en-US" sz="2200" b="0" i="0" u="sng" smtClean="0"/>
            <a:t>SRS</a:t>
          </a:r>
          <a:r>
            <a:rPr lang="en-US" sz="2200" smtClean="0"/>
            <a:t>, other documentation and systems</a:t>
          </a:r>
          <a:endParaRPr lang="en-US" sz="2200"/>
        </a:p>
      </dgm:t>
    </dgm:pt>
    <dgm:pt modelId="{235B4F48-B21F-4205-9E13-0FA3441290AB}" type="parTrans" cxnId="{8B132047-3402-4198-A24F-5A51865EBA09}">
      <dgm:prSet/>
      <dgm:spPr/>
      <dgm:t>
        <a:bodyPr/>
        <a:lstStyle/>
        <a:p>
          <a:endParaRPr lang="en-US"/>
        </a:p>
      </dgm:t>
    </dgm:pt>
    <dgm:pt modelId="{1C798858-9243-42D5-A7D8-E645B3FFEC64}" type="sibTrans" cxnId="{8B132047-3402-4198-A24F-5A51865EBA09}">
      <dgm:prSet/>
      <dgm:spPr/>
      <dgm:t>
        <a:bodyPr/>
        <a:lstStyle/>
        <a:p>
          <a:endParaRPr lang="en-US"/>
        </a:p>
      </dgm:t>
    </dgm:pt>
    <dgm:pt modelId="{1E6F5464-37F4-4F68-B2A2-8A165C230838}">
      <dgm:prSet phldrT="[Text]" custT="1"/>
      <dgm:spPr>
        <a:solidFill>
          <a:schemeClr val="accent2">
            <a:alpha val="40000"/>
          </a:schemeClr>
        </a:solidFill>
      </dgm:spPr>
      <dgm:t>
        <a:bodyPr/>
        <a:lstStyle/>
        <a:p>
          <a:r>
            <a:rPr lang="en-US" sz="2200" smtClean="0"/>
            <a:t>Repeat identifying, judging, discussing deliverables, work and removing duplicates</a:t>
          </a:r>
          <a:endParaRPr lang="en-US" sz="2200"/>
        </a:p>
      </dgm:t>
    </dgm:pt>
    <dgm:pt modelId="{C8D8E389-4C4B-4896-9888-A09BAB6BDFAD}" type="parTrans" cxnId="{D12C003B-7C92-4F2C-A78D-59E7A68715B1}">
      <dgm:prSet/>
      <dgm:spPr/>
      <dgm:t>
        <a:bodyPr/>
        <a:lstStyle/>
        <a:p>
          <a:endParaRPr lang="en-US"/>
        </a:p>
      </dgm:t>
    </dgm:pt>
    <dgm:pt modelId="{0034F112-4E3F-4DCB-B628-DFD7B01F72B3}" type="sibTrans" cxnId="{D12C003B-7C92-4F2C-A78D-59E7A68715B1}">
      <dgm:prSet/>
      <dgm:spPr/>
      <dgm:t>
        <a:bodyPr/>
        <a:lstStyle/>
        <a:p>
          <a:endParaRPr lang="en-US"/>
        </a:p>
      </dgm:t>
    </dgm:pt>
    <dgm:pt modelId="{210F46A7-D145-46C3-86F8-CE920789F410}">
      <dgm:prSet phldrT="[Text]" custT="1"/>
      <dgm:spPr>
        <a:solidFill>
          <a:schemeClr val="accent3">
            <a:alpha val="40000"/>
          </a:schemeClr>
        </a:solidFill>
      </dgm:spPr>
      <dgm:t>
        <a:bodyPr/>
        <a:lstStyle/>
        <a:p>
          <a:r>
            <a:rPr lang="en-US" sz="2200" i="1" smtClean="0"/>
            <a:t>Output - </a:t>
          </a:r>
          <a:r>
            <a:rPr lang="en-US" sz="2200" smtClean="0"/>
            <a:t>Work breakdown structure (WBS) + Effort estimates for each of the tasks in the WBS. Granularity?</a:t>
          </a:r>
          <a:endParaRPr lang="en-US" sz="2200"/>
        </a:p>
      </dgm:t>
    </dgm:pt>
    <dgm:pt modelId="{9FD86690-8147-4813-B53B-7F57760C6C90}" type="parTrans" cxnId="{FCDF5678-DC4F-461D-A2CF-F3B9313CE084}">
      <dgm:prSet/>
      <dgm:spPr/>
      <dgm:t>
        <a:bodyPr/>
        <a:lstStyle/>
        <a:p>
          <a:endParaRPr lang="en-US"/>
        </a:p>
      </dgm:t>
    </dgm:pt>
    <dgm:pt modelId="{BBE38365-9EB5-4E29-8725-C091872C0330}" type="sibTrans" cxnId="{FCDF5678-DC4F-461D-A2CF-F3B9313CE084}">
      <dgm:prSet/>
      <dgm:spPr/>
      <dgm:t>
        <a:bodyPr/>
        <a:lstStyle/>
        <a:p>
          <a:endParaRPr lang="en-US"/>
        </a:p>
      </dgm:t>
    </dgm:pt>
    <dgm:pt modelId="{3C77D84D-4C4E-4FF2-82D0-CFE9DB383C98}" type="pres">
      <dgm:prSet presAssocID="{1DAF2E2E-D0D1-41C6-9CE6-3CFE79F5FB1A}" presName="Name0" presStyleCnt="0">
        <dgm:presLayoutVars>
          <dgm:dir/>
          <dgm:resizeHandles val="exact"/>
        </dgm:presLayoutVars>
      </dgm:prSet>
      <dgm:spPr/>
    </dgm:pt>
    <dgm:pt modelId="{49F3141C-60E0-424A-8295-FDD9966CCDE8}" type="pres">
      <dgm:prSet presAssocID="{288E0DFF-17EB-4D03-80F4-E61984355A45}" presName="node" presStyleLbl="node1" presStyleIdx="0" presStyleCnt="3">
        <dgm:presLayoutVars>
          <dgm:bulletEnabled val="1"/>
        </dgm:presLayoutVars>
      </dgm:prSet>
      <dgm:spPr/>
      <dgm:t>
        <a:bodyPr/>
        <a:lstStyle/>
        <a:p>
          <a:endParaRPr lang="en-US"/>
        </a:p>
      </dgm:t>
    </dgm:pt>
    <dgm:pt modelId="{0CA93EAB-3016-4269-96DA-8DA863BA2D0F}" type="pres">
      <dgm:prSet presAssocID="{1C798858-9243-42D5-A7D8-E645B3FFEC64}" presName="sibTrans" presStyleLbl="sibTrans2D1" presStyleIdx="0" presStyleCnt="2"/>
      <dgm:spPr/>
      <dgm:t>
        <a:bodyPr/>
        <a:lstStyle/>
        <a:p>
          <a:endParaRPr lang="en-US"/>
        </a:p>
      </dgm:t>
    </dgm:pt>
    <dgm:pt modelId="{DF0F4B82-4087-4620-BDF5-B71CD56C25CB}" type="pres">
      <dgm:prSet presAssocID="{1C798858-9243-42D5-A7D8-E645B3FFEC64}" presName="connectorText" presStyleLbl="sibTrans2D1" presStyleIdx="0" presStyleCnt="2"/>
      <dgm:spPr/>
      <dgm:t>
        <a:bodyPr/>
        <a:lstStyle/>
        <a:p>
          <a:endParaRPr lang="en-US"/>
        </a:p>
      </dgm:t>
    </dgm:pt>
    <dgm:pt modelId="{ACDBFEC7-A867-4077-9244-5F6023D8B3D8}" type="pres">
      <dgm:prSet presAssocID="{1E6F5464-37F4-4F68-B2A2-8A165C230838}" presName="node" presStyleLbl="node1" presStyleIdx="1" presStyleCnt="3">
        <dgm:presLayoutVars>
          <dgm:bulletEnabled val="1"/>
        </dgm:presLayoutVars>
      </dgm:prSet>
      <dgm:spPr/>
      <dgm:t>
        <a:bodyPr/>
        <a:lstStyle/>
        <a:p>
          <a:endParaRPr lang="en-US"/>
        </a:p>
      </dgm:t>
    </dgm:pt>
    <dgm:pt modelId="{E927024B-0795-4C32-9570-0A1B6C10375B}" type="pres">
      <dgm:prSet presAssocID="{0034F112-4E3F-4DCB-B628-DFD7B01F72B3}" presName="sibTrans" presStyleLbl="sibTrans2D1" presStyleIdx="1" presStyleCnt="2"/>
      <dgm:spPr/>
      <dgm:t>
        <a:bodyPr/>
        <a:lstStyle/>
        <a:p>
          <a:endParaRPr lang="en-US"/>
        </a:p>
      </dgm:t>
    </dgm:pt>
    <dgm:pt modelId="{869B7228-CE67-4D46-9043-5D9BD4A38414}" type="pres">
      <dgm:prSet presAssocID="{0034F112-4E3F-4DCB-B628-DFD7B01F72B3}" presName="connectorText" presStyleLbl="sibTrans2D1" presStyleIdx="1" presStyleCnt="2"/>
      <dgm:spPr/>
      <dgm:t>
        <a:bodyPr/>
        <a:lstStyle/>
        <a:p>
          <a:endParaRPr lang="en-US"/>
        </a:p>
      </dgm:t>
    </dgm:pt>
    <dgm:pt modelId="{A7B3375D-F283-4BEE-ACB7-0FE4E1A0C72A}" type="pres">
      <dgm:prSet presAssocID="{210F46A7-D145-46C3-86F8-CE920789F410}" presName="node" presStyleLbl="node1" presStyleIdx="2" presStyleCnt="3">
        <dgm:presLayoutVars>
          <dgm:bulletEnabled val="1"/>
        </dgm:presLayoutVars>
      </dgm:prSet>
      <dgm:spPr/>
      <dgm:t>
        <a:bodyPr/>
        <a:lstStyle/>
        <a:p>
          <a:endParaRPr lang="en-US"/>
        </a:p>
      </dgm:t>
    </dgm:pt>
  </dgm:ptLst>
  <dgm:cxnLst>
    <dgm:cxn modelId="{D12C003B-7C92-4F2C-A78D-59E7A68715B1}" srcId="{1DAF2E2E-D0D1-41C6-9CE6-3CFE79F5FB1A}" destId="{1E6F5464-37F4-4F68-B2A2-8A165C230838}" srcOrd="1" destOrd="0" parTransId="{C8D8E389-4C4B-4896-9888-A09BAB6BDFAD}" sibTransId="{0034F112-4E3F-4DCB-B628-DFD7B01F72B3}"/>
    <dgm:cxn modelId="{2FBCB165-2186-4B53-9A21-BCC7ED022600}" type="presOf" srcId="{1E6F5464-37F4-4F68-B2A2-8A165C230838}" destId="{ACDBFEC7-A867-4077-9244-5F6023D8B3D8}" srcOrd="0" destOrd="0" presId="urn:microsoft.com/office/officeart/2005/8/layout/process1"/>
    <dgm:cxn modelId="{759B855B-272E-4254-AA13-07186E43EC8D}" type="presOf" srcId="{0034F112-4E3F-4DCB-B628-DFD7B01F72B3}" destId="{869B7228-CE67-4D46-9043-5D9BD4A38414}" srcOrd="1" destOrd="0" presId="urn:microsoft.com/office/officeart/2005/8/layout/process1"/>
    <dgm:cxn modelId="{EB3D3625-F47C-4008-A1D9-174077F873ED}" type="presOf" srcId="{1DAF2E2E-D0D1-41C6-9CE6-3CFE79F5FB1A}" destId="{3C77D84D-4C4E-4FF2-82D0-CFE9DB383C98}" srcOrd="0" destOrd="0" presId="urn:microsoft.com/office/officeart/2005/8/layout/process1"/>
    <dgm:cxn modelId="{4E692265-721E-4F91-8C60-3D1E51BFEB80}" type="presOf" srcId="{288E0DFF-17EB-4D03-80F4-E61984355A45}" destId="{49F3141C-60E0-424A-8295-FDD9966CCDE8}" srcOrd="0" destOrd="0" presId="urn:microsoft.com/office/officeart/2005/8/layout/process1"/>
    <dgm:cxn modelId="{FCDF5678-DC4F-461D-A2CF-F3B9313CE084}" srcId="{1DAF2E2E-D0D1-41C6-9CE6-3CFE79F5FB1A}" destId="{210F46A7-D145-46C3-86F8-CE920789F410}" srcOrd="2" destOrd="0" parTransId="{9FD86690-8147-4813-B53B-7F57760C6C90}" sibTransId="{BBE38365-9EB5-4E29-8725-C091872C0330}"/>
    <dgm:cxn modelId="{05C7280D-FE79-4758-B543-602EB9D9FA00}" type="presOf" srcId="{0034F112-4E3F-4DCB-B628-DFD7B01F72B3}" destId="{E927024B-0795-4C32-9570-0A1B6C10375B}" srcOrd="0" destOrd="0" presId="urn:microsoft.com/office/officeart/2005/8/layout/process1"/>
    <dgm:cxn modelId="{A0FD1322-C5AB-497B-AF36-7E4A2A8B1E12}" type="presOf" srcId="{210F46A7-D145-46C3-86F8-CE920789F410}" destId="{A7B3375D-F283-4BEE-ACB7-0FE4E1A0C72A}" srcOrd="0" destOrd="0" presId="urn:microsoft.com/office/officeart/2005/8/layout/process1"/>
    <dgm:cxn modelId="{8B132047-3402-4198-A24F-5A51865EBA09}" srcId="{1DAF2E2E-D0D1-41C6-9CE6-3CFE79F5FB1A}" destId="{288E0DFF-17EB-4D03-80F4-E61984355A45}" srcOrd="0" destOrd="0" parTransId="{235B4F48-B21F-4205-9E13-0FA3441290AB}" sibTransId="{1C798858-9243-42D5-A7D8-E645B3FFEC64}"/>
    <dgm:cxn modelId="{20280266-243A-446C-8366-9F9FFEA3926E}" type="presOf" srcId="{1C798858-9243-42D5-A7D8-E645B3FFEC64}" destId="{0CA93EAB-3016-4269-96DA-8DA863BA2D0F}" srcOrd="0" destOrd="0" presId="urn:microsoft.com/office/officeart/2005/8/layout/process1"/>
    <dgm:cxn modelId="{B29A788B-2BDA-4076-8073-F82F1C3A142C}" type="presOf" srcId="{1C798858-9243-42D5-A7D8-E645B3FFEC64}" destId="{DF0F4B82-4087-4620-BDF5-B71CD56C25CB}" srcOrd="1" destOrd="0" presId="urn:microsoft.com/office/officeart/2005/8/layout/process1"/>
    <dgm:cxn modelId="{7DD91A73-F143-4C4B-BE63-F65BF84A420A}" type="presParOf" srcId="{3C77D84D-4C4E-4FF2-82D0-CFE9DB383C98}" destId="{49F3141C-60E0-424A-8295-FDD9966CCDE8}" srcOrd="0" destOrd="0" presId="urn:microsoft.com/office/officeart/2005/8/layout/process1"/>
    <dgm:cxn modelId="{E9260A95-C11C-4848-8CE8-8C8BBDCB9307}" type="presParOf" srcId="{3C77D84D-4C4E-4FF2-82D0-CFE9DB383C98}" destId="{0CA93EAB-3016-4269-96DA-8DA863BA2D0F}" srcOrd="1" destOrd="0" presId="urn:microsoft.com/office/officeart/2005/8/layout/process1"/>
    <dgm:cxn modelId="{0550361D-CC6F-4F29-9300-D65948AD9376}" type="presParOf" srcId="{0CA93EAB-3016-4269-96DA-8DA863BA2D0F}" destId="{DF0F4B82-4087-4620-BDF5-B71CD56C25CB}" srcOrd="0" destOrd="0" presId="urn:microsoft.com/office/officeart/2005/8/layout/process1"/>
    <dgm:cxn modelId="{88D57E83-6186-4331-BEDF-F5F26A00D899}" type="presParOf" srcId="{3C77D84D-4C4E-4FF2-82D0-CFE9DB383C98}" destId="{ACDBFEC7-A867-4077-9244-5F6023D8B3D8}" srcOrd="2" destOrd="0" presId="urn:microsoft.com/office/officeart/2005/8/layout/process1"/>
    <dgm:cxn modelId="{D03B36FF-0449-483B-9D60-1E182B65C761}" type="presParOf" srcId="{3C77D84D-4C4E-4FF2-82D0-CFE9DB383C98}" destId="{E927024B-0795-4C32-9570-0A1B6C10375B}" srcOrd="3" destOrd="0" presId="urn:microsoft.com/office/officeart/2005/8/layout/process1"/>
    <dgm:cxn modelId="{607222DD-73C9-4030-B481-3FEFF40FFEDA}" type="presParOf" srcId="{E927024B-0795-4C32-9570-0A1B6C10375B}" destId="{869B7228-CE67-4D46-9043-5D9BD4A38414}" srcOrd="0" destOrd="0" presId="urn:microsoft.com/office/officeart/2005/8/layout/process1"/>
    <dgm:cxn modelId="{46A6FA6E-35E7-441E-9570-7226A710BD2E}" type="presParOf" srcId="{3C77D84D-4C4E-4FF2-82D0-CFE9DB383C98}" destId="{A7B3375D-F283-4BEE-ACB7-0FE4E1A0C72A}" srcOrd="4" destOrd="0" presId="urn:microsoft.com/office/officeart/2005/8/layout/process1"/>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6B58A325-B009-49F9-A128-081C327AD2F2}" type="doc">
      <dgm:prSet loTypeId="urn:microsoft.com/office/officeart/2005/8/layout/orgChart1" loCatId="hierarchy" qsTypeId="urn:microsoft.com/office/officeart/2005/8/quickstyle/simple1" qsCatId="simple" csTypeId="urn:microsoft.com/office/officeart/2005/8/colors/accent1_1" csCatId="accent1" phldr="1"/>
      <dgm:spPr/>
      <dgm:t>
        <a:bodyPr/>
        <a:lstStyle/>
        <a:p>
          <a:endParaRPr lang="en-US"/>
        </a:p>
      </dgm:t>
    </dgm:pt>
    <dgm:pt modelId="{D0C6ED01-4450-4111-8DBB-B9894BF2BE80}">
      <dgm:prSet phldrT="[Text]" custT="1"/>
      <dgm:spPr/>
      <dgm:t>
        <a:bodyPr/>
        <a:lstStyle/>
        <a:p>
          <a:r>
            <a:rPr lang="en-US" sz="1600" smtClean="0"/>
            <a:t>Project</a:t>
          </a:r>
          <a:endParaRPr lang="en-US" sz="1600"/>
        </a:p>
      </dgm:t>
    </dgm:pt>
    <dgm:pt modelId="{5DFA6CC5-9A9E-431B-A2F3-F6828CDABE3C}" type="parTrans" cxnId="{E9C9F63D-B44F-4340-AA94-3917AA23EE7D}">
      <dgm:prSet/>
      <dgm:spPr/>
      <dgm:t>
        <a:bodyPr/>
        <a:lstStyle/>
        <a:p>
          <a:endParaRPr lang="en-US"/>
        </a:p>
      </dgm:t>
    </dgm:pt>
    <dgm:pt modelId="{A2E120AF-ED8B-46FE-8D1D-7DB190E53250}" type="sibTrans" cxnId="{E9C9F63D-B44F-4340-AA94-3917AA23EE7D}">
      <dgm:prSet/>
      <dgm:spPr/>
      <dgm:t>
        <a:bodyPr/>
        <a:lstStyle/>
        <a:p>
          <a:endParaRPr lang="en-US"/>
        </a:p>
      </dgm:t>
    </dgm:pt>
    <dgm:pt modelId="{F0913960-A184-4A5A-B305-5A2DCF2F30DE}" type="asst">
      <dgm:prSet phldrT="[Text]" custT="1"/>
      <dgm:spPr/>
      <dgm:t>
        <a:bodyPr/>
        <a:lstStyle/>
        <a:p>
          <a:r>
            <a:rPr lang="en-US" sz="1600" smtClean="0"/>
            <a:t>Documents</a:t>
          </a:r>
          <a:endParaRPr lang="en-US" sz="1600"/>
        </a:p>
      </dgm:t>
    </dgm:pt>
    <dgm:pt modelId="{5B9E103F-AAE7-455D-A5AA-2055C40674FE}" type="parTrans" cxnId="{41B22EF1-46BD-42B9-BC61-ACC7EC74821B}">
      <dgm:prSet/>
      <dgm:spPr/>
      <dgm:t>
        <a:bodyPr/>
        <a:lstStyle/>
        <a:p>
          <a:endParaRPr lang="en-US" sz="1800"/>
        </a:p>
      </dgm:t>
    </dgm:pt>
    <dgm:pt modelId="{BA02B627-31DE-4EC9-97D9-93D89486F02F}" type="sibTrans" cxnId="{41B22EF1-46BD-42B9-BC61-ACC7EC74821B}">
      <dgm:prSet/>
      <dgm:spPr/>
      <dgm:t>
        <a:bodyPr/>
        <a:lstStyle/>
        <a:p>
          <a:endParaRPr lang="en-US"/>
        </a:p>
      </dgm:t>
    </dgm:pt>
    <dgm:pt modelId="{F4979204-58E6-463F-9FB8-A983D8E69E8E}" type="asst">
      <dgm:prSet phldrT="[Text]" custT="1"/>
      <dgm:spPr/>
      <dgm:t>
        <a:bodyPr/>
        <a:lstStyle/>
        <a:p>
          <a:r>
            <a:rPr lang="en-US" sz="1600" smtClean="0"/>
            <a:t>Application</a:t>
          </a:r>
          <a:endParaRPr lang="en-US" sz="1600"/>
        </a:p>
      </dgm:t>
    </dgm:pt>
    <dgm:pt modelId="{1E7197DD-387F-4B9A-9C71-C736C5B42EA9}" type="parTrans" cxnId="{70EA1363-328F-4868-8C83-64C7C125C691}">
      <dgm:prSet/>
      <dgm:spPr/>
      <dgm:t>
        <a:bodyPr/>
        <a:lstStyle/>
        <a:p>
          <a:endParaRPr lang="en-US" sz="1800"/>
        </a:p>
      </dgm:t>
    </dgm:pt>
    <dgm:pt modelId="{617DB06C-18F4-4172-A3F5-D0B515FDE946}" type="sibTrans" cxnId="{70EA1363-328F-4868-8C83-64C7C125C691}">
      <dgm:prSet/>
      <dgm:spPr/>
      <dgm:t>
        <a:bodyPr/>
        <a:lstStyle/>
        <a:p>
          <a:endParaRPr lang="en-US"/>
        </a:p>
      </dgm:t>
    </dgm:pt>
    <dgm:pt modelId="{D864EF71-6A8A-47C7-8764-E8A22E42DB8A}" type="asst">
      <dgm:prSet phldrT="[Text]" custT="1"/>
      <dgm:spPr/>
      <dgm:t>
        <a:bodyPr/>
        <a:lstStyle/>
        <a:p>
          <a:r>
            <a:rPr lang="en-US" sz="1600" smtClean="0"/>
            <a:t>User guide</a:t>
          </a:r>
          <a:endParaRPr lang="en-US" sz="1600"/>
        </a:p>
      </dgm:t>
    </dgm:pt>
    <dgm:pt modelId="{7350681B-DBD3-48DF-A48E-81F9C82C2183}" type="parTrans" cxnId="{87ABDE3A-E6B0-4A2C-A721-75418893847F}">
      <dgm:prSet/>
      <dgm:spPr/>
      <dgm:t>
        <a:bodyPr/>
        <a:lstStyle/>
        <a:p>
          <a:endParaRPr lang="en-US" sz="1800"/>
        </a:p>
      </dgm:t>
    </dgm:pt>
    <dgm:pt modelId="{42FC115B-04A5-4243-9EE7-0ACFEF8294CF}" type="sibTrans" cxnId="{87ABDE3A-E6B0-4A2C-A721-75418893847F}">
      <dgm:prSet/>
      <dgm:spPr/>
      <dgm:t>
        <a:bodyPr/>
        <a:lstStyle/>
        <a:p>
          <a:endParaRPr lang="en-US"/>
        </a:p>
      </dgm:t>
    </dgm:pt>
    <dgm:pt modelId="{0B13BE09-812C-43CE-843B-A702F623F862}" type="asst">
      <dgm:prSet phldrT="[Text]" custT="1"/>
      <dgm:spPr/>
      <dgm:t>
        <a:bodyPr/>
        <a:lstStyle/>
        <a:p>
          <a:r>
            <a:rPr lang="en-US" sz="1600" smtClean="0"/>
            <a:t>Compilation guide</a:t>
          </a:r>
          <a:endParaRPr lang="en-US" sz="1600"/>
        </a:p>
      </dgm:t>
    </dgm:pt>
    <dgm:pt modelId="{DAD6AB52-D2D8-451D-B19D-93782B94F1AF}" type="parTrans" cxnId="{F3C7FCFC-9FA5-45EC-9C29-A9263BCCA2CC}">
      <dgm:prSet/>
      <dgm:spPr/>
      <dgm:t>
        <a:bodyPr/>
        <a:lstStyle/>
        <a:p>
          <a:endParaRPr lang="en-US" sz="1800"/>
        </a:p>
      </dgm:t>
    </dgm:pt>
    <dgm:pt modelId="{4A5F5F48-873D-4871-81FA-A20E63145A7E}" type="sibTrans" cxnId="{F3C7FCFC-9FA5-45EC-9C29-A9263BCCA2CC}">
      <dgm:prSet/>
      <dgm:spPr/>
      <dgm:t>
        <a:bodyPr/>
        <a:lstStyle/>
        <a:p>
          <a:endParaRPr lang="en-US"/>
        </a:p>
      </dgm:t>
    </dgm:pt>
    <dgm:pt modelId="{216817A3-51AF-43CB-8B9A-E8764E0FCAD0}" type="asst">
      <dgm:prSet phldrT="[Text]" custT="1"/>
      <dgm:spPr/>
      <dgm:t>
        <a:bodyPr/>
        <a:lstStyle/>
        <a:p>
          <a:r>
            <a:rPr lang="en-US" sz="1600" smtClean="0"/>
            <a:t>Feature 1</a:t>
          </a:r>
          <a:endParaRPr lang="en-US" sz="1600"/>
        </a:p>
      </dgm:t>
    </dgm:pt>
    <dgm:pt modelId="{C1A76D78-CF70-4F7B-9B73-C7F0AFB08DC1}" type="parTrans" cxnId="{7234115B-9100-45D6-9BCE-99FD3A2AD09A}">
      <dgm:prSet/>
      <dgm:spPr/>
      <dgm:t>
        <a:bodyPr/>
        <a:lstStyle/>
        <a:p>
          <a:endParaRPr lang="en-US" sz="1800"/>
        </a:p>
      </dgm:t>
    </dgm:pt>
    <dgm:pt modelId="{EA3AEDE5-8176-490F-8B02-2F6E3B5056B2}" type="sibTrans" cxnId="{7234115B-9100-45D6-9BCE-99FD3A2AD09A}">
      <dgm:prSet/>
      <dgm:spPr/>
      <dgm:t>
        <a:bodyPr/>
        <a:lstStyle/>
        <a:p>
          <a:endParaRPr lang="en-US"/>
        </a:p>
      </dgm:t>
    </dgm:pt>
    <dgm:pt modelId="{0BB89111-1F04-4A4D-B4D9-83B5C1916C3F}" type="asst">
      <dgm:prSet phldrT="[Text]" custT="1"/>
      <dgm:spPr/>
      <dgm:t>
        <a:bodyPr/>
        <a:lstStyle/>
        <a:p>
          <a:r>
            <a:rPr lang="en-US" sz="1600" smtClean="0"/>
            <a:t>Feature 2</a:t>
          </a:r>
          <a:endParaRPr lang="en-US" sz="1600"/>
        </a:p>
      </dgm:t>
    </dgm:pt>
    <dgm:pt modelId="{2617E6F9-6F76-4FAC-A67F-D79B099235CA}" type="parTrans" cxnId="{E1EA338A-734D-4B0B-9A61-8C36EB7B7A65}">
      <dgm:prSet/>
      <dgm:spPr/>
      <dgm:t>
        <a:bodyPr/>
        <a:lstStyle/>
        <a:p>
          <a:endParaRPr lang="en-US" sz="1800"/>
        </a:p>
      </dgm:t>
    </dgm:pt>
    <dgm:pt modelId="{C38B9FEA-2161-4FED-BB7D-40F4998CF4D8}" type="sibTrans" cxnId="{E1EA338A-734D-4B0B-9A61-8C36EB7B7A65}">
      <dgm:prSet/>
      <dgm:spPr/>
      <dgm:t>
        <a:bodyPr/>
        <a:lstStyle/>
        <a:p>
          <a:endParaRPr lang="en-US"/>
        </a:p>
      </dgm:t>
    </dgm:pt>
    <dgm:pt modelId="{C39FA169-70B0-4693-AF22-FFCCA3AE785C}" type="asst">
      <dgm:prSet phldrT="[Text]" custT="1"/>
      <dgm:spPr/>
      <dgm:t>
        <a:bodyPr/>
        <a:lstStyle/>
        <a:p>
          <a:r>
            <a:rPr lang="en-US" sz="1600" smtClean="0"/>
            <a:t>Use Cases / User Stories</a:t>
          </a:r>
          <a:endParaRPr lang="en-US" sz="1600"/>
        </a:p>
      </dgm:t>
    </dgm:pt>
    <dgm:pt modelId="{C4D01A6B-7749-47CB-9F3B-406D17ABEC30}" type="parTrans" cxnId="{079B3B1F-6C0F-457A-AFC0-938709BF2DBF}">
      <dgm:prSet/>
      <dgm:spPr/>
      <dgm:t>
        <a:bodyPr/>
        <a:lstStyle/>
        <a:p>
          <a:endParaRPr lang="en-US" sz="1800"/>
        </a:p>
      </dgm:t>
    </dgm:pt>
    <dgm:pt modelId="{C11BDA19-4154-438D-8F2C-037EC3B862AC}" type="sibTrans" cxnId="{079B3B1F-6C0F-457A-AFC0-938709BF2DBF}">
      <dgm:prSet/>
      <dgm:spPr/>
      <dgm:t>
        <a:bodyPr/>
        <a:lstStyle/>
        <a:p>
          <a:endParaRPr lang="en-US"/>
        </a:p>
      </dgm:t>
    </dgm:pt>
    <dgm:pt modelId="{48280AB1-B611-4A7E-BCC2-26291CC4E0FF}" type="asst">
      <dgm:prSet phldrT="[Text]" custT="1"/>
      <dgm:spPr/>
      <dgm:t>
        <a:bodyPr/>
        <a:lstStyle/>
        <a:p>
          <a:r>
            <a:rPr lang="en-US" sz="1600" smtClean="0"/>
            <a:t>Source Code</a:t>
          </a:r>
          <a:endParaRPr lang="en-US" sz="1600"/>
        </a:p>
      </dgm:t>
    </dgm:pt>
    <dgm:pt modelId="{CE5FA8EF-039E-4DDC-83B3-C377720F183E}" type="parTrans" cxnId="{F28A7CC2-D2A2-4D68-B723-EF3A29DE7898}">
      <dgm:prSet/>
      <dgm:spPr/>
      <dgm:t>
        <a:bodyPr/>
        <a:lstStyle/>
        <a:p>
          <a:endParaRPr lang="en-US" sz="1800"/>
        </a:p>
      </dgm:t>
    </dgm:pt>
    <dgm:pt modelId="{D99D7AA4-DA2E-4E9C-A572-7269D83B9A17}" type="sibTrans" cxnId="{F28A7CC2-D2A2-4D68-B723-EF3A29DE7898}">
      <dgm:prSet/>
      <dgm:spPr/>
      <dgm:t>
        <a:bodyPr/>
        <a:lstStyle/>
        <a:p>
          <a:endParaRPr lang="en-US"/>
        </a:p>
      </dgm:t>
    </dgm:pt>
    <dgm:pt modelId="{FABFE473-3281-4C79-A6EA-292819F32F91}" type="asst">
      <dgm:prSet phldrT="[Text]" custT="1"/>
      <dgm:spPr/>
      <dgm:t>
        <a:bodyPr/>
        <a:lstStyle/>
        <a:p>
          <a:r>
            <a:rPr lang="en-US" sz="1600" smtClean="0"/>
            <a:t>Use Cases / User Stories</a:t>
          </a:r>
          <a:endParaRPr lang="en-US" sz="1600"/>
        </a:p>
      </dgm:t>
    </dgm:pt>
    <dgm:pt modelId="{1F641E5B-B117-4C77-A201-E34D68D5C83E}" type="parTrans" cxnId="{9E1766E3-7B5A-44E3-B053-EDB094F5353F}">
      <dgm:prSet/>
      <dgm:spPr/>
      <dgm:t>
        <a:bodyPr/>
        <a:lstStyle/>
        <a:p>
          <a:endParaRPr lang="en-US" sz="1800"/>
        </a:p>
      </dgm:t>
    </dgm:pt>
    <dgm:pt modelId="{46305FB6-F03D-4E11-937C-323004DAC669}" type="sibTrans" cxnId="{9E1766E3-7B5A-44E3-B053-EDB094F5353F}">
      <dgm:prSet/>
      <dgm:spPr/>
      <dgm:t>
        <a:bodyPr/>
        <a:lstStyle/>
        <a:p>
          <a:endParaRPr lang="en-US"/>
        </a:p>
      </dgm:t>
    </dgm:pt>
    <dgm:pt modelId="{FD48A61F-05BA-4639-B719-4388E4AC2FCD}" type="asst">
      <dgm:prSet phldrT="[Text]" custT="1"/>
      <dgm:spPr/>
      <dgm:t>
        <a:bodyPr/>
        <a:lstStyle/>
        <a:p>
          <a:r>
            <a:rPr lang="en-US" sz="1600" smtClean="0"/>
            <a:t>Source Code</a:t>
          </a:r>
          <a:endParaRPr lang="en-US" sz="1600"/>
        </a:p>
      </dgm:t>
    </dgm:pt>
    <dgm:pt modelId="{394FC506-B728-444A-AB07-5AECD127AE5E}" type="parTrans" cxnId="{28E48F5A-0C92-4607-B258-BBF24C47421C}">
      <dgm:prSet/>
      <dgm:spPr/>
      <dgm:t>
        <a:bodyPr/>
        <a:lstStyle/>
        <a:p>
          <a:endParaRPr lang="en-US" sz="1800"/>
        </a:p>
      </dgm:t>
    </dgm:pt>
    <dgm:pt modelId="{D7DB6BC8-C7DD-4939-87CF-7880AB3F55F4}" type="sibTrans" cxnId="{28E48F5A-0C92-4607-B258-BBF24C47421C}">
      <dgm:prSet/>
      <dgm:spPr/>
      <dgm:t>
        <a:bodyPr/>
        <a:lstStyle/>
        <a:p>
          <a:endParaRPr lang="en-US"/>
        </a:p>
      </dgm:t>
    </dgm:pt>
    <dgm:pt modelId="{A643D5CA-EBAA-4E14-AE7C-944D1F6EBE7A}" type="pres">
      <dgm:prSet presAssocID="{6B58A325-B009-49F9-A128-081C327AD2F2}" presName="hierChild1" presStyleCnt="0">
        <dgm:presLayoutVars>
          <dgm:orgChart val="1"/>
          <dgm:chPref val="1"/>
          <dgm:dir/>
          <dgm:animOne val="branch"/>
          <dgm:animLvl val="lvl"/>
          <dgm:resizeHandles/>
        </dgm:presLayoutVars>
      </dgm:prSet>
      <dgm:spPr/>
      <dgm:t>
        <a:bodyPr/>
        <a:lstStyle/>
        <a:p>
          <a:endParaRPr lang="en-US"/>
        </a:p>
      </dgm:t>
    </dgm:pt>
    <dgm:pt modelId="{7F8B293B-7218-4BB9-B171-4A777CFC52E9}" type="pres">
      <dgm:prSet presAssocID="{D0C6ED01-4450-4111-8DBB-B9894BF2BE80}" presName="hierRoot1" presStyleCnt="0">
        <dgm:presLayoutVars>
          <dgm:hierBranch val="init"/>
        </dgm:presLayoutVars>
      </dgm:prSet>
      <dgm:spPr/>
    </dgm:pt>
    <dgm:pt modelId="{F481189E-0445-4D4A-9173-6BB2B11A526A}" type="pres">
      <dgm:prSet presAssocID="{D0C6ED01-4450-4111-8DBB-B9894BF2BE80}" presName="rootComposite1" presStyleCnt="0"/>
      <dgm:spPr/>
    </dgm:pt>
    <dgm:pt modelId="{5C7B206B-C08C-4505-A3EE-4958994E7AA6}" type="pres">
      <dgm:prSet presAssocID="{D0C6ED01-4450-4111-8DBB-B9894BF2BE80}" presName="rootText1" presStyleLbl="node0" presStyleIdx="0" presStyleCnt="1">
        <dgm:presLayoutVars>
          <dgm:chPref val="3"/>
        </dgm:presLayoutVars>
      </dgm:prSet>
      <dgm:spPr/>
      <dgm:t>
        <a:bodyPr/>
        <a:lstStyle/>
        <a:p>
          <a:endParaRPr lang="en-US"/>
        </a:p>
      </dgm:t>
    </dgm:pt>
    <dgm:pt modelId="{0981AED6-3E3B-4F41-A4D3-D715C9C86E7C}" type="pres">
      <dgm:prSet presAssocID="{D0C6ED01-4450-4111-8DBB-B9894BF2BE80}" presName="rootConnector1" presStyleLbl="node1" presStyleIdx="0" presStyleCnt="0"/>
      <dgm:spPr/>
      <dgm:t>
        <a:bodyPr/>
        <a:lstStyle/>
        <a:p>
          <a:endParaRPr lang="en-US"/>
        </a:p>
      </dgm:t>
    </dgm:pt>
    <dgm:pt modelId="{452EA42F-F65C-41B5-8453-589DD2160BC5}" type="pres">
      <dgm:prSet presAssocID="{D0C6ED01-4450-4111-8DBB-B9894BF2BE80}" presName="hierChild2" presStyleCnt="0"/>
      <dgm:spPr/>
    </dgm:pt>
    <dgm:pt modelId="{262A5F5E-0512-4836-B9C2-18FEDE5B09A7}" type="pres">
      <dgm:prSet presAssocID="{D0C6ED01-4450-4111-8DBB-B9894BF2BE80}" presName="hierChild3" presStyleCnt="0"/>
      <dgm:spPr/>
    </dgm:pt>
    <dgm:pt modelId="{68C6A110-623E-4DD6-BE31-82E561B16300}" type="pres">
      <dgm:prSet presAssocID="{5B9E103F-AAE7-455D-A5AA-2055C40674FE}" presName="Name111" presStyleLbl="parChTrans1D2" presStyleIdx="0" presStyleCnt="2"/>
      <dgm:spPr/>
      <dgm:t>
        <a:bodyPr/>
        <a:lstStyle/>
        <a:p>
          <a:endParaRPr lang="en-US"/>
        </a:p>
      </dgm:t>
    </dgm:pt>
    <dgm:pt modelId="{953A10DC-9E69-4A11-A33A-72A7D328DC26}" type="pres">
      <dgm:prSet presAssocID="{F0913960-A184-4A5A-B305-5A2DCF2F30DE}" presName="hierRoot3" presStyleCnt="0">
        <dgm:presLayoutVars>
          <dgm:hierBranch val="init"/>
        </dgm:presLayoutVars>
      </dgm:prSet>
      <dgm:spPr/>
    </dgm:pt>
    <dgm:pt modelId="{A0F88C62-0728-4B8B-A39A-18D03513DEDC}" type="pres">
      <dgm:prSet presAssocID="{F0913960-A184-4A5A-B305-5A2DCF2F30DE}" presName="rootComposite3" presStyleCnt="0"/>
      <dgm:spPr/>
    </dgm:pt>
    <dgm:pt modelId="{0A4506DF-A32D-4AE0-AE75-0D5E4208FDF2}" type="pres">
      <dgm:prSet presAssocID="{F0913960-A184-4A5A-B305-5A2DCF2F30DE}" presName="rootText3" presStyleLbl="asst1" presStyleIdx="0" presStyleCnt="10">
        <dgm:presLayoutVars>
          <dgm:chPref val="3"/>
        </dgm:presLayoutVars>
      </dgm:prSet>
      <dgm:spPr/>
      <dgm:t>
        <a:bodyPr/>
        <a:lstStyle/>
        <a:p>
          <a:endParaRPr lang="en-US"/>
        </a:p>
      </dgm:t>
    </dgm:pt>
    <dgm:pt modelId="{D8D16896-1AA3-4FFB-A366-14408FC7D1F3}" type="pres">
      <dgm:prSet presAssocID="{F0913960-A184-4A5A-B305-5A2DCF2F30DE}" presName="rootConnector3" presStyleLbl="asst1" presStyleIdx="0" presStyleCnt="10"/>
      <dgm:spPr/>
      <dgm:t>
        <a:bodyPr/>
        <a:lstStyle/>
        <a:p>
          <a:endParaRPr lang="en-US"/>
        </a:p>
      </dgm:t>
    </dgm:pt>
    <dgm:pt modelId="{2821194B-89CA-4369-99CB-A90B8E4423AD}" type="pres">
      <dgm:prSet presAssocID="{F0913960-A184-4A5A-B305-5A2DCF2F30DE}" presName="hierChild6" presStyleCnt="0"/>
      <dgm:spPr/>
    </dgm:pt>
    <dgm:pt modelId="{F32B46E3-0DF2-4A79-AD0E-C688636BE001}" type="pres">
      <dgm:prSet presAssocID="{F0913960-A184-4A5A-B305-5A2DCF2F30DE}" presName="hierChild7" presStyleCnt="0"/>
      <dgm:spPr/>
    </dgm:pt>
    <dgm:pt modelId="{A6D13755-34C1-4CE2-8BF7-E1AF8F388595}" type="pres">
      <dgm:prSet presAssocID="{7350681B-DBD3-48DF-A48E-81F9C82C2183}" presName="Name111" presStyleLbl="parChTrans1D3" presStyleIdx="0" presStyleCnt="4"/>
      <dgm:spPr/>
      <dgm:t>
        <a:bodyPr/>
        <a:lstStyle/>
        <a:p>
          <a:endParaRPr lang="en-US"/>
        </a:p>
      </dgm:t>
    </dgm:pt>
    <dgm:pt modelId="{D1D66953-1255-40A1-AA18-EBC5BA7D3722}" type="pres">
      <dgm:prSet presAssocID="{D864EF71-6A8A-47C7-8764-E8A22E42DB8A}" presName="hierRoot3" presStyleCnt="0">
        <dgm:presLayoutVars>
          <dgm:hierBranch val="init"/>
        </dgm:presLayoutVars>
      </dgm:prSet>
      <dgm:spPr/>
    </dgm:pt>
    <dgm:pt modelId="{D669D71C-329B-458B-9307-7D3ED3FC7C94}" type="pres">
      <dgm:prSet presAssocID="{D864EF71-6A8A-47C7-8764-E8A22E42DB8A}" presName="rootComposite3" presStyleCnt="0"/>
      <dgm:spPr/>
    </dgm:pt>
    <dgm:pt modelId="{2B3FE0DC-10D4-4684-B4D9-2AB7476AC977}" type="pres">
      <dgm:prSet presAssocID="{D864EF71-6A8A-47C7-8764-E8A22E42DB8A}" presName="rootText3" presStyleLbl="asst1" presStyleIdx="1" presStyleCnt="10">
        <dgm:presLayoutVars>
          <dgm:chPref val="3"/>
        </dgm:presLayoutVars>
      </dgm:prSet>
      <dgm:spPr/>
      <dgm:t>
        <a:bodyPr/>
        <a:lstStyle/>
        <a:p>
          <a:endParaRPr lang="en-US"/>
        </a:p>
      </dgm:t>
    </dgm:pt>
    <dgm:pt modelId="{70D0C521-8C8E-45C5-BE85-D2144D6C78EA}" type="pres">
      <dgm:prSet presAssocID="{D864EF71-6A8A-47C7-8764-E8A22E42DB8A}" presName="rootConnector3" presStyleLbl="asst1" presStyleIdx="1" presStyleCnt="10"/>
      <dgm:spPr/>
      <dgm:t>
        <a:bodyPr/>
        <a:lstStyle/>
        <a:p>
          <a:endParaRPr lang="en-US"/>
        </a:p>
      </dgm:t>
    </dgm:pt>
    <dgm:pt modelId="{EC2A038A-D67C-4D7D-981A-7A1E90489967}" type="pres">
      <dgm:prSet presAssocID="{D864EF71-6A8A-47C7-8764-E8A22E42DB8A}" presName="hierChild6" presStyleCnt="0"/>
      <dgm:spPr/>
    </dgm:pt>
    <dgm:pt modelId="{A40AD92D-CBBF-4B45-85AA-2D33E2BD7534}" type="pres">
      <dgm:prSet presAssocID="{D864EF71-6A8A-47C7-8764-E8A22E42DB8A}" presName="hierChild7" presStyleCnt="0"/>
      <dgm:spPr/>
    </dgm:pt>
    <dgm:pt modelId="{53680253-4AC4-4842-9E61-8637205D7C75}" type="pres">
      <dgm:prSet presAssocID="{DAD6AB52-D2D8-451D-B19D-93782B94F1AF}" presName="Name111" presStyleLbl="parChTrans1D3" presStyleIdx="1" presStyleCnt="4"/>
      <dgm:spPr/>
      <dgm:t>
        <a:bodyPr/>
        <a:lstStyle/>
        <a:p>
          <a:endParaRPr lang="en-US"/>
        </a:p>
      </dgm:t>
    </dgm:pt>
    <dgm:pt modelId="{EFEDD6B8-2864-4991-8984-3FC644C664A7}" type="pres">
      <dgm:prSet presAssocID="{0B13BE09-812C-43CE-843B-A702F623F862}" presName="hierRoot3" presStyleCnt="0">
        <dgm:presLayoutVars>
          <dgm:hierBranch val="init"/>
        </dgm:presLayoutVars>
      </dgm:prSet>
      <dgm:spPr/>
    </dgm:pt>
    <dgm:pt modelId="{1646CA6A-089E-4E95-A635-9CC59CBB67DC}" type="pres">
      <dgm:prSet presAssocID="{0B13BE09-812C-43CE-843B-A702F623F862}" presName="rootComposite3" presStyleCnt="0"/>
      <dgm:spPr/>
    </dgm:pt>
    <dgm:pt modelId="{85FF478D-F9CE-4B99-A270-A1EA909BE403}" type="pres">
      <dgm:prSet presAssocID="{0B13BE09-812C-43CE-843B-A702F623F862}" presName="rootText3" presStyleLbl="asst1" presStyleIdx="2" presStyleCnt="10">
        <dgm:presLayoutVars>
          <dgm:chPref val="3"/>
        </dgm:presLayoutVars>
      </dgm:prSet>
      <dgm:spPr/>
      <dgm:t>
        <a:bodyPr/>
        <a:lstStyle/>
        <a:p>
          <a:endParaRPr lang="en-US"/>
        </a:p>
      </dgm:t>
    </dgm:pt>
    <dgm:pt modelId="{DADB93F7-A88D-427F-B676-502155375381}" type="pres">
      <dgm:prSet presAssocID="{0B13BE09-812C-43CE-843B-A702F623F862}" presName="rootConnector3" presStyleLbl="asst1" presStyleIdx="2" presStyleCnt="10"/>
      <dgm:spPr/>
      <dgm:t>
        <a:bodyPr/>
        <a:lstStyle/>
        <a:p>
          <a:endParaRPr lang="en-US"/>
        </a:p>
      </dgm:t>
    </dgm:pt>
    <dgm:pt modelId="{3DEB947F-5E66-4FB1-BA91-37C2506175DC}" type="pres">
      <dgm:prSet presAssocID="{0B13BE09-812C-43CE-843B-A702F623F862}" presName="hierChild6" presStyleCnt="0"/>
      <dgm:spPr/>
    </dgm:pt>
    <dgm:pt modelId="{8BA150BF-429A-4E3A-8291-13E1A6703D5A}" type="pres">
      <dgm:prSet presAssocID="{0B13BE09-812C-43CE-843B-A702F623F862}" presName="hierChild7" presStyleCnt="0"/>
      <dgm:spPr/>
    </dgm:pt>
    <dgm:pt modelId="{815BD7CD-FF21-4D6F-860C-9B78A5DFA11A}" type="pres">
      <dgm:prSet presAssocID="{1E7197DD-387F-4B9A-9C71-C736C5B42EA9}" presName="Name111" presStyleLbl="parChTrans1D2" presStyleIdx="1" presStyleCnt="2"/>
      <dgm:spPr/>
      <dgm:t>
        <a:bodyPr/>
        <a:lstStyle/>
        <a:p>
          <a:endParaRPr lang="en-US"/>
        </a:p>
      </dgm:t>
    </dgm:pt>
    <dgm:pt modelId="{8ABA2885-E597-4C12-B4D2-231F93174C1B}" type="pres">
      <dgm:prSet presAssocID="{F4979204-58E6-463F-9FB8-A983D8E69E8E}" presName="hierRoot3" presStyleCnt="0">
        <dgm:presLayoutVars>
          <dgm:hierBranch val="init"/>
        </dgm:presLayoutVars>
      </dgm:prSet>
      <dgm:spPr/>
    </dgm:pt>
    <dgm:pt modelId="{F3003EEE-0044-4349-AD22-75E094559AB3}" type="pres">
      <dgm:prSet presAssocID="{F4979204-58E6-463F-9FB8-A983D8E69E8E}" presName="rootComposite3" presStyleCnt="0"/>
      <dgm:spPr/>
    </dgm:pt>
    <dgm:pt modelId="{5859EC14-E2DB-44CE-B034-0E93AB6B1943}" type="pres">
      <dgm:prSet presAssocID="{F4979204-58E6-463F-9FB8-A983D8E69E8E}" presName="rootText3" presStyleLbl="asst1" presStyleIdx="3" presStyleCnt="10">
        <dgm:presLayoutVars>
          <dgm:chPref val="3"/>
        </dgm:presLayoutVars>
      </dgm:prSet>
      <dgm:spPr/>
      <dgm:t>
        <a:bodyPr/>
        <a:lstStyle/>
        <a:p>
          <a:endParaRPr lang="en-US"/>
        </a:p>
      </dgm:t>
    </dgm:pt>
    <dgm:pt modelId="{EA0E3F09-2DAD-4305-BB7B-AEF38591DAA5}" type="pres">
      <dgm:prSet presAssocID="{F4979204-58E6-463F-9FB8-A983D8E69E8E}" presName="rootConnector3" presStyleLbl="asst1" presStyleIdx="3" presStyleCnt="10"/>
      <dgm:spPr/>
      <dgm:t>
        <a:bodyPr/>
        <a:lstStyle/>
        <a:p>
          <a:endParaRPr lang="en-US"/>
        </a:p>
      </dgm:t>
    </dgm:pt>
    <dgm:pt modelId="{D7F7164D-46E7-4232-8D8E-326BA547C246}" type="pres">
      <dgm:prSet presAssocID="{F4979204-58E6-463F-9FB8-A983D8E69E8E}" presName="hierChild6" presStyleCnt="0"/>
      <dgm:spPr/>
    </dgm:pt>
    <dgm:pt modelId="{134F451F-761F-4A05-AFB9-63108BD74495}" type="pres">
      <dgm:prSet presAssocID="{F4979204-58E6-463F-9FB8-A983D8E69E8E}" presName="hierChild7" presStyleCnt="0"/>
      <dgm:spPr/>
    </dgm:pt>
    <dgm:pt modelId="{A853C72C-5504-4B00-8BB9-22EE7AF15CA4}" type="pres">
      <dgm:prSet presAssocID="{C1A76D78-CF70-4F7B-9B73-C7F0AFB08DC1}" presName="Name111" presStyleLbl="parChTrans1D3" presStyleIdx="2" presStyleCnt="4"/>
      <dgm:spPr/>
      <dgm:t>
        <a:bodyPr/>
        <a:lstStyle/>
        <a:p>
          <a:endParaRPr lang="en-US"/>
        </a:p>
      </dgm:t>
    </dgm:pt>
    <dgm:pt modelId="{632A50D0-358B-4ABB-97E2-5CD9E6320596}" type="pres">
      <dgm:prSet presAssocID="{216817A3-51AF-43CB-8B9A-E8764E0FCAD0}" presName="hierRoot3" presStyleCnt="0">
        <dgm:presLayoutVars>
          <dgm:hierBranch val="init"/>
        </dgm:presLayoutVars>
      </dgm:prSet>
      <dgm:spPr/>
    </dgm:pt>
    <dgm:pt modelId="{51259B52-8DD3-46D0-9F7B-DB035781DF14}" type="pres">
      <dgm:prSet presAssocID="{216817A3-51AF-43CB-8B9A-E8764E0FCAD0}" presName="rootComposite3" presStyleCnt="0"/>
      <dgm:spPr/>
    </dgm:pt>
    <dgm:pt modelId="{A816BBE9-2702-4CD4-902B-578D8037B8D7}" type="pres">
      <dgm:prSet presAssocID="{216817A3-51AF-43CB-8B9A-E8764E0FCAD0}" presName="rootText3" presStyleLbl="asst1" presStyleIdx="4" presStyleCnt="10">
        <dgm:presLayoutVars>
          <dgm:chPref val="3"/>
        </dgm:presLayoutVars>
      </dgm:prSet>
      <dgm:spPr/>
      <dgm:t>
        <a:bodyPr/>
        <a:lstStyle/>
        <a:p>
          <a:endParaRPr lang="en-US"/>
        </a:p>
      </dgm:t>
    </dgm:pt>
    <dgm:pt modelId="{1D393FF8-118F-43C8-9F2E-24FC2B2693AB}" type="pres">
      <dgm:prSet presAssocID="{216817A3-51AF-43CB-8B9A-E8764E0FCAD0}" presName="rootConnector3" presStyleLbl="asst1" presStyleIdx="4" presStyleCnt="10"/>
      <dgm:spPr/>
      <dgm:t>
        <a:bodyPr/>
        <a:lstStyle/>
        <a:p>
          <a:endParaRPr lang="en-US"/>
        </a:p>
      </dgm:t>
    </dgm:pt>
    <dgm:pt modelId="{35606BF0-0106-4637-AA82-764C256417EC}" type="pres">
      <dgm:prSet presAssocID="{216817A3-51AF-43CB-8B9A-E8764E0FCAD0}" presName="hierChild6" presStyleCnt="0"/>
      <dgm:spPr/>
    </dgm:pt>
    <dgm:pt modelId="{19D0B595-7175-43F0-B9F5-1040448D2EA3}" type="pres">
      <dgm:prSet presAssocID="{216817A3-51AF-43CB-8B9A-E8764E0FCAD0}" presName="hierChild7" presStyleCnt="0"/>
      <dgm:spPr/>
    </dgm:pt>
    <dgm:pt modelId="{D52A5810-A7AC-4483-96AB-59596E9922E1}" type="pres">
      <dgm:prSet presAssocID="{C4D01A6B-7749-47CB-9F3B-406D17ABEC30}" presName="Name111" presStyleLbl="parChTrans1D4" presStyleIdx="0" presStyleCnt="4"/>
      <dgm:spPr/>
      <dgm:t>
        <a:bodyPr/>
        <a:lstStyle/>
        <a:p>
          <a:endParaRPr lang="en-US"/>
        </a:p>
      </dgm:t>
    </dgm:pt>
    <dgm:pt modelId="{0CE63057-4CA2-4F07-9808-18AA87677629}" type="pres">
      <dgm:prSet presAssocID="{C39FA169-70B0-4693-AF22-FFCCA3AE785C}" presName="hierRoot3" presStyleCnt="0">
        <dgm:presLayoutVars>
          <dgm:hierBranch val="init"/>
        </dgm:presLayoutVars>
      </dgm:prSet>
      <dgm:spPr/>
    </dgm:pt>
    <dgm:pt modelId="{FF936DD0-EC09-44C9-A2E9-CA1EDB6C60E2}" type="pres">
      <dgm:prSet presAssocID="{C39FA169-70B0-4693-AF22-FFCCA3AE785C}" presName="rootComposite3" presStyleCnt="0"/>
      <dgm:spPr/>
    </dgm:pt>
    <dgm:pt modelId="{3E52908E-579D-40F3-A402-9F28D6B68351}" type="pres">
      <dgm:prSet presAssocID="{C39FA169-70B0-4693-AF22-FFCCA3AE785C}" presName="rootText3" presStyleLbl="asst1" presStyleIdx="5" presStyleCnt="10">
        <dgm:presLayoutVars>
          <dgm:chPref val="3"/>
        </dgm:presLayoutVars>
      </dgm:prSet>
      <dgm:spPr/>
      <dgm:t>
        <a:bodyPr/>
        <a:lstStyle/>
        <a:p>
          <a:endParaRPr lang="en-US"/>
        </a:p>
      </dgm:t>
    </dgm:pt>
    <dgm:pt modelId="{0782AC0B-255C-46B0-9075-408653B3E89C}" type="pres">
      <dgm:prSet presAssocID="{C39FA169-70B0-4693-AF22-FFCCA3AE785C}" presName="rootConnector3" presStyleLbl="asst1" presStyleIdx="5" presStyleCnt="10"/>
      <dgm:spPr/>
      <dgm:t>
        <a:bodyPr/>
        <a:lstStyle/>
        <a:p>
          <a:endParaRPr lang="en-US"/>
        </a:p>
      </dgm:t>
    </dgm:pt>
    <dgm:pt modelId="{23DB0A5F-1872-48EA-A823-6394F5922303}" type="pres">
      <dgm:prSet presAssocID="{C39FA169-70B0-4693-AF22-FFCCA3AE785C}" presName="hierChild6" presStyleCnt="0"/>
      <dgm:spPr/>
    </dgm:pt>
    <dgm:pt modelId="{EDAA7BF2-74C6-4E0F-808C-A671F3639EF4}" type="pres">
      <dgm:prSet presAssocID="{C39FA169-70B0-4693-AF22-FFCCA3AE785C}" presName="hierChild7" presStyleCnt="0"/>
      <dgm:spPr/>
    </dgm:pt>
    <dgm:pt modelId="{1D719491-A7F4-4174-B5C9-FA4CA9DE5328}" type="pres">
      <dgm:prSet presAssocID="{CE5FA8EF-039E-4DDC-83B3-C377720F183E}" presName="Name111" presStyleLbl="parChTrans1D4" presStyleIdx="1" presStyleCnt="4"/>
      <dgm:spPr/>
      <dgm:t>
        <a:bodyPr/>
        <a:lstStyle/>
        <a:p>
          <a:endParaRPr lang="en-US"/>
        </a:p>
      </dgm:t>
    </dgm:pt>
    <dgm:pt modelId="{8C7D3E21-4A70-49EE-9E5D-C2627B74C7DB}" type="pres">
      <dgm:prSet presAssocID="{48280AB1-B611-4A7E-BCC2-26291CC4E0FF}" presName="hierRoot3" presStyleCnt="0">
        <dgm:presLayoutVars>
          <dgm:hierBranch val="init"/>
        </dgm:presLayoutVars>
      </dgm:prSet>
      <dgm:spPr/>
    </dgm:pt>
    <dgm:pt modelId="{66C903F4-F5D7-45C9-8B5F-25E60371228C}" type="pres">
      <dgm:prSet presAssocID="{48280AB1-B611-4A7E-BCC2-26291CC4E0FF}" presName="rootComposite3" presStyleCnt="0"/>
      <dgm:spPr/>
    </dgm:pt>
    <dgm:pt modelId="{D7B869B2-A1AF-4348-8E59-0CD7082CCCDC}" type="pres">
      <dgm:prSet presAssocID="{48280AB1-B611-4A7E-BCC2-26291CC4E0FF}" presName="rootText3" presStyleLbl="asst1" presStyleIdx="6" presStyleCnt="10">
        <dgm:presLayoutVars>
          <dgm:chPref val="3"/>
        </dgm:presLayoutVars>
      </dgm:prSet>
      <dgm:spPr/>
      <dgm:t>
        <a:bodyPr/>
        <a:lstStyle/>
        <a:p>
          <a:endParaRPr lang="en-US"/>
        </a:p>
      </dgm:t>
    </dgm:pt>
    <dgm:pt modelId="{08E55C76-2ED2-49FC-A955-BF69E5C9673F}" type="pres">
      <dgm:prSet presAssocID="{48280AB1-B611-4A7E-BCC2-26291CC4E0FF}" presName="rootConnector3" presStyleLbl="asst1" presStyleIdx="6" presStyleCnt="10"/>
      <dgm:spPr/>
      <dgm:t>
        <a:bodyPr/>
        <a:lstStyle/>
        <a:p>
          <a:endParaRPr lang="en-US"/>
        </a:p>
      </dgm:t>
    </dgm:pt>
    <dgm:pt modelId="{BCA65154-8B9A-4F06-866C-FD1A94795769}" type="pres">
      <dgm:prSet presAssocID="{48280AB1-B611-4A7E-BCC2-26291CC4E0FF}" presName="hierChild6" presStyleCnt="0"/>
      <dgm:spPr/>
    </dgm:pt>
    <dgm:pt modelId="{F74E411A-1C98-4790-99CE-588B38F38476}" type="pres">
      <dgm:prSet presAssocID="{48280AB1-B611-4A7E-BCC2-26291CC4E0FF}" presName="hierChild7" presStyleCnt="0"/>
      <dgm:spPr/>
    </dgm:pt>
    <dgm:pt modelId="{DBABBF2D-4141-4BED-BFF9-669F771FA8B0}" type="pres">
      <dgm:prSet presAssocID="{2617E6F9-6F76-4FAC-A67F-D79B099235CA}" presName="Name111" presStyleLbl="parChTrans1D3" presStyleIdx="3" presStyleCnt="4"/>
      <dgm:spPr/>
      <dgm:t>
        <a:bodyPr/>
        <a:lstStyle/>
        <a:p>
          <a:endParaRPr lang="en-US"/>
        </a:p>
      </dgm:t>
    </dgm:pt>
    <dgm:pt modelId="{DCD4F3DF-4CE3-488B-A09E-64983C7ACCDD}" type="pres">
      <dgm:prSet presAssocID="{0BB89111-1F04-4A4D-B4D9-83B5C1916C3F}" presName="hierRoot3" presStyleCnt="0">
        <dgm:presLayoutVars>
          <dgm:hierBranch val="init"/>
        </dgm:presLayoutVars>
      </dgm:prSet>
      <dgm:spPr/>
    </dgm:pt>
    <dgm:pt modelId="{50F4377D-AAC6-42BC-BFFE-2BAB196FA0E5}" type="pres">
      <dgm:prSet presAssocID="{0BB89111-1F04-4A4D-B4D9-83B5C1916C3F}" presName="rootComposite3" presStyleCnt="0"/>
      <dgm:spPr/>
    </dgm:pt>
    <dgm:pt modelId="{5354D761-CB23-4C85-BB87-5D006B38D06E}" type="pres">
      <dgm:prSet presAssocID="{0BB89111-1F04-4A4D-B4D9-83B5C1916C3F}" presName="rootText3" presStyleLbl="asst1" presStyleIdx="7" presStyleCnt="10">
        <dgm:presLayoutVars>
          <dgm:chPref val="3"/>
        </dgm:presLayoutVars>
      </dgm:prSet>
      <dgm:spPr/>
      <dgm:t>
        <a:bodyPr/>
        <a:lstStyle/>
        <a:p>
          <a:endParaRPr lang="en-US"/>
        </a:p>
      </dgm:t>
    </dgm:pt>
    <dgm:pt modelId="{B22E7F02-8DB6-4527-80A4-E23E64D53B88}" type="pres">
      <dgm:prSet presAssocID="{0BB89111-1F04-4A4D-B4D9-83B5C1916C3F}" presName="rootConnector3" presStyleLbl="asst1" presStyleIdx="7" presStyleCnt="10"/>
      <dgm:spPr/>
      <dgm:t>
        <a:bodyPr/>
        <a:lstStyle/>
        <a:p>
          <a:endParaRPr lang="en-US"/>
        </a:p>
      </dgm:t>
    </dgm:pt>
    <dgm:pt modelId="{32F3537E-D385-418A-B578-E4B80182A9FB}" type="pres">
      <dgm:prSet presAssocID="{0BB89111-1F04-4A4D-B4D9-83B5C1916C3F}" presName="hierChild6" presStyleCnt="0"/>
      <dgm:spPr/>
    </dgm:pt>
    <dgm:pt modelId="{C52F7AA2-452E-44B1-AF76-9E8A2B62FFDD}" type="pres">
      <dgm:prSet presAssocID="{0BB89111-1F04-4A4D-B4D9-83B5C1916C3F}" presName="hierChild7" presStyleCnt="0"/>
      <dgm:spPr/>
    </dgm:pt>
    <dgm:pt modelId="{072CB9E7-5FE1-4EF0-9A57-48EA59E47A7F}" type="pres">
      <dgm:prSet presAssocID="{1F641E5B-B117-4C77-A201-E34D68D5C83E}" presName="Name111" presStyleLbl="parChTrans1D4" presStyleIdx="2" presStyleCnt="4"/>
      <dgm:spPr/>
      <dgm:t>
        <a:bodyPr/>
        <a:lstStyle/>
        <a:p>
          <a:endParaRPr lang="en-US"/>
        </a:p>
      </dgm:t>
    </dgm:pt>
    <dgm:pt modelId="{AD042666-59B2-4A97-AF76-1A0460AE2291}" type="pres">
      <dgm:prSet presAssocID="{FABFE473-3281-4C79-A6EA-292819F32F91}" presName="hierRoot3" presStyleCnt="0">
        <dgm:presLayoutVars>
          <dgm:hierBranch val="init"/>
        </dgm:presLayoutVars>
      </dgm:prSet>
      <dgm:spPr/>
    </dgm:pt>
    <dgm:pt modelId="{29EB024F-6A4A-40CF-89EF-C0BFADB0B350}" type="pres">
      <dgm:prSet presAssocID="{FABFE473-3281-4C79-A6EA-292819F32F91}" presName="rootComposite3" presStyleCnt="0"/>
      <dgm:spPr/>
    </dgm:pt>
    <dgm:pt modelId="{FBBE2114-11C7-476F-B940-11E345D98DEF}" type="pres">
      <dgm:prSet presAssocID="{FABFE473-3281-4C79-A6EA-292819F32F91}" presName="rootText3" presStyleLbl="asst1" presStyleIdx="8" presStyleCnt="10">
        <dgm:presLayoutVars>
          <dgm:chPref val="3"/>
        </dgm:presLayoutVars>
      </dgm:prSet>
      <dgm:spPr/>
      <dgm:t>
        <a:bodyPr/>
        <a:lstStyle/>
        <a:p>
          <a:endParaRPr lang="en-US"/>
        </a:p>
      </dgm:t>
    </dgm:pt>
    <dgm:pt modelId="{C0C6474B-E71A-4AB7-8171-0D8DBF7105A4}" type="pres">
      <dgm:prSet presAssocID="{FABFE473-3281-4C79-A6EA-292819F32F91}" presName="rootConnector3" presStyleLbl="asst1" presStyleIdx="8" presStyleCnt="10"/>
      <dgm:spPr/>
      <dgm:t>
        <a:bodyPr/>
        <a:lstStyle/>
        <a:p>
          <a:endParaRPr lang="en-US"/>
        </a:p>
      </dgm:t>
    </dgm:pt>
    <dgm:pt modelId="{A96C4BAD-94E0-46D0-9D2A-0ABAD647DB89}" type="pres">
      <dgm:prSet presAssocID="{FABFE473-3281-4C79-A6EA-292819F32F91}" presName="hierChild6" presStyleCnt="0"/>
      <dgm:spPr/>
    </dgm:pt>
    <dgm:pt modelId="{201DA9E7-F698-43BD-B7CA-A396491E2716}" type="pres">
      <dgm:prSet presAssocID="{FABFE473-3281-4C79-A6EA-292819F32F91}" presName="hierChild7" presStyleCnt="0"/>
      <dgm:spPr/>
    </dgm:pt>
    <dgm:pt modelId="{A924B618-BBA6-4108-8AD7-AC272A226C6E}" type="pres">
      <dgm:prSet presAssocID="{394FC506-B728-444A-AB07-5AECD127AE5E}" presName="Name111" presStyleLbl="parChTrans1D4" presStyleIdx="3" presStyleCnt="4"/>
      <dgm:spPr/>
      <dgm:t>
        <a:bodyPr/>
        <a:lstStyle/>
        <a:p>
          <a:endParaRPr lang="en-US"/>
        </a:p>
      </dgm:t>
    </dgm:pt>
    <dgm:pt modelId="{4AC2E699-B40B-4722-8A0E-6AE6E1146523}" type="pres">
      <dgm:prSet presAssocID="{FD48A61F-05BA-4639-B719-4388E4AC2FCD}" presName="hierRoot3" presStyleCnt="0">
        <dgm:presLayoutVars>
          <dgm:hierBranch val="init"/>
        </dgm:presLayoutVars>
      </dgm:prSet>
      <dgm:spPr/>
    </dgm:pt>
    <dgm:pt modelId="{74C936BE-281D-4F36-9BE9-811BA09BE2BA}" type="pres">
      <dgm:prSet presAssocID="{FD48A61F-05BA-4639-B719-4388E4AC2FCD}" presName="rootComposite3" presStyleCnt="0"/>
      <dgm:spPr/>
    </dgm:pt>
    <dgm:pt modelId="{B6419AF4-108D-4C47-884A-0FAA94BEE474}" type="pres">
      <dgm:prSet presAssocID="{FD48A61F-05BA-4639-B719-4388E4AC2FCD}" presName="rootText3" presStyleLbl="asst1" presStyleIdx="9" presStyleCnt="10">
        <dgm:presLayoutVars>
          <dgm:chPref val="3"/>
        </dgm:presLayoutVars>
      </dgm:prSet>
      <dgm:spPr/>
      <dgm:t>
        <a:bodyPr/>
        <a:lstStyle/>
        <a:p>
          <a:endParaRPr lang="en-US"/>
        </a:p>
      </dgm:t>
    </dgm:pt>
    <dgm:pt modelId="{CC504508-2D12-49EC-AA3A-6D7EDE57E6CC}" type="pres">
      <dgm:prSet presAssocID="{FD48A61F-05BA-4639-B719-4388E4AC2FCD}" presName="rootConnector3" presStyleLbl="asst1" presStyleIdx="9" presStyleCnt="10"/>
      <dgm:spPr/>
      <dgm:t>
        <a:bodyPr/>
        <a:lstStyle/>
        <a:p>
          <a:endParaRPr lang="en-US"/>
        </a:p>
      </dgm:t>
    </dgm:pt>
    <dgm:pt modelId="{B532545D-B66D-4F29-BB77-39AA4C82F73E}" type="pres">
      <dgm:prSet presAssocID="{FD48A61F-05BA-4639-B719-4388E4AC2FCD}" presName="hierChild6" presStyleCnt="0"/>
      <dgm:spPr/>
    </dgm:pt>
    <dgm:pt modelId="{4845D7FB-DA89-42B5-BEA8-D33F75CF5532}" type="pres">
      <dgm:prSet presAssocID="{FD48A61F-05BA-4639-B719-4388E4AC2FCD}" presName="hierChild7" presStyleCnt="0"/>
      <dgm:spPr/>
    </dgm:pt>
  </dgm:ptLst>
  <dgm:cxnLst>
    <dgm:cxn modelId="{B0E94C39-A31B-433C-97C7-22781A7512F2}" type="presOf" srcId="{D864EF71-6A8A-47C7-8764-E8A22E42DB8A}" destId="{70D0C521-8C8E-45C5-BE85-D2144D6C78EA}" srcOrd="1" destOrd="0" presId="urn:microsoft.com/office/officeart/2005/8/layout/orgChart1"/>
    <dgm:cxn modelId="{F28A7CC2-D2A2-4D68-B723-EF3A29DE7898}" srcId="{216817A3-51AF-43CB-8B9A-E8764E0FCAD0}" destId="{48280AB1-B611-4A7E-BCC2-26291CC4E0FF}" srcOrd="1" destOrd="0" parTransId="{CE5FA8EF-039E-4DDC-83B3-C377720F183E}" sibTransId="{D99D7AA4-DA2E-4E9C-A572-7269D83B9A17}"/>
    <dgm:cxn modelId="{9E1766E3-7B5A-44E3-B053-EDB094F5353F}" srcId="{0BB89111-1F04-4A4D-B4D9-83B5C1916C3F}" destId="{FABFE473-3281-4C79-A6EA-292819F32F91}" srcOrd="0" destOrd="0" parTransId="{1F641E5B-B117-4C77-A201-E34D68D5C83E}" sibTransId="{46305FB6-F03D-4E11-937C-323004DAC669}"/>
    <dgm:cxn modelId="{E5702C37-0FF7-4821-8259-BD564A094251}" type="presOf" srcId="{C39FA169-70B0-4693-AF22-FFCCA3AE785C}" destId="{0782AC0B-255C-46B0-9075-408653B3E89C}" srcOrd="1" destOrd="0" presId="urn:microsoft.com/office/officeart/2005/8/layout/orgChart1"/>
    <dgm:cxn modelId="{71F3D6FA-59E9-4F49-9033-59C2D46C12F2}" type="presOf" srcId="{CE5FA8EF-039E-4DDC-83B3-C377720F183E}" destId="{1D719491-A7F4-4174-B5C9-FA4CA9DE5328}" srcOrd="0" destOrd="0" presId="urn:microsoft.com/office/officeart/2005/8/layout/orgChart1"/>
    <dgm:cxn modelId="{A1F94604-EB85-4381-B3FA-C8FF715A6F75}" type="presOf" srcId="{0BB89111-1F04-4A4D-B4D9-83B5C1916C3F}" destId="{B22E7F02-8DB6-4527-80A4-E23E64D53B88}" srcOrd="1" destOrd="0" presId="urn:microsoft.com/office/officeart/2005/8/layout/orgChart1"/>
    <dgm:cxn modelId="{A5015925-3C02-4411-85D5-A64744A5828A}" type="presOf" srcId="{F0913960-A184-4A5A-B305-5A2DCF2F30DE}" destId="{D8D16896-1AA3-4FFB-A366-14408FC7D1F3}" srcOrd="1" destOrd="0" presId="urn:microsoft.com/office/officeart/2005/8/layout/orgChart1"/>
    <dgm:cxn modelId="{1463E11B-5E84-46DE-9F95-CCBFB8DCD2E6}" type="presOf" srcId="{FD48A61F-05BA-4639-B719-4388E4AC2FCD}" destId="{B6419AF4-108D-4C47-884A-0FAA94BEE474}" srcOrd="0" destOrd="0" presId="urn:microsoft.com/office/officeart/2005/8/layout/orgChart1"/>
    <dgm:cxn modelId="{33412E13-42AB-4686-AE7D-1398D945672E}" type="presOf" srcId="{6B58A325-B009-49F9-A128-081C327AD2F2}" destId="{A643D5CA-EBAA-4E14-AE7C-944D1F6EBE7A}" srcOrd="0" destOrd="0" presId="urn:microsoft.com/office/officeart/2005/8/layout/orgChart1"/>
    <dgm:cxn modelId="{9F20A83F-DB68-433D-9395-663D7BA55633}" type="presOf" srcId="{C39FA169-70B0-4693-AF22-FFCCA3AE785C}" destId="{3E52908E-579D-40F3-A402-9F28D6B68351}" srcOrd="0" destOrd="0" presId="urn:microsoft.com/office/officeart/2005/8/layout/orgChart1"/>
    <dgm:cxn modelId="{DD9CD8FE-2840-441B-A1A4-E8953D89A4C9}" type="presOf" srcId="{D864EF71-6A8A-47C7-8764-E8A22E42DB8A}" destId="{2B3FE0DC-10D4-4684-B4D9-2AB7476AC977}" srcOrd="0" destOrd="0" presId="urn:microsoft.com/office/officeart/2005/8/layout/orgChart1"/>
    <dgm:cxn modelId="{EE1D0325-C566-4A49-A734-88378DF9F784}" type="presOf" srcId="{48280AB1-B611-4A7E-BCC2-26291CC4E0FF}" destId="{08E55C76-2ED2-49FC-A955-BF69E5C9673F}" srcOrd="1" destOrd="0" presId="urn:microsoft.com/office/officeart/2005/8/layout/orgChart1"/>
    <dgm:cxn modelId="{8816876E-E117-4B6A-9090-A6FC64F3B08A}" type="presOf" srcId="{7350681B-DBD3-48DF-A48E-81F9C82C2183}" destId="{A6D13755-34C1-4CE2-8BF7-E1AF8F388595}" srcOrd="0" destOrd="0" presId="urn:microsoft.com/office/officeart/2005/8/layout/orgChart1"/>
    <dgm:cxn modelId="{00105BAA-8534-437F-84DB-491560999A83}" type="presOf" srcId="{FABFE473-3281-4C79-A6EA-292819F32F91}" destId="{FBBE2114-11C7-476F-B940-11E345D98DEF}" srcOrd="0" destOrd="0" presId="urn:microsoft.com/office/officeart/2005/8/layout/orgChart1"/>
    <dgm:cxn modelId="{41B22EF1-46BD-42B9-BC61-ACC7EC74821B}" srcId="{D0C6ED01-4450-4111-8DBB-B9894BF2BE80}" destId="{F0913960-A184-4A5A-B305-5A2DCF2F30DE}" srcOrd="0" destOrd="0" parTransId="{5B9E103F-AAE7-455D-A5AA-2055C40674FE}" sibTransId="{BA02B627-31DE-4EC9-97D9-93D89486F02F}"/>
    <dgm:cxn modelId="{E9C9F63D-B44F-4340-AA94-3917AA23EE7D}" srcId="{6B58A325-B009-49F9-A128-081C327AD2F2}" destId="{D0C6ED01-4450-4111-8DBB-B9894BF2BE80}" srcOrd="0" destOrd="0" parTransId="{5DFA6CC5-9A9E-431B-A2F3-F6828CDABE3C}" sibTransId="{A2E120AF-ED8B-46FE-8D1D-7DB190E53250}"/>
    <dgm:cxn modelId="{B77D7A7E-9B32-4178-A759-8A529FAE19D7}" type="presOf" srcId="{2617E6F9-6F76-4FAC-A67F-D79B099235CA}" destId="{DBABBF2D-4141-4BED-BFF9-669F771FA8B0}" srcOrd="0" destOrd="0" presId="urn:microsoft.com/office/officeart/2005/8/layout/orgChart1"/>
    <dgm:cxn modelId="{E1EA338A-734D-4B0B-9A61-8C36EB7B7A65}" srcId="{F4979204-58E6-463F-9FB8-A983D8E69E8E}" destId="{0BB89111-1F04-4A4D-B4D9-83B5C1916C3F}" srcOrd="1" destOrd="0" parTransId="{2617E6F9-6F76-4FAC-A67F-D79B099235CA}" sibTransId="{C38B9FEA-2161-4FED-BB7D-40F4998CF4D8}"/>
    <dgm:cxn modelId="{C1BAB250-FD86-4B72-8C0A-AF2CC13FBB20}" type="presOf" srcId="{216817A3-51AF-43CB-8B9A-E8764E0FCAD0}" destId="{1D393FF8-118F-43C8-9F2E-24FC2B2693AB}" srcOrd="1" destOrd="0" presId="urn:microsoft.com/office/officeart/2005/8/layout/orgChart1"/>
    <dgm:cxn modelId="{CFE47D23-CA91-4056-A1AF-18C0DFE69E33}" type="presOf" srcId="{D0C6ED01-4450-4111-8DBB-B9894BF2BE80}" destId="{5C7B206B-C08C-4505-A3EE-4958994E7AA6}" srcOrd="0" destOrd="0" presId="urn:microsoft.com/office/officeart/2005/8/layout/orgChart1"/>
    <dgm:cxn modelId="{079B3B1F-6C0F-457A-AFC0-938709BF2DBF}" srcId="{216817A3-51AF-43CB-8B9A-E8764E0FCAD0}" destId="{C39FA169-70B0-4693-AF22-FFCCA3AE785C}" srcOrd="0" destOrd="0" parTransId="{C4D01A6B-7749-47CB-9F3B-406D17ABEC30}" sibTransId="{C11BDA19-4154-438D-8F2C-037EC3B862AC}"/>
    <dgm:cxn modelId="{70EA1363-328F-4868-8C83-64C7C125C691}" srcId="{D0C6ED01-4450-4111-8DBB-B9894BF2BE80}" destId="{F4979204-58E6-463F-9FB8-A983D8E69E8E}" srcOrd="1" destOrd="0" parTransId="{1E7197DD-387F-4B9A-9C71-C736C5B42EA9}" sibTransId="{617DB06C-18F4-4172-A3F5-D0B515FDE946}"/>
    <dgm:cxn modelId="{F3C7FCFC-9FA5-45EC-9C29-A9263BCCA2CC}" srcId="{F0913960-A184-4A5A-B305-5A2DCF2F30DE}" destId="{0B13BE09-812C-43CE-843B-A702F623F862}" srcOrd="1" destOrd="0" parTransId="{DAD6AB52-D2D8-451D-B19D-93782B94F1AF}" sibTransId="{4A5F5F48-873D-4871-81FA-A20E63145A7E}"/>
    <dgm:cxn modelId="{25776078-4BC4-4F84-BD8E-4EC039F69322}" type="presOf" srcId="{0BB89111-1F04-4A4D-B4D9-83B5C1916C3F}" destId="{5354D761-CB23-4C85-BB87-5D006B38D06E}" srcOrd="0" destOrd="0" presId="urn:microsoft.com/office/officeart/2005/8/layout/orgChart1"/>
    <dgm:cxn modelId="{0F8E7626-7121-4630-835E-D3436D105932}" type="presOf" srcId="{5B9E103F-AAE7-455D-A5AA-2055C40674FE}" destId="{68C6A110-623E-4DD6-BE31-82E561B16300}" srcOrd="0" destOrd="0" presId="urn:microsoft.com/office/officeart/2005/8/layout/orgChart1"/>
    <dgm:cxn modelId="{25B0E40E-8E87-4C82-AF6D-2E711C74160F}" type="presOf" srcId="{394FC506-B728-444A-AB07-5AECD127AE5E}" destId="{A924B618-BBA6-4108-8AD7-AC272A226C6E}" srcOrd="0" destOrd="0" presId="urn:microsoft.com/office/officeart/2005/8/layout/orgChart1"/>
    <dgm:cxn modelId="{702507A4-AFA0-415B-A895-72AD9D78E56D}" type="presOf" srcId="{F4979204-58E6-463F-9FB8-A983D8E69E8E}" destId="{5859EC14-E2DB-44CE-B034-0E93AB6B1943}" srcOrd="0" destOrd="0" presId="urn:microsoft.com/office/officeart/2005/8/layout/orgChart1"/>
    <dgm:cxn modelId="{42B5DD24-A393-4B89-B2CC-5F1189A314B6}" type="presOf" srcId="{C4D01A6B-7749-47CB-9F3B-406D17ABEC30}" destId="{D52A5810-A7AC-4483-96AB-59596E9922E1}" srcOrd="0" destOrd="0" presId="urn:microsoft.com/office/officeart/2005/8/layout/orgChart1"/>
    <dgm:cxn modelId="{28E48F5A-0C92-4607-B258-BBF24C47421C}" srcId="{0BB89111-1F04-4A4D-B4D9-83B5C1916C3F}" destId="{FD48A61F-05BA-4639-B719-4388E4AC2FCD}" srcOrd="1" destOrd="0" parTransId="{394FC506-B728-444A-AB07-5AECD127AE5E}" sibTransId="{D7DB6BC8-C7DD-4939-87CF-7880AB3F55F4}"/>
    <dgm:cxn modelId="{2362118C-DC17-442A-B2AF-6186406348D3}" type="presOf" srcId="{1F641E5B-B117-4C77-A201-E34D68D5C83E}" destId="{072CB9E7-5FE1-4EF0-9A57-48EA59E47A7F}" srcOrd="0" destOrd="0" presId="urn:microsoft.com/office/officeart/2005/8/layout/orgChart1"/>
    <dgm:cxn modelId="{99BA6252-728B-4D98-8BDD-538075DAE579}" type="presOf" srcId="{216817A3-51AF-43CB-8B9A-E8764E0FCAD0}" destId="{A816BBE9-2702-4CD4-902B-578D8037B8D7}" srcOrd="0" destOrd="0" presId="urn:microsoft.com/office/officeart/2005/8/layout/orgChart1"/>
    <dgm:cxn modelId="{F9DEADA6-3A15-4F70-B9EC-5BDE727313EC}" type="presOf" srcId="{DAD6AB52-D2D8-451D-B19D-93782B94F1AF}" destId="{53680253-4AC4-4842-9E61-8637205D7C75}" srcOrd="0" destOrd="0" presId="urn:microsoft.com/office/officeart/2005/8/layout/orgChart1"/>
    <dgm:cxn modelId="{6E38A7B6-5035-4DD1-8466-E2079D6EE32A}" type="presOf" srcId="{FD48A61F-05BA-4639-B719-4388E4AC2FCD}" destId="{CC504508-2D12-49EC-AA3A-6D7EDE57E6CC}" srcOrd="1" destOrd="0" presId="urn:microsoft.com/office/officeart/2005/8/layout/orgChart1"/>
    <dgm:cxn modelId="{43D1F50E-DF58-44C8-AE67-1BC6363D499E}" type="presOf" srcId="{0B13BE09-812C-43CE-843B-A702F623F862}" destId="{85FF478D-F9CE-4B99-A270-A1EA909BE403}" srcOrd="0" destOrd="0" presId="urn:microsoft.com/office/officeart/2005/8/layout/orgChart1"/>
    <dgm:cxn modelId="{244F935B-3028-4237-91B7-5B7CEF84C441}" type="presOf" srcId="{FABFE473-3281-4C79-A6EA-292819F32F91}" destId="{C0C6474B-E71A-4AB7-8171-0D8DBF7105A4}" srcOrd="1" destOrd="0" presId="urn:microsoft.com/office/officeart/2005/8/layout/orgChart1"/>
    <dgm:cxn modelId="{7259E599-EC9C-430F-968C-C1D25F331AE0}" type="presOf" srcId="{F0913960-A184-4A5A-B305-5A2DCF2F30DE}" destId="{0A4506DF-A32D-4AE0-AE75-0D5E4208FDF2}" srcOrd="0" destOrd="0" presId="urn:microsoft.com/office/officeart/2005/8/layout/orgChart1"/>
    <dgm:cxn modelId="{7234115B-9100-45D6-9BCE-99FD3A2AD09A}" srcId="{F4979204-58E6-463F-9FB8-A983D8E69E8E}" destId="{216817A3-51AF-43CB-8B9A-E8764E0FCAD0}" srcOrd="0" destOrd="0" parTransId="{C1A76D78-CF70-4F7B-9B73-C7F0AFB08DC1}" sibTransId="{EA3AEDE5-8176-490F-8B02-2F6E3B5056B2}"/>
    <dgm:cxn modelId="{F856C434-7AFE-444B-A200-C3D4EBF12FEA}" type="presOf" srcId="{C1A76D78-CF70-4F7B-9B73-C7F0AFB08DC1}" destId="{A853C72C-5504-4B00-8BB9-22EE7AF15CA4}" srcOrd="0" destOrd="0" presId="urn:microsoft.com/office/officeart/2005/8/layout/orgChart1"/>
    <dgm:cxn modelId="{A4EA2050-84BC-412B-A876-52315A83C70A}" type="presOf" srcId="{48280AB1-B611-4A7E-BCC2-26291CC4E0FF}" destId="{D7B869B2-A1AF-4348-8E59-0CD7082CCCDC}" srcOrd="0" destOrd="0" presId="urn:microsoft.com/office/officeart/2005/8/layout/orgChart1"/>
    <dgm:cxn modelId="{87ABDE3A-E6B0-4A2C-A721-75418893847F}" srcId="{F0913960-A184-4A5A-B305-5A2DCF2F30DE}" destId="{D864EF71-6A8A-47C7-8764-E8A22E42DB8A}" srcOrd="0" destOrd="0" parTransId="{7350681B-DBD3-48DF-A48E-81F9C82C2183}" sibTransId="{42FC115B-04A5-4243-9EE7-0ACFEF8294CF}"/>
    <dgm:cxn modelId="{5516E816-DC62-4766-974E-0912685A51BC}" type="presOf" srcId="{F4979204-58E6-463F-9FB8-A983D8E69E8E}" destId="{EA0E3F09-2DAD-4305-BB7B-AEF38591DAA5}" srcOrd="1" destOrd="0" presId="urn:microsoft.com/office/officeart/2005/8/layout/orgChart1"/>
    <dgm:cxn modelId="{19824FFF-8131-414B-AFD3-0D73A44BA534}" type="presOf" srcId="{0B13BE09-812C-43CE-843B-A702F623F862}" destId="{DADB93F7-A88D-427F-B676-502155375381}" srcOrd="1" destOrd="0" presId="urn:microsoft.com/office/officeart/2005/8/layout/orgChart1"/>
    <dgm:cxn modelId="{7A946089-D39B-4D57-9EF2-DE11E9812E07}" type="presOf" srcId="{1E7197DD-387F-4B9A-9C71-C736C5B42EA9}" destId="{815BD7CD-FF21-4D6F-860C-9B78A5DFA11A}" srcOrd="0" destOrd="0" presId="urn:microsoft.com/office/officeart/2005/8/layout/orgChart1"/>
    <dgm:cxn modelId="{A061455B-6EA0-48C2-AAD3-14B69D7EC6A1}" type="presOf" srcId="{D0C6ED01-4450-4111-8DBB-B9894BF2BE80}" destId="{0981AED6-3E3B-4F41-A4D3-D715C9C86E7C}" srcOrd="1" destOrd="0" presId="urn:microsoft.com/office/officeart/2005/8/layout/orgChart1"/>
    <dgm:cxn modelId="{418C9EA1-8529-487C-9604-EAD29ECBA075}" type="presParOf" srcId="{A643D5CA-EBAA-4E14-AE7C-944D1F6EBE7A}" destId="{7F8B293B-7218-4BB9-B171-4A777CFC52E9}" srcOrd="0" destOrd="0" presId="urn:microsoft.com/office/officeart/2005/8/layout/orgChart1"/>
    <dgm:cxn modelId="{F5731610-0AA8-4279-AA36-A9C58946A380}" type="presParOf" srcId="{7F8B293B-7218-4BB9-B171-4A777CFC52E9}" destId="{F481189E-0445-4D4A-9173-6BB2B11A526A}" srcOrd="0" destOrd="0" presId="urn:microsoft.com/office/officeart/2005/8/layout/orgChart1"/>
    <dgm:cxn modelId="{BCBF54E9-809E-4AA5-B9B6-B5BC4D4802F3}" type="presParOf" srcId="{F481189E-0445-4D4A-9173-6BB2B11A526A}" destId="{5C7B206B-C08C-4505-A3EE-4958994E7AA6}" srcOrd="0" destOrd="0" presId="urn:microsoft.com/office/officeart/2005/8/layout/orgChart1"/>
    <dgm:cxn modelId="{AA0B3AB7-6570-438E-AF02-39B4C85E060C}" type="presParOf" srcId="{F481189E-0445-4D4A-9173-6BB2B11A526A}" destId="{0981AED6-3E3B-4F41-A4D3-D715C9C86E7C}" srcOrd="1" destOrd="0" presId="urn:microsoft.com/office/officeart/2005/8/layout/orgChart1"/>
    <dgm:cxn modelId="{85FEAF5F-A218-41D9-ACD1-EDE62B5B6587}" type="presParOf" srcId="{7F8B293B-7218-4BB9-B171-4A777CFC52E9}" destId="{452EA42F-F65C-41B5-8453-589DD2160BC5}" srcOrd="1" destOrd="0" presId="urn:microsoft.com/office/officeart/2005/8/layout/orgChart1"/>
    <dgm:cxn modelId="{CFFDD3E2-0291-4845-B677-ABF989DF4E17}" type="presParOf" srcId="{7F8B293B-7218-4BB9-B171-4A777CFC52E9}" destId="{262A5F5E-0512-4836-B9C2-18FEDE5B09A7}" srcOrd="2" destOrd="0" presId="urn:microsoft.com/office/officeart/2005/8/layout/orgChart1"/>
    <dgm:cxn modelId="{F6D1F4B8-0A2A-4665-9922-4DF3D6846A55}" type="presParOf" srcId="{262A5F5E-0512-4836-B9C2-18FEDE5B09A7}" destId="{68C6A110-623E-4DD6-BE31-82E561B16300}" srcOrd="0" destOrd="0" presId="urn:microsoft.com/office/officeart/2005/8/layout/orgChart1"/>
    <dgm:cxn modelId="{43E11DE4-C0B5-4A0C-8DAB-464ABED30036}" type="presParOf" srcId="{262A5F5E-0512-4836-B9C2-18FEDE5B09A7}" destId="{953A10DC-9E69-4A11-A33A-72A7D328DC26}" srcOrd="1" destOrd="0" presId="urn:microsoft.com/office/officeart/2005/8/layout/orgChart1"/>
    <dgm:cxn modelId="{C426D6EC-CAFB-4370-816D-35EE9BAAAF17}" type="presParOf" srcId="{953A10DC-9E69-4A11-A33A-72A7D328DC26}" destId="{A0F88C62-0728-4B8B-A39A-18D03513DEDC}" srcOrd="0" destOrd="0" presId="urn:microsoft.com/office/officeart/2005/8/layout/orgChart1"/>
    <dgm:cxn modelId="{52EF0F89-82ED-4E30-B5C2-0519E7176A8A}" type="presParOf" srcId="{A0F88C62-0728-4B8B-A39A-18D03513DEDC}" destId="{0A4506DF-A32D-4AE0-AE75-0D5E4208FDF2}" srcOrd="0" destOrd="0" presId="urn:microsoft.com/office/officeart/2005/8/layout/orgChart1"/>
    <dgm:cxn modelId="{FE9D67E0-504B-479A-BDCA-ABBBD68EA988}" type="presParOf" srcId="{A0F88C62-0728-4B8B-A39A-18D03513DEDC}" destId="{D8D16896-1AA3-4FFB-A366-14408FC7D1F3}" srcOrd="1" destOrd="0" presId="urn:microsoft.com/office/officeart/2005/8/layout/orgChart1"/>
    <dgm:cxn modelId="{A7A1B904-BF7A-4A69-AC83-A52EC71F8002}" type="presParOf" srcId="{953A10DC-9E69-4A11-A33A-72A7D328DC26}" destId="{2821194B-89CA-4369-99CB-A90B8E4423AD}" srcOrd="1" destOrd="0" presId="urn:microsoft.com/office/officeart/2005/8/layout/orgChart1"/>
    <dgm:cxn modelId="{DF790513-B34C-4787-801D-F59E92517D49}" type="presParOf" srcId="{953A10DC-9E69-4A11-A33A-72A7D328DC26}" destId="{F32B46E3-0DF2-4A79-AD0E-C688636BE001}" srcOrd="2" destOrd="0" presId="urn:microsoft.com/office/officeart/2005/8/layout/orgChart1"/>
    <dgm:cxn modelId="{9065CF8C-EBB6-4C85-9488-DC6795515C2F}" type="presParOf" srcId="{F32B46E3-0DF2-4A79-AD0E-C688636BE001}" destId="{A6D13755-34C1-4CE2-8BF7-E1AF8F388595}" srcOrd="0" destOrd="0" presId="urn:microsoft.com/office/officeart/2005/8/layout/orgChart1"/>
    <dgm:cxn modelId="{CA87511F-0C5F-4F17-8542-9367256DB308}" type="presParOf" srcId="{F32B46E3-0DF2-4A79-AD0E-C688636BE001}" destId="{D1D66953-1255-40A1-AA18-EBC5BA7D3722}" srcOrd="1" destOrd="0" presId="urn:microsoft.com/office/officeart/2005/8/layout/orgChart1"/>
    <dgm:cxn modelId="{ACA690D0-663E-476B-9EE8-CF55DD6A342F}" type="presParOf" srcId="{D1D66953-1255-40A1-AA18-EBC5BA7D3722}" destId="{D669D71C-329B-458B-9307-7D3ED3FC7C94}" srcOrd="0" destOrd="0" presId="urn:microsoft.com/office/officeart/2005/8/layout/orgChart1"/>
    <dgm:cxn modelId="{47056BBE-F01F-422F-BDB3-A99F8B02BA40}" type="presParOf" srcId="{D669D71C-329B-458B-9307-7D3ED3FC7C94}" destId="{2B3FE0DC-10D4-4684-B4D9-2AB7476AC977}" srcOrd="0" destOrd="0" presId="urn:microsoft.com/office/officeart/2005/8/layout/orgChart1"/>
    <dgm:cxn modelId="{AEFD0564-A78C-48AD-B659-A2BD73AE5AED}" type="presParOf" srcId="{D669D71C-329B-458B-9307-7D3ED3FC7C94}" destId="{70D0C521-8C8E-45C5-BE85-D2144D6C78EA}" srcOrd="1" destOrd="0" presId="urn:microsoft.com/office/officeart/2005/8/layout/orgChart1"/>
    <dgm:cxn modelId="{7AC9D314-8FDA-43DE-9E0B-95791AD74EA5}" type="presParOf" srcId="{D1D66953-1255-40A1-AA18-EBC5BA7D3722}" destId="{EC2A038A-D67C-4D7D-981A-7A1E90489967}" srcOrd="1" destOrd="0" presId="urn:microsoft.com/office/officeart/2005/8/layout/orgChart1"/>
    <dgm:cxn modelId="{AE8343EE-CD87-40DB-B3A2-D9D1DF7196CE}" type="presParOf" srcId="{D1D66953-1255-40A1-AA18-EBC5BA7D3722}" destId="{A40AD92D-CBBF-4B45-85AA-2D33E2BD7534}" srcOrd="2" destOrd="0" presId="urn:microsoft.com/office/officeart/2005/8/layout/orgChart1"/>
    <dgm:cxn modelId="{B04A83AF-C9AA-4BDD-9F2A-F6AAE3303910}" type="presParOf" srcId="{F32B46E3-0DF2-4A79-AD0E-C688636BE001}" destId="{53680253-4AC4-4842-9E61-8637205D7C75}" srcOrd="2" destOrd="0" presId="urn:microsoft.com/office/officeart/2005/8/layout/orgChart1"/>
    <dgm:cxn modelId="{D7FDED0D-81CF-431D-919E-7CC0FB5F5705}" type="presParOf" srcId="{F32B46E3-0DF2-4A79-AD0E-C688636BE001}" destId="{EFEDD6B8-2864-4991-8984-3FC644C664A7}" srcOrd="3" destOrd="0" presId="urn:microsoft.com/office/officeart/2005/8/layout/orgChart1"/>
    <dgm:cxn modelId="{ACF08A6A-ED94-47A9-BC19-FF39F09178A1}" type="presParOf" srcId="{EFEDD6B8-2864-4991-8984-3FC644C664A7}" destId="{1646CA6A-089E-4E95-A635-9CC59CBB67DC}" srcOrd="0" destOrd="0" presId="urn:microsoft.com/office/officeart/2005/8/layout/orgChart1"/>
    <dgm:cxn modelId="{3DB09FB7-5699-40FF-A530-50F081F11E50}" type="presParOf" srcId="{1646CA6A-089E-4E95-A635-9CC59CBB67DC}" destId="{85FF478D-F9CE-4B99-A270-A1EA909BE403}" srcOrd="0" destOrd="0" presId="urn:microsoft.com/office/officeart/2005/8/layout/orgChart1"/>
    <dgm:cxn modelId="{7791F3D9-6A16-4C39-8DD2-6DF5E35A56AC}" type="presParOf" srcId="{1646CA6A-089E-4E95-A635-9CC59CBB67DC}" destId="{DADB93F7-A88D-427F-B676-502155375381}" srcOrd="1" destOrd="0" presId="urn:microsoft.com/office/officeart/2005/8/layout/orgChart1"/>
    <dgm:cxn modelId="{29D44563-FDF8-4115-A098-A04181A625FE}" type="presParOf" srcId="{EFEDD6B8-2864-4991-8984-3FC644C664A7}" destId="{3DEB947F-5E66-4FB1-BA91-37C2506175DC}" srcOrd="1" destOrd="0" presId="urn:microsoft.com/office/officeart/2005/8/layout/orgChart1"/>
    <dgm:cxn modelId="{09D5DE8D-6B72-4DFC-8A86-066ECFB5DA0A}" type="presParOf" srcId="{EFEDD6B8-2864-4991-8984-3FC644C664A7}" destId="{8BA150BF-429A-4E3A-8291-13E1A6703D5A}" srcOrd="2" destOrd="0" presId="urn:microsoft.com/office/officeart/2005/8/layout/orgChart1"/>
    <dgm:cxn modelId="{079DD66C-900C-498F-897A-456829B26424}" type="presParOf" srcId="{262A5F5E-0512-4836-B9C2-18FEDE5B09A7}" destId="{815BD7CD-FF21-4D6F-860C-9B78A5DFA11A}" srcOrd="2" destOrd="0" presId="urn:microsoft.com/office/officeart/2005/8/layout/orgChart1"/>
    <dgm:cxn modelId="{14C2B565-4A04-4E78-88B3-E9F948F31C49}" type="presParOf" srcId="{262A5F5E-0512-4836-B9C2-18FEDE5B09A7}" destId="{8ABA2885-E597-4C12-B4D2-231F93174C1B}" srcOrd="3" destOrd="0" presId="urn:microsoft.com/office/officeart/2005/8/layout/orgChart1"/>
    <dgm:cxn modelId="{04005F4C-20CE-4344-92A9-B6FC1C5F6C3D}" type="presParOf" srcId="{8ABA2885-E597-4C12-B4D2-231F93174C1B}" destId="{F3003EEE-0044-4349-AD22-75E094559AB3}" srcOrd="0" destOrd="0" presId="urn:microsoft.com/office/officeart/2005/8/layout/orgChart1"/>
    <dgm:cxn modelId="{75F117C7-8286-441A-A838-151D1F91666F}" type="presParOf" srcId="{F3003EEE-0044-4349-AD22-75E094559AB3}" destId="{5859EC14-E2DB-44CE-B034-0E93AB6B1943}" srcOrd="0" destOrd="0" presId="urn:microsoft.com/office/officeart/2005/8/layout/orgChart1"/>
    <dgm:cxn modelId="{C8FFEBD7-543D-4663-85B7-C6A707D6783F}" type="presParOf" srcId="{F3003EEE-0044-4349-AD22-75E094559AB3}" destId="{EA0E3F09-2DAD-4305-BB7B-AEF38591DAA5}" srcOrd="1" destOrd="0" presId="urn:microsoft.com/office/officeart/2005/8/layout/orgChart1"/>
    <dgm:cxn modelId="{AAFEC6A1-E738-4161-93C8-871B6B938D4A}" type="presParOf" srcId="{8ABA2885-E597-4C12-B4D2-231F93174C1B}" destId="{D7F7164D-46E7-4232-8D8E-326BA547C246}" srcOrd="1" destOrd="0" presId="urn:microsoft.com/office/officeart/2005/8/layout/orgChart1"/>
    <dgm:cxn modelId="{2D4CEE06-DA24-460A-A462-93D3CFC5068F}" type="presParOf" srcId="{8ABA2885-E597-4C12-B4D2-231F93174C1B}" destId="{134F451F-761F-4A05-AFB9-63108BD74495}" srcOrd="2" destOrd="0" presId="urn:microsoft.com/office/officeart/2005/8/layout/orgChart1"/>
    <dgm:cxn modelId="{7EF6CB14-4421-413D-8918-DFE8BA867BDE}" type="presParOf" srcId="{134F451F-761F-4A05-AFB9-63108BD74495}" destId="{A853C72C-5504-4B00-8BB9-22EE7AF15CA4}" srcOrd="0" destOrd="0" presId="urn:microsoft.com/office/officeart/2005/8/layout/orgChart1"/>
    <dgm:cxn modelId="{D52FC9B0-4795-4826-8CE6-DFB8A5AC4050}" type="presParOf" srcId="{134F451F-761F-4A05-AFB9-63108BD74495}" destId="{632A50D0-358B-4ABB-97E2-5CD9E6320596}" srcOrd="1" destOrd="0" presId="urn:microsoft.com/office/officeart/2005/8/layout/orgChart1"/>
    <dgm:cxn modelId="{620BC4F5-BF97-41D0-8CE8-FB712E6C4BC4}" type="presParOf" srcId="{632A50D0-358B-4ABB-97E2-5CD9E6320596}" destId="{51259B52-8DD3-46D0-9F7B-DB035781DF14}" srcOrd="0" destOrd="0" presId="urn:microsoft.com/office/officeart/2005/8/layout/orgChart1"/>
    <dgm:cxn modelId="{0BA7740E-E971-424F-BAEC-27B44D85AB7A}" type="presParOf" srcId="{51259B52-8DD3-46D0-9F7B-DB035781DF14}" destId="{A816BBE9-2702-4CD4-902B-578D8037B8D7}" srcOrd="0" destOrd="0" presId="urn:microsoft.com/office/officeart/2005/8/layout/orgChart1"/>
    <dgm:cxn modelId="{74BA3F60-7E03-4285-9007-853BF8FBFAB2}" type="presParOf" srcId="{51259B52-8DD3-46D0-9F7B-DB035781DF14}" destId="{1D393FF8-118F-43C8-9F2E-24FC2B2693AB}" srcOrd="1" destOrd="0" presId="urn:microsoft.com/office/officeart/2005/8/layout/orgChart1"/>
    <dgm:cxn modelId="{AA6B62D4-B7AC-49A6-A86D-F427BEC3CD77}" type="presParOf" srcId="{632A50D0-358B-4ABB-97E2-5CD9E6320596}" destId="{35606BF0-0106-4637-AA82-764C256417EC}" srcOrd="1" destOrd="0" presId="urn:microsoft.com/office/officeart/2005/8/layout/orgChart1"/>
    <dgm:cxn modelId="{F63FDA73-3F88-446B-A505-4B170419AD7D}" type="presParOf" srcId="{632A50D0-358B-4ABB-97E2-5CD9E6320596}" destId="{19D0B595-7175-43F0-B9F5-1040448D2EA3}" srcOrd="2" destOrd="0" presId="urn:microsoft.com/office/officeart/2005/8/layout/orgChart1"/>
    <dgm:cxn modelId="{817A403F-51B6-41E4-A581-86D99CC80643}" type="presParOf" srcId="{19D0B595-7175-43F0-B9F5-1040448D2EA3}" destId="{D52A5810-A7AC-4483-96AB-59596E9922E1}" srcOrd="0" destOrd="0" presId="urn:microsoft.com/office/officeart/2005/8/layout/orgChart1"/>
    <dgm:cxn modelId="{72FC5226-933A-4EAF-ACBF-B6B70BE2D293}" type="presParOf" srcId="{19D0B595-7175-43F0-B9F5-1040448D2EA3}" destId="{0CE63057-4CA2-4F07-9808-18AA87677629}" srcOrd="1" destOrd="0" presId="urn:microsoft.com/office/officeart/2005/8/layout/orgChart1"/>
    <dgm:cxn modelId="{19FC5A0F-E896-4400-A5E9-083E81D87CC9}" type="presParOf" srcId="{0CE63057-4CA2-4F07-9808-18AA87677629}" destId="{FF936DD0-EC09-44C9-A2E9-CA1EDB6C60E2}" srcOrd="0" destOrd="0" presId="urn:microsoft.com/office/officeart/2005/8/layout/orgChart1"/>
    <dgm:cxn modelId="{C4CC9957-24A1-4A24-B3A0-66040CBA29AB}" type="presParOf" srcId="{FF936DD0-EC09-44C9-A2E9-CA1EDB6C60E2}" destId="{3E52908E-579D-40F3-A402-9F28D6B68351}" srcOrd="0" destOrd="0" presId="urn:microsoft.com/office/officeart/2005/8/layout/orgChart1"/>
    <dgm:cxn modelId="{CEA5525F-1AC7-41CC-9C37-790C69B6C4A9}" type="presParOf" srcId="{FF936DD0-EC09-44C9-A2E9-CA1EDB6C60E2}" destId="{0782AC0B-255C-46B0-9075-408653B3E89C}" srcOrd="1" destOrd="0" presId="urn:microsoft.com/office/officeart/2005/8/layout/orgChart1"/>
    <dgm:cxn modelId="{A77D716D-5038-4F8A-9154-B28F4DAFDBB4}" type="presParOf" srcId="{0CE63057-4CA2-4F07-9808-18AA87677629}" destId="{23DB0A5F-1872-48EA-A823-6394F5922303}" srcOrd="1" destOrd="0" presId="urn:microsoft.com/office/officeart/2005/8/layout/orgChart1"/>
    <dgm:cxn modelId="{A94B6890-9230-4208-9866-7FBAD6DFDD0A}" type="presParOf" srcId="{0CE63057-4CA2-4F07-9808-18AA87677629}" destId="{EDAA7BF2-74C6-4E0F-808C-A671F3639EF4}" srcOrd="2" destOrd="0" presId="urn:microsoft.com/office/officeart/2005/8/layout/orgChart1"/>
    <dgm:cxn modelId="{4A6FC8EA-395D-486B-B2C4-FA37D67E9683}" type="presParOf" srcId="{19D0B595-7175-43F0-B9F5-1040448D2EA3}" destId="{1D719491-A7F4-4174-B5C9-FA4CA9DE5328}" srcOrd="2" destOrd="0" presId="urn:microsoft.com/office/officeart/2005/8/layout/orgChart1"/>
    <dgm:cxn modelId="{5CE60CFD-82CD-4A79-8B1E-7015173C49B5}" type="presParOf" srcId="{19D0B595-7175-43F0-B9F5-1040448D2EA3}" destId="{8C7D3E21-4A70-49EE-9E5D-C2627B74C7DB}" srcOrd="3" destOrd="0" presId="urn:microsoft.com/office/officeart/2005/8/layout/orgChart1"/>
    <dgm:cxn modelId="{21D2A1CF-0EE0-410F-9E51-BB81C002A759}" type="presParOf" srcId="{8C7D3E21-4A70-49EE-9E5D-C2627B74C7DB}" destId="{66C903F4-F5D7-45C9-8B5F-25E60371228C}" srcOrd="0" destOrd="0" presId="urn:microsoft.com/office/officeart/2005/8/layout/orgChart1"/>
    <dgm:cxn modelId="{D03286C6-C945-4E04-BD06-AF2845FBBB61}" type="presParOf" srcId="{66C903F4-F5D7-45C9-8B5F-25E60371228C}" destId="{D7B869B2-A1AF-4348-8E59-0CD7082CCCDC}" srcOrd="0" destOrd="0" presId="urn:microsoft.com/office/officeart/2005/8/layout/orgChart1"/>
    <dgm:cxn modelId="{F8513FEA-9F9D-4EE0-B5F7-BC72C970CDAE}" type="presParOf" srcId="{66C903F4-F5D7-45C9-8B5F-25E60371228C}" destId="{08E55C76-2ED2-49FC-A955-BF69E5C9673F}" srcOrd="1" destOrd="0" presId="urn:microsoft.com/office/officeart/2005/8/layout/orgChart1"/>
    <dgm:cxn modelId="{C63CB3E1-33C1-4DFA-91F3-5905388F4E9D}" type="presParOf" srcId="{8C7D3E21-4A70-49EE-9E5D-C2627B74C7DB}" destId="{BCA65154-8B9A-4F06-866C-FD1A94795769}" srcOrd="1" destOrd="0" presId="urn:microsoft.com/office/officeart/2005/8/layout/orgChart1"/>
    <dgm:cxn modelId="{9809B5B0-E9A2-4109-99BE-84B1060FAF2D}" type="presParOf" srcId="{8C7D3E21-4A70-49EE-9E5D-C2627B74C7DB}" destId="{F74E411A-1C98-4790-99CE-588B38F38476}" srcOrd="2" destOrd="0" presId="urn:microsoft.com/office/officeart/2005/8/layout/orgChart1"/>
    <dgm:cxn modelId="{DE8B63BF-E699-4857-99D9-C44612098AC6}" type="presParOf" srcId="{134F451F-761F-4A05-AFB9-63108BD74495}" destId="{DBABBF2D-4141-4BED-BFF9-669F771FA8B0}" srcOrd="2" destOrd="0" presId="urn:microsoft.com/office/officeart/2005/8/layout/orgChart1"/>
    <dgm:cxn modelId="{3840AD7B-60E3-40AE-B563-A37DA0B78585}" type="presParOf" srcId="{134F451F-761F-4A05-AFB9-63108BD74495}" destId="{DCD4F3DF-4CE3-488B-A09E-64983C7ACCDD}" srcOrd="3" destOrd="0" presId="urn:microsoft.com/office/officeart/2005/8/layout/orgChart1"/>
    <dgm:cxn modelId="{046BBD48-F5D9-4CE9-AC34-EB308C328EFF}" type="presParOf" srcId="{DCD4F3DF-4CE3-488B-A09E-64983C7ACCDD}" destId="{50F4377D-AAC6-42BC-BFFE-2BAB196FA0E5}" srcOrd="0" destOrd="0" presId="urn:microsoft.com/office/officeart/2005/8/layout/orgChart1"/>
    <dgm:cxn modelId="{AA7B5F67-A7F5-4775-A602-07FA78E802B6}" type="presParOf" srcId="{50F4377D-AAC6-42BC-BFFE-2BAB196FA0E5}" destId="{5354D761-CB23-4C85-BB87-5D006B38D06E}" srcOrd="0" destOrd="0" presId="urn:microsoft.com/office/officeart/2005/8/layout/orgChart1"/>
    <dgm:cxn modelId="{CD69C552-8AE5-4C67-A56F-8656FC469541}" type="presParOf" srcId="{50F4377D-AAC6-42BC-BFFE-2BAB196FA0E5}" destId="{B22E7F02-8DB6-4527-80A4-E23E64D53B88}" srcOrd="1" destOrd="0" presId="urn:microsoft.com/office/officeart/2005/8/layout/orgChart1"/>
    <dgm:cxn modelId="{3DA0C7AC-6E8F-4012-A618-C63387237B48}" type="presParOf" srcId="{DCD4F3DF-4CE3-488B-A09E-64983C7ACCDD}" destId="{32F3537E-D385-418A-B578-E4B80182A9FB}" srcOrd="1" destOrd="0" presId="urn:microsoft.com/office/officeart/2005/8/layout/orgChart1"/>
    <dgm:cxn modelId="{E5CF391D-2789-488D-A8A6-DDC2FCC933E0}" type="presParOf" srcId="{DCD4F3DF-4CE3-488B-A09E-64983C7ACCDD}" destId="{C52F7AA2-452E-44B1-AF76-9E8A2B62FFDD}" srcOrd="2" destOrd="0" presId="urn:microsoft.com/office/officeart/2005/8/layout/orgChart1"/>
    <dgm:cxn modelId="{0559A51C-12C8-4DFE-8CF5-52AAC0D29DFB}" type="presParOf" srcId="{C52F7AA2-452E-44B1-AF76-9E8A2B62FFDD}" destId="{072CB9E7-5FE1-4EF0-9A57-48EA59E47A7F}" srcOrd="0" destOrd="0" presId="urn:microsoft.com/office/officeart/2005/8/layout/orgChart1"/>
    <dgm:cxn modelId="{C50D98E4-3518-49CF-A1F8-EE3D547A8BA2}" type="presParOf" srcId="{C52F7AA2-452E-44B1-AF76-9E8A2B62FFDD}" destId="{AD042666-59B2-4A97-AF76-1A0460AE2291}" srcOrd="1" destOrd="0" presId="urn:microsoft.com/office/officeart/2005/8/layout/orgChart1"/>
    <dgm:cxn modelId="{38CDC731-FBD0-4E01-B234-91742CC17871}" type="presParOf" srcId="{AD042666-59B2-4A97-AF76-1A0460AE2291}" destId="{29EB024F-6A4A-40CF-89EF-C0BFADB0B350}" srcOrd="0" destOrd="0" presId="urn:microsoft.com/office/officeart/2005/8/layout/orgChart1"/>
    <dgm:cxn modelId="{25786864-15D7-4B35-A803-45BA37F41232}" type="presParOf" srcId="{29EB024F-6A4A-40CF-89EF-C0BFADB0B350}" destId="{FBBE2114-11C7-476F-B940-11E345D98DEF}" srcOrd="0" destOrd="0" presId="urn:microsoft.com/office/officeart/2005/8/layout/orgChart1"/>
    <dgm:cxn modelId="{121541E2-C537-4894-9A30-00FB35D610BA}" type="presParOf" srcId="{29EB024F-6A4A-40CF-89EF-C0BFADB0B350}" destId="{C0C6474B-E71A-4AB7-8171-0D8DBF7105A4}" srcOrd="1" destOrd="0" presId="urn:microsoft.com/office/officeart/2005/8/layout/orgChart1"/>
    <dgm:cxn modelId="{23CB6D73-901D-48C6-8A3E-4204D83E8A5D}" type="presParOf" srcId="{AD042666-59B2-4A97-AF76-1A0460AE2291}" destId="{A96C4BAD-94E0-46D0-9D2A-0ABAD647DB89}" srcOrd="1" destOrd="0" presId="urn:microsoft.com/office/officeart/2005/8/layout/orgChart1"/>
    <dgm:cxn modelId="{7B5F2B5E-D5A6-4E7A-BD04-7F05FCF1F177}" type="presParOf" srcId="{AD042666-59B2-4A97-AF76-1A0460AE2291}" destId="{201DA9E7-F698-43BD-B7CA-A396491E2716}" srcOrd="2" destOrd="0" presId="urn:microsoft.com/office/officeart/2005/8/layout/orgChart1"/>
    <dgm:cxn modelId="{21EA0A21-FB9D-41ED-90AD-5C5763C58861}" type="presParOf" srcId="{C52F7AA2-452E-44B1-AF76-9E8A2B62FFDD}" destId="{A924B618-BBA6-4108-8AD7-AC272A226C6E}" srcOrd="2" destOrd="0" presId="urn:microsoft.com/office/officeart/2005/8/layout/orgChart1"/>
    <dgm:cxn modelId="{3AD86F53-08FD-4CFD-9024-9D14254C656B}" type="presParOf" srcId="{C52F7AA2-452E-44B1-AF76-9E8A2B62FFDD}" destId="{4AC2E699-B40B-4722-8A0E-6AE6E1146523}" srcOrd="3" destOrd="0" presId="urn:microsoft.com/office/officeart/2005/8/layout/orgChart1"/>
    <dgm:cxn modelId="{6C20723F-95F2-4ECD-B7EF-4A005F5F2568}" type="presParOf" srcId="{4AC2E699-B40B-4722-8A0E-6AE6E1146523}" destId="{74C936BE-281D-4F36-9BE9-811BA09BE2BA}" srcOrd="0" destOrd="0" presId="urn:microsoft.com/office/officeart/2005/8/layout/orgChart1"/>
    <dgm:cxn modelId="{7F80CF3E-2328-4DE7-98A7-E61F6E9ED242}" type="presParOf" srcId="{74C936BE-281D-4F36-9BE9-811BA09BE2BA}" destId="{B6419AF4-108D-4C47-884A-0FAA94BEE474}" srcOrd="0" destOrd="0" presId="urn:microsoft.com/office/officeart/2005/8/layout/orgChart1"/>
    <dgm:cxn modelId="{46A35F0F-DC03-4FFF-8F79-B580DE2C54D1}" type="presParOf" srcId="{74C936BE-281D-4F36-9BE9-811BA09BE2BA}" destId="{CC504508-2D12-49EC-AA3A-6D7EDE57E6CC}" srcOrd="1" destOrd="0" presId="urn:microsoft.com/office/officeart/2005/8/layout/orgChart1"/>
    <dgm:cxn modelId="{45366D43-5D40-4E9A-8369-A47EE0B4FEDD}" type="presParOf" srcId="{4AC2E699-B40B-4722-8A0E-6AE6E1146523}" destId="{B532545D-B66D-4F29-BB77-39AA4C82F73E}" srcOrd="1" destOrd="0" presId="urn:microsoft.com/office/officeart/2005/8/layout/orgChart1"/>
    <dgm:cxn modelId="{DA29E1F7-595F-46BE-9AAD-BA9BFE870657}" type="presParOf" srcId="{4AC2E699-B40B-4722-8A0E-6AE6E1146523}" destId="{4845D7FB-DA89-42B5-BEA8-D33F75CF5532}" srcOrd="2" destOrd="0" presId="urn:microsoft.com/office/officeart/2005/8/layout/orgChart1"/>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6B58A325-B009-49F9-A128-081C327AD2F2}" type="doc">
      <dgm:prSet loTypeId="urn:microsoft.com/office/officeart/2005/8/layout/orgChart1" loCatId="hierarchy" qsTypeId="urn:microsoft.com/office/officeart/2005/8/quickstyle/simple1" qsCatId="simple" csTypeId="urn:microsoft.com/office/officeart/2005/8/colors/accent1_1" csCatId="accent1" phldr="1"/>
      <dgm:spPr/>
      <dgm:t>
        <a:bodyPr/>
        <a:lstStyle/>
        <a:p>
          <a:endParaRPr lang="en-US"/>
        </a:p>
      </dgm:t>
    </dgm:pt>
    <dgm:pt modelId="{D0C6ED01-4450-4111-8DBB-B9894BF2BE80}">
      <dgm:prSet phldrT="[Text]" custT="1"/>
      <dgm:spPr/>
      <dgm:t>
        <a:bodyPr/>
        <a:lstStyle/>
        <a:p>
          <a:r>
            <a:rPr lang="en-US" sz="1600" smtClean="0"/>
            <a:t>Project</a:t>
          </a:r>
          <a:endParaRPr lang="en-US" sz="1600"/>
        </a:p>
      </dgm:t>
    </dgm:pt>
    <dgm:pt modelId="{5DFA6CC5-9A9E-431B-A2F3-F6828CDABE3C}" type="parTrans" cxnId="{E9C9F63D-B44F-4340-AA94-3917AA23EE7D}">
      <dgm:prSet/>
      <dgm:spPr/>
      <dgm:t>
        <a:bodyPr/>
        <a:lstStyle/>
        <a:p>
          <a:endParaRPr lang="en-US"/>
        </a:p>
      </dgm:t>
    </dgm:pt>
    <dgm:pt modelId="{A2E120AF-ED8B-46FE-8D1D-7DB190E53250}" type="sibTrans" cxnId="{E9C9F63D-B44F-4340-AA94-3917AA23EE7D}">
      <dgm:prSet/>
      <dgm:spPr/>
      <dgm:t>
        <a:bodyPr/>
        <a:lstStyle/>
        <a:p>
          <a:endParaRPr lang="en-US"/>
        </a:p>
      </dgm:t>
    </dgm:pt>
    <dgm:pt modelId="{F0913960-A184-4A5A-B305-5A2DCF2F30DE}" type="asst">
      <dgm:prSet phldrT="[Text]" custT="1"/>
      <dgm:spPr/>
      <dgm:t>
        <a:bodyPr/>
        <a:lstStyle/>
        <a:p>
          <a:r>
            <a:rPr lang="en-US" sz="1600" smtClean="0"/>
            <a:t>Documents</a:t>
          </a:r>
          <a:endParaRPr lang="en-US" sz="1600"/>
        </a:p>
      </dgm:t>
    </dgm:pt>
    <dgm:pt modelId="{5B9E103F-AAE7-455D-A5AA-2055C40674FE}" type="parTrans" cxnId="{41B22EF1-46BD-42B9-BC61-ACC7EC74821B}">
      <dgm:prSet/>
      <dgm:spPr/>
      <dgm:t>
        <a:bodyPr/>
        <a:lstStyle/>
        <a:p>
          <a:endParaRPr lang="en-US" sz="1800"/>
        </a:p>
      </dgm:t>
    </dgm:pt>
    <dgm:pt modelId="{BA02B627-31DE-4EC9-97D9-93D89486F02F}" type="sibTrans" cxnId="{41B22EF1-46BD-42B9-BC61-ACC7EC74821B}">
      <dgm:prSet/>
      <dgm:spPr/>
      <dgm:t>
        <a:bodyPr/>
        <a:lstStyle/>
        <a:p>
          <a:endParaRPr lang="en-US"/>
        </a:p>
      </dgm:t>
    </dgm:pt>
    <dgm:pt modelId="{F4979204-58E6-463F-9FB8-A983D8E69E8E}" type="asst">
      <dgm:prSet phldrT="[Text]" custT="1"/>
      <dgm:spPr/>
      <dgm:t>
        <a:bodyPr/>
        <a:lstStyle/>
        <a:p>
          <a:r>
            <a:rPr lang="en-US" sz="1600" smtClean="0"/>
            <a:t>Application</a:t>
          </a:r>
          <a:endParaRPr lang="en-US" sz="1600"/>
        </a:p>
      </dgm:t>
    </dgm:pt>
    <dgm:pt modelId="{1E7197DD-387F-4B9A-9C71-C736C5B42EA9}" type="parTrans" cxnId="{70EA1363-328F-4868-8C83-64C7C125C691}">
      <dgm:prSet/>
      <dgm:spPr/>
      <dgm:t>
        <a:bodyPr/>
        <a:lstStyle/>
        <a:p>
          <a:endParaRPr lang="en-US" sz="1800"/>
        </a:p>
      </dgm:t>
    </dgm:pt>
    <dgm:pt modelId="{617DB06C-18F4-4172-A3F5-D0B515FDE946}" type="sibTrans" cxnId="{70EA1363-328F-4868-8C83-64C7C125C691}">
      <dgm:prSet/>
      <dgm:spPr/>
      <dgm:t>
        <a:bodyPr/>
        <a:lstStyle/>
        <a:p>
          <a:endParaRPr lang="en-US"/>
        </a:p>
      </dgm:t>
    </dgm:pt>
    <dgm:pt modelId="{D864EF71-6A8A-47C7-8764-E8A22E42DB8A}" type="asst">
      <dgm:prSet phldrT="[Text]" custT="1"/>
      <dgm:spPr>
        <a:solidFill>
          <a:schemeClr val="accent2"/>
        </a:solidFill>
      </dgm:spPr>
      <dgm:t>
        <a:bodyPr/>
        <a:lstStyle/>
        <a:p>
          <a:r>
            <a:rPr lang="en-US" sz="1600" smtClean="0"/>
            <a:t>User guide</a:t>
          </a:r>
          <a:endParaRPr lang="en-US" sz="1600"/>
        </a:p>
      </dgm:t>
    </dgm:pt>
    <dgm:pt modelId="{7350681B-DBD3-48DF-A48E-81F9C82C2183}" type="parTrans" cxnId="{87ABDE3A-E6B0-4A2C-A721-75418893847F}">
      <dgm:prSet/>
      <dgm:spPr/>
      <dgm:t>
        <a:bodyPr/>
        <a:lstStyle/>
        <a:p>
          <a:endParaRPr lang="en-US" sz="1800"/>
        </a:p>
      </dgm:t>
    </dgm:pt>
    <dgm:pt modelId="{42FC115B-04A5-4243-9EE7-0ACFEF8294CF}" type="sibTrans" cxnId="{87ABDE3A-E6B0-4A2C-A721-75418893847F}">
      <dgm:prSet/>
      <dgm:spPr/>
      <dgm:t>
        <a:bodyPr/>
        <a:lstStyle/>
        <a:p>
          <a:endParaRPr lang="en-US"/>
        </a:p>
      </dgm:t>
    </dgm:pt>
    <dgm:pt modelId="{0B13BE09-812C-43CE-843B-A702F623F862}" type="asst">
      <dgm:prSet phldrT="[Text]" custT="1"/>
      <dgm:spPr>
        <a:solidFill>
          <a:schemeClr val="accent2"/>
        </a:solidFill>
      </dgm:spPr>
      <dgm:t>
        <a:bodyPr/>
        <a:lstStyle/>
        <a:p>
          <a:r>
            <a:rPr lang="en-US" sz="1600" smtClean="0"/>
            <a:t>Compilation guide</a:t>
          </a:r>
          <a:endParaRPr lang="en-US" sz="1600"/>
        </a:p>
      </dgm:t>
    </dgm:pt>
    <dgm:pt modelId="{DAD6AB52-D2D8-451D-B19D-93782B94F1AF}" type="parTrans" cxnId="{F3C7FCFC-9FA5-45EC-9C29-A9263BCCA2CC}">
      <dgm:prSet/>
      <dgm:spPr/>
      <dgm:t>
        <a:bodyPr/>
        <a:lstStyle/>
        <a:p>
          <a:endParaRPr lang="en-US" sz="1800"/>
        </a:p>
      </dgm:t>
    </dgm:pt>
    <dgm:pt modelId="{4A5F5F48-873D-4871-81FA-A20E63145A7E}" type="sibTrans" cxnId="{F3C7FCFC-9FA5-45EC-9C29-A9263BCCA2CC}">
      <dgm:prSet/>
      <dgm:spPr/>
      <dgm:t>
        <a:bodyPr/>
        <a:lstStyle/>
        <a:p>
          <a:endParaRPr lang="en-US"/>
        </a:p>
      </dgm:t>
    </dgm:pt>
    <dgm:pt modelId="{216817A3-51AF-43CB-8B9A-E8764E0FCAD0}" type="asst">
      <dgm:prSet phldrT="[Text]" custT="1"/>
      <dgm:spPr/>
      <dgm:t>
        <a:bodyPr/>
        <a:lstStyle/>
        <a:p>
          <a:r>
            <a:rPr lang="en-US" sz="1600" smtClean="0"/>
            <a:t>Feature 1</a:t>
          </a:r>
          <a:endParaRPr lang="en-US" sz="1600"/>
        </a:p>
      </dgm:t>
    </dgm:pt>
    <dgm:pt modelId="{C1A76D78-CF70-4F7B-9B73-C7F0AFB08DC1}" type="parTrans" cxnId="{7234115B-9100-45D6-9BCE-99FD3A2AD09A}">
      <dgm:prSet/>
      <dgm:spPr/>
      <dgm:t>
        <a:bodyPr/>
        <a:lstStyle/>
        <a:p>
          <a:endParaRPr lang="en-US" sz="1800"/>
        </a:p>
      </dgm:t>
    </dgm:pt>
    <dgm:pt modelId="{EA3AEDE5-8176-490F-8B02-2F6E3B5056B2}" type="sibTrans" cxnId="{7234115B-9100-45D6-9BCE-99FD3A2AD09A}">
      <dgm:prSet/>
      <dgm:spPr/>
      <dgm:t>
        <a:bodyPr/>
        <a:lstStyle/>
        <a:p>
          <a:endParaRPr lang="en-US"/>
        </a:p>
      </dgm:t>
    </dgm:pt>
    <dgm:pt modelId="{0BB89111-1F04-4A4D-B4D9-83B5C1916C3F}" type="asst">
      <dgm:prSet phldrT="[Text]" custT="1"/>
      <dgm:spPr/>
      <dgm:t>
        <a:bodyPr/>
        <a:lstStyle/>
        <a:p>
          <a:r>
            <a:rPr lang="en-US" sz="1600" smtClean="0"/>
            <a:t>Feature 2</a:t>
          </a:r>
          <a:endParaRPr lang="en-US" sz="1600"/>
        </a:p>
      </dgm:t>
    </dgm:pt>
    <dgm:pt modelId="{2617E6F9-6F76-4FAC-A67F-D79B099235CA}" type="parTrans" cxnId="{E1EA338A-734D-4B0B-9A61-8C36EB7B7A65}">
      <dgm:prSet/>
      <dgm:spPr/>
      <dgm:t>
        <a:bodyPr/>
        <a:lstStyle/>
        <a:p>
          <a:endParaRPr lang="en-US" sz="1800"/>
        </a:p>
      </dgm:t>
    </dgm:pt>
    <dgm:pt modelId="{C38B9FEA-2161-4FED-BB7D-40F4998CF4D8}" type="sibTrans" cxnId="{E1EA338A-734D-4B0B-9A61-8C36EB7B7A65}">
      <dgm:prSet/>
      <dgm:spPr/>
      <dgm:t>
        <a:bodyPr/>
        <a:lstStyle/>
        <a:p>
          <a:endParaRPr lang="en-US"/>
        </a:p>
      </dgm:t>
    </dgm:pt>
    <dgm:pt modelId="{C39FA169-70B0-4693-AF22-FFCCA3AE785C}" type="asst">
      <dgm:prSet phldrT="[Text]" custT="1"/>
      <dgm:spPr>
        <a:solidFill>
          <a:schemeClr val="accent2"/>
        </a:solidFill>
      </dgm:spPr>
      <dgm:t>
        <a:bodyPr/>
        <a:lstStyle/>
        <a:p>
          <a:r>
            <a:rPr lang="en-US" sz="1600" smtClean="0"/>
            <a:t>Use Cases / User Stories</a:t>
          </a:r>
          <a:endParaRPr lang="en-US" sz="1600"/>
        </a:p>
      </dgm:t>
    </dgm:pt>
    <dgm:pt modelId="{C4D01A6B-7749-47CB-9F3B-406D17ABEC30}" type="parTrans" cxnId="{079B3B1F-6C0F-457A-AFC0-938709BF2DBF}">
      <dgm:prSet/>
      <dgm:spPr/>
      <dgm:t>
        <a:bodyPr/>
        <a:lstStyle/>
        <a:p>
          <a:endParaRPr lang="en-US" sz="1800"/>
        </a:p>
      </dgm:t>
    </dgm:pt>
    <dgm:pt modelId="{C11BDA19-4154-438D-8F2C-037EC3B862AC}" type="sibTrans" cxnId="{079B3B1F-6C0F-457A-AFC0-938709BF2DBF}">
      <dgm:prSet/>
      <dgm:spPr/>
      <dgm:t>
        <a:bodyPr/>
        <a:lstStyle/>
        <a:p>
          <a:endParaRPr lang="en-US"/>
        </a:p>
      </dgm:t>
    </dgm:pt>
    <dgm:pt modelId="{48280AB1-B611-4A7E-BCC2-26291CC4E0FF}" type="asst">
      <dgm:prSet phldrT="[Text]" custT="1"/>
      <dgm:spPr>
        <a:solidFill>
          <a:schemeClr val="accent2"/>
        </a:solidFill>
      </dgm:spPr>
      <dgm:t>
        <a:bodyPr/>
        <a:lstStyle/>
        <a:p>
          <a:r>
            <a:rPr lang="en-US" sz="1600" smtClean="0"/>
            <a:t>Source Code</a:t>
          </a:r>
          <a:endParaRPr lang="en-US" sz="1600"/>
        </a:p>
      </dgm:t>
    </dgm:pt>
    <dgm:pt modelId="{CE5FA8EF-039E-4DDC-83B3-C377720F183E}" type="parTrans" cxnId="{F28A7CC2-D2A2-4D68-B723-EF3A29DE7898}">
      <dgm:prSet/>
      <dgm:spPr/>
      <dgm:t>
        <a:bodyPr/>
        <a:lstStyle/>
        <a:p>
          <a:endParaRPr lang="en-US" sz="1800"/>
        </a:p>
      </dgm:t>
    </dgm:pt>
    <dgm:pt modelId="{D99D7AA4-DA2E-4E9C-A572-7269D83B9A17}" type="sibTrans" cxnId="{F28A7CC2-D2A2-4D68-B723-EF3A29DE7898}">
      <dgm:prSet/>
      <dgm:spPr/>
      <dgm:t>
        <a:bodyPr/>
        <a:lstStyle/>
        <a:p>
          <a:endParaRPr lang="en-US"/>
        </a:p>
      </dgm:t>
    </dgm:pt>
    <dgm:pt modelId="{FABFE473-3281-4C79-A6EA-292819F32F91}" type="asst">
      <dgm:prSet phldrT="[Text]" custT="1"/>
      <dgm:spPr>
        <a:solidFill>
          <a:schemeClr val="accent2"/>
        </a:solidFill>
      </dgm:spPr>
      <dgm:t>
        <a:bodyPr/>
        <a:lstStyle/>
        <a:p>
          <a:r>
            <a:rPr lang="en-US" sz="1600" smtClean="0"/>
            <a:t>Use Cases / User Stories</a:t>
          </a:r>
          <a:endParaRPr lang="en-US" sz="1600"/>
        </a:p>
      </dgm:t>
    </dgm:pt>
    <dgm:pt modelId="{1F641E5B-B117-4C77-A201-E34D68D5C83E}" type="parTrans" cxnId="{9E1766E3-7B5A-44E3-B053-EDB094F5353F}">
      <dgm:prSet/>
      <dgm:spPr/>
      <dgm:t>
        <a:bodyPr/>
        <a:lstStyle/>
        <a:p>
          <a:endParaRPr lang="en-US" sz="1800"/>
        </a:p>
      </dgm:t>
    </dgm:pt>
    <dgm:pt modelId="{46305FB6-F03D-4E11-937C-323004DAC669}" type="sibTrans" cxnId="{9E1766E3-7B5A-44E3-B053-EDB094F5353F}">
      <dgm:prSet/>
      <dgm:spPr/>
      <dgm:t>
        <a:bodyPr/>
        <a:lstStyle/>
        <a:p>
          <a:endParaRPr lang="en-US"/>
        </a:p>
      </dgm:t>
    </dgm:pt>
    <dgm:pt modelId="{FD48A61F-05BA-4639-B719-4388E4AC2FCD}" type="asst">
      <dgm:prSet phldrT="[Text]" custT="1"/>
      <dgm:spPr>
        <a:solidFill>
          <a:schemeClr val="accent2"/>
        </a:solidFill>
      </dgm:spPr>
      <dgm:t>
        <a:bodyPr/>
        <a:lstStyle/>
        <a:p>
          <a:r>
            <a:rPr lang="en-US" sz="1600" smtClean="0"/>
            <a:t>Source Code</a:t>
          </a:r>
          <a:endParaRPr lang="en-US" sz="1600"/>
        </a:p>
      </dgm:t>
    </dgm:pt>
    <dgm:pt modelId="{394FC506-B728-444A-AB07-5AECD127AE5E}" type="parTrans" cxnId="{28E48F5A-0C92-4607-B258-BBF24C47421C}">
      <dgm:prSet/>
      <dgm:spPr/>
      <dgm:t>
        <a:bodyPr/>
        <a:lstStyle/>
        <a:p>
          <a:endParaRPr lang="en-US" sz="1800"/>
        </a:p>
      </dgm:t>
    </dgm:pt>
    <dgm:pt modelId="{D7DB6BC8-C7DD-4939-87CF-7880AB3F55F4}" type="sibTrans" cxnId="{28E48F5A-0C92-4607-B258-BBF24C47421C}">
      <dgm:prSet/>
      <dgm:spPr/>
      <dgm:t>
        <a:bodyPr/>
        <a:lstStyle/>
        <a:p>
          <a:endParaRPr lang="en-US"/>
        </a:p>
      </dgm:t>
    </dgm:pt>
    <dgm:pt modelId="{A643D5CA-EBAA-4E14-AE7C-944D1F6EBE7A}" type="pres">
      <dgm:prSet presAssocID="{6B58A325-B009-49F9-A128-081C327AD2F2}" presName="hierChild1" presStyleCnt="0">
        <dgm:presLayoutVars>
          <dgm:orgChart val="1"/>
          <dgm:chPref val="1"/>
          <dgm:dir/>
          <dgm:animOne val="branch"/>
          <dgm:animLvl val="lvl"/>
          <dgm:resizeHandles/>
        </dgm:presLayoutVars>
      </dgm:prSet>
      <dgm:spPr/>
      <dgm:t>
        <a:bodyPr/>
        <a:lstStyle/>
        <a:p>
          <a:endParaRPr lang="en-US"/>
        </a:p>
      </dgm:t>
    </dgm:pt>
    <dgm:pt modelId="{7F8B293B-7218-4BB9-B171-4A777CFC52E9}" type="pres">
      <dgm:prSet presAssocID="{D0C6ED01-4450-4111-8DBB-B9894BF2BE80}" presName="hierRoot1" presStyleCnt="0">
        <dgm:presLayoutVars>
          <dgm:hierBranch val="init"/>
        </dgm:presLayoutVars>
      </dgm:prSet>
      <dgm:spPr/>
    </dgm:pt>
    <dgm:pt modelId="{F481189E-0445-4D4A-9173-6BB2B11A526A}" type="pres">
      <dgm:prSet presAssocID="{D0C6ED01-4450-4111-8DBB-B9894BF2BE80}" presName="rootComposite1" presStyleCnt="0"/>
      <dgm:spPr/>
    </dgm:pt>
    <dgm:pt modelId="{5C7B206B-C08C-4505-A3EE-4958994E7AA6}" type="pres">
      <dgm:prSet presAssocID="{D0C6ED01-4450-4111-8DBB-B9894BF2BE80}" presName="rootText1" presStyleLbl="node0" presStyleIdx="0" presStyleCnt="1">
        <dgm:presLayoutVars>
          <dgm:chPref val="3"/>
        </dgm:presLayoutVars>
      </dgm:prSet>
      <dgm:spPr/>
      <dgm:t>
        <a:bodyPr/>
        <a:lstStyle/>
        <a:p>
          <a:endParaRPr lang="en-US"/>
        </a:p>
      </dgm:t>
    </dgm:pt>
    <dgm:pt modelId="{0981AED6-3E3B-4F41-A4D3-D715C9C86E7C}" type="pres">
      <dgm:prSet presAssocID="{D0C6ED01-4450-4111-8DBB-B9894BF2BE80}" presName="rootConnector1" presStyleLbl="node1" presStyleIdx="0" presStyleCnt="0"/>
      <dgm:spPr/>
      <dgm:t>
        <a:bodyPr/>
        <a:lstStyle/>
        <a:p>
          <a:endParaRPr lang="en-US"/>
        </a:p>
      </dgm:t>
    </dgm:pt>
    <dgm:pt modelId="{452EA42F-F65C-41B5-8453-589DD2160BC5}" type="pres">
      <dgm:prSet presAssocID="{D0C6ED01-4450-4111-8DBB-B9894BF2BE80}" presName="hierChild2" presStyleCnt="0"/>
      <dgm:spPr/>
    </dgm:pt>
    <dgm:pt modelId="{262A5F5E-0512-4836-B9C2-18FEDE5B09A7}" type="pres">
      <dgm:prSet presAssocID="{D0C6ED01-4450-4111-8DBB-B9894BF2BE80}" presName="hierChild3" presStyleCnt="0"/>
      <dgm:spPr/>
    </dgm:pt>
    <dgm:pt modelId="{68C6A110-623E-4DD6-BE31-82E561B16300}" type="pres">
      <dgm:prSet presAssocID="{5B9E103F-AAE7-455D-A5AA-2055C40674FE}" presName="Name111" presStyleLbl="parChTrans1D2" presStyleIdx="0" presStyleCnt="2"/>
      <dgm:spPr/>
      <dgm:t>
        <a:bodyPr/>
        <a:lstStyle/>
        <a:p>
          <a:endParaRPr lang="en-US"/>
        </a:p>
      </dgm:t>
    </dgm:pt>
    <dgm:pt modelId="{953A10DC-9E69-4A11-A33A-72A7D328DC26}" type="pres">
      <dgm:prSet presAssocID="{F0913960-A184-4A5A-B305-5A2DCF2F30DE}" presName="hierRoot3" presStyleCnt="0">
        <dgm:presLayoutVars>
          <dgm:hierBranch val="init"/>
        </dgm:presLayoutVars>
      </dgm:prSet>
      <dgm:spPr/>
    </dgm:pt>
    <dgm:pt modelId="{A0F88C62-0728-4B8B-A39A-18D03513DEDC}" type="pres">
      <dgm:prSet presAssocID="{F0913960-A184-4A5A-B305-5A2DCF2F30DE}" presName="rootComposite3" presStyleCnt="0"/>
      <dgm:spPr/>
    </dgm:pt>
    <dgm:pt modelId="{0A4506DF-A32D-4AE0-AE75-0D5E4208FDF2}" type="pres">
      <dgm:prSet presAssocID="{F0913960-A184-4A5A-B305-5A2DCF2F30DE}" presName="rootText3" presStyleLbl="asst1" presStyleIdx="0" presStyleCnt="10">
        <dgm:presLayoutVars>
          <dgm:chPref val="3"/>
        </dgm:presLayoutVars>
      </dgm:prSet>
      <dgm:spPr/>
      <dgm:t>
        <a:bodyPr/>
        <a:lstStyle/>
        <a:p>
          <a:endParaRPr lang="en-US"/>
        </a:p>
      </dgm:t>
    </dgm:pt>
    <dgm:pt modelId="{D8D16896-1AA3-4FFB-A366-14408FC7D1F3}" type="pres">
      <dgm:prSet presAssocID="{F0913960-A184-4A5A-B305-5A2DCF2F30DE}" presName="rootConnector3" presStyleLbl="asst1" presStyleIdx="0" presStyleCnt="10"/>
      <dgm:spPr/>
      <dgm:t>
        <a:bodyPr/>
        <a:lstStyle/>
        <a:p>
          <a:endParaRPr lang="en-US"/>
        </a:p>
      </dgm:t>
    </dgm:pt>
    <dgm:pt modelId="{2821194B-89CA-4369-99CB-A90B8E4423AD}" type="pres">
      <dgm:prSet presAssocID="{F0913960-A184-4A5A-B305-5A2DCF2F30DE}" presName="hierChild6" presStyleCnt="0"/>
      <dgm:spPr/>
    </dgm:pt>
    <dgm:pt modelId="{F32B46E3-0DF2-4A79-AD0E-C688636BE001}" type="pres">
      <dgm:prSet presAssocID="{F0913960-A184-4A5A-B305-5A2DCF2F30DE}" presName="hierChild7" presStyleCnt="0"/>
      <dgm:spPr/>
    </dgm:pt>
    <dgm:pt modelId="{A6D13755-34C1-4CE2-8BF7-E1AF8F388595}" type="pres">
      <dgm:prSet presAssocID="{7350681B-DBD3-48DF-A48E-81F9C82C2183}" presName="Name111" presStyleLbl="parChTrans1D3" presStyleIdx="0" presStyleCnt="4"/>
      <dgm:spPr/>
      <dgm:t>
        <a:bodyPr/>
        <a:lstStyle/>
        <a:p>
          <a:endParaRPr lang="en-US"/>
        </a:p>
      </dgm:t>
    </dgm:pt>
    <dgm:pt modelId="{D1D66953-1255-40A1-AA18-EBC5BA7D3722}" type="pres">
      <dgm:prSet presAssocID="{D864EF71-6A8A-47C7-8764-E8A22E42DB8A}" presName="hierRoot3" presStyleCnt="0">
        <dgm:presLayoutVars>
          <dgm:hierBranch val="init"/>
        </dgm:presLayoutVars>
      </dgm:prSet>
      <dgm:spPr/>
    </dgm:pt>
    <dgm:pt modelId="{D669D71C-329B-458B-9307-7D3ED3FC7C94}" type="pres">
      <dgm:prSet presAssocID="{D864EF71-6A8A-47C7-8764-E8A22E42DB8A}" presName="rootComposite3" presStyleCnt="0"/>
      <dgm:spPr/>
    </dgm:pt>
    <dgm:pt modelId="{2B3FE0DC-10D4-4684-B4D9-2AB7476AC977}" type="pres">
      <dgm:prSet presAssocID="{D864EF71-6A8A-47C7-8764-E8A22E42DB8A}" presName="rootText3" presStyleLbl="asst1" presStyleIdx="1" presStyleCnt="10">
        <dgm:presLayoutVars>
          <dgm:chPref val="3"/>
        </dgm:presLayoutVars>
      </dgm:prSet>
      <dgm:spPr/>
      <dgm:t>
        <a:bodyPr/>
        <a:lstStyle/>
        <a:p>
          <a:endParaRPr lang="en-US"/>
        </a:p>
      </dgm:t>
    </dgm:pt>
    <dgm:pt modelId="{70D0C521-8C8E-45C5-BE85-D2144D6C78EA}" type="pres">
      <dgm:prSet presAssocID="{D864EF71-6A8A-47C7-8764-E8A22E42DB8A}" presName="rootConnector3" presStyleLbl="asst1" presStyleIdx="1" presStyleCnt="10"/>
      <dgm:spPr/>
      <dgm:t>
        <a:bodyPr/>
        <a:lstStyle/>
        <a:p>
          <a:endParaRPr lang="en-US"/>
        </a:p>
      </dgm:t>
    </dgm:pt>
    <dgm:pt modelId="{EC2A038A-D67C-4D7D-981A-7A1E90489967}" type="pres">
      <dgm:prSet presAssocID="{D864EF71-6A8A-47C7-8764-E8A22E42DB8A}" presName="hierChild6" presStyleCnt="0"/>
      <dgm:spPr/>
    </dgm:pt>
    <dgm:pt modelId="{A40AD92D-CBBF-4B45-85AA-2D33E2BD7534}" type="pres">
      <dgm:prSet presAssocID="{D864EF71-6A8A-47C7-8764-E8A22E42DB8A}" presName="hierChild7" presStyleCnt="0"/>
      <dgm:spPr/>
    </dgm:pt>
    <dgm:pt modelId="{53680253-4AC4-4842-9E61-8637205D7C75}" type="pres">
      <dgm:prSet presAssocID="{DAD6AB52-D2D8-451D-B19D-93782B94F1AF}" presName="Name111" presStyleLbl="parChTrans1D3" presStyleIdx="1" presStyleCnt="4"/>
      <dgm:spPr/>
      <dgm:t>
        <a:bodyPr/>
        <a:lstStyle/>
        <a:p>
          <a:endParaRPr lang="en-US"/>
        </a:p>
      </dgm:t>
    </dgm:pt>
    <dgm:pt modelId="{EFEDD6B8-2864-4991-8984-3FC644C664A7}" type="pres">
      <dgm:prSet presAssocID="{0B13BE09-812C-43CE-843B-A702F623F862}" presName="hierRoot3" presStyleCnt="0">
        <dgm:presLayoutVars>
          <dgm:hierBranch val="init"/>
        </dgm:presLayoutVars>
      </dgm:prSet>
      <dgm:spPr/>
    </dgm:pt>
    <dgm:pt modelId="{1646CA6A-089E-4E95-A635-9CC59CBB67DC}" type="pres">
      <dgm:prSet presAssocID="{0B13BE09-812C-43CE-843B-A702F623F862}" presName="rootComposite3" presStyleCnt="0"/>
      <dgm:spPr/>
    </dgm:pt>
    <dgm:pt modelId="{85FF478D-F9CE-4B99-A270-A1EA909BE403}" type="pres">
      <dgm:prSet presAssocID="{0B13BE09-812C-43CE-843B-A702F623F862}" presName="rootText3" presStyleLbl="asst1" presStyleIdx="2" presStyleCnt="10">
        <dgm:presLayoutVars>
          <dgm:chPref val="3"/>
        </dgm:presLayoutVars>
      </dgm:prSet>
      <dgm:spPr/>
      <dgm:t>
        <a:bodyPr/>
        <a:lstStyle/>
        <a:p>
          <a:endParaRPr lang="en-US"/>
        </a:p>
      </dgm:t>
    </dgm:pt>
    <dgm:pt modelId="{DADB93F7-A88D-427F-B676-502155375381}" type="pres">
      <dgm:prSet presAssocID="{0B13BE09-812C-43CE-843B-A702F623F862}" presName="rootConnector3" presStyleLbl="asst1" presStyleIdx="2" presStyleCnt="10"/>
      <dgm:spPr/>
      <dgm:t>
        <a:bodyPr/>
        <a:lstStyle/>
        <a:p>
          <a:endParaRPr lang="en-US"/>
        </a:p>
      </dgm:t>
    </dgm:pt>
    <dgm:pt modelId="{3DEB947F-5E66-4FB1-BA91-37C2506175DC}" type="pres">
      <dgm:prSet presAssocID="{0B13BE09-812C-43CE-843B-A702F623F862}" presName="hierChild6" presStyleCnt="0"/>
      <dgm:spPr/>
    </dgm:pt>
    <dgm:pt modelId="{8BA150BF-429A-4E3A-8291-13E1A6703D5A}" type="pres">
      <dgm:prSet presAssocID="{0B13BE09-812C-43CE-843B-A702F623F862}" presName="hierChild7" presStyleCnt="0"/>
      <dgm:spPr/>
    </dgm:pt>
    <dgm:pt modelId="{815BD7CD-FF21-4D6F-860C-9B78A5DFA11A}" type="pres">
      <dgm:prSet presAssocID="{1E7197DD-387F-4B9A-9C71-C736C5B42EA9}" presName="Name111" presStyleLbl="parChTrans1D2" presStyleIdx="1" presStyleCnt="2"/>
      <dgm:spPr/>
      <dgm:t>
        <a:bodyPr/>
        <a:lstStyle/>
        <a:p>
          <a:endParaRPr lang="en-US"/>
        </a:p>
      </dgm:t>
    </dgm:pt>
    <dgm:pt modelId="{8ABA2885-E597-4C12-B4D2-231F93174C1B}" type="pres">
      <dgm:prSet presAssocID="{F4979204-58E6-463F-9FB8-A983D8E69E8E}" presName="hierRoot3" presStyleCnt="0">
        <dgm:presLayoutVars>
          <dgm:hierBranch val="init"/>
        </dgm:presLayoutVars>
      </dgm:prSet>
      <dgm:spPr/>
    </dgm:pt>
    <dgm:pt modelId="{F3003EEE-0044-4349-AD22-75E094559AB3}" type="pres">
      <dgm:prSet presAssocID="{F4979204-58E6-463F-9FB8-A983D8E69E8E}" presName="rootComposite3" presStyleCnt="0"/>
      <dgm:spPr/>
    </dgm:pt>
    <dgm:pt modelId="{5859EC14-E2DB-44CE-B034-0E93AB6B1943}" type="pres">
      <dgm:prSet presAssocID="{F4979204-58E6-463F-9FB8-A983D8E69E8E}" presName="rootText3" presStyleLbl="asst1" presStyleIdx="3" presStyleCnt="10">
        <dgm:presLayoutVars>
          <dgm:chPref val="3"/>
        </dgm:presLayoutVars>
      </dgm:prSet>
      <dgm:spPr/>
      <dgm:t>
        <a:bodyPr/>
        <a:lstStyle/>
        <a:p>
          <a:endParaRPr lang="en-US"/>
        </a:p>
      </dgm:t>
    </dgm:pt>
    <dgm:pt modelId="{EA0E3F09-2DAD-4305-BB7B-AEF38591DAA5}" type="pres">
      <dgm:prSet presAssocID="{F4979204-58E6-463F-9FB8-A983D8E69E8E}" presName="rootConnector3" presStyleLbl="asst1" presStyleIdx="3" presStyleCnt="10"/>
      <dgm:spPr/>
      <dgm:t>
        <a:bodyPr/>
        <a:lstStyle/>
        <a:p>
          <a:endParaRPr lang="en-US"/>
        </a:p>
      </dgm:t>
    </dgm:pt>
    <dgm:pt modelId="{D7F7164D-46E7-4232-8D8E-326BA547C246}" type="pres">
      <dgm:prSet presAssocID="{F4979204-58E6-463F-9FB8-A983D8E69E8E}" presName="hierChild6" presStyleCnt="0"/>
      <dgm:spPr/>
    </dgm:pt>
    <dgm:pt modelId="{134F451F-761F-4A05-AFB9-63108BD74495}" type="pres">
      <dgm:prSet presAssocID="{F4979204-58E6-463F-9FB8-A983D8E69E8E}" presName="hierChild7" presStyleCnt="0"/>
      <dgm:spPr/>
    </dgm:pt>
    <dgm:pt modelId="{A853C72C-5504-4B00-8BB9-22EE7AF15CA4}" type="pres">
      <dgm:prSet presAssocID="{C1A76D78-CF70-4F7B-9B73-C7F0AFB08DC1}" presName="Name111" presStyleLbl="parChTrans1D3" presStyleIdx="2" presStyleCnt="4"/>
      <dgm:spPr/>
      <dgm:t>
        <a:bodyPr/>
        <a:lstStyle/>
        <a:p>
          <a:endParaRPr lang="en-US"/>
        </a:p>
      </dgm:t>
    </dgm:pt>
    <dgm:pt modelId="{632A50D0-358B-4ABB-97E2-5CD9E6320596}" type="pres">
      <dgm:prSet presAssocID="{216817A3-51AF-43CB-8B9A-E8764E0FCAD0}" presName="hierRoot3" presStyleCnt="0">
        <dgm:presLayoutVars>
          <dgm:hierBranch val="init"/>
        </dgm:presLayoutVars>
      </dgm:prSet>
      <dgm:spPr/>
    </dgm:pt>
    <dgm:pt modelId="{51259B52-8DD3-46D0-9F7B-DB035781DF14}" type="pres">
      <dgm:prSet presAssocID="{216817A3-51AF-43CB-8B9A-E8764E0FCAD0}" presName="rootComposite3" presStyleCnt="0"/>
      <dgm:spPr/>
    </dgm:pt>
    <dgm:pt modelId="{A816BBE9-2702-4CD4-902B-578D8037B8D7}" type="pres">
      <dgm:prSet presAssocID="{216817A3-51AF-43CB-8B9A-E8764E0FCAD0}" presName="rootText3" presStyleLbl="asst1" presStyleIdx="4" presStyleCnt="10">
        <dgm:presLayoutVars>
          <dgm:chPref val="3"/>
        </dgm:presLayoutVars>
      </dgm:prSet>
      <dgm:spPr/>
      <dgm:t>
        <a:bodyPr/>
        <a:lstStyle/>
        <a:p>
          <a:endParaRPr lang="en-US"/>
        </a:p>
      </dgm:t>
    </dgm:pt>
    <dgm:pt modelId="{1D393FF8-118F-43C8-9F2E-24FC2B2693AB}" type="pres">
      <dgm:prSet presAssocID="{216817A3-51AF-43CB-8B9A-E8764E0FCAD0}" presName="rootConnector3" presStyleLbl="asst1" presStyleIdx="4" presStyleCnt="10"/>
      <dgm:spPr/>
      <dgm:t>
        <a:bodyPr/>
        <a:lstStyle/>
        <a:p>
          <a:endParaRPr lang="en-US"/>
        </a:p>
      </dgm:t>
    </dgm:pt>
    <dgm:pt modelId="{35606BF0-0106-4637-AA82-764C256417EC}" type="pres">
      <dgm:prSet presAssocID="{216817A3-51AF-43CB-8B9A-E8764E0FCAD0}" presName="hierChild6" presStyleCnt="0"/>
      <dgm:spPr/>
    </dgm:pt>
    <dgm:pt modelId="{19D0B595-7175-43F0-B9F5-1040448D2EA3}" type="pres">
      <dgm:prSet presAssocID="{216817A3-51AF-43CB-8B9A-E8764E0FCAD0}" presName="hierChild7" presStyleCnt="0"/>
      <dgm:spPr/>
    </dgm:pt>
    <dgm:pt modelId="{D52A5810-A7AC-4483-96AB-59596E9922E1}" type="pres">
      <dgm:prSet presAssocID="{C4D01A6B-7749-47CB-9F3B-406D17ABEC30}" presName="Name111" presStyleLbl="parChTrans1D4" presStyleIdx="0" presStyleCnt="4"/>
      <dgm:spPr/>
      <dgm:t>
        <a:bodyPr/>
        <a:lstStyle/>
        <a:p>
          <a:endParaRPr lang="en-US"/>
        </a:p>
      </dgm:t>
    </dgm:pt>
    <dgm:pt modelId="{0CE63057-4CA2-4F07-9808-18AA87677629}" type="pres">
      <dgm:prSet presAssocID="{C39FA169-70B0-4693-AF22-FFCCA3AE785C}" presName="hierRoot3" presStyleCnt="0">
        <dgm:presLayoutVars>
          <dgm:hierBranch val="init"/>
        </dgm:presLayoutVars>
      </dgm:prSet>
      <dgm:spPr/>
    </dgm:pt>
    <dgm:pt modelId="{FF936DD0-EC09-44C9-A2E9-CA1EDB6C60E2}" type="pres">
      <dgm:prSet presAssocID="{C39FA169-70B0-4693-AF22-FFCCA3AE785C}" presName="rootComposite3" presStyleCnt="0"/>
      <dgm:spPr/>
    </dgm:pt>
    <dgm:pt modelId="{3E52908E-579D-40F3-A402-9F28D6B68351}" type="pres">
      <dgm:prSet presAssocID="{C39FA169-70B0-4693-AF22-FFCCA3AE785C}" presName="rootText3" presStyleLbl="asst1" presStyleIdx="5" presStyleCnt="10">
        <dgm:presLayoutVars>
          <dgm:chPref val="3"/>
        </dgm:presLayoutVars>
      </dgm:prSet>
      <dgm:spPr/>
      <dgm:t>
        <a:bodyPr/>
        <a:lstStyle/>
        <a:p>
          <a:endParaRPr lang="en-US"/>
        </a:p>
      </dgm:t>
    </dgm:pt>
    <dgm:pt modelId="{0782AC0B-255C-46B0-9075-408653B3E89C}" type="pres">
      <dgm:prSet presAssocID="{C39FA169-70B0-4693-AF22-FFCCA3AE785C}" presName="rootConnector3" presStyleLbl="asst1" presStyleIdx="5" presStyleCnt="10"/>
      <dgm:spPr/>
      <dgm:t>
        <a:bodyPr/>
        <a:lstStyle/>
        <a:p>
          <a:endParaRPr lang="en-US"/>
        </a:p>
      </dgm:t>
    </dgm:pt>
    <dgm:pt modelId="{23DB0A5F-1872-48EA-A823-6394F5922303}" type="pres">
      <dgm:prSet presAssocID="{C39FA169-70B0-4693-AF22-FFCCA3AE785C}" presName="hierChild6" presStyleCnt="0"/>
      <dgm:spPr/>
    </dgm:pt>
    <dgm:pt modelId="{EDAA7BF2-74C6-4E0F-808C-A671F3639EF4}" type="pres">
      <dgm:prSet presAssocID="{C39FA169-70B0-4693-AF22-FFCCA3AE785C}" presName="hierChild7" presStyleCnt="0"/>
      <dgm:spPr/>
    </dgm:pt>
    <dgm:pt modelId="{1D719491-A7F4-4174-B5C9-FA4CA9DE5328}" type="pres">
      <dgm:prSet presAssocID="{CE5FA8EF-039E-4DDC-83B3-C377720F183E}" presName="Name111" presStyleLbl="parChTrans1D4" presStyleIdx="1" presStyleCnt="4"/>
      <dgm:spPr/>
      <dgm:t>
        <a:bodyPr/>
        <a:lstStyle/>
        <a:p>
          <a:endParaRPr lang="en-US"/>
        </a:p>
      </dgm:t>
    </dgm:pt>
    <dgm:pt modelId="{8C7D3E21-4A70-49EE-9E5D-C2627B74C7DB}" type="pres">
      <dgm:prSet presAssocID="{48280AB1-B611-4A7E-BCC2-26291CC4E0FF}" presName="hierRoot3" presStyleCnt="0">
        <dgm:presLayoutVars>
          <dgm:hierBranch val="init"/>
        </dgm:presLayoutVars>
      </dgm:prSet>
      <dgm:spPr/>
    </dgm:pt>
    <dgm:pt modelId="{66C903F4-F5D7-45C9-8B5F-25E60371228C}" type="pres">
      <dgm:prSet presAssocID="{48280AB1-B611-4A7E-BCC2-26291CC4E0FF}" presName="rootComposite3" presStyleCnt="0"/>
      <dgm:spPr/>
    </dgm:pt>
    <dgm:pt modelId="{D7B869B2-A1AF-4348-8E59-0CD7082CCCDC}" type="pres">
      <dgm:prSet presAssocID="{48280AB1-B611-4A7E-BCC2-26291CC4E0FF}" presName="rootText3" presStyleLbl="asst1" presStyleIdx="6" presStyleCnt="10">
        <dgm:presLayoutVars>
          <dgm:chPref val="3"/>
        </dgm:presLayoutVars>
      </dgm:prSet>
      <dgm:spPr/>
      <dgm:t>
        <a:bodyPr/>
        <a:lstStyle/>
        <a:p>
          <a:endParaRPr lang="en-US"/>
        </a:p>
      </dgm:t>
    </dgm:pt>
    <dgm:pt modelId="{08E55C76-2ED2-49FC-A955-BF69E5C9673F}" type="pres">
      <dgm:prSet presAssocID="{48280AB1-B611-4A7E-BCC2-26291CC4E0FF}" presName="rootConnector3" presStyleLbl="asst1" presStyleIdx="6" presStyleCnt="10"/>
      <dgm:spPr/>
      <dgm:t>
        <a:bodyPr/>
        <a:lstStyle/>
        <a:p>
          <a:endParaRPr lang="en-US"/>
        </a:p>
      </dgm:t>
    </dgm:pt>
    <dgm:pt modelId="{BCA65154-8B9A-4F06-866C-FD1A94795769}" type="pres">
      <dgm:prSet presAssocID="{48280AB1-B611-4A7E-BCC2-26291CC4E0FF}" presName="hierChild6" presStyleCnt="0"/>
      <dgm:spPr/>
    </dgm:pt>
    <dgm:pt modelId="{F74E411A-1C98-4790-99CE-588B38F38476}" type="pres">
      <dgm:prSet presAssocID="{48280AB1-B611-4A7E-BCC2-26291CC4E0FF}" presName="hierChild7" presStyleCnt="0"/>
      <dgm:spPr/>
    </dgm:pt>
    <dgm:pt modelId="{DBABBF2D-4141-4BED-BFF9-669F771FA8B0}" type="pres">
      <dgm:prSet presAssocID="{2617E6F9-6F76-4FAC-A67F-D79B099235CA}" presName="Name111" presStyleLbl="parChTrans1D3" presStyleIdx="3" presStyleCnt="4"/>
      <dgm:spPr/>
      <dgm:t>
        <a:bodyPr/>
        <a:lstStyle/>
        <a:p>
          <a:endParaRPr lang="en-US"/>
        </a:p>
      </dgm:t>
    </dgm:pt>
    <dgm:pt modelId="{DCD4F3DF-4CE3-488B-A09E-64983C7ACCDD}" type="pres">
      <dgm:prSet presAssocID="{0BB89111-1F04-4A4D-B4D9-83B5C1916C3F}" presName="hierRoot3" presStyleCnt="0">
        <dgm:presLayoutVars>
          <dgm:hierBranch val="init"/>
        </dgm:presLayoutVars>
      </dgm:prSet>
      <dgm:spPr/>
    </dgm:pt>
    <dgm:pt modelId="{50F4377D-AAC6-42BC-BFFE-2BAB196FA0E5}" type="pres">
      <dgm:prSet presAssocID="{0BB89111-1F04-4A4D-B4D9-83B5C1916C3F}" presName="rootComposite3" presStyleCnt="0"/>
      <dgm:spPr/>
    </dgm:pt>
    <dgm:pt modelId="{5354D761-CB23-4C85-BB87-5D006B38D06E}" type="pres">
      <dgm:prSet presAssocID="{0BB89111-1F04-4A4D-B4D9-83B5C1916C3F}" presName="rootText3" presStyleLbl="asst1" presStyleIdx="7" presStyleCnt="10">
        <dgm:presLayoutVars>
          <dgm:chPref val="3"/>
        </dgm:presLayoutVars>
      </dgm:prSet>
      <dgm:spPr/>
      <dgm:t>
        <a:bodyPr/>
        <a:lstStyle/>
        <a:p>
          <a:endParaRPr lang="en-US"/>
        </a:p>
      </dgm:t>
    </dgm:pt>
    <dgm:pt modelId="{B22E7F02-8DB6-4527-80A4-E23E64D53B88}" type="pres">
      <dgm:prSet presAssocID="{0BB89111-1F04-4A4D-B4D9-83B5C1916C3F}" presName="rootConnector3" presStyleLbl="asst1" presStyleIdx="7" presStyleCnt="10"/>
      <dgm:spPr/>
      <dgm:t>
        <a:bodyPr/>
        <a:lstStyle/>
        <a:p>
          <a:endParaRPr lang="en-US"/>
        </a:p>
      </dgm:t>
    </dgm:pt>
    <dgm:pt modelId="{32F3537E-D385-418A-B578-E4B80182A9FB}" type="pres">
      <dgm:prSet presAssocID="{0BB89111-1F04-4A4D-B4D9-83B5C1916C3F}" presName="hierChild6" presStyleCnt="0"/>
      <dgm:spPr/>
    </dgm:pt>
    <dgm:pt modelId="{C52F7AA2-452E-44B1-AF76-9E8A2B62FFDD}" type="pres">
      <dgm:prSet presAssocID="{0BB89111-1F04-4A4D-B4D9-83B5C1916C3F}" presName="hierChild7" presStyleCnt="0"/>
      <dgm:spPr/>
    </dgm:pt>
    <dgm:pt modelId="{072CB9E7-5FE1-4EF0-9A57-48EA59E47A7F}" type="pres">
      <dgm:prSet presAssocID="{1F641E5B-B117-4C77-A201-E34D68D5C83E}" presName="Name111" presStyleLbl="parChTrans1D4" presStyleIdx="2" presStyleCnt="4"/>
      <dgm:spPr/>
      <dgm:t>
        <a:bodyPr/>
        <a:lstStyle/>
        <a:p>
          <a:endParaRPr lang="en-US"/>
        </a:p>
      </dgm:t>
    </dgm:pt>
    <dgm:pt modelId="{AD042666-59B2-4A97-AF76-1A0460AE2291}" type="pres">
      <dgm:prSet presAssocID="{FABFE473-3281-4C79-A6EA-292819F32F91}" presName="hierRoot3" presStyleCnt="0">
        <dgm:presLayoutVars>
          <dgm:hierBranch val="init"/>
        </dgm:presLayoutVars>
      </dgm:prSet>
      <dgm:spPr/>
    </dgm:pt>
    <dgm:pt modelId="{29EB024F-6A4A-40CF-89EF-C0BFADB0B350}" type="pres">
      <dgm:prSet presAssocID="{FABFE473-3281-4C79-A6EA-292819F32F91}" presName="rootComposite3" presStyleCnt="0"/>
      <dgm:spPr/>
    </dgm:pt>
    <dgm:pt modelId="{FBBE2114-11C7-476F-B940-11E345D98DEF}" type="pres">
      <dgm:prSet presAssocID="{FABFE473-3281-4C79-A6EA-292819F32F91}" presName="rootText3" presStyleLbl="asst1" presStyleIdx="8" presStyleCnt="10">
        <dgm:presLayoutVars>
          <dgm:chPref val="3"/>
        </dgm:presLayoutVars>
      </dgm:prSet>
      <dgm:spPr/>
      <dgm:t>
        <a:bodyPr/>
        <a:lstStyle/>
        <a:p>
          <a:endParaRPr lang="en-US"/>
        </a:p>
      </dgm:t>
    </dgm:pt>
    <dgm:pt modelId="{C0C6474B-E71A-4AB7-8171-0D8DBF7105A4}" type="pres">
      <dgm:prSet presAssocID="{FABFE473-3281-4C79-A6EA-292819F32F91}" presName="rootConnector3" presStyleLbl="asst1" presStyleIdx="8" presStyleCnt="10"/>
      <dgm:spPr/>
      <dgm:t>
        <a:bodyPr/>
        <a:lstStyle/>
        <a:p>
          <a:endParaRPr lang="en-US"/>
        </a:p>
      </dgm:t>
    </dgm:pt>
    <dgm:pt modelId="{A96C4BAD-94E0-46D0-9D2A-0ABAD647DB89}" type="pres">
      <dgm:prSet presAssocID="{FABFE473-3281-4C79-A6EA-292819F32F91}" presName="hierChild6" presStyleCnt="0"/>
      <dgm:spPr/>
    </dgm:pt>
    <dgm:pt modelId="{201DA9E7-F698-43BD-B7CA-A396491E2716}" type="pres">
      <dgm:prSet presAssocID="{FABFE473-3281-4C79-A6EA-292819F32F91}" presName="hierChild7" presStyleCnt="0"/>
      <dgm:spPr/>
    </dgm:pt>
    <dgm:pt modelId="{A924B618-BBA6-4108-8AD7-AC272A226C6E}" type="pres">
      <dgm:prSet presAssocID="{394FC506-B728-444A-AB07-5AECD127AE5E}" presName="Name111" presStyleLbl="parChTrans1D4" presStyleIdx="3" presStyleCnt="4"/>
      <dgm:spPr/>
      <dgm:t>
        <a:bodyPr/>
        <a:lstStyle/>
        <a:p>
          <a:endParaRPr lang="en-US"/>
        </a:p>
      </dgm:t>
    </dgm:pt>
    <dgm:pt modelId="{4AC2E699-B40B-4722-8A0E-6AE6E1146523}" type="pres">
      <dgm:prSet presAssocID="{FD48A61F-05BA-4639-B719-4388E4AC2FCD}" presName="hierRoot3" presStyleCnt="0">
        <dgm:presLayoutVars>
          <dgm:hierBranch val="init"/>
        </dgm:presLayoutVars>
      </dgm:prSet>
      <dgm:spPr/>
    </dgm:pt>
    <dgm:pt modelId="{74C936BE-281D-4F36-9BE9-811BA09BE2BA}" type="pres">
      <dgm:prSet presAssocID="{FD48A61F-05BA-4639-B719-4388E4AC2FCD}" presName="rootComposite3" presStyleCnt="0"/>
      <dgm:spPr/>
    </dgm:pt>
    <dgm:pt modelId="{B6419AF4-108D-4C47-884A-0FAA94BEE474}" type="pres">
      <dgm:prSet presAssocID="{FD48A61F-05BA-4639-B719-4388E4AC2FCD}" presName="rootText3" presStyleLbl="asst1" presStyleIdx="9" presStyleCnt="10">
        <dgm:presLayoutVars>
          <dgm:chPref val="3"/>
        </dgm:presLayoutVars>
      </dgm:prSet>
      <dgm:spPr/>
      <dgm:t>
        <a:bodyPr/>
        <a:lstStyle/>
        <a:p>
          <a:endParaRPr lang="en-US"/>
        </a:p>
      </dgm:t>
    </dgm:pt>
    <dgm:pt modelId="{CC504508-2D12-49EC-AA3A-6D7EDE57E6CC}" type="pres">
      <dgm:prSet presAssocID="{FD48A61F-05BA-4639-B719-4388E4AC2FCD}" presName="rootConnector3" presStyleLbl="asst1" presStyleIdx="9" presStyleCnt="10"/>
      <dgm:spPr/>
      <dgm:t>
        <a:bodyPr/>
        <a:lstStyle/>
        <a:p>
          <a:endParaRPr lang="en-US"/>
        </a:p>
      </dgm:t>
    </dgm:pt>
    <dgm:pt modelId="{B532545D-B66D-4F29-BB77-39AA4C82F73E}" type="pres">
      <dgm:prSet presAssocID="{FD48A61F-05BA-4639-B719-4388E4AC2FCD}" presName="hierChild6" presStyleCnt="0"/>
      <dgm:spPr/>
    </dgm:pt>
    <dgm:pt modelId="{4845D7FB-DA89-42B5-BEA8-D33F75CF5532}" type="pres">
      <dgm:prSet presAssocID="{FD48A61F-05BA-4639-B719-4388E4AC2FCD}" presName="hierChild7" presStyleCnt="0"/>
      <dgm:spPr/>
    </dgm:pt>
  </dgm:ptLst>
  <dgm:cxnLst>
    <dgm:cxn modelId="{E1EA338A-734D-4B0B-9A61-8C36EB7B7A65}" srcId="{F4979204-58E6-463F-9FB8-A983D8E69E8E}" destId="{0BB89111-1F04-4A4D-B4D9-83B5C1916C3F}" srcOrd="1" destOrd="0" parTransId="{2617E6F9-6F76-4FAC-A67F-D79B099235CA}" sibTransId="{C38B9FEA-2161-4FED-BB7D-40F4998CF4D8}"/>
    <dgm:cxn modelId="{008C88F7-C658-4FCD-A39E-835830F78291}" type="presOf" srcId="{0B13BE09-812C-43CE-843B-A702F623F862}" destId="{DADB93F7-A88D-427F-B676-502155375381}" srcOrd="1" destOrd="0" presId="urn:microsoft.com/office/officeart/2005/8/layout/orgChart1"/>
    <dgm:cxn modelId="{E71CA46E-8D1B-4783-BEAA-86CC79D15A98}" type="presOf" srcId="{F4979204-58E6-463F-9FB8-A983D8E69E8E}" destId="{EA0E3F09-2DAD-4305-BB7B-AEF38591DAA5}" srcOrd="1" destOrd="0" presId="urn:microsoft.com/office/officeart/2005/8/layout/orgChart1"/>
    <dgm:cxn modelId="{31953EEF-0822-4318-879B-00606CAAD8CB}" type="presOf" srcId="{FD48A61F-05BA-4639-B719-4388E4AC2FCD}" destId="{CC504508-2D12-49EC-AA3A-6D7EDE57E6CC}" srcOrd="1" destOrd="0" presId="urn:microsoft.com/office/officeart/2005/8/layout/orgChart1"/>
    <dgm:cxn modelId="{F22A876F-D017-410B-9B7B-06204EB44A1F}" type="presOf" srcId="{FABFE473-3281-4C79-A6EA-292819F32F91}" destId="{C0C6474B-E71A-4AB7-8171-0D8DBF7105A4}" srcOrd="1" destOrd="0" presId="urn:microsoft.com/office/officeart/2005/8/layout/orgChart1"/>
    <dgm:cxn modelId="{EAA0DA05-97B0-42C0-95AB-87E7B8360072}" type="presOf" srcId="{0BB89111-1F04-4A4D-B4D9-83B5C1916C3F}" destId="{5354D761-CB23-4C85-BB87-5D006B38D06E}" srcOrd="0" destOrd="0" presId="urn:microsoft.com/office/officeart/2005/8/layout/orgChart1"/>
    <dgm:cxn modelId="{B0B73441-3212-4F92-921C-7162D0C4CA72}" type="presOf" srcId="{C4D01A6B-7749-47CB-9F3B-406D17ABEC30}" destId="{D52A5810-A7AC-4483-96AB-59596E9922E1}" srcOrd="0" destOrd="0" presId="urn:microsoft.com/office/officeart/2005/8/layout/orgChart1"/>
    <dgm:cxn modelId="{05490E06-107D-4D09-A832-6C1D28EF848E}" type="presOf" srcId="{C1A76D78-CF70-4F7B-9B73-C7F0AFB08DC1}" destId="{A853C72C-5504-4B00-8BB9-22EE7AF15CA4}" srcOrd="0" destOrd="0" presId="urn:microsoft.com/office/officeart/2005/8/layout/orgChart1"/>
    <dgm:cxn modelId="{7234115B-9100-45D6-9BCE-99FD3A2AD09A}" srcId="{F4979204-58E6-463F-9FB8-A983D8E69E8E}" destId="{216817A3-51AF-43CB-8B9A-E8764E0FCAD0}" srcOrd="0" destOrd="0" parTransId="{C1A76D78-CF70-4F7B-9B73-C7F0AFB08DC1}" sibTransId="{EA3AEDE5-8176-490F-8B02-2F6E3B5056B2}"/>
    <dgm:cxn modelId="{4F7F8661-9390-4E45-8CDD-BC8BFBF3F45F}" type="presOf" srcId="{F4979204-58E6-463F-9FB8-A983D8E69E8E}" destId="{5859EC14-E2DB-44CE-B034-0E93AB6B1943}" srcOrd="0" destOrd="0" presId="urn:microsoft.com/office/officeart/2005/8/layout/orgChart1"/>
    <dgm:cxn modelId="{E9C9F63D-B44F-4340-AA94-3917AA23EE7D}" srcId="{6B58A325-B009-49F9-A128-081C327AD2F2}" destId="{D0C6ED01-4450-4111-8DBB-B9894BF2BE80}" srcOrd="0" destOrd="0" parTransId="{5DFA6CC5-9A9E-431B-A2F3-F6828CDABE3C}" sibTransId="{A2E120AF-ED8B-46FE-8D1D-7DB190E53250}"/>
    <dgm:cxn modelId="{D3154F02-1E98-4424-B3E0-0BC2FD970F66}" type="presOf" srcId="{7350681B-DBD3-48DF-A48E-81F9C82C2183}" destId="{A6D13755-34C1-4CE2-8BF7-E1AF8F388595}" srcOrd="0" destOrd="0" presId="urn:microsoft.com/office/officeart/2005/8/layout/orgChart1"/>
    <dgm:cxn modelId="{9EBEC7E0-FCE4-4D2F-AD4B-9BECC112B0C6}" type="presOf" srcId="{DAD6AB52-D2D8-451D-B19D-93782B94F1AF}" destId="{53680253-4AC4-4842-9E61-8637205D7C75}" srcOrd="0" destOrd="0" presId="urn:microsoft.com/office/officeart/2005/8/layout/orgChart1"/>
    <dgm:cxn modelId="{9174EFC0-A398-4B8D-B254-1E4165E48700}" type="presOf" srcId="{5B9E103F-AAE7-455D-A5AA-2055C40674FE}" destId="{68C6A110-623E-4DD6-BE31-82E561B16300}" srcOrd="0" destOrd="0" presId="urn:microsoft.com/office/officeart/2005/8/layout/orgChart1"/>
    <dgm:cxn modelId="{5A89F41F-2185-46BE-B5B6-AC79241FA1DC}" type="presOf" srcId="{C39FA169-70B0-4693-AF22-FFCCA3AE785C}" destId="{0782AC0B-255C-46B0-9075-408653B3E89C}" srcOrd="1" destOrd="0" presId="urn:microsoft.com/office/officeart/2005/8/layout/orgChart1"/>
    <dgm:cxn modelId="{01DC6825-EC9A-4E8B-93E8-BFADFCF88803}" type="presOf" srcId="{D0C6ED01-4450-4111-8DBB-B9894BF2BE80}" destId="{5C7B206B-C08C-4505-A3EE-4958994E7AA6}" srcOrd="0" destOrd="0" presId="urn:microsoft.com/office/officeart/2005/8/layout/orgChart1"/>
    <dgm:cxn modelId="{840ADEB7-9DA0-4C1E-8B69-CEB81F65F1C9}" type="presOf" srcId="{1F641E5B-B117-4C77-A201-E34D68D5C83E}" destId="{072CB9E7-5FE1-4EF0-9A57-48EA59E47A7F}" srcOrd="0" destOrd="0" presId="urn:microsoft.com/office/officeart/2005/8/layout/orgChart1"/>
    <dgm:cxn modelId="{F3C7FCFC-9FA5-45EC-9C29-A9263BCCA2CC}" srcId="{F0913960-A184-4A5A-B305-5A2DCF2F30DE}" destId="{0B13BE09-812C-43CE-843B-A702F623F862}" srcOrd="1" destOrd="0" parTransId="{DAD6AB52-D2D8-451D-B19D-93782B94F1AF}" sibTransId="{4A5F5F48-873D-4871-81FA-A20E63145A7E}"/>
    <dgm:cxn modelId="{B7FB0AD4-11D1-423E-B358-D652701F08AF}" type="presOf" srcId="{F0913960-A184-4A5A-B305-5A2DCF2F30DE}" destId="{0A4506DF-A32D-4AE0-AE75-0D5E4208FDF2}" srcOrd="0" destOrd="0" presId="urn:microsoft.com/office/officeart/2005/8/layout/orgChart1"/>
    <dgm:cxn modelId="{981F42CA-57EB-4F0E-A1EE-AAFC919FEAC8}" type="presOf" srcId="{FD48A61F-05BA-4639-B719-4388E4AC2FCD}" destId="{B6419AF4-108D-4C47-884A-0FAA94BEE474}" srcOrd="0" destOrd="0" presId="urn:microsoft.com/office/officeart/2005/8/layout/orgChart1"/>
    <dgm:cxn modelId="{41B22EF1-46BD-42B9-BC61-ACC7EC74821B}" srcId="{D0C6ED01-4450-4111-8DBB-B9894BF2BE80}" destId="{F0913960-A184-4A5A-B305-5A2DCF2F30DE}" srcOrd="0" destOrd="0" parTransId="{5B9E103F-AAE7-455D-A5AA-2055C40674FE}" sibTransId="{BA02B627-31DE-4EC9-97D9-93D89486F02F}"/>
    <dgm:cxn modelId="{800638C0-13BE-4DE2-932D-9C008C071E35}" type="presOf" srcId="{1E7197DD-387F-4B9A-9C71-C736C5B42EA9}" destId="{815BD7CD-FF21-4D6F-860C-9B78A5DFA11A}" srcOrd="0" destOrd="0" presId="urn:microsoft.com/office/officeart/2005/8/layout/orgChart1"/>
    <dgm:cxn modelId="{53611A74-92B3-4510-AB97-E4672B063CAE}" type="presOf" srcId="{48280AB1-B611-4A7E-BCC2-26291CC4E0FF}" destId="{D7B869B2-A1AF-4348-8E59-0CD7082CCCDC}" srcOrd="0" destOrd="0" presId="urn:microsoft.com/office/officeart/2005/8/layout/orgChart1"/>
    <dgm:cxn modelId="{E6A78F34-472C-4927-9BED-E1BED7531700}" type="presOf" srcId="{0B13BE09-812C-43CE-843B-A702F623F862}" destId="{85FF478D-F9CE-4B99-A270-A1EA909BE403}" srcOrd="0" destOrd="0" presId="urn:microsoft.com/office/officeart/2005/8/layout/orgChart1"/>
    <dgm:cxn modelId="{70EA1363-328F-4868-8C83-64C7C125C691}" srcId="{D0C6ED01-4450-4111-8DBB-B9894BF2BE80}" destId="{F4979204-58E6-463F-9FB8-A983D8E69E8E}" srcOrd="1" destOrd="0" parTransId="{1E7197DD-387F-4B9A-9C71-C736C5B42EA9}" sibTransId="{617DB06C-18F4-4172-A3F5-D0B515FDE946}"/>
    <dgm:cxn modelId="{9415A3A6-EB0F-4399-801A-A5E82A4B85B5}" type="presOf" srcId="{48280AB1-B611-4A7E-BCC2-26291CC4E0FF}" destId="{08E55C76-2ED2-49FC-A955-BF69E5C9673F}" srcOrd="1" destOrd="0" presId="urn:microsoft.com/office/officeart/2005/8/layout/orgChart1"/>
    <dgm:cxn modelId="{70906E5D-FEB7-4B2C-A55C-AF3BDD692595}" type="presOf" srcId="{0BB89111-1F04-4A4D-B4D9-83B5C1916C3F}" destId="{B22E7F02-8DB6-4527-80A4-E23E64D53B88}" srcOrd="1" destOrd="0" presId="urn:microsoft.com/office/officeart/2005/8/layout/orgChart1"/>
    <dgm:cxn modelId="{079B3B1F-6C0F-457A-AFC0-938709BF2DBF}" srcId="{216817A3-51AF-43CB-8B9A-E8764E0FCAD0}" destId="{C39FA169-70B0-4693-AF22-FFCCA3AE785C}" srcOrd="0" destOrd="0" parTransId="{C4D01A6B-7749-47CB-9F3B-406D17ABEC30}" sibTransId="{C11BDA19-4154-438D-8F2C-037EC3B862AC}"/>
    <dgm:cxn modelId="{E51825A8-2077-4148-ABBD-2C139DDEC22E}" type="presOf" srcId="{CE5FA8EF-039E-4DDC-83B3-C377720F183E}" destId="{1D719491-A7F4-4174-B5C9-FA4CA9DE5328}" srcOrd="0" destOrd="0" presId="urn:microsoft.com/office/officeart/2005/8/layout/orgChart1"/>
    <dgm:cxn modelId="{93E5D464-C55B-4A43-8DD1-3BB7683D08B8}" type="presOf" srcId="{C39FA169-70B0-4693-AF22-FFCCA3AE785C}" destId="{3E52908E-579D-40F3-A402-9F28D6B68351}" srcOrd="0" destOrd="0" presId="urn:microsoft.com/office/officeart/2005/8/layout/orgChart1"/>
    <dgm:cxn modelId="{85002AF5-3499-45CC-A5B6-E8FC6DCE3275}" type="presOf" srcId="{2617E6F9-6F76-4FAC-A67F-D79B099235CA}" destId="{DBABBF2D-4141-4BED-BFF9-669F771FA8B0}" srcOrd="0" destOrd="0" presId="urn:microsoft.com/office/officeart/2005/8/layout/orgChart1"/>
    <dgm:cxn modelId="{87ABDE3A-E6B0-4A2C-A721-75418893847F}" srcId="{F0913960-A184-4A5A-B305-5A2DCF2F30DE}" destId="{D864EF71-6A8A-47C7-8764-E8A22E42DB8A}" srcOrd="0" destOrd="0" parTransId="{7350681B-DBD3-48DF-A48E-81F9C82C2183}" sibTransId="{42FC115B-04A5-4243-9EE7-0ACFEF8294CF}"/>
    <dgm:cxn modelId="{BF579858-777A-4F2C-98B6-9D7BE9B3B3E0}" type="presOf" srcId="{216817A3-51AF-43CB-8B9A-E8764E0FCAD0}" destId="{1D393FF8-118F-43C8-9F2E-24FC2B2693AB}" srcOrd="1" destOrd="0" presId="urn:microsoft.com/office/officeart/2005/8/layout/orgChart1"/>
    <dgm:cxn modelId="{41B3DFF9-F366-49E4-8287-2DCD302CBF96}" type="presOf" srcId="{D864EF71-6A8A-47C7-8764-E8A22E42DB8A}" destId="{2B3FE0DC-10D4-4684-B4D9-2AB7476AC977}" srcOrd="0" destOrd="0" presId="urn:microsoft.com/office/officeart/2005/8/layout/orgChart1"/>
    <dgm:cxn modelId="{F28A7CC2-D2A2-4D68-B723-EF3A29DE7898}" srcId="{216817A3-51AF-43CB-8B9A-E8764E0FCAD0}" destId="{48280AB1-B611-4A7E-BCC2-26291CC4E0FF}" srcOrd="1" destOrd="0" parTransId="{CE5FA8EF-039E-4DDC-83B3-C377720F183E}" sibTransId="{D99D7AA4-DA2E-4E9C-A572-7269D83B9A17}"/>
    <dgm:cxn modelId="{C4A53CB7-DE45-419A-A2E0-509C3714DCC2}" type="presOf" srcId="{6B58A325-B009-49F9-A128-081C327AD2F2}" destId="{A643D5CA-EBAA-4E14-AE7C-944D1F6EBE7A}" srcOrd="0" destOrd="0" presId="urn:microsoft.com/office/officeart/2005/8/layout/orgChart1"/>
    <dgm:cxn modelId="{28E48F5A-0C92-4607-B258-BBF24C47421C}" srcId="{0BB89111-1F04-4A4D-B4D9-83B5C1916C3F}" destId="{FD48A61F-05BA-4639-B719-4388E4AC2FCD}" srcOrd="1" destOrd="0" parTransId="{394FC506-B728-444A-AB07-5AECD127AE5E}" sibTransId="{D7DB6BC8-C7DD-4939-87CF-7880AB3F55F4}"/>
    <dgm:cxn modelId="{2C700363-849C-48F8-B9FA-50313130BB0B}" type="presOf" srcId="{D0C6ED01-4450-4111-8DBB-B9894BF2BE80}" destId="{0981AED6-3E3B-4F41-A4D3-D715C9C86E7C}" srcOrd="1" destOrd="0" presId="urn:microsoft.com/office/officeart/2005/8/layout/orgChart1"/>
    <dgm:cxn modelId="{DFBFCBB1-0F09-4483-9055-FFB5C80075E9}" type="presOf" srcId="{394FC506-B728-444A-AB07-5AECD127AE5E}" destId="{A924B618-BBA6-4108-8AD7-AC272A226C6E}" srcOrd="0" destOrd="0" presId="urn:microsoft.com/office/officeart/2005/8/layout/orgChart1"/>
    <dgm:cxn modelId="{9E1766E3-7B5A-44E3-B053-EDB094F5353F}" srcId="{0BB89111-1F04-4A4D-B4D9-83B5C1916C3F}" destId="{FABFE473-3281-4C79-A6EA-292819F32F91}" srcOrd="0" destOrd="0" parTransId="{1F641E5B-B117-4C77-A201-E34D68D5C83E}" sibTransId="{46305FB6-F03D-4E11-937C-323004DAC669}"/>
    <dgm:cxn modelId="{C01699BA-08CB-4E6D-B6EB-69F2A0B6C11D}" type="presOf" srcId="{216817A3-51AF-43CB-8B9A-E8764E0FCAD0}" destId="{A816BBE9-2702-4CD4-902B-578D8037B8D7}" srcOrd="0" destOrd="0" presId="urn:microsoft.com/office/officeart/2005/8/layout/orgChart1"/>
    <dgm:cxn modelId="{B8391554-72BB-4987-822C-E8EA4F659AC3}" type="presOf" srcId="{FABFE473-3281-4C79-A6EA-292819F32F91}" destId="{FBBE2114-11C7-476F-B940-11E345D98DEF}" srcOrd="0" destOrd="0" presId="urn:microsoft.com/office/officeart/2005/8/layout/orgChart1"/>
    <dgm:cxn modelId="{EF39A1E5-094F-4D5E-A9F1-5978200692AA}" type="presOf" srcId="{F0913960-A184-4A5A-B305-5A2DCF2F30DE}" destId="{D8D16896-1AA3-4FFB-A366-14408FC7D1F3}" srcOrd="1" destOrd="0" presId="urn:microsoft.com/office/officeart/2005/8/layout/orgChart1"/>
    <dgm:cxn modelId="{74394874-2795-4EB4-8115-174632B7BE96}" type="presOf" srcId="{D864EF71-6A8A-47C7-8764-E8A22E42DB8A}" destId="{70D0C521-8C8E-45C5-BE85-D2144D6C78EA}" srcOrd="1" destOrd="0" presId="urn:microsoft.com/office/officeart/2005/8/layout/orgChart1"/>
    <dgm:cxn modelId="{E5AD4D93-4C74-4CC6-844F-65A1E70082ED}" type="presParOf" srcId="{A643D5CA-EBAA-4E14-AE7C-944D1F6EBE7A}" destId="{7F8B293B-7218-4BB9-B171-4A777CFC52E9}" srcOrd="0" destOrd="0" presId="urn:microsoft.com/office/officeart/2005/8/layout/orgChart1"/>
    <dgm:cxn modelId="{C4ABCBAE-74A8-4FDB-BD05-D043984466AF}" type="presParOf" srcId="{7F8B293B-7218-4BB9-B171-4A777CFC52E9}" destId="{F481189E-0445-4D4A-9173-6BB2B11A526A}" srcOrd="0" destOrd="0" presId="urn:microsoft.com/office/officeart/2005/8/layout/orgChart1"/>
    <dgm:cxn modelId="{38333A9A-1BC1-442D-880B-4C5E05380CBB}" type="presParOf" srcId="{F481189E-0445-4D4A-9173-6BB2B11A526A}" destId="{5C7B206B-C08C-4505-A3EE-4958994E7AA6}" srcOrd="0" destOrd="0" presId="urn:microsoft.com/office/officeart/2005/8/layout/orgChart1"/>
    <dgm:cxn modelId="{7EC70BD8-A239-40FA-84AA-DE5A34D97455}" type="presParOf" srcId="{F481189E-0445-4D4A-9173-6BB2B11A526A}" destId="{0981AED6-3E3B-4F41-A4D3-D715C9C86E7C}" srcOrd="1" destOrd="0" presId="urn:microsoft.com/office/officeart/2005/8/layout/orgChart1"/>
    <dgm:cxn modelId="{93BB646E-FF5B-48A3-854D-EFF2F1E6436E}" type="presParOf" srcId="{7F8B293B-7218-4BB9-B171-4A777CFC52E9}" destId="{452EA42F-F65C-41B5-8453-589DD2160BC5}" srcOrd="1" destOrd="0" presId="urn:microsoft.com/office/officeart/2005/8/layout/orgChart1"/>
    <dgm:cxn modelId="{D9DCA31E-C245-401C-8E3F-1DE243A62647}" type="presParOf" srcId="{7F8B293B-7218-4BB9-B171-4A777CFC52E9}" destId="{262A5F5E-0512-4836-B9C2-18FEDE5B09A7}" srcOrd="2" destOrd="0" presId="urn:microsoft.com/office/officeart/2005/8/layout/orgChart1"/>
    <dgm:cxn modelId="{002F181B-332C-4625-891E-CC482DFB005A}" type="presParOf" srcId="{262A5F5E-0512-4836-B9C2-18FEDE5B09A7}" destId="{68C6A110-623E-4DD6-BE31-82E561B16300}" srcOrd="0" destOrd="0" presId="urn:microsoft.com/office/officeart/2005/8/layout/orgChart1"/>
    <dgm:cxn modelId="{E5A012BA-F4D1-4897-AAF5-AB28BAA0CEC8}" type="presParOf" srcId="{262A5F5E-0512-4836-B9C2-18FEDE5B09A7}" destId="{953A10DC-9E69-4A11-A33A-72A7D328DC26}" srcOrd="1" destOrd="0" presId="urn:microsoft.com/office/officeart/2005/8/layout/orgChart1"/>
    <dgm:cxn modelId="{7703675F-114B-4A09-A5C8-81710FA0D1B3}" type="presParOf" srcId="{953A10DC-9E69-4A11-A33A-72A7D328DC26}" destId="{A0F88C62-0728-4B8B-A39A-18D03513DEDC}" srcOrd="0" destOrd="0" presId="urn:microsoft.com/office/officeart/2005/8/layout/orgChart1"/>
    <dgm:cxn modelId="{08290E89-7BBE-405A-A6C0-17E14CCDA713}" type="presParOf" srcId="{A0F88C62-0728-4B8B-A39A-18D03513DEDC}" destId="{0A4506DF-A32D-4AE0-AE75-0D5E4208FDF2}" srcOrd="0" destOrd="0" presId="urn:microsoft.com/office/officeart/2005/8/layout/orgChart1"/>
    <dgm:cxn modelId="{3938C204-8829-4BDB-B253-B11B5E269BA6}" type="presParOf" srcId="{A0F88C62-0728-4B8B-A39A-18D03513DEDC}" destId="{D8D16896-1AA3-4FFB-A366-14408FC7D1F3}" srcOrd="1" destOrd="0" presId="urn:microsoft.com/office/officeart/2005/8/layout/orgChart1"/>
    <dgm:cxn modelId="{BD5C55B4-08A1-4DE2-941B-8762DE59EAC6}" type="presParOf" srcId="{953A10DC-9E69-4A11-A33A-72A7D328DC26}" destId="{2821194B-89CA-4369-99CB-A90B8E4423AD}" srcOrd="1" destOrd="0" presId="urn:microsoft.com/office/officeart/2005/8/layout/orgChart1"/>
    <dgm:cxn modelId="{AC4C6254-C0C7-4260-906E-75D97376B0B8}" type="presParOf" srcId="{953A10DC-9E69-4A11-A33A-72A7D328DC26}" destId="{F32B46E3-0DF2-4A79-AD0E-C688636BE001}" srcOrd="2" destOrd="0" presId="urn:microsoft.com/office/officeart/2005/8/layout/orgChart1"/>
    <dgm:cxn modelId="{2810923E-F630-4ABB-A31E-5379F38C0CA5}" type="presParOf" srcId="{F32B46E3-0DF2-4A79-AD0E-C688636BE001}" destId="{A6D13755-34C1-4CE2-8BF7-E1AF8F388595}" srcOrd="0" destOrd="0" presId="urn:microsoft.com/office/officeart/2005/8/layout/orgChart1"/>
    <dgm:cxn modelId="{EA3C16C2-FAA4-4804-85D2-56AF0CDF2E69}" type="presParOf" srcId="{F32B46E3-0DF2-4A79-AD0E-C688636BE001}" destId="{D1D66953-1255-40A1-AA18-EBC5BA7D3722}" srcOrd="1" destOrd="0" presId="urn:microsoft.com/office/officeart/2005/8/layout/orgChart1"/>
    <dgm:cxn modelId="{DFA2D47C-9966-4BEB-A373-8BBEF3F2C8A7}" type="presParOf" srcId="{D1D66953-1255-40A1-AA18-EBC5BA7D3722}" destId="{D669D71C-329B-458B-9307-7D3ED3FC7C94}" srcOrd="0" destOrd="0" presId="urn:microsoft.com/office/officeart/2005/8/layout/orgChart1"/>
    <dgm:cxn modelId="{CE2AD629-1160-404B-8A62-5ADA96D098C9}" type="presParOf" srcId="{D669D71C-329B-458B-9307-7D3ED3FC7C94}" destId="{2B3FE0DC-10D4-4684-B4D9-2AB7476AC977}" srcOrd="0" destOrd="0" presId="urn:microsoft.com/office/officeart/2005/8/layout/orgChart1"/>
    <dgm:cxn modelId="{F762A109-2095-4304-96C1-3691DD80ADDE}" type="presParOf" srcId="{D669D71C-329B-458B-9307-7D3ED3FC7C94}" destId="{70D0C521-8C8E-45C5-BE85-D2144D6C78EA}" srcOrd="1" destOrd="0" presId="urn:microsoft.com/office/officeart/2005/8/layout/orgChart1"/>
    <dgm:cxn modelId="{30FE62DF-BF60-43B5-9DC9-D908755C6528}" type="presParOf" srcId="{D1D66953-1255-40A1-AA18-EBC5BA7D3722}" destId="{EC2A038A-D67C-4D7D-981A-7A1E90489967}" srcOrd="1" destOrd="0" presId="urn:microsoft.com/office/officeart/2005/8/layout/orgChart1"/>
    <dgm:cxn modelId="{662C8C75-B8B1-480B-9A63-D5B813110618}" type="presParOf" srcId="{D1D66953-1255-40A1-AA18-EBC5BA7D3722}" destId="{A40AD92D-CBBF-4B45-85AA-2D33E2BD7534}" srcOrd="2" destOrd="0" presId="urn:microsoft.com/office/officeart/2005/8/layout/orgChart1"/>
    <dgm:cxn modelId="{4BA57FAD-8C90-4F99-9EFD-C83B2162062D}" type="presParOf" srcId="{F32B46E3-0DF2-4A79-AD0E-C688636BE001}" destId="{53680253-4AC4-4842-9E61-8637205D7C75}" srcOrd="2" destOrd="0" presId="urn:microsoft.com/office/officeart/2005/8/layout/orgChart1"/>
    <dgm:cxn modelId="{F0F37926-96CD-4DCC-BFA4-8BC48A2B35EE}" type="presParOf" srcId="{F32B46E3-0DF2-4A79-AD0E-C688636BE001}" destId="{EFEDD6B8-2864-4991-8984-3FC644C664A7}" srcOrd="3" destOrd="0" presId="urn:microsoft.com/office/officeart/2005/8/layout/orgChart1"/>
    <dgm:cxn modelId="{D828AFBF-2827-42A3-A984-E2910A3F02FF}" type="presParOf" srcId="{EFEDD6B8-2864-4991-8984-3FC644C664A7}" destId="{1646CA6A-089E-4E95-A635-9CC59CBB67DC}" srcOrd="0" destOrd="0" presId="urn:microsoft.com/office/officeart/2005/8/layout/orgChart1"/>
    <dgm:cxn modelId="{3F50A9E3-607C-4F4F-AE30-A21550F99AD4}" type="presParOf" srcId="{1646CA6A-089E-4E95-A635-9CC59CBB67DC}" destId="{85FF478D-F9CE-4B99-A270-A1EA909BE403}" srcOrd="0" destOrd="0" presId="urn:microsoft.com/office/officeart/2005/8/layout/orgChart1"/>
    <dgm:cxn modelId="{6BC220BA-2347-4E38-8910-6428A41C7923}" type="presParOf" srcId="{1646CA6A-089E-4E95-A635-9CC59CBB67DC}" destId="{DADB93F7-A88D-427F-B676-502155375381}" srcOrd="1" destOrd="0" presId="urn:microsoft.com/office/officeart/2005/8/layout/orgChart1"/>
    <dgm:cxn modelId="{E19E7474-8F96-4CA3-ABFB-7BB2AABE8043}" type="presParOf" srcId="{EFEDD6B8-2864-4991-8984-3FC644C664A7}" destId="{3DEB947F-5E66-4FB1-BA91-37C2506175DC}" srcOrd="1" destOrd="0" presId="urn:microsoft.com/office/officeart/2005/8/layout/orgChart1"/>
    <dgm:cxn modelId="{2F6BCCF4-B44B-4B66-B59E-1A8EC69C80D5}" type="presParOf" srcId="{EFEDD6B8-2864-4991-8984-3FC644C664A7}" destId="{8BA150BF-429A-4E3A-8291-13E1A6703D5A}" srcOrd="2" destOrd="0" presId="urn:microsoft.com/office/officeart/2005/8/layout/orgChart1"/>
    <dgm:cxn modelId="{27257832-FD68-444B-8526-B0D0BAB609EF}" type="presParOf" srcId="{262A5F5E-0512-4836-B9C2-18FEDE5B09A7}" destId="{815BD7CD-FF21-4D6F-860C-9B78A5DFA11A}" srcOrd="2" destOrd="0" presId="urn:microsoft.com/office/officeart/2005/8/layout/orgChart1"/>
    <dgm:cxn modelId="{B79D612D-24E7-42F7-9AC1-FF384177AC84}" type="presParOf" srcId="{262A5F5E-0512-4836-B9C2-18FEDE5B09A7}" destId="{8ABA2885-E597-4C12-B4D2-231F93174C1B}" srcOrd="3" destOrd="0" presId="urn:microsoft.com/office/officeart/2005/8/layout/orgChart1"/>
    <dgm:cxn modelId="{228A241F-849F-4438-BFDF-EB9E628B6C49}" type="presParOf" srcId="{8ABA2885-E597-4C12-B4D2-231F93174C1B}" destId="{F3003EEE-0044-4349-AD22-75E094559AB3}" srcOrd="0" destOrd="0" presId="urn:microsoft.com/office/officeart/2005/8/layout/orgChart1"/>
    <dgm:cxn modelId="{AC290E83-90AA-4C1B-9AC9-5EAC53DD01B7}" type="presParOf" srcId="{F3003EEE-0044-4349-AD22-75E094559AB3}" destId="{5859EC14-E2DB-44CE-B034-0E93AB6B1943}" srcOrd="0" destOrd="0" presId="urn:microsoft.com/office/officeart/2005/8/layout/orgChart1"/>
    <dgm:cxn modelId="{C541CE85-0981-4C4C-95EA-0EA510F0BE68}" type="presParOf" srcId="{F3003EEE-0044-4349-AD22-75E094559AB3}" destId="{EA0E3F09-2DAD-4305-BB7B-AEF38591DAA5}" srcOrd="1" destOrd="0" presId="urn:microsoft.com/office/officeart/2005/8/layout/orgChart1"/>
    <dgm:cxn modelId="{31B7C8D9-BAD9-403D-8C8E-5BA308DAFB3F}" type="presParOf" srcId="{8ABA2885-E597-4C12-B4D2-231F93174C1B}" destId="{D7F7164D-46E7-4232-8D8E-326BA547C246}" srcOrd="1" destOrd="0" presId="urn:microsoft.com/office/officeart/2005/8/layout/orgChart1"/>
    <dgm:cxn modelId="{57346B8D-A2FD-4615-B5ED-70448875BD65}" type="presParOf" srcId="{8ABA2885-E597-4C12-B4D2-231F93174C1B}" destId="{134F451F-761F-4A05-AFB9-63108BD74495}" srcOrd="2" destOrd="0" presId="urn:microsoft.com/office/officeart/2005/8/layout/orgChart1"/>
    <dgm:cxn modelId="{D597020D-8789-4276-91FB-90745C7B2A34}" type="presParOf" srcId="{134F451F-761F-4A05-AFB9-63108BD74495}" destId="{A853C72C-5504-4B00-8BB9-22EE7AF15CA4}" srcOrd="0" destOrd="0" presId="urn:microsoft.com/office/officeart/2005/8/layout/orgChart1"/>
    <dgm:cxn modelId="{12C97BEA-AA59-40E6-80FB-B0C1510F72D7}" type="presParOf" srcId="{134F451F-761F-4A05-AFB9-63108BD74495}" destId="{632A50D0-358B-4ABB-97E2-5CD9E6320596}" srcOrd="1" destOrd="0" presId="urn:microsoft.com/office/officeart/2005/8/layout/orgChart1"/>
    <dgm:cxn modelId="{C180296B-288F-4F49-A6EF-85972E7F398E}" type="presParOf" srcId="{632A50D0-358B-4ABB-97E2-5CD9E6320596}" destId="{51259B52-8DD3-46D0-9F7B-DB035781DF14}" srcOrd="0" destOrd="0" presId="urn:microsoft.com/office/officeart/2005/8/layout/orgChart1"/>
    <dgm:cxn modelId="{EA510517-296B-4234-94A3-9F9DE4834312}" type="presParOf" srcId="{51259B52-8DD3-46D0-9F7B-DB035781DF14}" destId="{A816BBE9-2702-4CD4-902B-578D8037B8D7}" srcOrd="0" destOrd="0" presId="urn:microsoft.com/office/officeart/2005/8/layout/orgChart1"/>
    <dgm:cxn modelId="{06EF368D-BA18-487D-80B0-BE5E43EAB359}" type="presParOf" srcId="{51259B52-8DD3-46D0-9F7B-DB035781DF14}" destId="{1D393FF8-118F-43C8-9F2E-24FC2B2693AB}" srcOrd="1" destOrd="0" presId="urn:microsoft.com/office/officeart/2005/8/layout/orgChart1"/>
    <dgm:cxn modelId="{72A4DC3A-1E57-4E9E-B7A7-1596BBE3EB5F}" type="presParOf" srcId="{632A50D0-358B-4ABB-97E2-5CD9E6320596}" destId="{35606BF0-0106-4637-AA82-764C256417EC}" srcOrd="1" destOrd="0" presId="urn:microsoft.com/office/officeart/2005/8/layout/orgChart1"/>
    <dgm:cxn modelId="{85E40C01-C619-44EF-B067-AC5349CB4522}" type="presParOf" srcId="{632A50D0-358B-4ABB-97E2-5CD9E6320596}" destId="{19D0B595-7175-43F0-B9F5-1040448D2EA3}" srcOrd="2" destOrd="0" presId="urn:microsoft.com/office/officeart/2005/8/layout/orgChart1"/>
    <dgm:cxn modelId="{718C1E87-1299-438A-9DD6-F9501962F4DC}" type="presParOf" srcId="{19D0B595-7175-43F0-B9F5-1040448D2EA3}" destId="{D52A5810-A7AC-4483-96AB-59596E9922E1}" srcOrd="0" destOrd="0" presId="urn:microsoft.com/office/officeart/2005/8/layout/orgChart1"/>
    <dgm:cxn modelId="{DCACF4D4-E639-421F-810E-11ADE369D116}" type="presParOf" srcId="{19D0B595-7175-43F0-B9F5-1040448D2EA3}" destId="{0CE63057-4CA2-4F07-9808-18AA87677629}" srcOrd="1" destOrd="0" presId="urn:microsoft.com/office/officeart/2005/8/layout/orgChart1"/>
    <dgm:cxn modelId="{0C9A5D7B-6C71-43C2-B441-261793327A67}" type="presParOf" srcId="{0CE63057-4CA2-4F07-9808-18AA87677629}" destId="{FF936DD0-EC09-44C9-A2E9-CA1EDB6C60E2}" srcOrd="0" destOrd="0" presId="urn:microsoft.com/office/officeart/2005/8/layout/orgChart1"/>
    <dgm:cxn modelId="{29C37049-E482-453D-B27C-98C2EC356C94}" type="presParOf" srcId="{FF936DD0-EC09-44C9-A2E9-CA1EDB6C60E2}" destId="{3E52908E-579D-40F3-A402-9F28D6B68351}" srcOrd="0" destOrd="0" presId="urn:microsoft.com/office/officeart/2005/8/layout/orgChart1"/>
    <dgm:cxn modelId="{87C1C33C-56E9-4CC5-AF9D-746A552FD88C}" type="presParOf" srcId="{FF936DD0-EC09-44C9-A2E9-CA1EDB6C60E2}" destId="{0782AC0B-255C-46B0-9075-408653B3E89C}" srcOrd="1" destOrd="0" presId="urn:microsoft.com/office/officeart/2005/8/layout/orgChart1"/>
    <dgm:cxn modelId="{CEE3A032-8B35-47D3-A6C9-11504268FB48}" type="presParOf" srcId="{0CE63057-4CA2-4F07-9808-18AA87677629}" destId="{23DB0A5F-1872-48EA-A823-6394F5922303}" srcOrd="1" destOrd="0" presId="urn:microsoft.com/office/officeart/2005/8/layout/orgChart1"/>
    <dgm:cxn modelId="{BF79A882-7AE5-4F43-BFA9-03526344F40E}" type="presParOf" srcId="{0CE63057-4CA2-4F07-9808-18AA87677629}" destId="{EDAA7BF2-74C6-4E0F-808C-A671F3639EF4}" srcOrd="2" destOrd="0" presId="urn:microsoft.com/office/officeart/2005/8/layout/orgChart1"/>
    <dgm:cxn modelId="{703D78D6-271A-4476-B417-D1514EEE1225}" type="presParOf" srcId="{19D0B595-7175-43F0-B9F5-1040448D2EA3}" destId="{1D719491-A7F4-4174-B5C9-FA4CA9DE5328}" srcOrd="2" destOrd="0" presId="urn:microsoft.com/office/officeart/2005/8/layout/orgChart1"/>
    <dgm:cxn modelId="{A47D77CB-C1C8-4E12-8FA2-9E547B2B06D4}" type="presParOf" srcId="{19D0B595-7175-43F0-B9F5-1040448D2EA3}" destId="{8C7D3E21-4A70-49EE-9E5D-C2627B74C7DB}" srcOrd="3" destOrd="0" presId="urn:microsoft.com/office/officeart/2005/8/layout/orgChart1"/>
    <dgm:cxn modelId="{71C57526-9F4D-40BA-BA53-6AAC892C11AF}" type="presParOf" srcId="{8C7D3E21-4A70-49EE-9E5D-C2627B74C7DB}" destId="{66C903F4-F5D7-45C9-8B5F-25E60371228C}" srcOrd="0" destOrd="0" presId="urn:microsoft.com/office/officeart/2005/8/layout/orgChart1"/>
    <dgm:cxn modelId="{E78ECA27-5907-47D2-B6C7-5601A1A11CDC}" type="presParOf" srcId="{66C903F4-F5D7-45C9-8B5F-25E60371228C}" destId="{D7B869B2-A1AF-4348-8E59-0CD7082CCCDC}" srcOrd="0" destOrd="0" presId="urn:microsoft.com/office/officeart/2005/8/layout/orgChart1"/>
    <dgm:cxn modelId="{24FD78E0-4948-457D-A796-ED3256D8BF10}" type="presParOf" srcId="{66C903F4-F5D7-45C9-8B5F-25E60371228C}" destId="{08E55C76-2ED2-49FC-A955-BF69E5C9673F}" srcOrd="1" destOrd="0" presId="urn:microsoft.com/office/officeart/2005/8/layout/orgChart1"/>
    <dgm:cxn modelId="{710F8ED6-1B4C-4BC6-8018-65BF34A3529E}" type="presParOf" srcId="{8C7D3E21-4A70-49EE-9E5D-C2627B74C7DB}" destId="{BCA65154-8B9A-4F06-866C-FD1A94795769}" srcOrd="1" destOrd="0" presId="urn:microsoft.com/office/officeart/2005/8/layout/orgChart1"/>
    <dgm:cxn modelId="{868CA3C0-A9CB-4D38-8335-D4EE7D162A29}" type="presParOf" srcId="{8C7D3E21-4A70-49EE-9E5D-C2627B74C7DB}" destId="{F74E411A-1C98-4790-99CE-588B38F38476}" srcOrd="2" destOrd="0" presId="urn:microsoft.com/office/officeart/2005/8/layout/orgChart1"/>
    <dgm:cxn modelId="{65C64B97-29DF-4713-8A39-A010016BCD52}" type="presParOf" srcId="{134F451F-761F-4A05-AFB9-63108BD74495}" destId="{DBABBF2D-4141-4BED-BFF9-669F771FA8B0}" srcOrd="2" destOrd="0" presId="urn:microsoft.com/office/officeart/2005/8/layout/orgChart1"/>
    <dgm:cxn modelId="{41150C2F-8208-4CCC-9207-48F9959DE053}" type="presParOf" srcId="{134F451F-761F-4A05-AFB9-63108BD74495}" destId="{DCD4F3DF-4CE3-488B-A09E-64983C7ACCDD}" srcOrd="3" destOrd="0" presId="urn:microsoft.com/office/officeart/2005/8/layout/orgChart1"/>
    <dgm:cxn modelId="{D90169CE-851E-4C16-964E-22A35259F154}" type="presParOf" srcId="{DCD4F3DF-4CE3-488B-A09E-64983C7ACCDD}" destId="{50F4377D-AAC6-42BC-BFFE-2BAB196FA0E5}" srcOrd="0" destOrd="0" presId="urn:microsoft.com/office/officeart/2005/8/layout/orgChart1"/>
    <dgm:cxn modelId="{56DC435E-EB8E-4B83-96FB-63C0D6D79799}" type="presParOf" srcId="{50F4377D-AAC6-42BC-BFFE-2BAB196FA0E5}" destId="{5354D761-CB23-4C85-BB87-5D006B38D06E}" srcOrd="0" destOrd="0" presId="urn:microsoft.com/office/officeart/2005/8/layout/orgChart1"/>
    <dgm:cxn modelId="{262BDED8-BFBE-44D5-8AED-6BF5B0BBA85E}" type="presParOf" srcId="{50F4377D-AAC6-42BC-BFFE-2BAB196FA0E5}" destId="{B22E7F02-8DB6-4527-80A4-E23E64D53B88}" srcOrd="1" destOrd="0" presId="urn:microsoft.com/office/officeart/2005/8/layout/orgChart1"/>
    <dgm:cxn modelId="{E360DF22-EAF7-4AA5-81B8-0471499FBC11}" type="presParOf" srcId="{DCD4F3DF-4CE3-488B-A09E-64983C7ACCDD}" destId="{32F3537E-D385-418A-B578-E4B80182A9FB}" srcOrd="1" destOrd="0" presId="urn:microsoft.com/office/officeart/2005/8/layout/orgChart1"/>
    <dgm:cxn modelId="{34BDFCEC-95B2-4C84-AEC0-81BB7BFD6369}" type="presParOf" srcId="{DCD4F3DF-4CE3-488B-A09E-64983C7ACCDD}" destId="{C52F7AA2-452E-44B1-AF76-9E8A2B62FFDD}" srcOrd="2" destOrd="0" presId="urn:microsoft.com/office/officeart/2005/8/layout/orgChart1"/>
    <dgm:cxn modelId="{3C63EADA-577C-4AAE-934A-3CBB0E9209EA}" type="presParOf" srcId="{C52F7AA2-452E-44B1-AF76-9E8A2B62FFDD}" destId="{072CB9E7-5FE1-4EF0-9A57-48EA59E47A7F}" srcOrd="0" destOrd="0" presId="urn:microsoft.com/office/officeart/2005/8/layout/orgChart1"/>
    <dgm:cxn modelId="{5605246A-7B4C-4B52-A9C7-5B1C1FA4FB36}" type="presParOf" srcId="{C52F7AA2-452E-44B1-AF76-9E8A2B62FFDD}" destId="{AD042666-59B2-4A97-AF76-1A0460AE2291}" srcOrd="1" destOrd="0" presId="urn:microsoft.com/office/officeart/2005/8/layout/orgChart1"/>
    <dgm:cxn modelId="{033D11F1-E309-487E-8317-B6C3422BD6B3}" type="presParOf" srcId="{AD042666-59B2-4A97-AF76-1A0460AE2291}" destId="{29EB024F-6A4A-40CF-89EF-C0BFADB0B350}" srcOrd="0" destOrd="0" presId="urn:microsoft.com/office/officeart/2005/8/layout/orgChart1"/>
    <dgm:cxn modelId="{84D8DE76-E71A-42DB-920E-0332C65D8FB3}" type="presParOf" srcId="{29EB024F-6A4A-40CF-89EF-C0BFADB0B350}" destId="{FBBE2114-11C7-476F-B940-11E345D98DEF}" srcOrd="0" destOrd="0" presId="urn:microsoft.com/office/officeart/2005/8/layout/orgChart1"/>
    <dgm:cxn modelId="{4E5E90D9-5AB5-4BE6-987B-AE83F75F15E2}" type="presParOf" srcId="{29EB024F-6A4A-40CF-89EF-C0BFADB0B350}" destId="{C0C6474B-E71A-4AB7-8171-0D8DBF7105A4}" srcOrd="1" destOrd="0" presId="urn:microsoft.com/office/officeart/2005/8/layout/orgChart1"/>
    <dgm:cxn modelId="{14EFE8A8-7E7B-4EA9-8CD6-1CB794A74CBC}" type="presParOf" srcId="{AD042666-59B2-4A97-AF76-1A0460AE2291}" destId="{A96C4BAD-94E0-46D0-9D2A-0ABAD647DB89}" srcOrd="1" destOrd="0" presId="urn:microsoft.com/office/officeart/2005/8/layout/orgChart1"/>
    <dgm:cxn modelId="{9AAF35B7-0AEE-42B1-8466-377CA49A7B46}" type="presParOf" srcId="{AD042666-59B2-4A97-AF76-1A0460AE2291}" destId="{201DA9E7-F698-43BD-B7CA-A396491E2716}" srcOrd="2" destOrd="0" presId="urn:microsoft.com/office/officeart/2005/8/layout/orgChart1"/>
    <dgm:cxn modelId="{4AC47E91-F018-4B06-93CF-E1775B3A2FAB}" type="presParOf" srcId="{C52F7AA2-452E-44B1-AF76-9E8A2B62FFDD}" destId="{A924B618-BBA6-4108-8AD7-AC272A226C6E}" srcOrd="2" destOrd="0" presId="urn:microsoft.com/office/officeart/2005/8/layout/orgChart1"/>
    <dgm:cxn modelId="{D9BB62B5-003E-4892-8A2F-206B6CBC1A21}" type="presParOf" srcId="{C52F7AA2-452E-44B1-AF76-9E8A2B62FFDD}" destId="{4AC2E699-B40B-4722-8A0E-6AE6E1146523}" srcOrd="3" destOrd="0" presId="urn:microsoft.com/office/officeart/2005/8/layout/orgChart1"/>
    <dgm:cxn modelId="{B5C85401-7A85-4BFA-B0BD-06F4353D7154}" type="presParOf" srcId="{4AC2E699-B40B-4722-8A0E-6AE6E1146523}" destId="{74C936BE-281D-4F36-9BE9-811BA09BE2BA}" srcOrd="0" destOrd="0" presId="urn:microsoft.com/office/officeart/2005/8/layout/orgChart1"/>
    <dgm:cxn modelId="{2D379EA6-BC28-417A-873D-62011B93EB6A}" type="presParOf" srcId="{74C936BE-281D-4F36-9BE9-811BA09BE2BA}" destId="{B6419AF4-108D-4C47-884A-0FAA94BEE474}" srcOrd="0" destOrd="0" presId="urn:microsoft.com/office/officeart/2005/8/layout/orgChart1"/>
    <dgm:cxn modelId="{72165FFF-8944-4244-9104-DA8CAC79D067}" type="presParOf" srcId="{74C936BE-281D-4F36-9BE9-811BA09BE2BA}" destId="{CC504508-2D12-49EC-AA3A-6D7EDE57E6CC}" srcOrd="1" destOrd="0" presId="urn:microsoft.com/office/officeart/2005/8/layout/orgChart1"/>
    <dgm:cxn modelId="{6950EE94-331B-44B0-ACB8-D614E1633204}" type="presParOf" srcId="{4AC2E699-B40B-4722-8A0E-6AE6E1146523}" destId="{B532545D-B66D-4F29-BB77-39AA4C82F73E}" srcOrd="1" destOrd="0" presId="urn:microsoft.com/office/officeart/2005/8/layout/orgChart1"/>
    <dgm:cxn modelId="{B7BC606D-4BBA-47D2-98AA-5970060C0514}" type="presParOf" srcId="{4AC2E699-B40B-4722-8A0E-6AE6E1146523}" destId="{4845D7FB-DA89-42B5-BEA8-D33F75CF5532}" srcOrd="2" destOrd="0" presId="urn:microsoft.com/office/officeart/2005/8/layout/orgChart1"/>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6B58A325-B009-49F9-A128-081C327AD2F2}" type="doc">
      <dgm:prSet loTypeId="urn:microsoft.com/office/officeart/2005/8/layout/orgChart1" loCatId="hierarchy" qsTypeId="urn:microsoft.com/office/officeart/2005/8/quickstyle/simple1" qsCatId="simple" csTypeId="urn:microsoft.com/office/officeart/2005/8/colors/accent1_1" csCatId="accent1" phldr="1"/>
      <dgm:spPr/>
      <dgm:t>
        <a:bodyPr/>
        <a:lstStyle/>
        <a:p>
          <a:endParaRPr lang="en-US"/>
        </a:p>
      </dgm:t>
    </dgm:pt>
    <dgm:pt modelId="{D0C6ED01-4450-4111-8DBB-B9894BF2BE80}">
      <dgm:prSet phldrT="[Text]" custT="1"/>
      <dgm:spPr/>
      <dgm:t>
        <a:bodyPr/>
        <a:lstStyle/>
        <a:p>
          <a:r>
            <a:rPr lang="en-US" sz="1600" smtClean="0"/>
            <a:t>Project</a:t>
          </a:r>
          <a:endParaRPr lang="en-US" sz="1600"/>
        </a:p>
      </dgm:t>
    </dgm:pt>
    <dgm:pt modelId="{5DFA6CC5-9A9E-431B-A2F3-F6828CDABE3C}" type="parTrans" cxnId="{E9C9F63D-B44F-4340-AA94-3917AA23EE7D}">
      <dgm:prSet/>
      <dgm:spPr/>
      <dgm:t>
        <a:bodyPr/>
        <a:lstStyle/>
        <a:p>
          <a:endParaRPr lang="en-US"/>
        </a:p>
      </dgm:t>
    </dgm:pt>
    <dgm:pt modelId="{A2E120AF-ED8B-46FE-8D1D-7DB190E53250}" type="sibTrans" cxnId="{E9C9F63D-B44F-4340-AA94-3917AA23EE7D}">
      <dgm:prSet/>
      <dgm:spPr/>
      <dgm:t>
        <a:bodyPr/>
        <a:lstStyle/>
        <a:p>
          <a:endParaRPr lang="en-US"/>
        </a:p>
      </dgm:t>
    </dgm:pt>
    <dgm:pt modelId="{F0913960-A184-4A5A-B305-5A2DCF2F30DE}" type="asst">
      <dgm:prSet phldrT="[Text]" custT="1"/>
      <dgm:spPr>
        <a:solidFill>
          <a:schemeClr val="accent2"/>
        </a:solidFill>
      </dgm:spPr>
      <dgm:t>
        <a:bodyPr/>
        <a:lstStyle/>
        <a:p>
          <a:r>
            <a:rPr lang="en-US" sz="1600" smtClean="0"/>
            <a:t>Documents</a:t>
          </a:r>
          <a:endParaRPr lang="en-US" sz="1600"/>
        </a:p>
      </dgm:t>
    </dgm:pt>
    <dgm:pt modelId="{5B9E103F-AAE7-455D-A5AA-2055C40674FE}" type="parTrans" cxnId="{41B22EF1-46BD-42B9-BC61-ACC7EC74821B}">
      <dgm:prSet/>
      <dgm:spPr/>
      <dgm:t>
        <a:bodyPr/>
        <a:lstStyle/>
        <a:p>
          <a:endParaRPr lang="en-US" sz="1800"/>
        </a:p>
      </dgm:t>
    </dgm:pt>
    <dgm:pt modelId="{BA02B627-31DE-4EC9-97D9-93D89486F02F}" type="sibTrans" cxnId="{41B22EF1-46BD-42B9-BC61-ACC7EC74821B}">
      <dgm:prSet/>
      <dgm:spPr/>
      <dgm:t>
        <a:bodyPr/>
        <a:lstStyle/>
        <a:p>
          <a:endParaRPr lang="en-US"/>
        </a:p>
      </dgm:t>
    </dgm:pt>
    <dgm:pt modelId="{F4979204-58E6-463F-9FB8-A983D8E69E8E}" type="asst">
      <dgm:prSet phldrT="[Text]" custT="1"/>
      <dgm:spPr/>
      <dgm:t>
        <a:bodyPr/>
        <a:lstStyle/>
        <a:p>
          <a:r>
            <a:rPr lang="en-US" sz="1600" smtClean="0"/>
            <a:t>Application</a:t>
          </a:r>
          <a:endParaRPr lang="en-US" sz="1600"/>
        </a:p>
      </dgm:t>
    </dgm:pt>
    <dgm:pt modelId="{1E7197DD-387F-4B9A-9C71-C736C5B42EA9}" type="parTrans" cxnId="{70EA1363-328F-4868-8C83-64C7C125C691}">
      <dgm:prSet/>
      <dgm:spPr/>
      <dgm:t>
        <a:bodyPr/>
        <a:lstStyle/>
        <a:p>
          <a:endParaRPr lang="en-US" sz="1800"/>
        </a:p>
      </dgm:t>
    </dgm:pt>
    <dgm:pt modelId="{617DB06C-18F4-4172-A3F5-D0B515FDE946}" type="sibTrans" cxnId="{70EA1363-328F-4868-8C83-64C7C125C691}">
      <dgm:prSet/>
      <dgm:spPr/>
      <dgm:t>
        <a:bodyPr/>
        <a:lstStyle/>
        <a:p>
          <a:endParaRPr lang="en-US"/>
        </a:p>
      </dgm:t>
    </dgm:pt>
    <dgm:pt modelId="{D864EF71-6A8A-47C7-8764-E8A22E42DB8A}" type="asst">
      <dgm:prSet phldrT="[Text]" custT="1"/>
      <dgm:spPr/>
      <dgm:t>
        <a:bodyPr/>
        <a:lstStyle/>
        <a:p>
          <a:r>
            <a:rPr lang="en-US" sz="1600" smtClean="0"/>
            <a:t>User guide</a:t>
          </a:r>
          <a:endParaRPr lang="en-US" sz="1600"/>
        </a:p>
      </dgm:t>
    </dgm:pt>
    <dgm:pt modelId="{7350681B-DBD3-48DF-A48E-81F9C82C2183}" type="parTrans" cxnId="{87ABDE3A-E6B0-4A2C-A721-75418893847F}">
      <dgm:prSet/>
      <dgm:spPr/>
      <dgm:t>
        <a:bodyPr/>
        <a:lstStyle/>
        <a:p>
          <a:endParaRPr lang="en-US" sz="1800"/>
        </a:p>
      </dgm:t>
    </dgm:pt>
    <dgm:pt modelId="{42FC115B-04A5-4243-9EE7-0ACFEF8294CF}" type="sibTrans" cxnId="{87ABDE3A-E6B0-4A2C-A721-75418893847F}">
      <dgm:prSet/>
      <dgm:spPr/>
      <dgm:t>
        <a:bodyPr/>
        <a:lstStyle/>
        <a:p>
          <a:endParaRPr lang="en-US"/>
        </a:p>
      </dgm:t>
    </dgm:pt>
    <dgm:pt modelId="{0B13BE09-812C-43CE-843B-A702F623F862}" type="asst">
      <dgm:prSet phldrT="[Text]" custT="1"/>
      <dgm:spPr/>
      <dgm:t>
        <a:bodyPr/>
        <a:lstStyle/>
        <a:p>
          <a:r>
            <a:rPr lang="en-US" sz="1600" smtClean="0"/>
            <a:t>Compilation guide</a:t>
          </a:r>
          <a:endParaRPr lang="en-US" sz="1600"/>
        </a:p>
      </dgm:t>
    </dgm:pt>
    <dgm:pt modelId="{DAD6AB52-D2D8-451D-B19D-93782B94F1AF}" type="parTrans" cxnId="{F3C7FCFC-9FA5-45EC-9C29-A9263BCCA2CC}">
      <dgm:prSet/>
      <dgm:spPr/>
      <dgm:t>
        <a:bodyPr/>
        <a:lstStyle/>
        <a:p>
          <a:endParaRPr lang="en-US" sz="1800"/>
        </a:p>
      </dgm:t>
    </dgm:pt>
    <dgm:pt modelId="{4A5F5F48-873D-4871-81FA-A20E63145A7E}" type="sibTrans" cxnId="{F3C7FCFC-9FA5-45EC-9C29-A9263BCCA2CC}">
      <dgm:prSet/>
      <dgm:spPr/>
      <dgm:t>
        <a:bodyPr/>
        <a:lstStyle/>
        <a:p>
          <a:endParaRPr lang="en-US"/>
        </a:p>
      </dgm:t>
    </dgm:pt>
    <dgm:pt modelId="{216817A3-51AF-43CB-8B9A-E8764E0FCAD0}" type="asst">
      <dgm:prSet phldrT="[Text]" custT="1"/>
      <dgm:spPr>
        <a:solidFill>
          <a:schemeClr val="accent2"/>
        </a:solidFill>
      </dgm:spPr>
      <dgm:t>
        <a:bodyPr/>
        <a:lstStyle/>
        <a:p>
          <a:r>
            <a:rPr lang="en-US" sz="1600" smtClean="0"/>
            <a:t>Feature 1</a:t>
          </a:r>
          <a:endParaRPr lang="en-US" sz="1600"/>
        </a:p>
      </dgm:t>
    </dgm:pt>
    <dgm:pt modelId="{C1A76D78-CF70-4F7B-9B73-C7F0AFB08DC1}" type="parTrans" cxnId="{7234115B-9100-45D6-9BCE-99FD3A2AD09A}">
      <dgm:prSet/>
      <dgm:spPr/>
      <dgm:t>
        <a:bodyPr/>
        <a:lstStyle/>
        <a:p>
          <a:endParaRPr lang="en-US" sz="1800"/>
        </a:p>
      </dgm:t>
    </dgm:pt>
    <dgm:pt modelId="{EA3AEDE5-8176-490F-8B02-2F6E3B5056B2}" type="sibTrans" cxnId="{7234115B-9100-45D6-9BCE-99FD3A2AD09A}">
      <dgm:prSet/>
      <dgm:spPr/>
      <dgm:t>
        <a:bodyPr/>
        <a:lstStyle/>
        <a:p>
          <a:endParaRPr lang="en-US"/>
        </a:p>
      </dgm:t>
    </dgm:pt>
    <dgm:pt modelId="{0BB89111-1F04-4A4D-B4D9-83B5C1916C3F}" type="asst">
      <dgm:prSet phldrT="[Text]" custT="1"/>
      <dgm:spPr>
        <a:solidFill>
          <a:schemeClr val="accent2"/>
        </a:solidFill>
      </dgm:spPr>
      <dgm:t>
        <a:bodyPr/>
        <a:lstStyle/>
        <a:p>
          <a:r>
            <a:rPr lang="en-US" sz="1600" smtClean="0"/>
            <a:t>Feature 2</a:t>
          </a:r>
          <a:endParaRPr lang="en-US" sz="1600"/>
        </a:p>
      </dgm:t>
    </dgm:pt>
    <dgm:pt modelId="{2617E6F9-6F76-4FAC-A67F-D79B099235CA}" type="parTrans" cxnId="{E1EA338A-734D-4B0B-9A61-8C36EB7B7A65}">
      <dgm:prSet/>
      <dgm:spPr/>
      <dgm:t>
        <a:bodyPr/>
        <a:lstStyle/>
        <a:p>
          <a:endParaRPr lang="en-US" sz="1800"/>
        </a:p>
      </dgm:t>
    </dgm:pt>
    <dgm:pt modelId="{C38B9FEA-2161-4FED-BB7D-40F4998CF4D8}" type="sibTrans" cxnId="{E1EA338A-734D-4B0B-9A61-8C36EB7B7A65}">
      <dgm:prSet/>
      <dgm:spPr/>
      <dgm:t>
        <a:bodyPr/>
        <a:lstStyle/>
        <a:p>
          <a:endParaRPr lang="en-US"/>
        </a:p>
      </dgm:t>
    </dgm:pt>
    <dgm:pt modelId="{C39FA169-70B0-4693-AF22-FFCCA3AE785C}" type="asst">
      <dgm:prSet phldrT="[Text]" custT="1"/>
      <dgm:spPr/>
      <dgm:t>
        <a:bodyPr/>
        <a:lstStyle/>
        <a:p>
          <a:r>
            <a:rPr lang="en-US" sz="1600" smtClean="0"/>
            <a:t>Use Cases / User Stories</a:t>
          </a:r>
          <a:endParaRPr lang="en-US" sz="1600"/>
        </a:p>
      </dgm:t>
    </dgm:pt>
    <dgm:pt modelId="{C4D01A6B-7749-47CB-9F3B-406D17ABEC30}" type="parTrans" cxnId="{079B3B1F-6C0F-457A-AFC0-938709BF2DBF}">
      <dgm:prSet/>
      <dgm:spPr/>
      <dgm:t>
        <a:bodyPr/>
        <a:lstStyle/>
        <a:p>
          <a:endParaRPr lang="en-US" sz="1800"/>
        </a:p>
      </dgm:t>
    </dgm:pt>
    <dgm:pt modelId="{C11BDA19-4154-438D-8F2C-037EC3B862AC}" type="sibTrans" cxnId="{079B3B1F-6C0F-457A-AFC0-938709BF2DBF}">
      <dgm:prSet/>
      <dgm:spPr/>
      <dgm:t>
        <a:bodyPr/>
        <a:lstStyle/>
        <a:p>
          <a:endParaRPr lang="en-US"/>
        </a:p>
      </dgm:t>
    </dgm:pt>
    <dgm:pt modelId="{48280AB1-B611-4A7E-BCC2-26291CC4E0FF}" type="asst">
      <dgm:prSet phldrT="[Text]" custT="1"/>
      <dgm:spPr/>
      <dgm:t>
        <a:bodyPr/>
        <a:lstStyle/>
        <a:p>
          <a:r>
            <a:rPr lang="en-US" sz="1600" smtClean="0"/>
            <a:t>Source Code</a:t>
          </a:r>
          <a:endParaRPr lang="en-US" sz="1600"/>
        </a:p>
      </dgm:t>
    </dgm:pt>
    <dgm:pt modelId="{CE5FA8EF-039E-4DDC-83B3-C377720F183E}" type="parTrans" cxnId="{F28A7CC2-D2A2-4D68-B723-EF3A29DE7898}">
      <dgm:prSet/>
      <dgm:spPr/>
      <dgm:t>
        <a:bodyPr/>
        <a:lstStyle/>
        <a:p>
          <a:endParaRPr lang="en-US" sz="1800"/>
        </a:p>
      </dgm:t>
    </dgm:pt>
    <dgm:pt modelId="{D99D7AA4-DA2E-4E9C-A572-7269D83B9A17}" type="sibTrans" cxnId="{F28A7CC2-D2A2-4D68-B723-EF3A29DE7898}">
      <dgm:prSet/>
      <dgm:spPr/>
      <dgm:t>
        <a:bodyPr/>
        <a:lstStyle/>
        <a:p>
          <a:endParaRPr lang="en-US"/>
        </a:p>
      </dgm:t>
    </dgm:pt>
    <dgm:pt modelId="{FABFE473-3281-4C79-A6EA-292819F32F91}" type="asst">
      <dgm:prSet phldrT="[Text]" custT="1"/>
      <dgm:spPr/>
      <dgm:t>
        <a:bodyPr/>
        <a:lstStyle/>
        <a:p>
          <a:r>
            <a:rPr lang="en-US" sz="1600" smtClean="0"/>
            <a:t>Use Cases / User Stories</a:t>
          </a:r>
          <a:endParaRPr lang="en-US" sz="1600"/>
        </a:p>
      </dgm:t>
    </dgm:pt>
    <dgm:pt modelId="{1F641E5B-B117-4C77-A201-E34D68D5C83E}" type="parTrans" cxnId="{9E1766E3-7B5A-44E3-B053-EDB094F5353F}">
      <dgm:prSet/>
      <dgm:spPr/>
      <dgm:t>
        <a:bodyPr/>
        <a:lstStyle/>
        <a:p>
          <a:endParaRPr lang="en-US" sz="1800"/>
        </a:p>
      </dgm:t>
    </dgm:pt>
    <dgm:pt modelId="{46305FB6-F03D-4E11-937C-323004DAC669}" type="sibTrans" cxnId="{9E1766E3-7B5A-44E3-B053-EDB094F5353F}">
      <dgm:prSet/>
      <dgm:spPr/>
      <dgm:t>
        <a:bodyPr/>
        <a:lstStyle/>
        <a:p>
          <a:endParaRPr lang="en-US"/>
        </a:p>
      </dgm:t>
    </dgm:pt>
    <dgm:pt modelId="{FD48A61F-05BA-4639-B719-4388E4AC2FCD}" type="asst">
      <dgm:prSet phldrT="[Text]" custT="1"/>
      <dgm:spPr/>
      <dgm:t>
        <a:bodyPr/>
        <a:lstStyle/>
        <a:p>
          <a:r>
            <a:rPr lang="en-US" sz="1600" smtClean="0"/>
            <a:t>Source Code</a:t>
          </a:r>
          <a:endParaRPr lang="en-US" sz="1600"/>
        </a:p>
      </dgm:t>
    </dgm:pt>
    <dgm:pt modelId="{394FC506-B728-444A-AB07-5AECD127AE5E}" type="parTrans" cxnId="{28E48F5A-0C92-4607-B258-BBF24C47421C}">
      <dgm:prSet/>
      <dgm:spPr/>
      <dgm:t>
        <a:bodyPr/>
        <a:lstStyle/>
        <a:p>
          <a:endParaRPr lang="en-US" sz="1800"/>
        </a:p>
      </dgm:t>
    </dgm:pt>
    <dgm:pt modelId="{D7DB6BC8-C7DD-4939-87CF-7880AB3F55F4}" type="sibTrans" cxnId="{28E48F5A-0C92-4607-B258-BBF24C47421C}">
      <dgm:prSet/>
      <dgm:spPr/>
      <dgm:t>
        <a:bodyPr/>
        <a:lstStyle/>
        <a:p>
          <a:endParaRPr lang="en-US"/>
        </a:p>
      </dgm:t>
    </dgm:pt>
    <dgm:pt modelId="{A643D5CA-EBAA-4E14-AE7C-944D1F6EBE7A}" type="pres">
      <dgm:prSet presAssocID="{6B58A325-B009-49F9-A128-081C327AD2F2}" presName="hierChild1" presStyleCnt="0">
        <dgm:presLayoutVars>
          <dgm:orgChart val="1"/>
          <dgm:chPref val="1"/>
          <dgm:dir/>
          <dgm:animOne val="branch"/>
          <dgm:animLvl val="lvl"/>
          <dgm:resizeHandles/>
        </dgm:presLayoutVars>
      </dgm:prSet>
      <dgm:spPr/>
      <dgm:t>
        <a:bodyPr/>
        <a:lstStyle/>
        <a:p>
          <a:endParaRPr lang="en-US"/>
        </a:p>
      </dgm:t>
    </dgm:pt>
    <dgm:pt modelId="{7F8B293B-7218-4BB9-B171-4A777CFC52E9}" type="pres">
      <dgm:prSet presAssocID="{D0C6ED01-4450-4111-8DBB-B9894BF2BE80}" presName="hierRoot1" presStyleCnt="0">
        <dgm:presLayoutVars>
          <dgm:hierBranch val="init"/>
        </dgm:presLayoutVars>
      </dgm:prSet>
      <dgm:spPr/>
    </dgm:pt>
    <dgm:pt modelId="{F481189E-0445-4D4A-9173-6BB2B11A526A}" type="pres">
      <dgm:prSet presAssocID="{D0C6ED01-4450-4111-8DBB-B9894BF2BE80}" presName="rootComposite1" presStyleCnt="0"/>
      <dgm:spPr/>
    </dgm:pt>
    <dgm:pt modelId="{5C7B206B-C08C-4505-A3EE-4958994E7AA6}" type="pres">
      <dgm:prSet presAssocID="{D0C6ED01-4450-4111-8DBB-B9894BF2BE80}" presName="rootText1" presStyleLbl="node0" presStyleIdx="0" presStyleCnt="1">
        <dgm:presLayoutVars>
          <dgm:chPref val="3"/>
        </dgm:presLayoutVars>
      </dgm:prSet>
      <dgm:spPr/>
      <dgm:t>
        <a:bodyPr/>
        <a:lstStyle/>
        <a:p>
          <a:endParaRPr lang="en-US"/>
        </a:p>
      </dgm:t>
    </dgm:pt>
    <dgm:pt modelId="{0981AED6-3E3B-4F41-A4D3-D715C9C86E7C}" type="pres">
      <dgm:prSet presAssocID="{D0C6ED01-4450-4111-8DBB-B9894BF2BE80}" presName="rootConnector1" presStyleLbl="node1" presStyleIdx="0" presStyleCnt="0"/>
      <dgm:spPr/>
      <dgm:t>
        <a:bodyPr/>
        <a:lstStyle/>
        <a:p>
          <a:endParaRPr lang="en-US"/>
        </a:p>
      </dgm:t>
    </dgm:pt>
    <dgm:pt modelId="{452EA42F-F65C-41B5-8453-589DD2160BC5}" type="pres">
      <dgm:prSet presAssocID="{D0C6ED01-4450-4111-8DBB-B9894BF2BE80}" presName="hierChild2" presStyleCnt="0"/>
      <dgm:spPr/>
    </dgm:pt>
    <dgm:pt modelId="{262A5F5E-0512-4836-B9C2-18FEDE5B09A7}" type="pres">
      <dgm:prSet presAssocID="{D0C6ED01-4450-4111-8DBB-B9894BF2BE80}" presName="hierChild3" presStyleCnt="0"/>
      <dgm:spPr/>
    </dgm:pt>
    <dgm:pt modelId="{68C6A110-623E-4DD6-BE31-82E561B16300}" type="pres">
      <dgm:prSet presAssocID="{5B9E103F-AAE7-455D-A5AA-2055C40674FE}" presName="Name111" presStyleLbl="parChTrans1D2" presStyleIdx="0" presStyleCnt="2"/>
      <dgm:spPr/>
      <dgm:t>
        <a:bodyPr/>
        <a:lstStyle/>
        <a:p>
          <a:endParaRPr lang="en-US"/>
        </a:p>
      </dgm:t>
    </dgm:pt>
    <dgm:pt modelId="{953A10DC-9E69-4A11-A33A-72A7D328DC26}" type="pres">
      <dgm:prSet presAssocID="{F0913960-A184-4A5A-B305-5A2DCF2F30DE}" presName="hierRoot3" presStyleCnt="0">
        <dgm:presLayoutVars>
          <dgm:hierBranch val="init"/>
        </dgm:presLayoutVars>
      </dgm:prSet>
      <dgm:spPr/>
    </dgm:pt>
    <dgm:pt modelId="{A0F88C62-0728-4B8B-A39A-18D03513DEDC}" type="pres">
      <dgm:prSet presAssocID="{F0913960-A184-4A5A-B305-5A2DCF2F30DE}" presName="rootComposite3" presStyleCnt="0"/>
      <dgm:spPr/>
    </dgm:pt>
    <dgm:pt modelId="{0A4506DF-A32D-4AE0-AE75-0D5E4208FDF2}" type="pres">
      <dgm:prSet presAssocID="{F0913960-A184-4A5A-B305-5A2DCF2F30DE}" presName="rootText3" presStyleLbl="asst1" presStyleIdx="0" presStyleCnt="10">
        <dgm:presLayoutVars>
          <dgm:chPref val="3"/>
        </dgm:presLayoutVars>
      </dgm:prSet>
      <dgm:spPr/>
      <dgm:t>
        <a:bodyPr/>
        <a:lstStyle/>
        <a:p>
          <a:endParaRPr lang="en-US"/>
        </a:p>
      </dgm:t>
    </dgm:pt>
    <dgm:pt modelId="{D8D16896-1AA3-4FFB-A366-14408FC7D1F3}" type="pres">
      <dgm:prSet presAssocID="{F0913960-A184-4A5A-B305-5A2DCF2F30DE}" presName="rootConnector3" presStyleLbl="asst1" presStyleIdx="0" presStyleCnt="10"/>
      <dgm:spPr/>
      <dgm:t>
        <a:bodyPr/>
        <a:lstStyle/>
        <a:p>
          <a:endParaRPr lang="en-US"/>
        </a:p>
      </dgm:t>
    </dgm:pt>
    <dgm:pt modelId="{2821194B-89CA-4369-99CB-A90B8E4423AD}" type="pres">
      <dgm:prSet presAssocID="{F0913960-A184-4A5A-B305-5A2DCF2F30DE}" presName="hierChild6" presStyleCnt="0"/>
      <dgm:spPr/>
    </dgm:pt>
    <dgm:pt modelId="{F32B46E3-0DF2-4A79-AD0E-C688636BE001}" type="pres">
      <dgm:prSet presAssocID="{F0913960-A184-4A5A-B305-5A2DCF2F30DE}" presName="hierChild7" presStyleCnt="0"/>
      <dgm:spPr/>
    </dgm:pt>
    <dgm:pt modelId="{A6D13755-34C1-4CE2-8BF7-E1AF8F388595}" type="pres">
      <dgm:prSet presAssocID="{7350681B-DBD3-48DF-A48E-81F9C82C2183}" presName="Name111" presStyleLbl="parChTrans1D3" presStyleIdx="0" presStyleCnt="4"/>
      <dgm:spPr/>
      <dgm:t>
        <a:bodyPr/>
        <a:lstStyle/>
        <a:p>
          <a:endParaRPr lang="en-US"/>
        </a:p>
      </dgm:t>
    </dgm:pt>
    <dgm:pt modelId="{D1D66953-1255-40A1-AA18-EBC5BA7D3722}" type="pres">
      <dgm:prSet presAssocID="{D864EF71-6A8A-47C7-8764-E8A22E42DB8A}" presName="hierRoot3" presStyleCnt="0">
        <dgm:presLayoutVars>
          <dgm:hierBranch val="init"/>
        </dgm:presLayoutVars>
      </dgm:prSet>
      <dgm:spPr/>
    </dgm:pt>
    <dgm:pt modelId="{D669D71C-329B-458B-9307-7D3ED3FC7C94}" type="pres">
      <dgm:prSet presAssocID="{D864EF71-6A8A-47C7-8764-E8A22E42DB8A}" presName="rootComposite3" presStyleCnt="0"/>
      <dgm:spPr/>
    </dgm:pt>
    <dgm:pt modelId="{2B3FE0DC-10D4-4684-B4D9-2AB7476AC977}" type="pres">
      <dgm:prSet presAssocID="{D864EF71-6A8A-47C7-8764-E8A22E42DB8A}" presName="rootText3" presStyleLbl="asst1" presStyleIdx="1" presStyleCnt="10">
        <dgm:presLayoutVars>
          <dgm:chPref val="3"/>
        </dgm:presLayoutVars>
      </dgm:prSet>
      <dgm:spPr/>
      <dgm:t>
        <a:bodyPr/>
        <a:lstStyle/>
        <a:p>
          <a:endParaRPr lang="en-US"/>
        </a:p>
      </dgm:t>
    </dgm:pt>
    <dgm:pt modelId="{70D0C521-8C8E-45C5-BE85-D2144D6C78EA}" type="pres">
      <dgm:prSet presAssocID="{D864EF71-6A8A-47C7-8764-E8A22E42DB8A}" presName="rootConnector3" presStyleLbl="asst1" presStyleIdx="1" presStyleCnt="10"/>
      <dgm:spPr/>
      <dgm:t>
        <a:bodyPr/>
        <a:lstStyle/>
        <a:p>
          <a:endParaRPr lang="en-US"/>
        </a:p>
      </dgm:t>
    </dgm:pt>
    <dgm:pt modelId="{EC2A038A-D67C-4D7D-981A-7A1E90489967}" type="pres">
      <dgm:prSet presAssocID="{D864EF71-6A8A-47C7-8764-E8A22E42DB8A}" presName="hierChild6" presStyleCnt="0"/>
      <dgm:spPr/>
    </dgm:pt>
    <dgm:pt modelId="{A40AD92D-CBBF-4B45-85AA-2D33E2BD7534}" type="pres">
      <dgm:prSet presAssocID="{D864EF71-6A8A-47C7-8764-E8A22E42DB8A}" presName="hierChild7" presStyleCnt="0"/>
      <dgm:spPr/>
    </dgm:pt>
    <dgm:pt modelId="{53680253-4AC4-4842-9E61-8637205D7C75}" type="pres">
      <dgm:prSet presAssocID="{DAD6AB52-D2D8-451D-B19D-93782B94F1AF}" presName="Name111" presStyleLbl="parChTrans1D3" presStyleIdx="1" presStyleCnt="4"/>
      <dgm:spPr/>
      <dgm:t>
        <a:bodyPr/>
        <a:lstStyle/>
        <a:p>
          <a:endParaRPr lang="en-US"/>
        </a:p>
      </dgm:t>
    </dgm:pt>
    <dgm:pt modelId="{EFEDD6B8-2864-4991-8984-3FC644C664A7}" type="pres">
      <dgm:prSet presAssocID="{0B13BE09-812C-43CE-843B-A702F623F862}" presName="hierRoot3" presStyleCnt="0">
        <dgm:presLayoutVars>
          <dgm:hierBranch val="init"/>
        </dgm:presLayoutVars>
      </dgm:prSet>
      <dgm:spPr/>
    </dgm:pt>
    <dgm:pt modelId="{1646CA6A-089E-4E95-A635-9CC59CBB67DC}" type="pres">
      <dgm:prSet presAssocID="{0B13BE09-812C-43CE-843B-A702F623F862}" presName="rootComposite3" presStyleCnt="0"/>
      <dgm:spPr/>
    </dgm:pt>
    <dgm:pt modelId="{85FF478D-F9CE-4B99-A270-A1EA909BE403}" type="pres">
      <dgm:prSet presAssocID="{0B13BE09-812C-43CE-843B-A702F623F862}" presName="rootText3" presStyleLbl="asst1" presStyleIdx="2" presStyleCnt="10">
        <dgm:presLayoutVars>
          <dgm:chPref val="3"/>
        </dgm:presLayoutVars>
      </dgm:prSet>
      <dgm:spPr/>
      <dgm:t>
        <a:bodyPr/>
        <a:lstStyle/>
        <a:p>
          <a:endParaRPr lang="en-US"/>
        </a:p>
      </dgm:t>
    </dgm:pt>
    <dgm:pt modelId="{DADB93F7-A88D-427F-B676-502155375381}" type="pres">
      <dgm:prSet presAssocID="{0B13BE09-812C-43CE-843B-A702F623F862}" presName="rootConnector3" presStyleLbl="asst1" presStyleIdx="2" presStyleCnt="10"/>
      <dgm:spPr/>
      <dgm:t>
        <a:bodyPr/>
        <a:lstStyle/>
        <a:p>
          <a:endParaRPr lang="en-US"/>
        </a:p>
      </dgm:t>
    </dgm:pt>
    <dgm:pt modelId="{3DEB947F-5E66-4FB1-BA91-37C2506175DC}" type="pres">
      <dgm:prSet presAssocID="{0B13BE09-812C-43CE-843B-A702F623F862}" presName="hierChild6" presStyleCnt="0"/>
      <dgm:spPr/>
    </dgm:pt>
    <dgm:pt modelId="{8BA150BF-429A-4E3A-8291-13E1A6703D5A}" type="pres">
      <dgm:prSet presAssocID="{0B13BE09-812C-43CE-843B-A702F623F862}" presName="hierChild7" presStyleCnt="0"/>
      <dgm:spPr/>
    </dgm:pt>
    <dgm:pt modelId="{815BD7CD-FF21-4D6F-860C-9B78A5DFA11A}" type="pres">
      <dgm:prSet presAssocID="{1E7197DD-387F-4B9A-9C71-C736C5B42EA9}" presName="Name111" presStyleLbl="parChTrans1D2" presStyleIdx="1" presStyleCnt="2"/>
      <dgm:spPr/>
      <dgm:t>
        <a:bodyPr/>
        <a:lstStyle/>
        <a:p>
          <a:endParaRPr lang="en-US"/>
        </a:p>
      </dgm:t>
    </dgm:pt>
    <dgm:pt modelId="{8ABA2885-E597-4C12-B4D2-231F93174C1B}" type="pres">
      <dgm:prSet presAssocID="{F4979204-58E6-463F-9FB8-A983D8E69E8E}" presName="hierRoot3" presStyleCnt="0">
        <dgm:presLayoutVars>
          <dgm:hierBranch val="init"/>
        </dgm:presLayoutVars>
      </dgm:prSet>
      <dgm:spPr/>
    </dgm:pt>
    <dgm:pt modelId="{F3003EEE-0044-4349-AD22-75E094559AB3}" type="pres">
      <dgm:prSet presAssocID="{F4979204-58E6-463F-9FB8-A983D8E69E8E}" presName="rootComposite3" presStyleCnt="0"/>
      <dgm:spPr/>
    </dgm:pt>
    <dgm:pt modelId="{5859EC14-E2DB-44CE-B034-0E93AB6B1943}" type="pres">
      <dgm:prSet presAssocID="{F4979204-58E6-463F-9FB8-A983D8E69E8E}" presName="rootText3" presStyleLbl="asst1" presStyleIdx="3" presStyleCnt="10">
        <dgm:presLayoutVars>
          <dgm:chPref val="3"/>
        </dgm:presLayoutVars>
      </dgm:prSet>
      <dgm:spPr/>
      <dgm:t>
        <a:bodyPr/>
        <a:lstStyle/>
        <a:p>
          <a:endParaRPr lang="en-US"/>
        </a:p>
      </dgm:t>
    </dgm:pt>
    <dgm:pt modelId="{EA0E3F09-2DAD-4305-BB7B-AEF38591DAA5}" type="pres">
      <dgm:prSet presAssocID="{F4979204-58E6-463F-9FB8-A983D8E69E8E}" presName="rootConnector3" presStyleLbl="asst1" presStyleIdx="3" presStyleCnt="10"/>
      <dgm:spPr/>
      <dgm:t>
        <a:bodyPr/>
        <a:lstStyle/>
        <a:p>
          <a:endParaRPr lang="en-US"/>
        </a:p>
      </dgm:t>
    </dgm:pt>
    <dgm:pt modelId="{D7F7164D-46E7-4232-8D8E-326BA547C246}" type="pres">
      <dgm:prSet presAssocID="{F4979204-58E6-463F-9FB8-A983D8E69E8E}" presName="hierChild6" presStyleCnt="0"/>
      <dgm:spPr/>
    </dgm:pt>
    <dgm:pt modelId="{134F451F-761F-4A05-AFB9-63108BD74495}" type="pres">
      <dgm:prSet presAssocID="{F4979204-58E6-463F-9FB8-A983D8E69E8E}" presName="hierChild7" presStyleCnt="0"/>
      <dgm:spPr/>
    </dgm:pt>
    <dgm:pt modelId="{A853C72C-5504-4B00-8BB9-22EE7AF15CA4}" type="pres">
      <dgm:prSet presAssocID="{C1A76D78-CF70-4F7B-9B73-C7F0AFB08DC1}" presName="Name111" presStyleLbl="parChTrans1D3" presStyleIdx="2" presStyleCnt="4"/>
      <dgm:spPr/>
      <dgm:t>
        <a:bodyPr/>
        <a:lstStyle/>
        <a:p>
          <a:endParaRPr lang="en-US"/>
        </a:p>
      </dgm:t>
    </dgm:pt>
    <dgm:pt modelId="{632A50D0-358B-4ABB-97E2-5CD9E6320596}" type="pres">
      <dgm:prSet presAssocID="{216817A3-51AF-43CB-8B9A-E8764E0FCAD0}" presName="hierRoot3" presStyleCnt="0">
        <dgm:presLayoutVars>
          <dgm:hierBranch val="init"/>
        </dgm:presLayoutVars>
      </dgm:prSet>
      <dgm:spPr/>
    </dgm:pt>
    <dgm:pt modelId="{51259B52-8DD3-46D0-9F7B-DB035781DF14}" type="pres">
      <dgm:prSet presAssocID="{216817A3-51AF-43CB-8B9A-E8764E0FCAD0}" presName="rootComposite3" presStyleCnt="0"/>
      <dgm:spPr/>
    </dgm:pt>
    <dgm:pt modelId="{A816BBE9-2702-4CD4-902B-578D8037B8D7}" type="pres">
      <dgm:prSet presAssocID="{216817A3-51AF-43CB-8B9A-E8764E0FCAD0}" presName="rootText3" presStyleLbl="asst1" presStyleIdx="4" presStyleCnt="10">
        <dgm:presLayoutVars>
          <dgm:chPref val="3"/>
        </dgm:presLayoutVars>
      </dgm:prSet>
      <dgm:spPr/>
      <dgm:t>
        <a:bodyPr/>
        <a:lstStyle/>
        <a:p>
          <a:endParaRPr lang="en-US"/>
        </a:p>
      </dgm:t>
    </dgm:pt>
    <dgm:pt modelId="{1D393FF8-118F-43C8-9F2E-24FC2B2693AB}" type="pres">
      <dgm:prSet presAssocID="{216817A3-51AF-43CB-8B9A-E8764E0FCAD0}" presName="rootConnector3" presStyleLbl="asst1" presStyleIdx="4" presStyleCnt="10"/>
      <dgm:spPr/>
      <dgm:t>
        <a:bodyPr/>
        <a:lstStyle/>
        <a:p>
          <a:endParaRPr lang="en-US"/>
        </a:p>
      </dgm:t>
    </dgm:pt>
    <dgm:pt modelId="{35606BF0-0106-4637-AA82-764C256417EC}" type="pres">
      <dgm:prSet presAssocID="{216817A3-51AF-43CB-8B9A-E8764E0FCAD0}" presName="hierChild6" presStyleCnt="0"/>
      <dgm:spPr/>
    </dgm:pt>
    <dgm:pt modelId="{19D0B595-7175-43F0-B9F5-1040448D2EA3}" type="pres">
      <dgm:prSet presAssocID="{216817A3-51AF-43CB-8B9A-E8764E0FCAD0}" presName="hierChild7" presStyleCnt="0"/>
      <dgm:spPr/>
    </dgm:pt>
    <dgm:pt modelId="{D52A5810-A7AC-4483-96AB-59596E9922E1}" type="pres">
      <dgm:prSet presAssocID="{C4D01A6B-7749-47CB-9F3B-406D17ABEC30}" presName="Name111" presStyleLbl="parChTrans1D4" presStyleIdx="0" presStyleCnt="4"/>
      <dgm:spPr/>
      <dgm:t>
        <a:bodyPr/>
        <a:lstStyle/>
        <a:p>
          <a:endParaRPr lang="en-US"/>
        </a:p>
      </dgm:t>
    </dgm:pt>
    <dgm:pt modelId="{0CE63057-4CA2-4F07-9808-18AA87677629}" type="pres">
      <dgm:prSet presAssocID="{C39FA169-70B0-4693-AF22-FFCCA3AE785C}" presName="hierRoot3" presStyleCnt="0">
        <dgm:presLayoutVars>
          <dgm:hierBranch val="init"/>
        </dgm:presLayoutVars>
      </dgm:prSet>
      <dgm:spPr/>
    </dgm:pt>
    <dgm:pt modelId="{FF936DD0-EC09-44C9-A2E9-CA1EDB6C60E2}" type="pres">
      <dgm:prSet presAssocID="{C39FA169-70B0-4693-AF22-FFCCA3AE785C}" presName="rootComposite3" presStyleCnt="0"/>
      <dgm:spPr/>
    </dgm:pt>
    <dgm:pt modelId="{3E52908E-579D-40F3-A402-9F28D6B68351}" type="pres">
      <dgm:prSet presAssocID="{C39FA169-70B0-4693-AF22-FFCCA3AE785C}" presName="rootText3" presStyleLbl="asst1" presStyleIdx="5" presStyleCnt="10">
        <dgm:presLayoutVars>
          <dgm:chPref val="3"/>
        </dgm:presLayoutVars>
      </dgm:prSet>
      <dgm:spPr/>
      <dgm:t>
        <a:bodyPr/>
        <a:lstStyle/>
        <a:p>
          <a:endParaRPr lang="en-US"/>
        </a:p>
      </dgm:t>
    </dgm:pt>
    <dgm:pt modelId="{0782AC0B-255C-46B0-9075-408653B3E89C}" type="pres">
      <dgm:prSet presAssocID="{C39FA169-70B0-4693-AF22-FFCCA3AE785C}" presName="rootConnector3" presStyleLbl="asst1" presStyleIdx="5" presStyleCnt="10"/>
      <dgm:spPr/>
      <dgm:t>
        <a:bodyPr/>
        <a:lstStyle/>
        <a:p>
          <a:endParaRPr lang="en-US"/>
        </a:p>
      </dgm:t>
    </dgm:pt>
    <dgm:pt modelId="{23DB0A5F-1872-48EA-A823-6394F5922303}" type="pres">
      <dgm:prSet presAssocID="{C39FA169-70B0-4693-AF22-FFCCA3AE785C}" presName="hierChild6" presStyleCnt="0"/>
      <dgm:spPr/>
    </dgm:pt>
    <dgm:pt modelId="{EDAA7BF2-74C6-4E0F-808C-A671F3639EF4}" type="pres">
      <dgm:prSet presAssocID="{C39FA169-70B0-4693-AF22-FFCCA3AE785C}" presName="hierChild7" presStyleCnt="0"/>
      <dgm:spPr/>
    </dgm:pt>
    <dgm:pt modelId="{1D719491-A7F4-4174-B5C9-FA4CA9DE5328}" type="pres">
      <dgm:prSet presAssocID="{CE5FA8EF-039E-4DDC-83B3-C377720F183E}" presName="Name111" presStyleLbl="parChTrans1D4" presStyleIdx="1" presStyleCnt="4"/>
      <dgm:spPr/>
      <dgm:t>
        <a:bodyPr/>
        <a:lstStyle/>
        <a:p>
          <a:endParaRPr lang="en-US"/>
        </a:p>
      </dgm:t>
    </dgm:pt>
    <dgm:pt modelId="{8C7D3E21-4A70-49EE-9E5D-C2627B74C7DB}" type="pres">
      <dgm:prSet presAssocID="{48280AB1-B611-4A7E-BCC2-26291CC4E0FF}" presName="hierRoot3" presStyleCnt="0">
        <dgm:presLayoutVars>
          <dgm:hierBranch val="init"/>
        </dgm:presLayoutVars>
      </dgm:prSet>
      <dgm:spPr/>
    </dgm:pt>
    <dgm:pt modelId="{66C903F4-F5D7-45C9-8B5F-25E60371228C}" type="pres">
      <dgm:prSet presAssocID="{48280AB1-B611-4A7E-BCC2-26291CC4E0FF}" presName="rootComposite3" presStyleCnt="0"/>
      <dgm:spPr/>
    </dgm:pt>
    <dgm:pt modelId="{D7B869B2-A1AF-4348-8E59-0CD7082CCCDC}" type="pres">
      <dgm:prSet presAssocID="{48280AB1-B611-4A7E-BCC2-26291CC4E0FF}" presName="rootText3" presStyleLbl="asst1" presStyleIdx="6" presStyleCnt="10">
        <dgm:presLayoutVars>
          <dgm:chPref val="3"/>
        </dgm:presLayoutVars>
      </dgm:prSet>
      <dgm:spPr/>
      <dgm:t>
        <a:bodyPr/>
        <a:lstStyle/>
        <a:p>
          <a:endParaRPr lang="en-US"/>
        </a:p>
      </dgm:t>
    </dgm:pt>
    <dgm:pt modelId="{08E55C76-2ED2-49FC-A955-BF69E5C9673F}" type="pres">
      <dgm:prSet presAssocID="{48280AB1-B611-4A7E-BCC2-26291CC4E0FF}" presName="rootConnector3" presStyleLbl="asst1" presStyleIdx="6" presStyleCnt="10"/>
      <dgm:spPr/>
      <dgm:t>
        <a:bodyPr/>
        <a:lstStyle/>
        <a:p>
          <a:endParaRPr lang="en-US"/>
        </a:p>
      </dgm:t>
    </dgm:pt>
    <dgm:pt modelId="{BCA65154-8B9A-4F06-866C-FD1A94795769}" type="pres">
      <dgm:prSet presAssocID="{48280AB1-B611-4A7E-BCC2-26291CC4E0FF}" presName="hierChild6" presStyleCnt="0"/>
      <dgm:spPr/>
    </dgm:pt>
    <dgm:pt modelId="{F74E411A-1C98-4790-99CE-588B38F38476}" type="pres">
      <dgm:prSet presAssocID="{48280AB1-B611-4A7E-BCC2-26291CC4E0FF}" presName="hierChild7" presStyleCnt="0"/>
      <dgm:spPr/>
    </dgm:pt>
    <dgm:pt modelId="{DBABBF2D-4141-4BED-BFF9-669F771FA8B0}" type="pres">
      <dgm:prSet presAssocID="{2617E6F9-6F76-4FAC-A67F-D79B099235CA}" presName="Name111" presStyleLbl="parChTrans1D3" presStyleIdx="3" presStyleCnt="4"/>
      <dgm:spPr/>
      <dgm:t>
        <a:bodyPr/>
        <a:lstStyle/>
        <a:p>
          <a:endParaRPr lang="en-US"/>
        </a:p>
      </dgm:t>
    </dgm:pt>
    <dgm:pt modelId="{DCD4F3DF-4CE3-488B-A09E-64983C7ACCDD}" type="pres">
      <dgm:prSet presAssocID="{0BB89111-1F04-4A4D-B4D9-83B5C1916C3F}" presName="hierRoot3" presStyleCnt="0">
        <dgm:presLayoutVars>
          <dgm:hierBranch val="init"/>
        </dgm:presLayoutVars>
      </dgm:prSet>
      <dgm:spPr/>
    </dgm:pt>
    <dgm:pt modelId="{50F4377D-AAC6-42BC-BFFE-2BAB196FA0E5}" type="pres">
      <dgm:prSet presAssocID="{0BB89111-1F04-4A4D-B4D9-83B5C1916C3F}" presName="rootComposite3" presStyleCnt="0"/>
      <dgm:spPr/>
    </dgm:pt>
    <dgm:pt modelId="{5354D761-CB23-4C85-BB87-5D006B38D06E}" type="pres">
      <dgm:prSet presAssocID="{0BB89111-1F04-4A4D-B4D9-83B5C1916C3F}" presName="rootText3" presStyleLbl="asst1" presStyleIdx="7" presStyleCnt="10">
        <dgm:presLayoutVars>
          <dgm:chPref val="3"/>
        </dgm:presLayoutVars>
      </dgm:prSet>
      <dgm:spPr/>
      <dgm:t>
        <a:bodyPr/>
        <a:lstStyle/>
        <a:p>
          <a:endParaRPr lang="en-US"/>
        </a:p>
      </dgm:t>
    </dgm:pt>
    <dgm:pt modelId="{B22E7F02-8DB6-4527-80A4-E23E64D53B88}" type="pres">
      <dgm:prSet presAssocID="{0BB89111-1F04-4A4D-B4D9-83B5C1916C3F}" presName="rootConnector3" presStyleLbl="asst1" presStyleIdx="7" presStyleCnt="10"/>
      <dgm:spPr/>
      <dgm:t>
        <a:bodyPr/>
        <a:lstStyle/>
        <a:p>
          <a:endParaRPr lang="en-US"/>
        </a:p>
      </dgm:t>
    </dgm:pt>
    <dgm:pt modelId="{32F3537E-D385-418A-B578-E4B80182A9FB}" type="pres">
      <dgm:prSet presAssocID="{0BB89111-1F04-4A4D-B4D9-83B5C1916C3F}" presName="hierChild6" presStyleCnt="0"/>
      <dgm:spPr/>
    </dgm:pt>
    <dgm:pt modelId="{C52F7AA2-452E-44B1-AF76-9E8A2B62FFDD}" type="pres">
      <dgm:prSet presAssocID="{0BB89111-1F04-4A4D-B4D9-83B5C1916C3F}" presName="hierChild7" presStyleCnt="0"/>
      <dgm:spPr/>
    </dgm:pt>
    <dgm:pt modelId="{072CB9E7-5FE1-4EF0-9A57-48EA59E47A7F}" type="pres">
      <dgm:prSet presAssocID="{1F641E5B-B117-4C77-A201-E34D68D5C83E}" presName="Name111" presStyleLbl="parChTrans1D4" presStyleIdx="2" presStyleCnt="4"/>
      <dgm:spPr/>
      <dgm:t>
        <a:bodyPr/>
        <a:lstStyle/>
        <a:p>
          <a:endParaRPr lang="en-US"/>
        </a:p>
      </dgm:t>
    </dgm:pt>
    <dgm:pt modelId="{AD042666-59B2-4A97-AF76-1A0460AE2291}" type="pres">
      <dgm:prSet presAssocID="{FABFE473-3281-4C79-A6EA-292819F32F91}" presName="hierRoot3" presStyleCnt="0">
        <dgm:presLayoutVars>
          <dgm:hierBranch val="init"/>
        </dgm:presLayoutVars>
      </dgm:prSet>
      <dgm:spPr/>
    </dgm:pt>
    <dgm:pt modelId="{29EB024F-6A4A-40CF-89EF-C0BFADB0B350}" type="pres">
      <dgm:prSet presAssocID="{FABFE473-3281-4C79-A6EA-292819F32F91}" presName="rootComposite3" presStyleCnt="0"/>
      <dgm:spPr/>
    </dgm:pt>
    <dgm:pt modelId="{FBBE2114-11C7-476F-B940-11E345D98DEF}" type="pres">
      <dgm:prSet presAssocID="{FABFE473-3281-4C79-A6EA-292819F32F91}" presName="rootText3" presStyleLbl="asst1" presStyleIdx="8" presStyleCnt="10">
        <dgm:presLayoutVars>
          <dgm:chPref val="3"/>
        </dgm:presLayoutVars>
      </dgm:prSet>
      <dgm:spPr/>
      <dgm:t>
        <a:bodyPr/>
        <a:lstStyle/>
        <a:p>
          <a:endParaRPr lang="en-US"/>
        </a:p>
      </dgm:t>
    </dgm:pt>
    <dgm:pt modelId="{C0C6474B-E71A-4AB7-8171-0D8DBF7105A4}" type="pres">
      <dgm:prSet presAssocID="{FABFE473-3281-4C79-A6EA-292819F32F91}" presName="rootConnector3" presStyleLbl="asst1" presStyleIdx="8" presStyleCnt="10"/>
      <dgm:spPr/>
      <dgm:t>
        <a:bodyPr/>
        <a:lstStyle/>
        <a:p>
          <a:endParaRPr lang="en-US"/>
        </a:p>
      </dgm:t>
    </dgm:pt>
    <dgm:pt modelId="{A96C4BAD-94E0-46D0-9D2A-0ABAD647DB89}" type="pres">
      <dgm:prSet presAssocID="{FABFE473-3281-4C79-A6EA-292819F32F91}" presName="hierChild6" presStyleCnt="0"/>
      <dgm:spPr/>
    </dgm:pt>
    <dgm:pt modelId="{201DA9E7-F698-43BD-B7CA-A396491E2716}" type="pres">
      <dgm:prSet presAssocID="{FABFE473-3281-4C79-A6EA-292819F32F91}" presName="hierChild7" presStyleCnt="0"/>
      <dgm:spPr/>
    </dgm:pt>
    <dgm:pt modelId="{A924B618-BBA6-4108-8AD7-AC272A226C6E}" type="pres">
      <dgm:prSet presAssocID="{394FC506-B728-444A-AB07-5AECD127AE5E}" presName="Name111" presStyleLbl="parChTrans1D4" presStyleIdx="3" presStyleCnt="4"/>
      <dgm:spPr/>
      <dgm:t>
        <a:bodyPr/>
        <a:lstStyle/>
        <a:p>
          <a:endParaRPr lang="en-US"/>
        </a:p>
      </dgm:t>
    </dgm:pt>
    <dgm:pt modelId="{4AC2E699-B40B-4722-8A0E-6AE6E1146523}" type="pres">
      <dgm:prSet presAssocID="{FD48A61F-05BA-4639-B719-4388E4AC2FCD}" presName="hierRoot3" presStyleCnt="0">
        <dgm:presLayoutVars>
          <dgm:hierBranch val="init"/>
        </dgm:presLayoutVars>
      </dgm:prSet>
      <dgm:spPr/>
    </dgm:pt>
    <dgm:pt modelId="{74C936BE-281D-4F36-9BE9-811BA09BE2BA}" type="pres">
      <dgm:prSet presAssocID="{FD48A61F-05BA-4639-B719-4388E4AC2FCD}" presName="rootComposite3" presStyleCnt="0"/>
      <dgm:spPr/>
    </dgm:pt>
    <dgm:pt modelId="{B6419AF4-108D-4C47-884A-0FAA94BEE474}" type="pres">
      <dgm:prSet presAssocID="{FD48A61F-05BA-4639-B719-4388E4AC2FCD}" presName="rootText3" presStyleLbl="asst1" presStyleIdx="9" presStyleCnt="10">
        <dgm:presLayoutVars>
          <dgm:chPref val="3"/>
        </dgm:presLayoutVars>
      </dgm:prSet>
      <dgm:spPr/>
      <dgm:t>
        <a:bodyPr/>
        <a:lstStyle/>
        <a:p>
          <a:endParaRPr lang="en-US"/>
        </a:p>
      </dgm:t>
    </dgm:pt>
    <dgm:pt modelId="{CC504508-2D12-49EC-AA3A-6D7EDE57E6CC}" type="pres">
      <dgm:prSet presAssocID="{FD48A61F-05BA-4639-B719-4388E4AC2FCD}" presName="rootConnector3" presStyleLbl="asst1" presStyleIdx="9" presStyleCnt="10"/>
      <dgm:spPr/>
      <dgm:t>
        <a:bodyPr/>
        <a:lstStyle/>
        <a:p>
          <a:endParaRPr lang="en-US"/>
        </a:p>
      </dgm:t>
    </dgm:pt>
    <dgm:pt modelId="{B532545D-B66D-4F29-BB77-39AA4C82F73E}" type="pres">
      <dgm:prSet presAssocID="{FD48A61F-05BA-4639-B719-4388E4AC2FCD}" presName="hierChild6" presStyleCnt="0"/>
      <dgm:spPr/>
    </dgm:pt>
    <dgm:pt modelId="{4845D7FB-DA89-42B5-BEA8-D33F75CF5532}" type="pres">
      <dgm:prSet presAssocID="{FD48A61F-05BA-4639-B719-4388E4AC2FCD}" presName="hierChild7" presStyleCnt="0"/>
      <dgm:spPr/>
    </dgm:pt>
  </dgm:ptLst>
  <dgm:cxnLst>
    <dgm:cxn modelId="{481EF8CF-3C4A-4895-8F61-8CC0983D6E39}" type="presOf" srcId="{FABFE473-3281-4C79-A6EA-292819F32F91}" destId="{FBBE2114-11C7-476F-B940-11E345D98DEF}" srcOrd="0" destOrd="0" presId="urn:microsoft.com/office/officeart/2005/8/layout/orgChart1"/>
    <dgm:cxn modelId="{B01574BA-F369-4436-8B9E-D949DB29E23C}" type="presOf" srcId="{CE5FA8EF-039E-4DDC-83B3-C377720F183E}" destId="{1D719491-A7F4-4174-B5C9-FA4CA9DE5328}" srcOrd="0" destOrd="0" presId="urn:microsoft.com/office/officeart/2005/8/layout/orgChart1"/>
    <dgm:cxn modelId="{CF07C160-DC0D-4CC6-8CEA-C2650ED2B607}" type="presOf" srcId="{FD48A61F-05BA-4639-B719-4388E4AC2FCD}" destId="{B6419AF4-108D-4C47-884A-0FAA94BEE474}" srcOrd="0" destOrd="0" presId="urn:microsoft.com/office/officeart/2005/8/layout/orgChart1"/>
    <dgm:cxn modelId="{7DB8822C-2DDC-457D-BFA7-CA63D7141C6F}" type="presOf" srcId="{DAD6AB52-D2D8-451D-B19D-93782B94F1AF}" destId="{53680253-4AC4-4842-9E61-8637205D7C75}" srcOrd="0" destOrd="0" presId="urn:microsoft.com/office/officeart/2005/8/layout/orgChart1"/>
    <dgm:cxn modelId="{F28A7CC2-D2A2-4D68-B723-EF3A29DE7898}" srcId="{216817A3-51AF-43CB-8B9A-E8764E0FCAD0}" destId="{48280AB1-B611-4A7E-BCC2-26291CC4E0FF}" srcOrd="1" destOrd="0" parTransId="{CE5FA8EF-039E-4DDC-83B3-C377720F183E}" sibTransId="{D99D7AA4-DA2E-4E9C-A572-7269D83B9A17}"/>
    <dgm:cxn modelId="{9E1766E3-7B5A-44E3-B053-EDB094F5353F}" srcId="{0BB89111-1F04-4A4D-B4D9-83B5C1916C3F}" destId="{FABFE473-3281-4C79-A6EA-292819F32F91}" srcOrd="0" destOrd="0" parTransId="{1F641E5B-B117-4C77-A201-E34D68D5C83E}" sibTransId="{46305FB6-F03D-4E11-937C-323004DAC669}"/>
    <dgm:cxn modelId="{C30DB0CE-105A-432B-BB07-E6959F72EB2F}" type="presOf" srcId="{6B58A325-B009-49F9-A128-081C327AD2F2}" destId="{A643D5CA-EBAA-4E14-AE7C-944D1F6EBE7A}" srcOrd="0" destOrd="0" presId="urn:microsoft.com/office/officeart/2005/8/layout/orgChart1"/>
    <dgm:cxn modelId="{49CBB99B-CE85-4C7D-95E5-87F5ACAF4CF3}" type="presOf" srcId="{0B13BE09-812C-43CE-843B-A702F623F862}" destId="{DADB93F7-A88D-427F-B676-502155375381}" srcOrd="1" destOrd="0" presId="urn:microsoft.com/office/officeart/2005/8/layout/orgChart1"/>
    <dgm:cxn modelId="{72DFA62B-539A-4C00-AB0D-8A9F76ABFDF3}" type="presOf" srcId="{216817A3-51AF-43CB-8B9A-E8764E0FCAD0}" destId="{1D393FF8-118F-43C8-9F2E-24FC2B2693AB}" srcOrd="1" destOrd="0" presId="urn:microsoft.com/office/officeart/2005/8/layout/orgChart1"/>
    <dgm:cxn modelId="{F46299A6-AF81-430F-BD9A-235841808F7C}" type="presOf" srcId="{F0913960-A184-4A5A-B305-5A2DCF2F30DE}" destId="{D8D16896-1AA3-4FFB-A366-14408FC7D1F3}" srcOrd="1" destOrd="0" presId="urn:microsoft.com/office/officeart/2005/8/layout/orgChart1"/>
    <dgm:cxn modelId="{ED7739D4-AB49-44AE-ACCE-4A920EF27E0E}" type="presOf" srcId="{D864EF71-6A8A-47C7-8764-E8A22E42DB8A}" destId="{70D0C521-8C8E-45C5-BE85-D2144D6C78EA}" srcOrd="1" destOrd="0" presId="urn:microsoft.com/office/officeart/2005/8/layout/orgChart1"/>
    <dgm:cxn modelId="{8AF803E0-216F-438D-A6EE-B2029A35409C}" type="presOf" srcId="{C4D01A6B-7749-47CB-9F3B-406D17ABEC30}" destId="{D52A5810-A7AC-4483-96AB-59596E9922E1}" srcOrd="0" destOrd="0" presId="urn:microsoft.com/office/officeart/2005/8/layout/orgChart1"/>
    <dgm:cxn modelId="{41B22EF1-46BD-42B9-BC61-ACC7EC74821B}" srcId="{D0C6ED01-4450-4111-8DBB-B9894BF2BE80}" destId="{F0913960-A184-4A5A-B305-5A2DCF2F30DE}" srcOrd="0" destOrd="0" parTransId="{5B9E103F-AAE7-455D-A5AA-2055C40674FE}" sibTransId="{BA02B627-31DE-4EC9-97D9-93D89486F02F}"/>
    <dgm:cxn modelId="{6A20F0ED-C6C3-4EC4-97EF-9886D5CD6394}" type="presOf" srcId="{2617E6F9-6F76-4FAC-A67F-D79B099235CA}" destId="{DBABBF2D-4141-4BED-BFF9-669F771FA8B0}" srcOrd="0" destOrd="0" presId="urn:microsoft.com/office/officeart/2005/8/layout/orgChart1"/>
    <dgm:cxn modelId="{8A440A2C-3154-48CC-B207-2E56C316C366}" type="presOf" srcId="{7350681B-DBD3-48DF-A48E-81F9C82C2183}" destId="{A6D13755-34C1-4CE2-8BF7-E1AF8F388595}" srcOrd="0" destOrd="0" presId="urn:microsoft.com/office/officeart/2005/8/layout/orgChart1"/>
    <dgm:cxn modelId="{B9D53612-FCBD-4B79-B7B3-1D93FF8A915D}" type="presOf" srcId="{D0C6ED01-4450-4111-8DBB-B9894BF2BE80}" destId="{0981AED6-3E3B-4F41-A4D3-D715C9C86E7C}" srcOrd="1" destOrd="0" presId="urn:microsoft.com/office/officeart/2005/8/layout/orgChart1"/>
    <dgm:cxn modelId="{E9C9F63D-B44F-4340-AA94-3917AA23EE7D}" srcId="{6B58A325-B009-49F9-A128-081C327AD2F2}" destId="{D0C6ED01-4450-4111-8DBB-B9894BF2BE80}" srcOrd="0" destOrd="0" parTransId="{5DFA6CC5-9A9E-431B-A2F3-F6828CDABE3C}" sibTransId="{A2E120AF-ED8B-46FE-8D1D-7DB190E53250}"/>
    <dgm:cxn modelId="{95BFE5B3-5192-40E9-8218-EEC42ECFC7F7}" type="presOf" srcId="{5B9E103F-AAE7-455D-A5AA-2055C40674FE}" destId="{68C6A110-623E-4DD6-BE31-82E561B16300}" srcOrd="0" destOrd="0" presId="urn:microsoft.com/office/officeart/2005/8/layout/orgChart1"/>
    <dgm:cxn modelId="{E1EA338A-734D-4B0B-9A61-8C36EB7B7A65}" srcId="{F4979204-58E6-463F-9FB8-A983D8E69E8E}" destId="{0BB89111-1F04-4A4D-B4D9-83B5C1916C3F}" srcOrd="1" destOrd="0" parTransId="{2617E6F9-6F76-4FAC-A67F-D79B099235CA}" sibTransId="{C38B9FEA-2161-4FED-BB7D-40F4998CF4D8}"/>
    <dgm:cxn modelId="{91A0F5B3-F923-4D63-99A5-74CDC3EED0FE}" type="presOf" srcId="{D0C6ED01-4450-4111-8DBB-B9894BF2BE80}" destId="{5C7B206B-C08C-4505-A3EE-4958994E7AA6}" srcOrd="0" destOrd="0" presId="urn:microsoft.com/office/officeart/2005/8/layout/orgChart1"/>
    <dgm:cxn modelId="{2E266DD3-B845-400A-89C2-AE55344775C3}" type="presOf" srcId="{0B13BE09-812C-43CE-843B-A702F623F862}" destId="{85FF478D-F9CE-4B99-A270-A1EA909BE403}" srcOrd="0" destOrd="0" presId="urn:microsoft.com/office/officeart/2005/8/layout/orgChart1"/>
    <dgm:cxn modelId="{079B3B1F-6C0F-457A-AFC0-938709BF2DBF}" srcId="{216817A3-51AF-43CB-8B9A-E8764E0FCAD0}" destId="{C39FA169-70B0-4693-AF22-FFCCA3AE785C}" srcOrd="0" destOrd="0" parTransId="{C4D01A6B-7749-47CB-9F3B-406D17ABEC30}" sibTransId="{C11BDA19-4154-438D-8F2C-037EC3B862AC}"/>
    <dgm:cxn modelId="{70EA1363-328F-4868-8C83-64C7C125C691}" srcId="{D0C6ED01-4450-4111-8DBB-B9894BF2BE80}" destId="{F4979204-58E6-463F-9FB8-A983D8E69E8E}" srcOrd="1" destOrd="0" parTransId="{1E7197DD-387F-4B9A-9C71-C736C5B42EA9}" sibTransId="{617DB06C-18F4-4172-A3F5-D0B515FDE946}"/>
    <dgm:cxn modelId="{F3C7FCFC-9FA5-45EC-9C29-A9263BCCA2CC}" srcId="{F0913960-A184-4A5A-B305-5A2DCF2F30DE}" destId="{0B13BE09-812C-43CE-843B-A702F623F862}" srcOrd="1" destOrd="0" parTransId="{DAD6AB52-D2D8-451D-B19D-93782B94F1AF}" sibTransId="{4A5F5F48-873D-4871-81FA-A20E63145A7E}"/>
    <dgm:cxn modelId="{253EF6B0-6C73-4175-BDEF-0A4DA17D4737}" type="presOf" srcId="{C39FA169-70B0-4693-AF22-FFCCA3AE785C}" destId="{0782AC0B-255C-46B0-9075-408653B3E89C}" srcOrd="1" destOrd="0" presId="urn:microsoft.com/office/officeart/2005/8/layout/orgChart1"/>
    <dgm:cxn modelId="{375CCF7A-E3EC-47EE-B28A-009D27BDC952}" type="presOf" srcId="{394FC506-B728-444A-AB07-5AECD127AE5E}" destId="{A924B618-BBA6-4108-8AD7-AC272A226C6E}" srcOrd="0" destOrd="0" presId="urn:microsoft.com/office/officeart/2005/8/layout/orgChart1"/>
    <dgm:cxn modelId="{F73F60C3-5633-4EC6-9EC1-7887DE5260C1}" type="presOf" srcId="{216817A3-51AF-43CB-8B9A-E8764E0FCAD0}" destId="{A816BBE9-2702-4CD4-902B-578D8037B8D7}" srcOrd="0" destOrd="0" presId="urn:microsoft.com/office/officeart/2005/8/layout/orgChart1"/>
    <dgm:cxn modelId="{92B4219C-DFB8-4281-B3D1-3226AAD8BA51}" type="presOf" srcId="{1E7197DD-387F-4B9A-9C71-C736C5B42EA9}" destId="{815BD7CD-FF21-4D6F-860C-9B78A5DFA11A}" srcOrd="0" destOrd="0" presId="urn:microsoft.com/office/officeart/2005/8/layout/orgChart1"/>
    <dgm:cxn modelId="{28E48F5A-0C92-4607-B258-BBF24C47421C}" srcId="{0BB89111-1F04-4A4D-B4D9-83B5C1916C3F}" destId="{FD48A61F-05BA-4639-B719-4388E4AC2FCD}" srcOrd="1" destOrd="0" parTransId="{394FC506-B728-444A-AB07-5AECD127AE5E}" sibTransId="{D7DB6BC8-C7DD-4939-87CF-7880AB3F55F4}"/>
    <dgm:cxn modelId="{55522698-5256-40C2-9EC1-B996E1727D4E}" type="presOf" srcId="{D864EF71-6A8A-47C7-8764-E8A22E42DB8A}" destId="{2B3FE0DC-10D4-4684-B4D9-2AB7476AC977}" srcOrd="0" destOrd="0" presId="urn:microsoft.com/office/officeart/2005/8/layout/orgChart1"/>
    <dgm:cxn modelId="{93B8DC9F-6354-4935-B4BD-0B90B889E2B6}" type="presOf" srcId="{48280AB1-B611-4A7E-BCC2-26291CC4E0FF}" destId="{D7B869B2-A1AF-4348-8E59-0CD7082CCCDC}" srcOrd="0" destOrd="0" presId="urn:microsoft.com/office/officeart/2005/8/layout/orgChart1"/>
    <dgm:cxn modelId="{F84AEC11-0572-427C-B8C0-9E941B213DBD}" type="presOf" srcId="{0BB89111-1F04-4A4D-B4D9-83B5C1916C3F}" destId="{5354D761-CB23-4C85-BB87-5D006B38D06E}" srcOrd="0" destOrd="0" presId="urn:microsoft.com/office/officeart/2005/8/layout/orgChart1"/>
    <dgm:cxn modelId="{7234115B-9100-45D6-9BCE-99FD3A2AD09A}" srcId="{F4979204-58E6-463F-9FB8-A983D8E69E8E}" destId="{216817A3-51AF-43CB-8B9A-E8764E0FCAD0}" srcOrd="0" destOrd="0" parTransId="{C1A76D78-CF70-4F7B-9B73-C7F0AFB08DC1}" sibTransId="{EA3AEDE5-8176-490F-8B02-2F6E3B5056B2}"/>
    <dgm:cxn modelId="{3DFB175B-DC36-4A22-BF87-014649C1218B}" type="presOf" srcId="{C39FA169-70B0-4693-AF22-FFCCA3AE785C}" destId="{3E52908E-579D-40F3-A402-9F28D6B68351}" srcOrd="0" destOrd="0" presId="urn:microsoft.com/office/officeart/2005/8/layout/orgChart1"/>
    <dgm:cxn modelId="{54D14B64-7348-48EB-9D33-FCF981A4D396}" type="presOf" srcId="{F4979204-58E6-463F-9FB8-A983D8E69E8E}" destId="{5859EC14-E2DB-44CE-B034-0E93AB6B1943}" srcOrd="0" destOrd="0" presId="urn:microsoft.com/office/officeart/2005/8/layout/orgChart1"/>
    <dgm:cxn modelId="{87ABDE3A-E6B0-4A2C-A721-75418893847F}" srcId="{F0913960-A184-4A5A-B305-5A2DCF2F30DE}" destId="{D864EF71-6A8A-47C7-8764-E8A22E42DB8A}" srcOrd="0" destOrd="0" parTransId="{7350681B-DBD3-48DF-A48E-81F9C82C2183}" sibTransId="{42FC115B-04A5-4243-9EE7-0ACFEF8294CF}"/>
    <dgm:cxn modelId="{A532777F-0DDD-41DB-AFAD-A294C59C2AE8}" type="presOf" srcId="{48280AB1-B611-4A7E-BCC2-26291CC4E0FF}" destId="{08E55C76-2ED2-49FC-A955-BF69E5C9673F}" srcOrd="1" destOrd="0" presId="urn:microsoft.com/office/officeart/2005/8/layout/orgChart1"/>
    <dgm:cxn modelId="{F385CC93-B4DA-433D-BC4D-678E543658D6}" type="presOf" srcId="{FABFE473-3281-4C79-A6EA-292819F32F91}" destId="{C0C6474B-E71A-4AB7-8171-0D8DBF7105A4}" srcOrd="1" destOrd="0" presId="urn:microsoft.com/office/officeart/2005/8/layout/orgChart1"/>
    <dgm:cxn modelId="{949058D1-986D-42A3-A42C-5F0D3BAEE6CB}" type="presOf" srcId="{C1A76D78-CF70-4F7B-9B73-C7F0AFB08DC1}" destId="{A853C72C-5504-4B00-8BB9-22EE7AF15CA4}" srcOrd="0" destOrd="0" presId="urn:microsoft.com/office/officeart/2005/8/layout/orgChart1"/>
    <dgm:cxn modelId="{0286CBB4-2F17-434B-8FA4-A81E34302BEE}" type="presOf" srcId="{F0913960-A184-4A5A-B305-5A2DCF2F30DE}" destId="{0A4506DF-A32D-4AE0-AE75-0D5E4208FDF2}" srcOrd="0" destOrd="0" presId="urn:microsoft.com/office/officeart/2005/8/layout/orgChart1"/>
    <dgm:cxn modelId="{7DDEF128-F02F-4915-8970-5B71AB90B0A4}" type="presOf" srcId="{F4979204-58E6-463F-9FB8-A983D8E69E8E}" destId="{EA0E3F09-2DAD-4305-BB7B-AEF38591DAA5}" srcOrd="1" destOrd="0" presId="urn:microsoft.com/office/officeart/2005/8/layout/orgChart1"/>
    <dgm:cxn modelId="{E1AB45A9-5C98-4135-B1CE-7E36DD0F66E2}" type="presOf" srcId="{0BB89111-1F04-4A4D-B4D9-83B5C1916C3F}" destId="{B22E7F02-8DB6-4527-80A4-E23E64D53B88}" srcOrd="1" destOrd="0" presId="urn:microsoft.com/office/officeart/2005/8/layout/orgChart1"/>
    <dgm:cxn modelId="{9D86AE90-353B-4AAF-ACEA-FC04E2D31647}" type="presOf" srcId="{1F641E5B-B117-4C77-A201-E34D68D5C83E}" destId="{072CB9E7-5FE1-4EF0-9A57-48EA59E47A7F}" srcOrd="0" destOrd="0" presId="urn:microsoft.com/office/officeart/2005/8/layout/orgChart1"/>
    <dgm:cxn modelId="{57B9854B-2EE6-4918-BCC5-D83156E724CC}" type="presOf" srcId="{FD48A61F-05BA-4639-B719-4388E4AC2FCD}" destId="{CC504508-2D12-49EC-AA3A-6D7EDE57E6CC}" srcOrd="1" destOrd="0" presId="urn:microsoft.com/office/officeart/2005/8/layout/orgChart1"/>
    <dgm:cxn modelId="{85638FA5-8B99-4B92-8134-FE7181319821}" type="presParOf" srcId="{A643D5CA-EBAA-4E14-AE7C-944D1F6EBE7A}" destId="{7F8B293B-7218-4BB9-B171-4A777CFC52E9}" srcOrd="0" destOrd="0" presId="urn:microsoft.com/office/officeart/2005/8/layout/orgChart1"/>
    <dgm:cxn modelId="{17A68C5A-5111-424A-A1CF-4A1C5A82CB77}" type="presParOf" srcId="{7F8B293B-7218-4BB9-B171-4A777CFC52E9}" destId="{F481189E-0445-4D4A-9173-6BB2B11A526A}" srcOrd="0" destOrd="0" presId="urn:microsoft.com/office/officeart/2005/8/layout/orgChart1"/>
    <dgm:cxn modelId="{86FB55D4-107F-42F2-89FF-1EDE3CF33D7F}" type="presParOf" srcId="{F481189E-0445-4D4A-9173-6BB2B11A526A}" destId="{5C7B206B-C08C-4505-A3EE-4958994E7AA6}" srcOrd="0" destOrd="0" presId="urn:microsoft.com/office/officeart/2005/8/layout/orgChart1"/>
    <dgm:cxn modelId="{7216C6B1-8CC3-4ABC-9ED5-12B57AE2B95D}" type="presParOf" srcId="{F481189E-0445-4D4A-9173-6BB2B11A526A}" destId="{0981AED6-3E3B-4F41-A4D3-D715C9C86E7C}" srcOrd="1" destOrd="0" presId="urn:microsoft.com/office/officeart/2005/8/layout/orgChart1"/>
    <dgm:cxn modelId="{B3B31D74-6715-4FFE-9322-62D7BF9E719F}" type="presParOf" srcId="{7F8B293B-7218-4BB9-B171-4A777CFC52E9}" destId="{452EA42F-F65C-41B5-8453-589DD2160BC5}" srcOrd="1" destOrd="0" presId="urn:microsoft.com/office/officeart/2005/8/layout/orgChart1"/>
    <dgm:cxn modelId="{1F315B2E-0A3C-4A28-81A3-66BDF8816CED}" type="presParOf" srcId="{7F8B293B-7218-4BB9-B171-4A777CFC52E9}" destId="{262A5F5E-0512-4836-B9C2-18FEDE5B09A7}" srcOrd="2" destOrd="0" presId="urn:microsoft.com/office/officeart/2005/8/layout/orgChart1"/>
    <dgm:cxn modelId="{06D19807-283B-4A01-9661-3A5B4728D1DD}" type="presParOf" srcId="{262A5F5E-0512-4836-B9C2-18FEDE5B09A7}" destId="{68C6A110-623E-4DD6-BE31-82E561B16300}" srcOrd="0" destOrd="0" presId="urn:microsoft.com/office/officeart/2005/8/layout/orgChart1"/>
    <dgm:cxn modelId="{A2C4A6C1-47DC-4963-9417-457BB62C6115}" type="presParOf" srcId="{262A5F5E-0512-4836-B9C2-18FEDE5B09A7}" destId="{953A10DC-9E69-4A11-A33A-72A7D328DC26}" srcOrd="1" destOrd="0" presId="urn:microsoft.com/office/officeart/2005/8/layout/orgChart1"/>
    <dgm:cxn modelId="{E7B3CB3D-676C-403F-846E-65485EE66EB1}" type="presParOf" srcId="{953A10DC-9E69-4A11-A33A-72A7D328DC26}" destId="{A0F88C62-0728-4B8B-A39A-18D03513DEDC}" srcOrd="0" destOrd="0" presId="urn:microsoft.com/office/officeart/2005/8/layout/orgChart1"/>
    <dgm:cxn modelId="{A380AEA1-4F5A-4F31-94E7-F2F9DE0E51A7}" type="presParOf" srcId="{A0F88C62-0728-4B8B-A39A-18D03513DEDC}" destId="{0A4506DF-A32D-4AE0-AE75-0D5E4208FDF2}" srcOrd="0" destOrd="0" presId="urn:microsoft.com/office/officeart/2005/8/layout/orgChart1"/>
    <dgm:cxn modelId="{37C109FF-F002-47A5-9D73-1219F8C75877}" type="presParOf" srcId="{A0F88C62-0728-4B8B-A39A-18D03513DEDC}" destId="{D8D16896-1AA3-4FFB-A366-14408FC7D1F3}" srcOrd="1" destOrd="0" presId="urn:microsoft.com/office/officeart/2005/8/layout/orgChart1"/>
    <dgm:cxn modelId="{DD8EEFAA-DE24-4C81-AF4A-6766F5459230}" type="presParOf" srcId="{953A10DC-9E69-4A11-A33A-72A7D328DC26}" destId="{2821194B-89CA-4369-99CB-A90B8E4423AD}" srcOrd="1" destOrd="0" presId="urn:microsoft.com/office/officeart/2005/8/layout/orgChart1"/>
    <dgm:cxn modelId="{06406AD4-1275-4E5F-859C-4C1EA5111052}" type="presParOf" srcId="{953A10DC-9E69-4A11-A33A-72A7D328DC26}" destId="{F32B46E3-0DF2-4A79-AD0E-C688636BE001}" srcOrd="2" destOrd="0" presId="urn:microsoft.com/office/officeart/2005/8/layout/orgChart1"/>
    <dgm:cxn modelId="{78802ADB-46CA-47F1-8E3E-320E02EDDA68}" type="presParOf" srcId="{F32B46E3-0DF2-4A79-AD0E-C688636BE001}" destId="{A6D13755-34C1-4CE2-8BF7-E1AF8F388595}" srcOrd="0" destOrd="0" presId="urn:microsoft.com/office/officeart/2005/8/layout/orgChart1"/>
    <dgm:cxn modelId="{FDA5A398-AD60-444A-8A39-24451455E1EB}" type="presParOf" srcId="{F32B46E3-0DF2-4A79-AD0E-C688636BE001}" destId="{D1D66953-1255-40A1-AA18-EBC5BA7D3722}" srcOrd="1" destOrd="0" presId="urn:microsoft.com/office/officeart/2005/8/layout/orgChart1"/>
    <dgm:cxn modelId="{747F83BF-A7DF-439D-943A-6735E6BCDE83}" type="presParOf" srcId="{D1D66953-1255-40A1-AA18-EBC5BA7D3722}" destId="{D669D71C-329B-458B-9307-7D3ED3FC7C94}" srcOrd="0" destOrd="0" presId="urn:microsoft.com/office/officeart/2005/8/layout/orgChart1"/>
    <dgm:cxn modelId="{3904C6F9-2357-450C-9C2F-A63B05647B3E}" type="presParOf" srcId="{D669D71C-329B-458B-9307-7D3ED3FC7C94}" destId="{2B3FE0DC-10D4-4684-B4D9-2AB7476AC977}" srcOrd="0" destOrd="0" presId="urn:microsoft.com/office/officeart/2005/8/layout/orgChart1"/>
    <dgm:cxn modelId="{8E7F1A51-54F0-4432-A26C-1A9F7DB34D4C}" type="presParOf" srcId="{D669D71C-329B-458B-9307-7D3ED3FC7C94}" destId="{70D0C521-8C8E-45C5-BE85-D2144D6C78EA}" srcOrd="1" destOrd="0" presId="urn:microsoft.com/office/officeart/2005/8/layout/orgChart1"/>
    <dgm:cxn modelId="{D27BD16D-AD6B-4A7D-9AA1-0123D6E9ED7E}" type="presParOf" srcId="{D1D66953-1255-40A1-AA18-EBC5BA7D3722}" destId="{EC2A038A-D67C-4D7D-981A-7A1E90489967}" srcOrd="1" destOrd="0" presId="urn:microsoft.com/office/officeart/2005/8/layout/orgChart1"/>
    <dgm:cxn modelId="{4F5AA135-320D-4287-A1CF-80F21EBA974A}" type="presParOf" srcId="{D1D66953-1255-40A1-AA18-EBC5BA7D3722}" destId="{A40AD92D-CBBF-4B45-85AA-2D33E2BD7534}" srcOrd="2" destOrd="0" presId="urn:microsoft.com/office/officeart/2005/8/layout/orgChart1"/>
    <dgm:cxn modelId="{C84C5750-6358-4979-9461-23BC390DBB17}" type="presParOf" srcId="{F32B46E3-0DF2-4A79-AD0E-C688636BE001}" destId="{53680253-4AC4-4842-9E61-8637205D7C75}" srcOrd="2" destOrd="0" presId="urn:microsoft.com/office/officeart/2005/8/layout/orgChart1"/>
    <dgm:cxn modelId="{A0D4F2C9-EA69-4F7D-9BBA-4D6F9E40DF20}" type="presParOf" srcId="{F32B46E3-0DF2-4A79-AD0E-C688636BE001}" destId="{EFEDD6B8-2864-4991-8984-3FC644C664A7}" srcOrd="3" destOrd="0" presId="urn:microsoft.com/office/officeart/2005/8/layout/orgChart1"/>
    <dgm:cxn modelId="{DBE67851-FF70-4585-9931-8B899EE088F2}" type="presParOf" srcId="{EFEDD6B8-2864-4991-8984-3FC644C664A7}" destId="{1646CA6A-089E-4E95-A635-9CC59CBB67DC}" srcOrd="0" destOrd="0" presId="urn:microsoft.com/office/officeart/2005/8/layout/orgChart1"/>
    <dgm:cxn modelId="{E9FE846B-2568-4A6D-B48A-B981DF721844}" type="presParOf" srcId="{1646CA6A-089E-4E95-A635-9CC59CBB67DC}" destId="{85FF478D-F9CE-4B99-A270-A1EA909BE403}" srcOrd="0" destOrd="0" presId="urn:microsoft.com/office/officeart/2005/8/layout/orgChart1"/>
    <dgm:cxn modelId="{36513918-4B8F-434A-A7FC-F429394D6CED}" type="presParOf" srcId="{1646CA6A-089E-4E95-A635-9CC59CBB67DC}" destId="{DADB93F7-A88D-427F-B676-502155375381}" srcOrd="1" destOrd="0" presId="urn:microsoft.com/office/officeart/2005/8/layout/orgChart1"/>
    <dgm:cxn modelId="{D1AB2070-CA37-4BE1-BA35-3F591CE2F695}" type="presParOf" srcId="{EFEDD6B8-2864-4991-8984-3FC644C664A7}" destId="{3DEB947F-5E66-4FB1-BA91-37C2506175DC}" srcOrd="1" destOrd="0" presId="urn:microsoft.com/office/officeart/2005/8/layout/orgChart1"/>
    <dgm:cxn modelId="{7C655FF0-2541-44E6-9B13-77CF2C5B943F}" type="presParOf" srcId="{EFEDD6B8-2864-4991-8984-3FC644C664A7}" destId="{8BA150BF-429A-4E3A-8291-13E1A6703D5A}" srcOrd="2" destOrd="0" presId="urn:microsoft.com/office/officeart/2005/8/layout/orgChart1"/>
    <dgm:cxn modelId="{6BB5785F-4A96-47F2-9F9C-10A5BAD8971E}" type="presParOf" srcId="{262A5F5E-0512-4836-B9C2-18FEDE5B09A7}" destId="{815BD7CD-FF21-4D6F-860C-9B78A5DFA11A}" srcOrd="2" destOrd="0" presId="urn:microsoft.com/office/officeart/2005/8/layout/orgChart1"/>
    <dgm:cxn modelId="{A8AAC447-02C9-4A6C-9431-660B9295B304}" type="presParOf" srcId="{262A5F5E-0512-4836-B9C2-18FEDE5B09A7}" destId="{8ABA2885-E597-4C12-B4D2-231F93174C1B}" srcOrd="3" destOrd="0" presId="urn:microsoft.com/office/officeart/2005/8/layout/orgChart1"/>
    <dgm:cxn modelId="{25B1E62B-74FA-4CA8-AA78-C10FEC0060BF}" type="presParOf" srcId="{8ABA2885-E597-4C12-B4D2-231F93174C1B}" destId="{F3003EEE-0044-4349-AD22-75E094559AB3}" srcOrd="0" destOrd="0" presId="urn:microsoft.com/office/officeart/2005/8/layout/orgChart1"/>
    <dgm:cxn modelId="{100DB4BB-4F14-4FAF-8223-32CE7A1D51C7}" type="presParOf" srcId="{F3003EEE-0044-4349-AD22-75E094559AB3}" destId="{5859EC14-E2DB-44CE-B034-0E93AB6B1943}" srcOrd="0" destOrd="0" presId="urn:microsoft.com/office/officeart/2005/8/layout/orgChart1"/>
    <dgm:cxn modelId="{6CF7076A-2C72-44CA-A91F-7E7F1CAA92D9}" type="presParOf" srcId="{F3003EEE-0044-4349-AD22-75E094559AB3}" destId="{EA0E3F09-2DAD-4305-BB7B-AEF38591DAA5}" srcOrd="1" destOrd="0" presId="urn:microsoft.com/office/officeart/2005/8/layout/orgChart1"/>
    <dgm:cxn modelId="{9A9B6BB6-E40C-488D-90C9-E695D5CEB507}" type="presParOf" srcId="{8ABA2885-E597-4C12-B4D2-231F93174C1B}" destId="{D7F7164D-46E7-4232-8D8E-326BA547C246}" srcOrd="1" destOrd="0" presId="urn:microsoft.com/office/officeart/2005/8/layout/orgChart1"/>
    <dgm:cxn modelId="{A8103683-369E-4093-815B-03E4910E5D03}" type="presParOf" srcId="{8ABA2885-E597-4C12-B4D2-231F93174C1B}" destId="{134F451F-761F-4A05-AFB9-63108BD74495}" srcOrd="2" destOrd="0" presId="urn:microsoft.com/office/officeart/2005/8/layout/orgChart1"/>
    <dgm:cxn modelId="{0806EE10-A6EF-4BF2-8104-B7AA2C08D08D}" type="presParOf" srcId="{134F451F-761F-4A05-AFB9-63108BD74495}" destId="{A853C72C-5504-4B00-8BB9-22EE7AF15CA4}" srcOrd="0" destOrd="0" presId="urn:microsoft.com/office/officeart/2005/8/layout/orgChart1"/>
    <dgm:cxn modelId="{22A3FCB0-61CB-42B4-87E3-3D435F9592A9}" type="presParOf" srcId="{134F451F-761F-4A05-AFB9-63108BD74495}" destId="{632A50D0-358B-4ABB-97E2-5CD9E6320596}" srcOrd="1" destOrd="0" presId="urn:microsoft.com/office/officeart/2005/8/layout/orgChart1"/>
    <dgm:cxn modelId="{56DB6558-AC13-4B12-A88A-4852E939EFB0}" type="presParOf" srcId="{632A50D0-358B-4ABB-97E2-5CD9E6320596}" destId="{51259B52-8DD3-46D0-9F7B-DB035781DF14}" srcOrd="0" destOrd="0" presId="urn:microsoft.com/office/officeart/2005/8/layout/orgChart1"/>
    <dgm:cxn modelId="{148D8EA0-59F0-4858-AFB6-A13E6ECC9000}" type="presParOf" srcId="{51259B52-8DD3-46D0-9F7B-DB035781DF14}" destId="{A816BBE9-2702-4CD4-902B-578D8037B8D7}" srcOrd="0" destOrd="0" presId="urn:microsoft.com/office/officeart/2005/8/layout/orgChart1"/>
    <dgm:cxn modelId="{0EB14884-5448-469D-9396-6C3D1CAB2BC9}" type="presParOf" srcId="{51259B52-8DD3-46D0-9F7B-DB035781DF14}" destId="{1D393FF8-118F-43C8-9F2E-24FC2B2693AB}" srcOrd="1" destOrd="0" presId="urn:microsoft.com/office/officeart/2005/8/layout/orgChart1"/>
    <dgm:cxn modelId="{E36DE8C5-24F1-4DDE-919A-339B2BFF4E03}" type="presParOf" srcId="{632A50D0-358B-4ABB-97E2-5CD9E6320596}" destId="{35606BF0-0106-4637-AA82-764C256417EC}" srcOrd="1" destOrd="0" presId="urn:microsoft.com/office/officeart/2005/8/layout/orgChart1"/>
    <dgm:cxn modelId="{FB866F33-6104-42A9-B87E-81C91E1301FE}" type="presParOf" srcId="{632A50D0-358B-4ABB-97E2-5CD9E6320596}" destId="{19D0B595-7175-43F0-B9F5-1040448D2EA3}" srcOrd="2" destOrd="0" presId="urn:microsoft.com/office/officeart/2005/8/layout/orgChart1"/>
    <dgm:cxn modelId="{0CBC694E-76F2-418D-A5CB-0B9812B9218B}" type="presParOf" srcId="{19D0B595-7175-43F0-B9F5-1040448D2EA3}" destId="{D52A5810-A7AC-4483-96AB-59596E9922E1}" srcOrd="0" destOrd="0" presId="urn:microsoft.com/office/officeart/2005/8/layout/orgChart1"/>
    <dgm:cxn modelId="{7A05DCCD-C073-4F28-8F4E-36BD39217436}" type="presParOf" srcId="{19D0B595-7175-43F0-B9F5-1040448D2EA3}" destId="{0CE63057-4CA2-4F07-9808-18AA87677629}" srcOrd="1" destOrd="0" presId="urn:microsoft.com/office/officeart/2005/8/layout/orgChart1"/>
    <dgm:cxn modelId="{55F7DF9A-EA98-4BC0-8D77-C680F1CC82AF}" type="presParOf" srcId="{0CE63057-4CA2-4F07-9808-18AA87677629}" destId="{FF936DD0-EC09-44C9-A2E9-CA1EDB6C60E2}" srcOrd="0" destOrd="0" presId="urn:microsoft.com/office/officeart/2005/8/layout/orgChart1"/>
    <dgm:cxn modelId="{F0442A50-BBF6-4209-A71A-69E85915EB99}" type="presParOf" srcId="{FF936DD0-EC09-44C9-A2E9-CA1EDB6C60E2}" destId="{3E52908E-579D-40F3-A402-9F28D6B68351}" srcOrd="0" destOrd="0" presId="urn:microsoft.com/office/officeart/2005/8/layout/orgChart1"/>
    <dgm:cxn modelId="{16C989D0-6DD9-4530-8F00-E45C91BC77DC}" type="presParOf" srcId="{FF936DD0-EC09-44C9-A2E9-CA1EDB6C60E2}" destId="{0782AC0B-255C-46B0-9075-408653B3E89C}" srcOrd="1" destOrd="0" presId="urn:microsoft.com/office/officeart/2005/8/layout/orgChart1"/>
    <dgm:cxn modelId="{A480B222-203C-4F79-B9E4-5FBFB593AAEC}" type="presParOf" srcId="{0CE63057-4CA2-4F07-9808-18AA87677629}" destId="{23DB0A5F-1872-48EA-A823-6394F5922303}" srcOrd="1" destOrd="0" presId="urn:microsoft.com/office/officeart/2005/8/layout/orgChart1"/>
    <dgm:cxn modelId="{B57B8261-CA49-46C8-B165-40221A5FAC9A}" type="presParOf" srcId="{0CE63057-4CA2-4F07-9808-18AA87677629}" destId="{EDAA7BF2-74C6-4E0F-808C-A671F3639EF4}" srcOrd="2" destOrd="0" presId="urn:microsoft.com/office/officeart/2005/8/layout/orgChart1"/>
    <dgm:cxn modelId="{9E324FEC-C733-476B-99AA-BC31E11C207E}" type="presParOf" srcId="{19D0B595-7175-43F0-B9F5-1040448D2EA3}" destId="{1D719491-A7F4-4174-B5C9-FA4CA9DE5328}" srcOrd="2" destOrd="0" presId="urn:microsoft.com/office/officeart/2005/8/layout/orgChart1"/>
    <dgm:cxn modelId="{499050EC-E0D3-46E5-8518-2FE48A0D5AAC}" type="presParOf" srcId="{19D0B595-7175-43F0-B9F5-1040448D2EA3}" destId="{8C7D3E21-4A70-49EE-9E5D-C2627B74C7DB}" srcOrd="3" destOrd="0" presId="urn:microsoft.com/office/officeart/2005/8/layout/orgChart1"/>
    <dgm:cxn modelId="{F35A7C59-2138-498A-95FA-887AA7897C16}" type="presParOf" srcId="{8C7D3E21-4A70-49EE-9E5D-C2627B74C7DB}" destId="{66C903F4-F5D7-45C9-8B5F-25E60371228C}" srcOrd="0" destOrd="0" presId="urn:microsoft.com/office/officeart/2005/8/layout/orgChart1"/>
    <dgm:cxn modelId="{C599A488-D913-4CE7-BF2D-53385ED242AB}" type="presParOf" srcId="{66C903F4-F5D7-45C9-8B5F-25E60371228C}" destId="{D7B869B2-A1AF-4348-8E59-0CD7082CCCDC}" srcOrd="0" destOrd="0" presId="urn:microsoft.com/office/officeart/2005/8/layout/orgChart1"/>
    <dgm:cxn modelId="{E1AE357A-66DE-4254-8DB4-D15999593BF9}" type="presParOf" srcId="{66C903F4-F5D7-45C9-8B5F-25E60371228C}" destId="{08E55C76-2ED2-49FC-A955-BF69E5C9673F}" srcOrd="1" destOrd="0" presId="urn:microsoft.com/office/officeart/2005/8/layout/orgChart1"/>
    <dgm:cxn modelId="{536A33DA-4547-4FF0-BB9B-3E20C3FA177E}" type="presParOf" srcId="{8C7D3E21-4A70-49EE-9E5D-C2627B74C7DB}" destId="{BCA65154-8B9A-4F06-866C-FD1A94795769}" srcOrd="1" destOrd="0" presId="urn:microsoft.com/office/officeart/2005/8/layout/orgChart1"/>
    <dgm:cxn modelId="{76BED0BC-3A15-42B7-A620-D54A8CC29044}" type="presParOf" srcId="{8C7D3E21-4A70-49EE-9E5D-C2627B74C7DB}" destId="{F74E411A-1C98-4790-99CE-588B38F38476}" srcOrd="2" destOrd="0" presId="urn:microsoft.com/office/officeart/2005/8/layout/orgChart1"/>
    <dgm:cxn modelId="{C8FE34EF-F4FD-4551-9C07-01F59DE4FC42}" type="presParOf" srcId="{134F451F-761F-4A05-AFB9-63108BD74495}" destId="{DBABBF2D-4141-4BED-BFF9-669F771FA8B0}" srcOrd="2" destOrd="0" presId="urn:microsoft.com/office/officeart/2005/8/layout/orgChart1"/>
    <dgm:cxn modelId="{1AEFA35D-BACA-4291-A6EC-F7C7686530B6}" type="presParOf" srcId="{134F451F-761F-4A05-AFB9-63108BD74495}" destId="{DCD4F3DF-4CE3-488B-A09E-64983C7ACCDD}" srcOrd="3" destOrd="0" presId="urn:microsoft.com/office/officeart/2005/8/layout/orgChart1"/>
    <dgm:cxn modelId="{CB403D18-C75C-4111-8382-455555E1F8CB}" type="presParOf" srcId="{DCD4F3DF-4CE3-488B-A09E-64983C7ACCDD}" destId="{50F4377D-AAC6-42BC-BFFE-2BAB196FA0E5}" srcOrd="0" destOrd="0" presId="urn:microsoft.com/office/officeart/2005/8/layout/orgChart1"/>
    <dgm:cxn modelId="{0DDD13BB-E24E-47AA-8D91-05E725845F04}" type="presParOf" srcId="{50F4377D-AAC6-42BC-BFFE-2BAB196FA0E5}" destId="{5354D761-CB23-4C85-BB87-5D006B38D06E}" srcOrd="0" destOrd="0" presId="urn:microsoft.com/office/officeart/2005/8/layout/orgChart1"/>
    <dgm:cxn modelId="{30547637-AA36-4166-914C-D714EB03398B}" type="presParOf" srcId="{50F4377D-AAC6-42BC-BFFE-2BAB196FA0E5}" destId="{B22E7F02-8DB6-4527-80A4-E23E64D53B88}" srcOrd="1" destOrd="0" presId="urn:microsoft.com/office/officeart/2005/8/layout/orgChart1"/>
    <dgm:cxn modelId="{4ED33C5A-CD09-408C-B979-FC8087F1F503}" type="presParOf" srcId="{DCD4F3DF-4CE3-488B-A09E-64983C7ACCDD}" destId="{32F3537E-D385-418A-B578-E4B80182A9FB}" srcOrd="1" destOrd="0" presId="urn:microsoft.com/office/officeart/2005/8/layout/orgChart1"/>
    <dgm:cxn modelId="{BBBA748C-A10D-45C9-B2B3-1B4DBCE8B084}" type="presParOf" srcId="{DCD4F3DF-4CE3-488B-A09E-64983C7ACCDD}" destId="{C52F7AA2-452E-44B1-AF76-9E8A2B62FFDD}" srcOrd="2" destOrd="0" presId="urn:microsoft.com/office/officeart/2005/8/layout/orgChart1"/>
    <dgm:cxn modelId="{BE7C4CAF-31EF-48D1-9984-79E37D1065CC}" type="presParOf" srcId="{C52F7AA2-452E-44B1-AF76-9E8A2B62FFDD}" destId="{072CB9E7-5FE1-4EF0-9A57-48EA59E47A7F}" srcOrd="0" destOrd="0" presId="urn:microsoft.com/office/officeart/2005/8/layout/orgChart1"/>
    <dgm:cxn modelId="{1DC95E8C-DA47-4C3F-AE5F-C62607704263}" type="presParOf" srcId="{C52F7AA2-452E-44B1-AF76-9E8A2B62FFDD}" destId="{AD042666-59B2-4A97-AF76-1A0460AE2291}" srcOrd="1" destOrd="0" presId="urn:microsoft.com/office/officeart/2005/8/layout/orgChart1"/>
    <dgm:cxn modelId="{3693385D-EA9B-4414-A1F2-DC1E90485265}" type="presParOf" srcId="{AD042666-59B2-4A97-AF76-1A0460AE2291}" destId="{29EB024F-6A4A-40CF-89EF-C0BFADB0B350}" srcOrd="0" destOrd="0" presId="urn:microsoft.com/office/officeart/2005/8/layout/orgChart1"/>
    <dgm:cxn modelId="{8DBD4BAE-E2E6-483C-BB16-AC417D4672A0}" type="presParOf" srcId="{29EB024F-6A4A-40CF-89EF-C0BFADB0B350}" destId="{FBBE2114-11C7-476F-B940-11E345D98DEF}" srcOrd="0" destOrd="0" presId="urn:microsoft.com/office/officeart/2005/8/layout/orgChart1"/>
    <dgm:cxn modelId="{57A34377-A8E4-46AA-B750-4E9A34061702}" type="presParOf" srcId="{29EB024F-6A4A-40CF-89EF-C0BFADB0B350}" destId="{C0C6474B-E71A-4AB7-8171-0D8DBF7105A4}" srcOrd="1" destOrd="0" presId="urn:microsoft.com/office/officeart/2005/8/layout/orgChart1"/>
    <dgm:cxn modelId="{B4D00FFB-B137-411E-B941-533E83E8D756}" type="presParOf" srcId="{AD042666-59B2-4A97-AF76-1A0460AE2291}" destId="{A96C4BAD-94E0-46D0-9D2A-0ABAD647DB89}" srcOrd="1" destOrd="0" presId="urn:microsoft.com/office/officeart/2005/8/layout/orgChart1"/>
    <dgm:cxn modelId="{7B5E75A5-D21A-4CE8-9E2F-B8A531CBBF64}" type="presParOf" srcId="{AD042666-59B2-4A97-AF76-1A0460AE2291}" destId="{201DA9E7-F698-43BD-B7CA-A396491E2716}" srcOrd="2" destOrd="0" presId="urn:microsoft.com/office/officeart/2005/8/layout/orgChart1"/>
    <dgm:cxn modelId="{E64A9D30-F045-43BD-80D4-1DF6CAF47856}" type="presParOf" srcId="{C52F7AA2-452E-44B1-AF76-9E8A2B62FFDD}" destId="{A924B618-BBA6-4108-8AD7-AC272A226C6E}" srcOrd="2" destOrd="0" presId="urn:microsoft.com/office/officeart/2005/8/layout/orgChart1"/>
    <dgm:cxn modelId="{EF37A4B4-FA84-42FF-B590-3C17CE510EC1}" type="presParOf" srcId="{C52F7AA2-452E-44B1-AF76-9E8A2B62FFDD}" destId="{4AC2E699-B40B-4722-8A0E-6AE6E1146523}" srcOrd="3" destOrd="0" presId="urn:microsoft.com/office/officeart/2005/8/layout/orgChart1"/>
    <dgm:cxn modelId="{589AE323-91F5-403D-9E8A-3F402709AE5B}" type="presParOf" srcId="{4AC2E699-B40B-4722-8A0E-6AE6E1146523}" destId="{74C936BE-281D-4F36-9BE9-811BA09BE2BA}" srcOrd="0" destOrd="0" presId="urn:microsoft.com/office/officeart/2005/8/layout/orgChart1"/>
    <dgm:cxn modelId="{725CEF4A-E567-4A3C-8107-85AB69E3F785}" type="presParOf" srcId="{74C936BE-281D-4F36-9BE9-811BA09BE2BA}" destId="{B6419AF4-108D-4C47-884A-0FAA94BEE474}" srcOrd="0" destOrd="0" presId="urn:microsoft.com/office/officeart/2005/8/layout/orgChart1"/>
    <dgm:cxn modelId="{5099FB8F-F94F-491E-A2A1-2E1C37FED7B7}" type="presParOf" srcId="{74C936BE-281D-4F36-9BE9-811BA09BE2BA}" destId="{CC504508-2D12-49EC-AA3A-6D7EDE57E6CC}" srcOrd="1" destOrd="0" presId="urn:microsoft.com/office/officeart/2005/8/layout/orgChart1"/>
    <dgm:cxn modelId="{37161C3E-A05D-4D13-B6FC-ACDF2E619C4C}" type="presParOf" srcId="{4AC2E699-B40B-4722-8A0E-6AE6E1146523}" destId="{B532545D-B66D-4F29-BB77-39AA4C82F73E}" srcOrd="1" destOrd="0" presId="urn:microsoft.com/office/officeart/2005/8/layout/orgChart1"/>
    <dgm:cxn modelId="{D78F19ED-9083-4CEF-A5CA-7EBBB2C710B8}" type="presParOf" srcId="{4AC2E699-B40B-4722-8A0E-6AE6E1146523}" destId="{4845D7FB-DA89-42B5-BEA8-D33F75CF5532}" srcOrd="2" destOrd="0" presId="urn:microsoft.com/office/officeart/2005/8/layout/orgChart1"/>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A924B618-BBA6-4108-8AD7-AC272A226C6E}">
      <dsp:nvSpPr>
        <dsp:cNvPr id="0" name=""/>
        <dsp:cNvSpPr/>
      </dsp:nvSpPr>
      <dsp:spPr>
        <a:xfrm>
          <a:off x="7002163" y="2426815"/>
          <a:ext cx="123625" cy="541595"/>
        </a:xfrm>
        <a:custGeom>
          <a:avLst/>
          <a:gdLst/>
          <a:ahLst/>
          <a:cxnLst/>
          <a:rect l="0" t="0" r="0" b="0"/>
          <a:pathLst>
            <a:path>
              <a:moveTo>
                <a:pt x="0" y="0"/>
              </a:moveTo>
              <a:lnTo>
                <a:pt x="0" y="541595"/>
              </a:lnTo>
              <a:lnTo>
                <a:pt x="123625" y="54159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72CB9E7-5FE1-4EF0-9A57-48EA59E47A7F}">
      <dsp:nvSpPr>
        <dsp:cNvPr id="0" name=""/>
        <dsp:cNvSpPr/>
      </dsp:nvSpPr>
      <dsp:spPr>
        <a:xfrm>
          <a:off x="6878538" y="2426815"/>
          <a:ext cx="123625" cy="541595"/>
        </a:xfrm>
        <a:custGeom>
          <a:avLst/>
          <a:gdLst/>
          <a:ahLst/>
          <a:cxnLst/>
          <a:rect l="0" t="0" r="0" b="0"/>
          <a:pathLst>
            <a:path>
              <a:moveTo>
                <a:pt x="123625" y="0"/>
              </a:moveTo>
              <a:lnTo>
                <a:pt x="123625" y="541595"/>
              </a:lnTo>
              <a:lnTo>
                <a:pt x="0" y="54159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BABBF2D-4141-4BED-BFF9-669F771FA8B0}">
      <dsp:nvSpPr>
        <dsp:cNvPr id="0" name=""/>
        <dsp:cNvSpPr/>
      </dsp:nvSpPr>
      <dsp:spPr>
        <a:xfrm>
          <a:off x="5577531" y="1590874"/>
          <a:ext cx="835940" cy="541595"/>
        </a:xfrm>
        <a:custGeom>
          <a:avLst/>
          <a:gdLst/>
          <a:ahLst/>
          <a:cxnLst/>
          <a:rect l="0" t="0" r="0" b="0"/>
          <a:pathLst>
            <a:path>
              <a:moveTo>
                <a:pt x="0" y="0"/>
              </a:moveTo>
              <a:lnTo>
                <a:pt x="0" y="541595"/>
              </a:lnTo>
              <a:lnTo>
                <a:pt x="835940" y="54159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D719491-A7F4-4174-B5C9-FA4CA9DE5328}">
      <dsp:nvSpPr>
        <dsp:cNvPr id="0" name=""/>
        <dsp:cNvSpPr/>
      </dsp:nvSpPr>
      <dsp:spPr>
        <a:xfrm>
          <a:off x="4152899" y="2426815"/>
          <a:ext cx="123625" cy="541595"/>
        </a:xfrm>
        <a:custGeom>
          <a:avLst/>
          <a:gdLst/>
          <a:ahLst/>
          <a:cxnLst/>
          <a:rect l="0" t="0" r="0" b="0"/>
          <a:pathLst>
            <a:path>
              <a:moveTo>
                <a:pt x="0" y="0"/>
              </a:moveTo>
              <a:lnTo>
                <a:pt x="0" y="541595"/>
              </a:lnTo>
              <a:lnTo>
                <a:pt x="123625" y="54159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52A5810-A7AC-4483-96AB-59596E9922E1}">
      <dsp:nvSpPr>
        <dsp:cNvPr id="0" name=""/>
        <dsp:cNvSpPr/>
      </dsp:nvSpPr>
      <dsp:spPr>
        <a:xfrm>
          <a:off x="4029274" y="2426815"/>
          <a:ext cx="123625" cy="541595"/>
        </a:xfrm>
        <a:custGeom>
          <a:avLst/>
          <a:gdLst/>
          <a:ahLst/>
          <a:cxnLst/>
          <a:rect l="0" t="0" r="0" b="0"/>
          <a:pathLst>
            <a:path>
              <a:moveTo>
                <a:pt x="123625" y="0"/>
              </a:moveTo>
              <a:lnTo>
                <a:pt x="123625" y="541595"/>
              </a:lnTo>
              <a:lnTo>
                <a:pt x="0" y="54159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853C72C-5504-4B00-8BB9-22EE7AF15CA4}">
      <dsp:nvSpPr>
        <dsp:cNvPr id="0" name=""/>
        <dsp:cNvSpPr/>
      </dsp:nvSpPr>
      <dsp:spPr>
        <a:xfrm>
          <a:off x="4741590" y="1590874"/>
          <a:ext cx="835940" cy="541595"/>
        </a:xfrm>
        <a:custGeom>
          <a:avLst/>
          <a:gdLst/>
          <a:ahLst/>
          <a:cxnLst/>
          <a:rect l="0" t="0" r="0" b="0"/>
          <a:pathLst>
            <a:path>
              <a:moveTo>
                <a:pt x="835940" y="0"/>
              </a:moveTo>
              <a:lnTo>
                <a:pt x="835940" y="541595"/>
              </a:lnTo>
              <a:lnTo>
                <a:pt x="0" y="54159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15BD7CD-FF21-4D6F-860C-9B78A5DFA11A}">
      <dsp:nvSpPr>
        <dsp:cNvPr id="0" name=""/>
        <dsp:cNvSpPr/>
      </dsp:nvSpPr>
      <dsp:spPr>
        <a:xfrm>
          <a:off x="2728268" y="754933"/>
          <a:ext cx="2260572" cy="541595"/>
        </a:xfrm>
        <a:custGeom>
          <a:avLst/>
          <a:gdLst/>
          <a:ahLst/>
          <a:cxnLst/>
          <a:rect l="0" t="0" r="0" b="0"/>
          <a:pathLst>
            <a:path>
              <a:moveTo>
                <a:pt x="0" y="0"/>
              </a:moveTo>
              <a:lnTo>
                <a:pt x="0" y="541595"/>
              </a:lnTo>
              <a:lnTo>
                <a:pt x="2260572" y="54159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3680253-4AC4-4842-9E61-8637205D7C75}">
      <dsp:nvSpPr>
        <dsp:cNvPr id="0" name=""/>
        <dsp:cNvSpPr/>
      </dsp:nvSpPr>
      <dsp:spPr>
        <a:xfrm>
          <a:off x="1303636" y="1590874"/>
          <a:ext cx="123625" cy="541595"/>
        </a:xfrm>
        <a:custGeom>
          <a:avLst/>
          <a:gdLst/>
          <a:ahLst/>
          <a:cxnLst/>
          <a:rect l="0" t="0" r="0" b="0"/>
          <a:pathLst>
            <a:path>
              <a:moveTo>
                <a:pt x="0" y="0"/>
              </a:moveTo>
              <a:lnTo>
                <a:pt x="0" y="541595"/>
              </a:lnTo>
              <a:lnTo>
                <a:pt x="123625" y="54159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6D13755-34C1-4CE2-8BF7-E1AF8F388595}">
      <dsp:nvSpPr>
        <dsp:cNvPr id="0" name=""/>
        <dsp:cNvSpPr/>
      </dsp:nvSpPr>
      <dsp:spPr>
        <a:xfrm>
          <a:off x="1180011" y="1590874"/>
          <a:ext cx="123625" cy="541595"/>
        </a:xfrm>
        <a:custGeom>
          <a:avLst/>
          <a:gdLst/>
          <a:ahLst/>
          <a:cxnLst/>
          <a:rect l="0" t="0" r="0" b="0"/>
          <a:pathLst>
            <a:path>
              <a:moveTo>
                <a:pt x="123625" y="0"/>
              </a:moveTo>
              <a:lnTo>
                <a:pt x="123625" y="541595"/>
              </a:lnTo>
              <a:lnTo>
                <a:pt x="0" y="54159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8C6A110-623E-4DD6-BE31-82E561B16300}">
      <dsp:nvSpPr>
        <dsp:cNvPr id="0" name=""/>
        <dsp:cNvSpPr/>
      </dsp:nvSpPr>
      <dsp:spPr>
        <a:xfrm>
          <a:off x="1892327" y="754933"/>
          <a:ext cx="835940" cy="541595"/>
        </a:xfrm>
        <a:custGeom>
          <a:avLst/>
          <a:gdLst/>
          <a:ahLst/>
          <a:cxnLst/>
          <a:rect l="0" t="0" r="0" b="0"/>
          <a:pathLst>
            <a:path>
              <a:moveTo>
                <a:pt x="835940" y="0"/>
              </a:moveTo>
              <a:lnTo>
                <a:pt x="835940" y="541595"/>
              </a:lnTo>
              <a:lnTo>
                <a:pt x="0" y="54159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C7B206B-C08C-4505-A3EE-4958994E7AA6}">
      <dsp:nvSpPr>
        <dsp:cNvPr id="0" name=""/>
        <dsp:cNvSpPr/>
      </dsp:nvSpPr>
      <dsp:spPr>
        <a:xfrm>
          <a:off x="2139577" y="166243"/>
          <a:ext cx="1177381" cy="588690"/>
        </a:xfrm>
        <a:prstGeom prst="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smtClean="0"/>
            <a:t>Project</a:t>
          </a:r>
          <a:endParaRPr lang="en-US" sz="1600" kern="1200"/>
        </a:p>
      </dsp:txBody>
      <dsp:txXfrm>
        <a:off x="2139577" y="166243"/>
        <a:ext cx="1177381" cy="588690"/>
      </dsp:txXfrm>
    </dsp:sp>
    <dsp:sp modelId="{0A4506DF-A32D-4AE0-AE75-0D5E4208FDF2}">
      <dsp:nvSpPr>
        <dsp:cNvPr id="0" name=""/>
        <dsp:cNvSpPr/>
      </dsp:nvSpPr>
      <dsp:spPr>
        <a:xfrm>
          <a:off x="714945" y="1002184"/>
          <a:ext cx="1177381" cy="588690"/>
        </a:xfrm>
        <a:prstGeom prst="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smtClean="0"/>
            <a:t>Documents</a:t>
          </a:r>
          <a:endParaRPr lang="en-US" sz="1600" kern="1200"/>
        </a:p>
      </dsp:txBody>
      <dsp:txXfrm>
        <a:off x="714945" y="1002184"/>
        <a:ext cx="1177381" cy="588690"/>
      </dsp:txXfrm>
    </dsp:sp>
    <dsp:sp modelId="{2B3FE0DC-10D4-4684-B4D9-2AB7476AC977}">
      <dsp:nvSpPr>
        <dsp:cNvPr id="0" name=""/>
        <dsp:cNvSpPr/>
      </dsp:nvSpPr>
      <dsp:spPr>
        <a:xfrm>
          <a:off x="2629" y="1838125"/>
          <a:ext cx="1177381" cy="588690"/>
        </a:xfrm>
        <a:prstGeom prst="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smtClean="0"/>
            <a:t>User guide</a:t>
          </a:r>
          <a:endParaRPr lang="en-US" sz="1600" kern="1200"/>
        </a:p>
      </dsp:txBody>
      <dsp:txXfrm>
        <a:off x="2629" y="1838125"/>
        <a:ext cx="1177381" cy="588690"/>
      </dsp:txXfrm>
    </dsp:sp>
    <dsp:sp modelId="{85FF478D-F9CE-4B99-A270-A1EA909BE403}">
      <dsp:nvSpPr>
        <dsp:cNvPr id="0" name=""/>
        <dsp:cNvSpPr/>
      </dsp:nvSpPr>
      <dsp:spPr>
        <a:xfrm>
          <a:off x="1427261" y="1838125"/>
          <a:ext cx="1177381" cy="588690"/>
        </a:xfrm>
        <a:prstGeom prst="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smtClean="0"/>
            <a:t>Compilation guide</a:t>
          </a:r>
          <a:endParaRPr lang="en-US" sz="1600" kern="1200"/>
        </a:p>
      </dsp:txBody>
      <dsp:txXfrm>
        <a:off x="1427261" y="1838125"/>
        <a:ext cx="1177381" cy="588690"/>
      </dsp:txXfrm>
    </dsp:sp>
    <dsp:sp modelId="{5859EC14-E2DB-44CE-B034-0E93AB6B1943}">
      <dsp:nvSpPr>
        <dsp:cNvPr id="0" name=""/>
        <dsp:cNvSpPr/>
      </dsp:nvSpPr>
      <dsp:spPr>
        <a:xfrm>
          <a:off x="4988840" y="1002184"/>
          <a:ext cx="1177381" cy="588690"/>
        </a:xfrm>
        <a:prstGeom prst="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smtClean="0"/>
            <a:t>Application</a:t>
          </a:r>
          <a:endParaRPr lang="en-US" sz="1600" kern="1200"/>
        </a:p>
      </dsp:txBody>
      <dsp:txXfrm>
        <a:off x="4988840" y="1002184"/>
        <a:ext cx="1177381" cy="588690"/>
      </dsp:txXfrm>
    </dsp:sp>
    <dsp:sp modelId="{A816BBE9-2702-4CD4-902B-578D8037B8D7}">
      <dsp:nvSpPr>
        <dsp:cNvPr id="0" name=""/>
        <dsp:cNvSpPr/>
      </dsp:nvSpPr>
      <dsp:spPr>
        <a:xfrm>
          <a:off x="3564209" y="1838125"/>
          <a:ext cx="1177381" cy="588690"/>
        </a:xfrm>
        <a:prstGeom prst="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smtClean="0"/>
            <a:t>Feature 1</a:t>
          </a:r>
          <a:endParaRPr lang="en-US" sz="1600" kern="1200"/>
        </a:p>
      </dsp:txBody>
      <dsp:txXfrm>
        <a:off x="3564209" y="1838125"/>
        <a:ext cx="1177381" cy="588690"/>
      </dsp:txXfrm>
    </dsp:sp>
    <dsp:sp modelId="{3E52908E-579D-40F3-A402-9F28D6B68351}">
      <dsp:nvSpPr>
        <dsp:cNvPr id="0" name=""/>
        <dsp:cNvSpPr/>
      </dsp:nvSpPr>
      <dsp:spPr>
        <a:xfrm>
          <a:off x="2851893" y="2674066"/>
          <a:ext cx="1177381" cy="588690"/>
        </a:xfrm>
        <a:prstGeom prst="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smtClean="0"/>
            <a:t>Use Cases / User Stories</a:t>
          </a:r>
          <a:endParaRPr lang="en-US" sz="1600" kern="1200"/>
        </a:p>
      </dsp:txBody>
      <dsp:txXfrm>
        <a:off x="2851893" y="2674066"/>
        <a:ext cx="1177381" cy="588690"/>
      </dsp:txXfrm>
    </dsp:sp>
    <dsp:sp modelId="{D7B869B2-A1AF-4348-8E59-0CD7082CCCDC}">
      <dsp:nvSpPr>
        <dsp:cNvPr id="0" name=""/>
        <dsp:cNvSpPr/>
      </dsp:nvSpPr>
      <dsp:spPr>
        <a:xfrm>
          <a:off x="4276525" y="2674066"/>
          <a:ext cx="1177381" cy="588690"/>
        </a:xfrm>
        <a:prstGeom prst="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smtClean="0"/>
            <a:t>Source Code</a:t>
          </a:r>
          <a:endParaRPr lang="en-US" sz="1600" kern="1200"/>
        </a:p>
      </dsp:txBody>
      <dsp:txXfrm>
        <a:off x="4276525" y="2674066"/>
        <a:ext cx="1177381" cy="588690"/>
      </dsp:txXfrm>
    </dsp:sp>
    <dsp:sp modelId="{5354D761-CB23-4C85-BB87-5D006B38D06E}">
      <dsp:nvSpPr>
        <dsp:cNvPr id="0" name=""/>
        <dsp:cNvSpPr/>
      </dsp:nvSpPr>
      <dsp:spPr>
        <a:xfrm>
          <a:off x="6413472" y="1838125"/>
          <a:ext cx="1177381" cy="588690"/>
        </a:xfrm>
        <a:prstGeom prst="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smtClean="0"/>
            <a:t>Feature 2</a:t>
          </a:r>
          <a:endParaRPr lang="en-US" sz="1600" kern="1200"/>
        </a:p>
      </dsp:txBody>
      <dsp:txXfrm>
        <a:off x="6413472" y="1838125"/>
        <a:ext cx="1177381" cy="588690"/>
      </dsp:txXfrm>
    </dsp:sp>
    <dsp:sp modelId="{FBBE2114-11C7-476F-B940-11E345D98DEF}">
      <dsp:nvSpPr>
        <dsp:cNvPr id="0" name=""/>
        <dsp:cNvSpPr/>
      </dsp:nvSpPr>
      <dsp:spPr>
        <a:xfrm>
          <a:off x="5701156" y="2674066"/>
          <a:ext cx="1177381" cy="588690"/>
        </a:xfrm>
        <a:prstGeom prst="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smtClean="0"/>
            <a:t>Use Cases / User Stories</a:t>
          </a:r>
          <a:endParaRPr lang="en-US" sz="1600" kern="1200"/>
        </a:p>
      </dsp:txBody>
      <dsp:txXfrm>
        <a:off x="5701156" y="2674066"/>
        <a:ext cx="1177381" cy="588690"/>
      </dsp:txXfrm>
    </dsp:sp>
    <dsp:sp modelId="{B6419AF4-108D-4C47-884A-0FAA94BEE474}">
      <dsp:nvSpPr>
        <dsp:cNvPr id="0" name=""/>
        <dsp:cNvSpPr/>
      </dsp:nvSpPr>
      <dsp:spPr>
        <a:xfrm>
          <a:off x="7125788" y="2674066"/>
          <a:ext cx="1177381" cy="588690"/>
        </a:xfrm>
        <a:prstGeom prst="rect">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smtClean="0"/>
            <a:t>Source Code</a:t>
          </a:r>
          <a:endParaRPr lang="en-US" sz="1600" kern="1200"/>
        </a:p>
      </dsp:txBody>
      <dsp:txXfrm>
        <a:off x="7125788" y="2674066"/>
        <a:ext cx="1177381" cy="588690"/>
      </dsp:txXfrm>
    </dsp:sp>
  </dsp:spTree>
</dsp:drawing>
</file>

<file path=ppt/diagrams/drawing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49F3141C-60E0-424A-8295-FDD9966CCDE8}">
      <dsp:nvSpPr>
        <dsp:cNvPr id="0" name=""/>
        <dsp:cNvSpPr/>
      </dsp:nvSpPr>
      <dsp:spPr>
        <a:xfrm>
          <a:off x="4101" y="534974"/>
          <a:ext cx="2427781" cy="1825651"/>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3820" tIns="83820" rIns="83820" bIns="83820" numCol="1" spcCol="1270" anchor="ctr" anchorCtr="0">
          <a:noAutofit/>
        </a:bodyPr>
        <a:lstStyle/>
        <a:p>
          <a:pPr lvl="0" algn="ctr" defTabSz="977900">
            <a:lnSpc>
              <a:spcPct val="90000"/>
            </a:lnSpc>
            <a:spcBef>
              <a:spcPct val="0"/>
            </a:spcBef>
            <a:spcAft>
              <a:spcPct val="35000"/>
            </a:spcAft>
          </a:pPr>
          <a:r>
            <a:rPr lang="en-US" sz="2200" i="1" kern="1200" smtClean="0"/>
            <a:t>Input - </a:t>
          </a:r>
          <a:r>
            <a:rPr lang="en-US" sz="2200" kern="1200" smtClean="0"/>
            <a:t>Vision and scope document, </a:t>
          </a:r>
          <a:r>
            <a:rPr lang="en-US" sz="2200" kern="1200" err="1" smtClean="0"/>
            <a:t>PoC</a:t>
          </a:r>
          <a:r>
            <a:rPr lang="en-US" sz="2200" kern="1200" smtClean="0"/>
            <a:t>, other documentation and systems</a:t>
          </a:r>
          <a:endParaRPr lang="en-US" sz="2200" kern="1200"/>
        </a:p>
      </dsp:txBody>
      <dsp:txXfrm>
        <a:off x="4101" y="534974"/>
        <a:ext cx="2427781" cy="1825651"/>
      </dsp:txXfrm>
    </dsp:sp>
    <dsp:sp modelId="{0CA93EAB-3016-4269-96DA-8DA863BA2D0F}">
      <dsp:nvSpPr>
        <dsp:cNvPr id="0" name=""/>
        <dsp:cNvSpPr/>
      </dsp:nvSpPr>
      <dsp:spPr>
        <a:xfrm>
          <a:off x="2530088" y="1326023"/>
          <a:ext cx="208198" cy="243552"/>
        </a:xfrm>
        <a:prstGeom prst="rightArrow">
          <a:avLst>
            <a:gd name="adj1" fmla="val 60000"/>
            <a:gd name="adj2" fmla="val 5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lvl="0" algn="ctr" defTabSz="444500">
            <a:lnSpc>
              <a:spcPct val="90000"/>
            </a:lnSpc>
            <a:spcBef>
              <a:spcPct val="0"/>
            </a:spcBef>
            <a:spcAft>
              <a:spcPct val="35000"/>
            </a:spcAft>
          </a:pPr>
          <a:endParaRPr lang="en-US" sz="1000" kern="1200"/>
        </a:p>
      </dsp:txBody>
      <dsp:txXfrm>
        <a:off x="2530088" y="1326023"/>
        <a:ext cx="208198" cy="243552"/>
      </dsp:txXfrm>
    </dsp:sp>
    <dsp:sp modelId="{ACDBFEC7-A867-4077-9244-5F6023D8B3D8}">
      <dsp:nvSpPr>
        <dsp:cNvPr id="0" name=""/>
        <dsp:cNvSpPr/>
      </dsp:nvSpPr>
      <dsp:spPr>
        <a:xfrm>
          <a:off x="2824709" y="534974"/>
          <a:ext cx="2427781" cy="1825651"/>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3820" tIns="83820" rIns="83820" bIns="83820" numCol="1" spcCol="1270" anchor="ctr" anchorCtr="0">
          <a:noAutofit/>
        </a:bodyPr>
        <a:lstStyle/>
        <a:p>
          <a:pPr lvl="0" algn="ctr" defTabSz="977900">
            <a:lnSpc>
              <a:spcPct val="90000"/>
            </a:lnSpc>
            <a:spcBef>
              <a:spcPct val="0"/>
            </a:spcBef>
            <a:spcAft>
              <a:spcPct val="35000"/>
            </a:spcAft>
          </a:pPr>
          <a:r>
            <a:rPr lang="en-US" sz="2200" kern="1200" smtClean="0"/>
            <a:t>Repeat identifying, judging, discussing </a:t>
          </a:r>
          <a:r>
            <a:rPr lang="en-US" sz="2200" u="sng" kern="1200" smtClean="0"/>
            <a:t>deliverables</a:t>
          </a:r>
          <a:r>
            <a:rPr lang="en-US" sz="2200" kern="1200" smtClean="0"/>
            <a:t>, work and removing duplicates</a:t>
          </a:r>
          <a:endParaRPr lang="en-US" sz="2200" kern="1200"/>
        </a:p>
      </dsp:txBody>
      <dsp:txXfrm>
        <a:off x="2824709" y="534974"/>
        <a:ext cx="2427781" cy="1825651"/>
      </dsp:txXfrm>
    </dsp:sp>
    <dsp:sp modelId="{E927024B-0795-4C32-9570-0A1B6C10375B}">
      <dsp:nvSpPr>
        <dsp:cNvPr id="0" name=""/>
        <dsp:cNvSpPr/>
      </dsp:nvSpPr>
      <dsp:spPr>
        <a:xfrm>
          <a:off x="5350697" y="1326023"/>
          <a:ext cx="208198" cy="243552"/>
        </a:xfrm>
        <a:prstGeom prst="rightArrow">
          <a:avLst>
            <a:gd name="adj1" fmla="val 60000"/>
            <a:gd name="adj2" fmla="val 5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lvl="0" algn="ctr" defTabSz="444500">
            <a:lnSpc>
              <a:spcPct val="90000"/>
            </a:lnSpc>
            <a:spcBef>
              <a:spcPct val="0"/>
            </a:spcBef>
            <a:spcAft>
              <a:spcPct val="35000"/>
            </a:spcAft>
          </a:pPr>
          <a:endParaRPr lang="en-US" sz="1000" kern="1200"/>
        </a:p>
      </dsp:txBody>
      <dsp:txXfrm>
        <a:off x="5350697" y="1326023"/>
        <a:ext cx="208198" cy="243552"/>
      </dsp:txXfrm>
    </dsp:sp>
    <dsp:sp modelId="{A7B3375D-F283-4BEE-ACB7-0FE4E1A0C72A}">
      <dsp:nvSpPr>
        <dsp:cNvPr id="0" name=""/>
        <dsp:cNvSpPr/>
      </dsp:nvSpPr>
      <dsp:spPr>
        <a:xfrm>
          <a:off x="5645317" y="534974"/>
          <a:ext cx="2427781" cy="1825651"/>
        </a:xfrm>
        <a:prstGeom prst="roundRect">
          <a:avLst>
            <a:gd name="adj" fmla="val 10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3820" tIns="83820" rIns="83820" bIns="83820" numCol="1" spcCol="1270" anchor="ctr" anchorCtr="0">
          <a:noAutofit/>
        </a:bodyPr>
        <a:lstStyle/>
        <a:p>
          <a:pPr lvl="0" algn="ctr" defTabSz="977900">
            <a:lnSpc>
              <a:spcPct val="90000"/>
            </a:lnSpc>
            <a:spcBef>
              <a:spcPct val="0"/>
            </a:spcBef>
            <a:spcAft>
              <a:spcPct val="35000"/>
            </a:spcAft>
          </a:pPr>
          <a:r>
            <a:rPr lang="en-US" sz="2200" i="1" kern="1200" smtClean="0"/>
            <a:t>Output - </a:t>
          </a:r>
          <a:r>
            <a:rPr lang="en-US" sz="2200" kern="1200" smtClean="0"/>
            <a:t>Work breakdown structure (WBS).</a:t>
          </a:r>
          <a:endParaRPr lang="en-US" sz="2200" u="sng" kern="1200"/>
        </a:p>
      </dsp:txBody>
      <dsp:txXfrm>
        <a:off x="5645317" y="534974"/>
        <a:ext cx="2427781" cy="1825651"/>
      </dsp:txXfrm>
    </dsp:sp>
  </dsp:spTree>
</dsp:drawing>
</file>

<file path=ppt/diagrams/drawing3.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C6DFA708-0D25-4AA1-9265-C276110F5EF1}">
      <dsp:nvSpPr>
        <dsp:cNvPr id="0" name=""/>
        <dsp:cNvSpPr/>
      </dsp:nvSpPr>
      <dsp:spPr>
        <a:xfrm>
          <a:off x="4114800" y="742829"/>
          <a:ext cx="2689412" cy="311171"/>
        </a:xfrm>
        <a:custGeom>
          <a:avLst/>
          <a:gdLst/>
          <a:ahLst/>
          <a:cxnLst/>
          <a:rect l="0" t="0" r="0" b="0"/>
          <a:pathLst>
            <a:path>
              <a:moveTo>
                <a:pt x="0" y="0"/>
              </a:moveTo>
              <a:lnTo>
                <a:pt x="0" y="155585"/>
              </a:lnTo>
              <a:lnTo>
                <a:pt x="2689412" y="155585"/>
              </a:lnTo>
              <a:lnTo>
                <a:pt x="2689412" y="311171"/>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3023BD5-EFE1-4727-B23C-C5664FDD9773}">
      <dsp:nvSpPr>
        <dsp:cNvPr id="0" name=""/>
        <dsp:cNvSpPr/>
      </dsp:nvSpPr>
      <dsp:spPr>
        <a:xfrm>
          <a:off x="4418562" y="1794885"/>
          <a:ext cx="222265" cy="2785727"/>
        </a:xfrm>
        <a:custGeom>
          <a:avLst/>
          <a:gdLst/>
          <a:ahLst/>
          <a:cxnLst/>
          <a:rect l="0" t="0" r="0" b="0"/>
          <a:pathLst>
            <a:path>
              <a:moveTo>
                <a:pt x="0" y="0"/>
              </a:moveTo>
              <a:lnTo>
                <a:pt x="0" y="2785727"/>
              </a:lnTo>
              <a:lnTo>
                <a:pt x="222265" y="2785727"/>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F88E53E-0F43-42C0-AEE2-22F2493A9213}">
      <dsp:nvSpPr>
        <dsp:cNvPr id="0" name=""/>
        <dsp:cNvSpPr/>
      </dsp:nvSpPr>
      <dsp:spPr>
        <a:xfrm>
          <a:off x="4418562" y="1794885"/>
          <a:ext cx="222265" cy="1733670"/>
        </a:xfrm>
        <a:custGeom>
          <a:avLst/>
          <a:gdLst/>
          <a:ahLst/>
          <a:cxnLst/>
          <a:rect l="0" t="0" r="0" b="0"/>
          <a:pathLst>
            <a:path>
              <a:moveTo>
                <a:pt x="0" y="0"/>
              </a:moveTo>
              <a:lnTo>
                <a:pt x="0" y="1733670"/>
              </a:lnTo>
              <a:lnTo>
                <a:pt x="222265" y="173367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613E1B3-51F2-4F9B-8211-E347D247AAC4}">
      <dsp:nvSpPr>
        <dsp:cNvPr id="0" name=""/>
        <dsp:cNvSpPr/>
      </dsp:nvSpPr>
      <dsp:spPr>
        <a:xfrm>
          <a:off x="4418562" y="1794885"/>
          <a:ext cx="222265" cy="681614"/>
        </a:xfrm>
        <a:custGeom>
          <a:avLst/>
          <a:gdLst/>
          <a:ahLst/>
          <a:cxnLst/>
          <a:rect l="0" t="0" r="0" b="0"/>
          <a:pathLst>
            <a:path>
              <a:moveTo>
                <a:pt x="0" y="0"/>
              </a:moveTo>
              <a:lnTo>
                <a:pt x="0" y="681614"/>
              </a:lnTo>
              <a:lnTo>
                <a:pt x="222265" y="68161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5E7B7D0-41EC-42FD-A4A8-786E644AAFCB}">
      <dsp:nvSpPr>
        <dsp:cNvPr id="0" name=""/>
        <dsp:cNvSpPr/>
      </dsp:nvSpPr>
      <dsp:spPr>
        <a:xfrm>
          <a:off x="4114800" y="742829"/>
          <a:ext cx="896470" cy="311171"/>
        </a:xfrm>
        <a:custGeom>
          <a:avLst/>
          <a:gdLst/>
          <a:ahLst/>
          <a:cxnLst/>
          <a:rect l="0" t="0" r="0" b="0"/>
          <a:pathLst>
            <a:path>
              <a:moveTo>
                <a:pt x="0" y="0"/>
              </a:moveTo>
              <a:lnTo>
                <a:pt x="0" y="155585"/>
              </a:lnTo>
              <a:lnTo>
                <a:pt x="896470" y="155585"/>
              </a:lnTo>
              <a:lnTo>
                <a:pt x="896470" y="311171"/>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F0AE643-C0CC-4E07-A9D4-A4B841EA1824}">
      <dsp:nvSpPr>
        <dsp:cNvPr id="0" name=""/>
        <dsp:cNvSpPr/>
      </dsp:nvSpPr>
      <dsp:spPr>
        <a:xfrm>
          <a:off x="2625621" y="1794885"/>
          <a:ext cx="222265" cy="2785727"/>
        </a:xfrm>
        <a:custGeom>
          <a:avLst/>
          <a:gdLst/>
          <a:ahLst/>
          <a:cxnLst/>
          <a:rect l="0" t="0" r="0" b="0"/>
          <a:pathLst>
            <a:path>
              <a:moveTo>
                <a:pt x="0" y="0"/>
              </a:moveTo>
              <a:lnTo>
                <a:pt x="0" y="2785727"/>
              </a:lnTo>
              <a:lnTo>
                <a:pt x="222265" y="2785727"/>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9EADFD3-7AC2-4212-B7CB-45F104CD1442}">
      <dsp:nvSpPr>
        <dsp:cNvPr id="0" name=""/>
        <dsp:cNvSpPr/>
      </dsp:nvSpPr>
      <dsp:spPr>
        <a:xfrm>
          <a:off x="2625621" y="1794885"/>
          <a:ext cx="222265" cy="1733670"/>
        </a:xfrm>
        <a:custGeom>
          <a:avLst/>
          <a:gdLst/>
          <a:ahLst/>
          <a:cxnLst/>
          <a:rect l="0" t="0" r="0" b="0"/>
          <a:pathLst>
            <a:path>
              <a:moveTo>
                <a:pt x="0" y="0"/>
              </a:moveTo>
              <a:lnTo>
                <a:pt x="0" y="1733670"/>
              </a:lnTo>
              <a:lnTo>
                <a:pt x="222265" y="173367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76831EC-0E16-4D60-B894-0852C656BC9E}">
      <dsp:nvSpPr>
        <dsp:cNvPr id="0" name=""/>
        <dsp:cNvSpPr/>
      </dsp:nvSpPr>
      <dsp:spPr>
        <a:xfrm>
          <a:off x="2625621" y="1794885"/>
          <a:ext cx="222265" cy="681614"/>
        </a:xfrm>
        <a:custGeom>
          <a:avLst/>
          <a:gdLst/>
          <a:ahLst/>
          <a:cxnLst/>
          <a:rect l="0" t="0" r="0" b="0"/>
          <a:pathLst>
            <a:path>
              <a:moveTo>
                <a:pt x="0" y="0"/>
              </a:moveTo>
              <a:lnTo>
                <a:pt x="0" y="681614"/>
              </a:lnTo>
              <a:lnTo>
                <a:pt x="222265" y="68161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A454C65-9D10-4B66-BB9B-FAE8F8D7C241}">
      <dsp:nvSpPr>
        <dsp:cNvPr id="0" name=""/>
        <dsp:cNvSpPr/>
      </dsp:nvSpPr>
      <dsp:spPr>
        <a:xfrm>
          <a:off x="3218329" y="742829"/>
          <a:ext cx="896470" cy="311171"/>
        </a:xfrm>
        <a:custGeom>
          <a:avLst/>
          <a:gdLst/>
          <a:ahLst/>
          <a:cxnLst/>
          <a:rect l="0" t="0" r="0" b="0"/>
          <a:pathLst>
            <a:path>
              <a:moveTo>
                <a:pt x="896470" y="0"/>
              </a:moveTo>
              <a:lnTo>
                <a:pt x="896470" y="155585"/>
              </a:lnTo>
              <a:lnTo>
                <a:pt x="0" y="155585"/>
              </a:lnTo>
              <a:lnTo>
                <a:pt x="0" y="311171"/>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C1F72F7-D610-46B2-9C2D-B79FA8B02FEA}">
      <dsp:nvSpPr>
        <dsp:cNvPr id="0" name=""/>
        <dsp:cNvSpPr/>
      </dsp:nvSpPr>
      <dsp:spPr>
        <a:xfrm>
          <a:off x="832679" y="1794885"/>
          <a:ext cx="222265" cy="2785727"/>
        </a:xfrm>
        <a:custGeom>
          <a:avLst/>
          <a:gdLst/>
          <a:ahLst/>
          <a:cxnLst/>
          <a:rect l="0" t="0" r="0" b="0"/>
          <a:pathLst>
            <a:path>
              <a:moveTo>
                <a:pt x="0" y="0"/>
              </a:moveTo>
              <a:lnTo>
                <a:pt x="0" y="2785727"/>
              </a:lnTo>
              <a:lnTo>
                <a:pt x="222265" y="2785727"/>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832BDBB-80B0-4DFE-A7FE-7EC47A8D0E23}">
      <dsp:nvSpPr>
        <dsp:cNvPr id="0" name=""/>
        <dsp:cNvSpPr/>
      </dsp:nvSpPr>
      <dsp:spPr>
        <a:xfrm>
          <a:off x="832679" y="1794885"/>
          <a:ext cx="222265" cy="1733670"/>
        </a:xfrm>
        <a:custGeom>
          <a:avLst/>
          <a:gdLst/>
          <a:ahLst/>
          <a:cxnLst/>
          <a:rect l="0" t="0" r="0" b="0"/>
          <a:pathLst>
            <a:path>
              <a:moveTo>
                <a:pt x="0" y="0"/>
              </a:moveTo>
              <a:lnTo>
                <a:pt x="0" y="1733670"/>
              </a:lnTo>
              <a:lnTo>
                <a:pt x="222265" y="173367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D19C2DB-DB4C-47B7-8D03-D32EDB4CA6C2}">
      <dsp:nvSpPr>
        <dsp:cNvPr id="0" name=""/>
        <dsp:cNvSpPr/>
      </dsp:nvSpPr>
      <dsp:spPr>
        <a:xfrm>
          <a:off x="832679" y="1794885"/>
          <a:ext cx="222265" cy="681614"/>
        </a:xfrm>
        <a:custGeom>
          <a:avLst/>
          <a:gdLst/>
          <a:ahLst/>
          <a:cxnLst/>
          <a:rect l="0" t="0" r="0" b="0"/>
          <a:pathLst>
            <a:path>
              <a:moveTo>
                <a:pt x="0" y="0"/>
              </a:moveTo>
              <a:lnTo>
                <a:pt x="0" y="681614"/>
              </a:lnTo>
              <a:lnTo>
                <a:pt x="222265" y="68161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1287146-4D25-46B4-A680-7330E6E61D79}">
      <dsp:nvSpPr>
        <dsp:cNvPr id="0" name=""/>
        <dsp:cNvSpPr/>
      </dsp:nvSpPr>
      <dsp:spPr>
        <a:xfrm>
          <a:off x="1425387" y="742829"/>
          <a:ext cx="2689412" cy="311171"/>
        </a:xfrm>
        <a:custGeom>
          <a:avLst/>
          <a:gdLst/>
          <a:ahLst/>
          <a:cxnLst/>
          <a:rect l="0" t="0" r="0" b="0"/>
          <a:pathLst>
            <a:path>
              <a:moveTo>
                <a:pt x="2689412" y="0"/>
              </a:moveTo>
              <a:lnTo>
                <a:pt x="2689412" y="155585"/>
              </a:lnTo>
              <a:lnTo>
                <a:pt x="0" y="155585"/>
              </a:lnTo>
              <a:lnTo>
                <a:pt x="0" y="311171"/>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0AA3983-86C9-4696-A764-2C6A1B91E41F}">
      <dsp:nvSpPr>
        <dsp:cNvPr id="0" name=""/>
        <dsp:cNvSpPr/>
      </dsp:nvSpPr>
      <dsp:spPr>
        <a:xfrm>
          <a:off x="3373914" y="1944"/>
          <a:ext cx="1481770" cy="74088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smtClean="0"/>
            <a:t>Product</a:t>
          </a:r>
          <a:endParaRPr lang="en-US" sz="2000" kern="1200"/>
        </a:p>
      </dsp:txBody>
      <dsp:txXfrm>
        <a:off x="3373914" y="1944"/>
        <a:ext cx="1481770" cy="740885"/>
      </dsp:txXfrm>
    </dsp:sp>
    <dsp:sp modelId="{7BFD6437-FE06-4672-9344-DC2FC2BEB605}">
      <dsp:nvSpPr>
        <dsp:cNvPr id="0" name=""/>
        <dsp:cNvSpPr/>
      </dsp:nvSpPr>
      <dsp:spPr>
        <a:xfrm>
          <a:off x="684502" y="1054000"/>
          <a:ext cx="1481770" cy="740885"/>
        </a:xfrm>
        <a:prstGeom prst="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smtClean="0"/>
            <a:t>Documents</a:t>
          </a:r>
          <a:endParaRPr lang="en-US" sz="2000" kern="1200"/>
        </a:p>
      </dsp:txBody>
      <dsp:txXfrm>
        <a:off x="684502" y="1054000"/>
        <a:ext cx="1481770" cy="740885"/>
      </dsp:txXfrm>
    </dsp:sp>
    <dsp:sp modelId="{F24754C2-B098-4BFC-9FC1-8B05D2E1B791}">
      <dsp:nvSpPr>
        <dsp:cNvPr id="0" name=""/>
        <dsp:cNvSpPr/>
      </dsp:nvSpPr>
      <dsp:spPr>
        <a:xfrm>
          <a:off x="1054944" y="2106057"/>
          <a:ext cx="1481770" cy="740885"/>
        </a:xfrm>
        <a:prstGeom prst="rect">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smtClean="0"/>
            <a:t>Executive summary</a:t>
          </a:r>
          <a:endParaRPr lang="en-US" sz="2000" kern="1200"/>
        </a:p>
      </dsp:txBody>
      <dsp:txXfrm>
        <a:off x="1054944" y="2106057"/>
        <a:ext cx="1481770" cy="740885"/>
      </dsp:txXfrm>
    </dsp:sp>
    <dsp:sp modelId="{51A0A06F-9083-4B64-BF1F-208488A17DF3}">
      <dsp:nvSpPr>
        <dsp:cNvPr id="0" name=""/>
        <dsp:cNvSpPr/>
      </dsp:nvSpPr>
      <dsp:spPr>
        <a:xfrm>
          <a:off x="1054944" y="3158114"/>
          <a:ext cx="1481770" cy="740885"/>
        </a:xfrm>
        <a:prstGeom prst="rect">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smtClean="0"/>
            <a:t>Project vision</a:t>
          </a:r>
          <a:endParaRPr lang="en-US" sz="2000" kern="1200"/>
        </a:p>
      </dsp:txBody>
      <dsp:txXfrm>
        <a:off x="1054944" y="3158114"/>
        <a:ext cx="1481770" cy="740885"/>
      </dsp:txXfrm>
    </dsp:sp>
    <dsp:sp modelId="{7C2B11E8-C5E0-4CC4-B5BD-845AB46C57D7}">
      <dsp:nvSpPr>
        <dsp:cNvPr id="0" name=""/>
        <dsp:cNvSpPr/>
      </dsp:nvSpPr>
      <dsp:spPr>
        <a:xfrm>
          <a:off x="1054944" y="4210170"/>
          <a:ext cx="1481770" cy="740885"/>
        </a:xfrm>
        <a:prstGeom prst="rect">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smtClean="0"/>
            <a:t>…</a:t>
          </a:r>
          <a:endParaRPr lang="en-US" sz="2000" kern="1200"/>
        </a:p>
      </dsp:txBody>
      <dsp:txXfrm>
        <a:off x="1054944" y="4210170"/>
        <a:ext cx="1481770" cy="740885"/>
      </dsp:txXfrm>
    </dsp:sp>
    <dsp:sp modelId="{81843FFF-1D6E-4431-8281-AE6DCF47F240}">
      <dsp:nvSpPr>
        <dsp:cNvPr id="0" name=""/>
        <dsp:cNvSpPr/>
      </dsp:nvSpPr>
      <dsp:spPr>
        <a:xfrm>
          <a:off x="2477444" y="1054000"/>
          <a:ext cx="1481770" cy="740885"/>
        </a:xfrm>
        <a:prstGeom prst="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smtClean="0"/>
            <a:t>System</a:t>
          </a:r>
          <a:endParaRPr lang="en-US" sz="2000" kern="1200"/>
        </a:p>
      </dsp:txBody>
      <dsp:txXfrm>
        <a:off x="2477444" y="1054000"/>
        <a:ext cx="1481770" cy="740885"/>
      </dsp:txXfrm>
    </dsp:sp>
    <dsp:sp modelId="{8BBDDD57-F717-4CC1-BC99-6B1F29017EAF}">
      <dsp:nvSpPr>
        <dsp:cNvPr id="0" name=""/>
        <dsp:cNvSpPr/>
      </dsp:nvSpPr>
      <dsp:spPr>
        <a:xfrm>
          <a:off x="2847886" y="2106057"/>
          <a:ext cx="1481770" cy="740885"/>
        </a:xfrm>
        <a:prstGeom prst="rect">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smtClean="0"/>
            <a:t>Source code</a:t>
          </a:r>
          <a:endParaRPr lang="en-US" sz="2000" kern="1200"/>
        </a:p>
      </dsp:txBody>
      <dsp:txXfrm>
        <a:off x="2847886" y="2106057"/>
        <a:ext cx="1481770" cy="740885"/>
      </dsp:txXfrm>
    </dsp:sp>
    <dsp:sp modelId="{10257C47-804A-4448-92FA-4A7EA962007C}">
      <dsp:nvSpPr>
        <dsp:cNvPr id="0" name=""/>
        <dsp:cNvSpPr/>
      </dsp:nvSpPr>
      <dsp:spPr>
        <a:xfrm>
          <a:off x="2847886" y="3158114"/>
          <a:ext cx="1481770" cy="740885"/>
        </a:xfrm>
        <a:prstGeom prst="rect">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smtClean="0"/>
            <a:t>Data</a:t>
          </a:r>
          <a:endParaRPr lang="en-US" sz="2000" kern="1200"/>
        </a:p>
      </dsp:txBody>
      <dsp:txXfrm>
        <a:off x="2847886" y="3158114"/>
        <a:ext cx="1481770" cy="740885"/>
      </dsp:txXfrm>
    </dsp:sp>
    <dsp:sp modelId="{ECC9FE9A-4EBC-471B-83B9-3FE61E4BE008}">
      <dsp:nvSpPr>
        <dsp:cNvPr id="0" name=""/>
        <dsp:cNvSpPr/>
      </dsp:nvSpPr>
      <dsp:spPr>
        <a:xfrm>
          <a:off x="2847886" y="4210170"/>
          <a:ext cx="1481770" cy="740885"/>
        </a:xfrm>
        <a:prstGeom prst="rect">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smtClean="0"/>
            <a:t>…</a:t>
          </a:r>
          <a:endParaRPr lang="en-US" sz="2000" kern="1200"/>
        </a:p>
      </dsp:txBody>
      <dsp:txXfrm>
        <a:off x="2847886" y="4210170"/>
        <a:ext cx="1481770" cy="740885"/>
      </dsp:txXfrm>
    </dsp:sp>
    <dsp:sp modelId="{68751DE7-C829-4E6D-BE93-A0A7E61B450A}">
      <dsp:nvSpPr>
        <dsp:cNvPr id="0" name=""/>
        <dsp:cNvSpPr/>
      </dsp:nvSpPr>
      <dsp:spPr>
        <a:xfrm>
          <a:off x="4270385" y="1054000"/>
          <a:ext cx="1481770" cy="740885"/>
        </a:xfrm>
        <a:prstGeom prst="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smtClean="0"/>
            <a:t>Graphics</a:t>
          </a:r>
          <a:endParaRPr lang="en-US" sz="2000" kern="1200"/>
        </a:p>
      </dsp:txBody>
      <dsp:txXfrm>
        <a:off x="4270385" y="1054000"/>
        <a:ext cx="1481770" cy="740885"/>
      </dsp:txXfrm>
    </dsp:sp>
    <dsp:sp modelId="{815DB7CD-0AB6-43B7-98B5-78DD1A813FAC}">
      <dsp:nvSpPr>
        <dsp:cNvPr id="0" name=""/>
        <dsp:cNvSpPr/>
      </dsp:nvSpPr>
      <dsp:spPr>
        <a:xfrm>
          <a:off x="4640828" y="2106057"/>
          <a:ext cx="1481770" cy="740885"/>
        </a:xfrm>
        <a:prstGeom prst="rect">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smtClean="0"/>
            <a:t>Icons</a:t>
          </a:r>
          <a:endParaRPr lang="en-US" sz="2000" kern="1200"/>
        </a:p>
      </dsp:txBody>
      <dsp:txXfrm>
        <a:off x="4640828" y="2106057"/>
        <a:ext cx="1481770" cy="740885"/>
      </dsp:txXfrm>
    </dsp:sp>
    <dsp:sp modelId="{B7B7549F-33CC-4264-ACED-07169E3A1C83}">
      <dsp:nvSpPr>
        <dsp:cNvPr id="0" name=""/>
        <dsp:cNvSpPr/>
      </dsp:nvSpPr>
      <dsp:spPr>
        <a:xfrm>
          <a:off x="4640828" y="3158114"/>
          <a:ext cx="1481770" cy="740885"/>
        </a:xfrm>
        <a:prstGeom prst="rect">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smtClean="0"/>
            <a:t>UIs</a:t>
          </a:r>
          <a:endParaRPr lang="en-US" sz="2000" kern="1200"/>
        </a:p>
      </dsp:txBody>
      <dsp:txXfrm>
        <a:off x="4640828" y="3158114"/>
        <a:ext cx="1481770" cy="740885"/>
      </dsp:txXfrm>
    </dsp:sp>
    <dsp:sp modelId="{ED48CF19-DDA4-432F-BA0D-88ABB815EFF8}">
      <dsp:nvSpPr>
        <dsp:cNvPr id="0" name=""/>
        <dsp:cNvSpPr/>
      </dsp:nvSpPr>
      <dsp:spPr>
        <a:xfrm>
          <a:off x="4640828" y="4210170"/>
          <a:ext cx="1481770" cy="740885"/>
        </a:xfrm>
        <a:prstGeom prst="rect">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smtClean="0"/>
            <a:t>…</a:t>
          </a:r>
          <a:endParaRPr lang="en-US" sz="2000" kern="1200"/>
        </a:p>
      </dsp:txBody>
      <dsp:txXfrm>
        <a:off x="4640828" y="4210170"/>
        <a:ext cx="1481770" cy="740885"/>
      </dsp:txXfrm>
    </dsp:sp>
    <dsp:sp modelId="{5E71BA9E-1F97-4803-98D4-F673EF490CBC}">
      <dsp:nvSpPr>
        <dsp:cNvPr id="0" name=""/>
        <dsp:cNvSpPr/>
      </dsp:nvSpPr>
      <dsp:spPr>
        <a:xfrm>
          <a:off x="6063327" y="1054000"/>
          <a:ext cx="1481770" cy="740885"/>
        </a:xfrm>
        <a:prstGeom prst="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smtClean="0"/>
            <a:t>…</a:t>
          </a:r>
          <a:endParaRPr lang="en-US" sz="2000" kern="1200"/>
        </a:p>
      </dsp:txBody>
      <dsp:txXfrm>
        <a:off x="6063327" y="1054000"/>
        <a:ext cx="1481770" cy="740885"/>
      </dsp:txXfrm>
    </dsp:sp>
  </dsp:spTree>
</dsp:drawing>
</file>

<file path=ppt/diagrams/drawing4.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65E191A3-F08A-405A-A250-34C022BC3DF3}">
      <dsp:nvSpPr>
        <dsp:cNvPr id="0" name=""/>
        <dsp:cNvSpPr/>
      </dsp:nvSpPr>
      <dsp:spPr>
        <a:xfrm>
          <a:off x="990598" y="1986753"/>
          <a:ext cx="1971203" cy="65415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sz="2200" kern="1200" smtClean="0"/>
            <a:t>Portal</a:t>
          </a:r>
          <a:endParaRPr lang="en-US" sz="2200" kern="1200"/>
        </a:p>
      </dsp:txBody>
      <dsp:txXfrm>
        <a:off x="990598" y="1986753"/>
        <a:ext cx="1971203" cy="654154"/>
      </dsp:txXfrm>
    </dsp:sp>
    <dsp:sp modelId="{6100AF8A-E6AE-4182-B152-CEA84455EF96}">
      <dsp:nvSpPr>
        <dsp:cNvPr id="0" name=""/>
        <dsp:cNvSpPr/>
      </dsp:nvSpPr>
      <dsp:spPr>
        <a:xfrm rot="17282373">
          <a:off x="2378503" y="1498640"/>
          <a:ext cx="1689920" cy="23531"/>
        </a:xfrm>
        <a:custGeom>
          <a:avLst/>
          <a:gdLst/>
          <a:ahLst/>
          <a:cxnLst/>
          <a:rect l="0" t="0" r="0" b="0"/>
          <a:pathLst>
            <a:path>
              <a:moveTo>
                <a:pt x="0" y="11765"/>
              </a:moveTo>
              <a:lnTo>
                <a:pt x="1689920" y="11765"/>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66700">
            <a:lnSpc>
              <a:spcPct val="90000"/>
            </a:lnSpc>
            <a:spcBef>
              <a:spcPct val="0"/>
            </a:spcBef>
            <a:spcAft>
              <a:spcPct val="35000"/>
            </a:spcAft>
          </a:pPr>
          <a:endParaRPr lang="en-US" sz="600" kern="1200"/>
        </a:p>
      </dsp:txBody>
      <dsp:txXfrm rot="17282373">
        <a:off x="3181216" y="1468157"/>
        <a:ext cx="84496" cy="84496"/>
      </dsp:txXfrm>
    </dsp:sp>
    <dsp:sp modelId="{C7C7B875-FE84-4848-AA45-1DCA50048F1F}">
      <dsp:nvSpPr>
        <dsp:cNvPr id="0" name=""/>
        <dsp:cNvSpPr/>
      </dsp:nvSpPr>
      <dsp:spPr>
        <a:xfrm>
          <a:off x="3485126" y="379903"/>
          <a:ext cx="1971203" cy="654154"/>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sz="2200" kern="1200" smtClean="0"/>
            <a:t>Authentication</a:t>
          </a:r>
          <a:endParaRPr lang="en-US" sz="2200" kern="1200"/>
        </a:p>
      </dsp:txBody>
      <dsp:txXfrm>
        <a:off x="3485126" y="379903"/>
        <a:ext cx="1971203" cy="654154"/>
      </dsp:txXfrm>
    </dsp:sp>
    <dsp:sp modelId="{75683A1B-254D-445D-BD4B-0FEBCFB0F62A}">
      <dsp:nvSpPr>
        <dsp:cNvPr id="0" name=""/>
        <dsp:cNvSpPr/>
      </dsp:nvSpPr>
      <dsp:spPr>
        <a:xfrm rot="19457599">
          <a:off x="5395753" y="507145"/>
          <a:ext cx="644475" cy="23531"/>
        </a:xfrm>
        <a:custGeom>
          <a:avLst/>
          <a:gdLst/>
          <a:ahLst/>
          <a:cxnLst/>
          <a:rect l="0" t="0" r="0" b="0"/>
          <a:pathLst>
            <a:path>
              <a:moveTo>
                <a:pt x="0" y="11765"/>
              </a:moveTo>
              <a:lnTo>
                <a:pt x="644475" y="11765"/>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rot="19457599">
        <a:off x="5701879" y="502799"/>
        <a:ext cx="32223" cy="32223"/>
      </dsp:txXfrm>
    </dsp:sp>
    <dsp:sp modelId="{BEC089AD-8B0C-4F04-BE08-664F65AE32D9}">
      <dsp:nvSpPr>
        <dsp:cNvPr id="0" name=""/>
        <dsp:cNvSpPr/>
      </dsp:nvSpPr>
      <dsp:spPr>
        <a:xfrm>
          <a:off x="5979653" y="3764"/>
          <a:ext cx="2326147" cy="654154"/>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sz="2200" kern="1200" smtClean="0"/>
            <a:t>Login</a:t>
          </a:r>
          <a:endParaRPr lang="en-US" sz="2200" kern="1200"/>
        </a:p>
      </dsp:txBody>
      <dsp:txXfrm>
        <a:off x="5979653" y="3764"/>
        <a:ext cx="2326147" cy="654154"/>
      </dsp:txXfrm>
    </dsp:sp>
    <dsp:sp modelId="{D0C60930-F006-483B-BD69-97B6A03B1A92}">
      <dsp:nvSpPr>
        <dsp:cNvPr id="0" name=""/>
        <dsp:cNvSpPr/>
      </dsp:nvSpPr>
      <dsp:spPr>
        <a:xfrm rot="2142401">
          <a:off x="5395753" y="883284"/>
          <a:ext cx="644475" cy="23531"/>
        </a:xfrm>
        <a:custGeom>
          <a:avLst/>
          <a:gdLst/>
          <a:ahLst/>
          <a:cxnLst/>
          <a:rect l="0" t="0" r="0" b="0"/>
          <a:pathLst>
            <a:path>
              <a:moveTo>
                <a:pt x="0" y="11765"/>
              </a:moveTo>
              <a:lnTo>
                <a:pt x="644475" y="11765"/>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rot="2142401">
        <a:off x="5701879" y="878938"/>
        <a:ext cx="32223" cy="32223"/>
      </dsp:txXfrm>
    </dsp:sp>
    <dsp:sp modelId="{25649B31-A038-433D-B6E7-24D3AC0A0246}">
      <dsp:nvSpPr>
        <dsp:cNvPr id="0" name=""/>
        <dsp:cNvSpPr/>
      </dsp:nvSpPr>
      <dsp:spPr>
        <a:xfrm>
          <a:off x="5979653" y="756042"/>
          <a:ext cx="2326147" cy="654154"/>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sz="2200" kern="1200" smtClean="0"/>
            <a:t>Forgot password</a:t>
          </a:r>
          <a:endParaRPr lang="en-US" sz="2200" kern="1200"/>
        </a:p>
      </dsp:txBody>
      <dsp:txXfrm>
        <a:off x="5979653" y="756042"/>
        <a:ext cx="2326147" cy="654154"/>
      </dsp:txXfrm>
    </dsp:sp>
    <dsp:sp modelId="{D8968786-C272-4818-8DF7-059138DE2056}">
      <dsp:nvSpPr>
        <dsp:cNvPr id="0" name=""/>
        <dsp:cNvSpPr/>
      </dsp:nvSpPr>
      <dsp:spPr>
        <a:xfrm rot="20413970">
          <a:off x="2945418" y="2208029"/>
          <a:ext cx="556091" cy="23531"/>
        </a:xfrm>
        <a:custGeom>
          <a:avLst/>
          <a:gdLst/>
          <a:ahLst/>
          <a:cxnLst/>
          <a:rect l="0" t="0" r="0" b="0"/>
          <a:pathLst>
            <a:path>
              <a:moveTo>
                <a:pt x="0" y="11765"/>
              </a:moveTo>
              <a:lnTo>
                <a:pt x="556091" y="11765"/>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rot="20413970">
        <a:off x="3209561" y="2205893"/>
        <a:ext cx="27804" cy="27804"/>
      </dsp:txXfrm>
    </dsp:sp>
    <dsp:sp modelId="{326CBBD8-54EF-4908-9FD7-081EEE2DB90C}">
      <dsp:nvSpPr>
        <dsp:cNvPr id="0" name=""/>
        <dsp:cNvSpPr/>
      </dsp:nvSpPr>
      <dsp:spPr>
        <a:xfrm>
          <a:off x="3485126" y="1798683"/>
          <a:ext cx="1971203" cy="654154"/>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sz="2200" kern="1200" smtClean="0"/>
            <a:t>Authorization</a:t>
          </a:r>
          <a:endParaRPr lang="en-US" sz="2200" kern="1200"/>
        </a:p>
      </dsp:txBody>
      <dsp:txXfrm>
        <a:off x="3485126" y="1798683"/>
        <a:ext cx="1971203" cy="654154"/>
      </dsp:txXfrm>
    </dsp:sp>
    <dsp:sp modelId="{2B2BEC55-9AB6-46F7-8659-7A56426E9803}">
      <dsp:nvSpPr>
        <dsp:cNvPr id="0" name=""/>
        <dsp:cNvSpPr/>
      </dsp:nvSpPr>
      <dsp:spPr>
        <a:xfrm rot="19858594">
          <a:off x="5418751" y="1968813"/>
          <a:ext cx="598480" cy="23531"/>
        </a:xfrm>
        <a:custGeom>
          <a:avLst/>
          <a:gdLst/>
          <a:ahLst/>
          <a:cxnLst/>
          <a:rect l="0" t="0" r="0" b="0"/>
          <a:pathLst>
            <a:path>
              <a:moveTo>
                <a:pt x="0" y="11765"/>
              </a:moveTo>
              <a:lnTo>
                <a:pt x="598480" y="11765"/>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rot="19858594">
        <a:off x="5703029" y="1965617"/>
        <a:ext cx="29924" cy="29924"/>
      </dsp:txXfrm>
    </dsp:sp>
    <dsp:sp modelId="{8A0BE5D9-DFD0-493D-81D3-A6881E6B4B8C}">
      <dsp:nvSpPr>
        <dsp:cNvPr id="0" name=""/>
        <dsp:cNvSpPr/>
      </dsp:nvSpPr>
      <dsp:spPr>
        <a:xfrm>
          <a:off x="5979653" y="1508320"/>
          <a:ext cx="2326147" cy="654154"/>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sz="2200" kern="1200" smtClean="0"/>
            <a:t>Roles</a:t>
          </a:r>
          <a:endParaRPr lang="en-US" sz="2200" kern="1200"/>
        </a:p>
      </dsp:txBody>
      <dsp:txXfrm>
        <a:off x="5979653" y="1508320"/>
        <a:ext cx="2326147" cy="654154"/>
      </dsp:txXfrm>
    </dsp:sp>
    <dsp:sp modelId="{34CC32F8-5438-4E62-BB67-23BD88E80115}">
      <dsp:nvSpPr>
        <dsp:cNvPr id="0" name=""/>
        <dsp:cNvSpPr/>
      </dsp:nvSpPr>
      <dsp:spPr>
        <a:xfrm rot="2142401">
          <a:off x="5395753" y="2302064"/>
          <a:ext cx="644475" cy="23531"/>
        </a:xfrm>
        <a:custGeom>
          <a:avLst/>
          <a:gdLst/>
          <a:ahLst/>
          <a:cxnLst/>
          <a:rect l="0" t="0" r="0" b="0"/>
          <a:pathLst>
            <a:path>
              <a:moveTo>
                <a:pt x="0" y="11765"/>
              </a:moveTo>
              <a:lnTo>
                <a:pt x="644475" y="11765"/>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rot="2142401">
        <a:off x="5701879" y="2297718"/>
        <a:ext cx="32223" cy="32223"/>
      </dsp:txXfrm>
    </dsp:sp>
    <dsp:sp modelId="{40132980-D98E-4620-9167-96BC0A46F363}">
      <dsp:nvSpPr>
        <dsp:cNvPr id="0" name=""/>
        <dsp:cNvSpPr/>
      </dsp:nvSpPr>
      <dsp:spPr>
        <a:xfrm>
          <a:off x="5979653" y="2260598"/>
          <a:ext cx="2326147" cy="482602"/>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sz="2200" kern="1200" smtClean="0"/>
            <a:t>Users</a:t>
          </a:r>
          <a:endParaRPr lang="en-US" sz="2200" kern="1200"/>
        </a:p>
      </dsp:txBody>
      <dsp:txXfrm>
        <a:off x="5979653" y="2260598"/>
        <a:ext cx="2326147" cy="482602"/>
      </dsp:txXfrm>
    </dsp:sp>
    <dsp:sp modelId="{D615A4EB-D656-44EA-9C6F-CADA0EC46BE0}">
      <dsp:nvSpPr>
        <dsp:cNvPr id="0" name=""/>
        <dsp:cNvSpPr/>
      </dsp:nvSpPr>
      <dsp:spPr>
        <a:xfrm rot="4317627">
          <a:off x="2378503" y="3105489"/>
          <a:ext cx="1689920" cy="23531"/>
        </a:xfrm>
        <a:custGeom>
          <a:avLst/>
          <a:gdLst/>
          <a:ahLst/>
          <a:cxnLst/>
          <a:rect l="0" t="0" r="0" b="0"/>
          <a:pathLst>
            <a:path>
              <a:moveTo>
                <a:pt x="0" y="11765"/>
              </a:moveTo>
              <a:lnTo>
                <a:pt x="1689920" y="11765"/>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66700">
            <a:lnSpc>
              <a:spcPct val="90000"/>
            </a:lnSpc>
            <a:spcBef>
              <a:spcPct val="0"/>
            </a:spcBef>
            <a:spcAft>
              <a:spcPct val="35000"/>
            </a:spcAft>
          </a:pPr>
          <a:endParaRPr lang="en-US" sz="600" kern="1200"/>
        </a:p>
      </dsp:txBody>
      <dsp:txXfrm rot="4317627">
        <a:off x="3181216" y="3075007"/>
        <a:ext cx="84496" cy="84496"/>
      </dsp:txXfrm>
    </dsp:sp>
    <dsp:sp modelId="{E1C24A09-9294-4617-8C0D-031340F987A1}">
      <dsp:nvSpPr>
        <dsp:cNvPr id="0" name=""/>
        <dsp:cNvSpPr/>
      </dsp:nvSpPr>
      <dsp:spPr>
        <a:xfrm>
          <a:off x="3485126" y="3593602"/>
          <a:ext cx="1971203" cy="654154"/>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sz="2200" kern="1200" smtClean="0"/>
            <a:t>Theme</a:t>
          </a:r>
          <a:endParaRPr lang="en-US" sz="2200" kern="1200"/>
        </a:p>
      </dsp:txBody>
      <dsp:txXfrm>
        <a:off x="3485126" y="3593602"/>
        <a:ext cx="1971203" cy="654154"/>
      </dsp:txXfrm>
    </dsp:sp>
    <dsp:sp modelId="{8EE71E3D-C754-49E7-9DB0-CC3FBE0D1782}">
      <dsp:nvSpPr>
        <dsp:cNvPr id="0" name=""/>
        <dsp:cNvSpPr/>
      </dsp:nvSpPr>
      <dsp:spPr>
        <a:xfrm rot="18289469">
          <a:off x="5259791" y="3532774"/>
          <a:ext cx="916400" cy="23531"/>
        </a:xfrm>
        <a:custGeom>
          <a:avLst/>
          <a:gdLst/>
          <a:ahLst/>
          <a:cxnLst/>
          <a:rect l="0" t="0" r="0" b="0"/>
          <a:pathLst>
            <a:path>
              <a:moveTo>
                <a:pt x="0" y="11765"/>
              </a:moveTo>
              <a:lnTo>
                <a:pt x="916400" y="11765"/>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rot="18289469">
        <a:off x="5695081" y="3521630"/>
        <a:ext cx="45820" cy="45820"/>
      </dsp:txXfrm>
    </dsp:sp>
    <dsp:sp modelId="{8B084CB2-AF68-4BF6-AF22-BEE7B84C3D65}">
      <dsp:nvSpPr>
        <dsp:cNvPr id="0" name=""/>
        <dsp:cNvSpPr/>
      </dsp:nvSpPr>
      <dsp:spPr>
        <a:xfrm>
          <a:off x="5979653" y="2841324"/>
          <a:ext cx="2326147" cy="654154"/>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sz="2200" kern="1200" smtClean="0"/>
            <a:t>System theme</a:t>
          </a:r>
          <a:endParaRPr lang="en-US" sz="2200" kern="1200"/>
        </a:p>
      </dsp:txBody>
      <dsp:txXfrm>
        <a:off x="5979653" y="2841324"/>
        <a:ext cx="2326147" cy="654154"/>
      </dsp:txXfrm>
    </dsp:sp>
    <dsp:sp modelId="{0DBEA480-A24D-47D8-B5D3-61203460C655}">
      <dsp:nvSpPr>
        <dsp:cNvPr id="0" name=""/>
        <dsp:cNvSpPr/>
      </dsp:nvSpPr>
      <dsp:spPr>
        <a:xfrm>
          <a:off x="5456329" y="3908913"/>
          <a:ext cx="523323" cy="23531"/>
        </a:xfrm>
        <a:custGeom>
          <a:avLst/>
          <a:gdLst/>
          <a:ahLst/>
          <a:cxnLst/>
          <a:rect l="0" t="0" r="0" b="0"/>
          <a:pathLst>
            <a:path>
              <a:moveTo>
                <a:pt x="0" y="11765"/>
              </a:moveTo>
              <a:lnTo>
                <a:pt x="523323" y="11765"/>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5704908" y="3907596"/>
        <a:ext cx="26166" cy="26166"/>
      </dsp:txXfrm>
    </dsp:sp>
    <dsp:sp modelId="{27AF2178-F086-4D72-9AE9-0AADADCDC329}">
      <dsp:nvSpPr>
        <dsp:cNvPr id="0" name=""/>
        <dsp:cNvSpPr/>
      </dsp:nvSpPr>
      <dsp:spPr>
        <a:xfrm>
          <a:off x="5979653" y="3593602"/>
          <a:ext cx="2326147" cy="654154"/>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sz="2200" kern="1200" smtClean="0"/>
            <a:t>Module theme</a:t>
          </a:r>
          <a:endParaRPr lang="en-US" sz="2200" kern="1200"/>
        </a:p>
      </dsp:txBody>
      <dsp:txXfrm>
        <a:off x="5979653" y="3593602"/>
        <a:ext cx="2326147" cy="654154"/>
      </dsp:txXfrm>
    </dsp:sp>
    <dsp:sp modelId="{023AF533-DD67-4B3B-A28E-4F3DE7B6B69C}">
      <dsp:nvSpPr>
        <dsp:cNvPr id="0" name=""/>
        <dsp:cNvSpPr/>
      </dsp:nvSpPr>
      <dsp:spPr>
        <a:xfrm rot="3310531">
          <a:off x="5259791" y="4285052"/>
          <a:ext cx="916400" cy="23531"/>
        </a:xfrm>
        <a:custGeom>
          <a:avLst/>
          <a:gdLst/>
          <a:ahLst/>
          <a:cxnLst/>
          <a:rect l="0" t="0" r="0" b="0"/>
          <a:pathLst>
            <a:path>
              <a:moveTo>
                <a:pt x="0" y="11765"/>
              </a:moveTo>
              <a:lnTo>
                <a:pt x="916400" y="11765"/>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rot="3310531">
        <a:off x="5695081" y="4273908"/>
        <a:ext cx="45820" cy="45820"/>
      </dsp:txXfrm>
    </dsp:sp>
    <dsp:sp modelId="{37238516-9A32-4282-BD59-A5F03A2F1F18}">
      <dsp:nvSpPr>
        <dsp:cNvPr id="0" name=""/>
        <dsp:cNvSpPr/>
      </dsp:nvSpPr>
      <dsp:spPr>
        <a:xfrm>
          <a:off x="5979653" y="4345880"/>
          <a:ext cx="2326147" cy="654154"/>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sz="2200" kern="1200" smtClean="0"/>
            <a:t>User’s theme</a:t>
          </a:r>
          <a:endParaRPr lang="en-US" sz="2200" kern="1200"/>
        </a:p>
      </dsp:txBody>
      <dsp:txXfrm>
        <a:off x="5979653" y="4345880"/>
        <a:ext cx="2326147" cy="654154"/>
      </dsp:txXfrm>
    </dsp:sp>
  </dsp:spTree>
</dsp:drawing>
</file>

<file path=ppt/diagrams/drawing5.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C6DFA708-0D25-4AA1-9265-C276110F5EF1}">
      <dsp:nvSpPr>
        <dsp:cNvPr id="0" name=""/>
        <dsp:cNvSpPr/>
      </dsp:nvSpPr>
      <dsp:spPr>
        <a:xfrm>
          <a:off x="4114800" y="742829"/>
          <a:ext cx="2689412" cy="311171"/>
        </a:xfrm>
        <a:custGeom>
          <a:avLst/>
          <a:gdLst/>
          <a:ahLst/>
          <a:cxnLst/>
          <a:rect l="0" t="0" r="0" b="0"/>
          <a:pathLst>
            <a:path>
              <a:moveTo>
                <a:pt x="0" y="0"/>
              </a:moveTo>
              <a:lnTo>
                <a:pt x="0" y="155585"/>
              </a:lnTo>
              <a:lnTo>
                <a:pt x="2689412" y="155585"/>
              </a:lnTo>
              <a:lnTo>
                <a:pt x="2689412" y="311171"/>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3023BD5-EFE1-4727-B23C-C5664FDD9773}">
      <dsp:nvSpPr>
        <dsp:cNvPr id="0" name=""/>
        <dsp:cNvSpPr/>
      </dsp:nvSpPr>
      <dsp:spPr>
        <a:xfrm>
          <a:off x="4418562" y="1794885"/>
          <a:ext cx="222265" cy="2785727"/>
        </a:xfrm>
        <a:custGeom>
          <a:avLst/>
          <a:gdLst/>
          <a:ahLst/>
          <a:cxnLst/>
          <a:rect l="0" t="0" r="0" b="0"/>
          <a:pathLst>
            <a:path>
              <a:moveTo>
                <a:pt x="0" y="0"/>
              </a:moveTo>
              <a:lnTo>
                <a:pt x="0" y="2785727"/>
              </a:lnTo>
              <a:lnTo>
                <a:pt x="222265" y="2785727"/>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F88E53E-0F43-42C0-AEE2-22F2493A9213}">
      <dsp:nvSpPr>
        <dsp:cNvPr id="0" name=""/>
        <dsp:cNvSpPr/>
      </dsp:nvSpPr>
      <dsp:spPr>
        <a:xfrm>
          <a:off x="4418562" y="1794885"/>
          <a:ext cx="222265" cy="1733670"/>
        </a:xfrm>
        <a:custGeom>
          <a:avLst/>
          <a:gdLst/>
          <a:ahLst/>
          <a:cxnLst/>
          <a:rect l="0" t="0" r="0" b="0"/>
          <a:pathLst>
            <a:path>
              <a:moveTo>
                <a:pt x="0" y="0"/>
              </a:moveTo>
              <a:lnTo>
                <a:pt x="0" y="1733670"/>
              </a:lnTo>
              <a:lnTo>
                <a:pt x="222265" y="173367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613E1B3-51F2-4F9B-8211-E347D247AAC4}">
      <dsp:nvSpPr>
        <dsp:cNvPr id="0" name=""/>
        <dsp:cNvSpPr/>
      </dsp:nvSpPr>
      <dsp:spPr>
        <a:xfrm>
          <a:off x="4418562" y="1794885"/>
          <a:ext cx="222265" cy="681614"/>
        </a:xfrm>
        <a:custGeom>
          <a:avLst/>
          <a:gdLst/>
          <a:ahLst/>
          <a:cxnLst/>
          <a:rect l="0" t="0" r="0" b="0"/>
          <a:pathLst>
            <a:path>
              <a:moveTo>
                <a:pt x="0" y="0"/>
              </a:moveTo>
              <a:lnTo>
                <a:pt x="0" y="681614"/>
              </a:lnTo>
              <a:lnTo>
                <a:pt x="222265" y="68161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5E7B7D0-41EC-42FD-A4A8-786E644AAFCB}">
      <dsp:nvSpPr>
        <dsp:cNvPr id="0" name=""/>
        <dsp:cNvSpPr/>
      </dsp:nvSpPr>
      <dsp:spPr>
        <a:xfrm>
          <a:off x="4114800" y="742829"/>
          <a:ext cx="896470" cy="311171"/>
        </a:xfrm>
        <a:custGeom>
          <a:avLst/>
          <a:gdLst/>
          <a:ahLst/>
          <a:cxnLst/>
          <a:rect l="0" t="0" r="0" b="0"/>
          <a:pathLst>
            <a:path>
              <a:moveTo>
                <a:pt x="0" y="0"/>
              </a:moveTo>
              <a:lnTo>
                <a:pt x="0" y="155585"/>
              </a:lnTo>
              <a:lnTo>
                <a:pt x="896470" y="155585"/>
              </a:lnTo>
              <a:lnTo>
                <a:pt x="896470" y="311171"/>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F0AE643-C0CC-4E07-A9D4-A4B841EA1824}">
      <dsp:nvSpPr>
        <dsp:cNvPr id="0" name=""/>
        <dsp:cNvSpPr/>
      </dsp:nvSpPr>
      <dsp:spPr>
        <a:xfrm>
          <a:off x="2625621" y="1794885"/>
          <a:ext cx="222265" cy="2785727"/>
        </a:xfrm>
        <a:custGeom>
          <a:avLst/>
          <a:gdLst/>
          <a:ahLst/>
          <a:cxnLst/>
          <a:rect l="0" t="0" r="0" b="0"/>
          <a:pathLst>
            <a:path>
              <a:moveTo>
                <a:pt x="0" y="0"/>
              </a:moveTo>
              <a:lnTo>
                <a:pt x="0" y="2785727"/>
              </a:lnTo>
              <a:lnTo>
                <a:pt x="222265" y="2785727"/>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9EADFD3-7AC2-4212-B7CB-45F104CD1442}">
      <dsp:nvSpPr>
        <dsp:cNvPr id="0" name=""/>
        <dsp:cNvSpPr/>
      </dsp:nvSpPr>
      <dsp:spPr>
        <a:xfrm>
          <a:off x="2625621" y="1794885"/>
          <a:ext cx="222265" cy="1733670"/>
        </a:xfrm>
        <a:custGeom>
          <a:avLst/>
          <a:gdLst/>
          <a:ahLst/>
          <a:cxnLst/>
          <a:rect l="0" t="0" r="0" b="0"/>
          <a:pathLst>
            <a:path>
              <a:moveTo>
                <a:pt x="0" y="0"/>
              </a:moveTo>
              <a:lnTo>
                <a:pt x="0" y="1733670"/>
              </a:lnTo>
              <a:lnTo>
                <a:pt x="222265" y="173367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76831EC-0E16-4D60-B894-0852C656BC9E}">
      <dsp:nvSpPr>
        <dsp:cNvPr id="0" name=""/>
        <dsp:cNvSpPr/>
      </dsp:nvSpPr>
      <dsp:spPr>
        <a:xfrm>
          <a:off x="2625621" y="1794885"/>
          <a:ext cx="222265" cy="681614"/>
        </a:xfrm>
        <a:custGeom>
          <a:avLst/>
          <a:gdLst/>
          <a:ahLst/>
          <a:cxnLst/>
          <a:rect l="0" t="0" r="0" b="0"/>
          <a:pathLst>
            <a:path>
              <a:moveTo>
                <a:pt x="0" y="0"/>
              </a:moveTo>
              <a:lnTo>
                <a:pt x="0" y="681614"/>
              </a:lnTo>
              <a:lnTo>
                <a:pt x="222265" y="68161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A454C65-9D10-4B66-BB9B-FAE8F8D7C241}">
      <dsp:nvSpPr>
        <dsp:cNvPr id="0" name=""/>
        <dsp:cNvSpPr/>
      </dsp:nvSpPr>
      <dsp:spPr>
        <a:xfrm>
          <a:off x="3218329" y="742829"/>
          <a:ext cx="896470" cy="311171"/>
        </a:xfrm>
        <a:custGeom>
          <a:avLst/>
          <a:gdLst/>
          <a:ahLst/>
          <a:cxnLst/>
          <a:rect l="0" t="0" r="0" b="0"/>
          <a:pathLst>
            <a:path>
              <a:moveTo>
                <a:pt x="896470" y="0"/>
              </a:moveTo>
              <a:lnTo>
                <a:pt x="896470" y="155585"/>
              </a:lnTo>
              <a:lnTo>
                <a:pt x="0" y="155585"/>
              </a:lnTo>
              <a:lnTo>
                <a:pt x="0" y="311171"/>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C1F72F7-D610-46B2-9C2D-B79FA8B02FEA}">
      <dsp:nvSpPr>
        <dsp:cNvPr id="0" name=""/>
        <dsp:cNvSpPr/>
      </dsp:nvSpPr>
      <dsp:spPr>
        <a:xfrm>
          <a:off x="832679" y="1794885"/>
          <a:ext cx="222265" cy="2785727"/>
        </a:xfrm>
        <a:custGeom>
          <a:avLst/>
          <a:gdLst/>
          <a:ahLst/>
          <a:cxnLst/>
          <a:rect l="0" t="0" r="0" b="0"/>
          <a:pathLst>
            <a:path>
              <a:moveTo>
                <a:pt x="0" y="0"/>
              </a:moveTo>
              <a:lnTo>
                <a:pt x="0" y="2785727"/>
              </a:lnTo>
              <a:lnTo>
                <a:pt x="222265" y="2785727"/>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832BDBB-80B0-4DFE-A7FE-7EC47A8D0E23}">
      <dsp:nvSpPr>
        <dsp:cNvPr id="0" name=""/>
        <dsp:cNvSpPr/>
      </dsp:nvSpPr>
      <dsp:spPr>
        <a:xfrm>
          <a:off x="832679" y="1794885"/>
          <a:ext cx="222265" cy="1733670"/>
        </a:xfrm>
        <a:custGeom>
          <a:avLst/>
          <a:gdLst/>
          <a:ahLst/>
          <a:cxnLst/>
          <a:rect l="0" t="0" r="0" b="0"/>
          <a:pathLst>
            <a:path>
              <a:moveTo>
                <a:pt x="0" y="0"/>
              </a:moveTo>
              <a:lnTo>
                <a:pt x="0" y="1733670"/>
              </a:lnTo>
              <a:lnTo>
                <a:pt x="222265" y="173367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D19C2DB-DB4C-47B7-8D03-D32EDB4CA6C2}">
      <dsp:nvSpPr>
        <dsp:cNvPr id="0" name=""/>
        <dsp:cNvSpPr/>
      </dsp:nvSpPr>
      <dsp:spPr>
        <a:xfrm>
          <a:off x="832679" y="1794885"/>
          <a:ext cx="222265" cy="681614"/>
        </a:xfrm>
        <a:custGeom>
          <a:avLst/>
          <a:gdLst/>
          <a:ahLst/>
          <a:cxnLst/>
          <a:rect l="0" t="0" r="0" b="0"/>
          <a:pathLst>
            <a:path>
              <a:moveTo>
                <a:pt x="0" y="0"/>
              </a:moveTo>
              <a:lnTo>
                <a:pt x="0" y="681614"/>
              </a:lnTo>
              <a:lnTo>
                <a:pt x="222265" y="68161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1287146-4D25-46B4-A680-7330E6E61D79}">
      <dsp:nvSpPr>
        <dsp:cNvPr id="0" name=""/>
        <dsp:cNvSpPr/>
      </dsp:nvSpPr>
      <dsp:spPr>
        <a:xfrm>
          <a:off x="1425387" y="742829"/>
          <a:ext cx="2689412" cy="311171"/>
        </a:xfrm>
        <a:custGeom>
          <a:avLst/>
          <a:gdLst/>
          <a:ahLst/>
          <a:cxnLst/>
          <a:rect l="0" t="0" r="0" b="0"/>
          <a:pathLst>
            <a:path>
              <a:moveTo>
                <a:pt x="2689412" y="0"/>
              </a:moveTo>
              <a:lnTo>
                <a:pt x="2689412" y="155585"/>
              </a:lnTo>
              <a:lnTo>
                <a:pt x="0" y="155585"/>
              </a:lnTo>
              <a:lnTo>
                <a:pt x="0" y="311171"/>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0AA3983-86C9-4696-A764-2C6A1B91E41F}">
      <dsp:nvSpPr>
        <dsp:cNvPr id="0" name=""/>
        <dsp:cNvSpPr/>
      </dsp:nvSpPr>
      <dsp:spPr>
        <a:xfrm>
          <a:off x="3373914" y="1944"/>
          <a:ext cx="1481770" cy="74088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smtClean="0"/>
            <a:t>Features</a:t>
          </a:r>
          <a:endParaRPr lang="en-US" sz="2000" kern="1200"/>
        </a:p>
      </dsp:txBody>
      <dsp:txXfrm>
        <a:off x="3373914" y="1944"/>
        <a:ext cx="1481770" cy="740885"/>
      </dsp:txXfrm>
    </dsp:sp>
    <dsp:sp modelId="{7BFD6437-FE06-4672-9344-DC2FC2BEB605}">
      <dsp:nvSpPr>
        <dsp:cNvPr id="0" name=""/>
        <dsp:cNvSpPr/>
      </dsp:nvSpPr>
      <dsp:spPr>
        <a:xfrm>
          <a:off x="684502" y="1054000"/>
          <a:ext cx="1481770" cy="740885"/>
        </a:xfrm>
        <a:prstGeom prst="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smtClean="0"/>
            <a:t>Manage Customers</a:t>
          </a:r>
          <a:endParaRPr lang="en-US" sz="2000" kern="1200"/>
        </a:p>
      </dsp:txBody>
      <dsp:txXfrm>
        <a:off x="684502" y="1054000"/>
        <a:ext cx="1481770" cy="740885"/>
      </dsp:txXfrm>
    </dsp:sp>
    <dsp:sp modelId="{F24754C2-B098-4BFC-9FC1-8B05D2E1B791}">
      <dsp:nvSpPr>
        <dsp:cNvPr id="0" name=""/>
        <dsp:cNvSpPr/>
      </dsp:nvSpPr>
      <dsp:spPr>
        <a:xfrm>
          <a:off x="1054944" y="2106057"/>
          <a:ext cx="1481770" cy="740885"/>
        </a:xfrm>
        <a:prstGeom prst="rect">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smtClean="0"/>
            <a:t>CRUD</a:t>
          </a:r>
          <a:endParaRPr lang="en-US" sz="2000" kern="1200"/>
        </a:p>
      </dsp:txBody>
      <dsp:txXfrm>
        <a:off x="1054944" y="2106057"/>
        <a:ext cx="1481770" cy="740885"/>
      </dsp:txXfrm>
    </dsp:sp>
    <dsp:sp modelId="{51A0A06F-9083-4B64-BF1F-208488A17DF3}">
      <dsp:nvSpPr>
        <dsp:cNvPr id="0" name=""/>
        <dsp:cNvSpPr/>
      </dsp:nvSpPr>
      <dsp:spPr>
        <a:xfrm>
          <a:off x="1054944" y="3158114"/>
          <a:ext cx="1481770" cy="740885"/>
        </a:xfrm>
        <a:prstGeom prst="rect">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smtClean="0"/>
            <a:t>Manage Feedback</a:t>
          </a:r>
          <a:endParaRPr lang="en-US" sz="2000" kern="1200"/>
        </a:p>
      </dsp:txBody>
      <dsp:txXfrm>
        <a:off x="1054944" y="3158114"/>
        <a:ext cx="1481770" cy="740885"/>
      </dsp:txXfrm>
    </dsp:sp>
    <dsp:sp modelId="{7C2B11E8-C5E0-4CC4-B5BD-845AB46C57D7}">
      <dsp:nvSpPr>
        <dsp:cNvPr id="0" name=""/>
        <dsp:cNvSpPr/>
      </dsp:nvSpPr>
      <dsp:spPr>
        <a:xfrm>
          <a:off x="1054944" y="4210170"/>
          <a:ext cx="1481770" cy="740885"/>
        </a:xfrm>
        <a:prstGeom prst="rect">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smtClean="0"/>
            <a:t>…</a:t>
          </a:r>
          <a:endParaRPr lang="en-US" sz="2000" kern="1200"/>
        </a:p>
      </dsp:txBody>
      <dsp:txXfrm>
        <a:off x="1054944" y="4210170"/>
        <a:ext cx="1481770" cy="740885"/>
      </dsp:txXfrm>
    </dsp:sp>
    <dsp:sp modelId="{81843FFF-1D6E-4431-8281-AE6DCF47F240}">
      <dsp:nvSpPr>
        <dsp:cNvPr id="0" name=""/>
        <dsp:cNvSpPr/>
      </dsp:nvSpPr>
      <dsp:spPr>
        <a:xfrm>
          <a:off x="2477444" y="1054000"/>
          <a:ext cx="1481770" cy="740885"/>
        </a:xfrm>
        <a:prstGeom prst="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smtClean="0"/>
            <a:t>Manage Employees</a:t>
          </a:r>
          <a:endParaRPr lang="en-US" sz="2000" kern="1200"/>
        </a:p>
      </dsp:txBody>
      <dsp:txXfrm>
        <a:off x="2477444" y="1054000"/>
        <a:ext cx="1481770" cy="740885"/>
      </dsp:txXfrm>
    </dsp:sp>
    <dsp:sp modelId="{8BBDDD57-F717-4CC1-BC99-6B1F29017EAF}">
      <dsp:nvSpPr>
        <dsp:cNvPr id="0" name=""/>
        <dsp:cNvSpPr/>
      </dsp:nvSpPr>
      <dsp:spPr>
        <a:xfrm>
          <a:off x="2847886" y="2106057"/>
          <a:ext cx="1481770" cy="740885"/>
        </a:xfrm>
        <a:prstGeom prst="rect">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smtClean="0"/>
            <a:t>CRUD</a:t>
          </a:r>
          <a:endParaRPr lang="en-US" sz="2000" kern="1200"/>
        </a:p>
      </dsp:txBody>
      <dsp:txXfrm>
        <a:off x="2847886" y="2106057"/>
        <a:ext cx="1481770" cy="740885"/>
      </dsp:txXfrm>
    </dsp:sp>
    <dsp:sp modelId="{10257C47-804A-4448-92FA-4A7EA962007C}">
      <dsp:nvSpPr>
        <dsp:cNvPr id="0" name=""/>
        <dsp:cNvSpPr/>
      </dsp:nvSpPr>
      <dsp:spPr>
        <a:xfrm>
          <a:off x="2847886" y="3158114"/>
          <a:ext cx="1481770" cy="740885"/>
        </a:xfrm>
        <a:prstGeom prst="rect">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smtClean="0"/>
            <a:t>Manage Salaries</a:t>
          </a:r>
          <a:endParaRPr lang="en-US" sz="2000" kern="1200"/>
        </a:p>
      </dsp:txBody>
      <dsp:txXfrm>
        <a:off x="2847886" y="3158114"/>
        <a:ext cx="1481770" cy="740885"/>
      </dsp:txXfrm>
    </dsp:sp>
    <dsp:sp modelId="{ECC9FE9A-4EBC-471B-83B9-3FE61E4BE008}">
      <dsp:nvSpPr>
        <dsp:cNvPr id="0" name=""/>
        <dsp:cNvSpPr/>
      </dsp:nvSpPr>
      <dsp:spPr>
        <a:xfrm>
          <a:off x="2847886" y="4210170"/>
          <a:ext cx="1481770" cy="740885"/>
        </a:xfrm>
        <a:prstGeom prst="rect">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smtClean="0"/>
            <a:t>…</a:t>
          </a:r>
          <a:endParaRPr lang="en-US" sz="2000" kern="1200"/>
        </a:p>
      </dsp:txBody>
      <dsp:txXfrm>
        <a:off x="2847886" y="4210170"/>
        <a:ext cx="1481770" cy="740885"/>
      </dsp:txXfrm>
    </dsp:sp>
    <dsp:sp modelId="{68751DE7-C829-4E6D-BE93-A0A7E61B450A}">
      <dsp:nvSpPr>
        <dsp:cNvPr id="0" name=""/>
        <dsp:cNvSpPr/>
      </dsp:nvSpPr>
      <dsp:spPr>
        <a:xfrm>
          <a:off x="4270385" y="1054000"/>
          <a:ext cx="1481770" cy="740885"/>
        </a:xfrm>
        <a:prstGeom prst="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smtClean="0"/>
            <a:t>Reports</a:t>
          </a:r>
          <a:endParaRPr lang="en-US" sz="2000" kern="1200"/>
        </a:p>
      </dsp:txBody>
      <dsp:txXfrm>
        <a:off x="4270385" y="1054000"/>
        <a:ext cx="1481770" cy="740885"/>
      </dsp:txXfrm>
    </dsp:sp>
    <dsp:sp modelId="{815DB7CD-0AB6-43B7-98B5-78DD1A813FAC}">
      <dsp:nvSpPr>
        <dsp:cNvPr id="0" name=""/>
        <dsp:cNvSpPr/>
      </dsp:nvSpPr>
      <dsp:spPr>
        <a:xfrm>
          <a:off x="4640828" y="2106057"/>
          <a:ext cx="1481770" cy="740885"/>
        </a:xfrm>
        <a:prstGeom prst="rect">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smtClean="0"/>
            <a:t>Generate reports</a:t>
          </a:r>
          <a:endParaRPr lang="en-US" sz="2000" kern="1200"/>
        </a:p>
      </dsp:txBody>
      <dsp:txXfrm>
        <a:off x="4640828" y="2106057"/>
        <a:ext cx="1481770" cy="740885"/>
      </dsp:txXfrm>
    </dsp:sp>
    <dsp:sp modelId="{B7B7549F-33CC-4264-ACED-07169E3A1C83}">
      <dsp:nvSpPr>
        <dsp:cNvPr id="0" name=""/>
        <dsp:cNvSpPr/>
      </dsp:nvSpPr>
      <dsp:spPr>
        <a:xfrm>
          <a:off x="4640828" y="3158114"/>
          <a:ext cx="1481770" cy="740885"/>
        </a:xfrm>
        <a:prstGeom prst="rect">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smtClean="0"/>
            <a:t>Filter information</a:t>
          </a:r>
          <a:endParaRPr lang="en-US" sz="2000" kern="1200"/>
        </a:p>
      </dsp:txBody>
      <dsp:txXfrm>
        <a:off x="4640828" y="3158114"/>
        <a:ext cx="1481770" cy="740885"/>
      </dsp:txXfrm>
    </dsp:sp>
    <dsp:sp modelId="{ED48CF19-DDA4-432F-BA0D-88ABB815EFF8}">
      <dsp:nvSpPr>
        <dsp:cNvPr id="0" name=""/>
        <dsp:cNvSpPr/>
      </dsp:nvSpPr>
      <dsp:spPr>
        <a:xfrm>
          <a:off x="4640828" y="4210170"/>
          <a:ext cx="1481770" cy="740885"/>
        </a:xfrm>
        <a:prstGeom prst="rect">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smtClean="0"/>
            <a:t>…</a:t>
          </a:r>
          <a:endParaRPr lang="en-US" sz="2000" kern="1200"/>
        </a:p>
      </dsp:txBody>
      <dsp:txXfrm>
        <a:off x="4640828" y="4210170"/>
        <a:ext cx="1481770" cy="740885"/>
      </dsp:txXfrm>
    </dsp:sp>
    <dsp:sp modelId="{5E71BA9E-1F97-4803-98D4-F673EF490CBC}">
      <dsp:nvSpPr>
        <dsp:cNvPr id="0" name=""/>
        <dsp:cNvSpPr/>
      </dsp:nvSpPr>
      <dsp:spPr>
        <a:xfrm>
          <a:off x="6063327" y="1054000"/>
          <a:ext cx="1481770" cy="740885"/>
        </a:xfrm>
        <a:prstGeom prst="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kern="1200" smtClean="0"/>
            <a:t>…</a:t>
          </a:r>
          <a:endParaRPr lang="en-US" sz="2000" kern="1200"/>
        </a:p>
      </dsp:txBody>
      <dsp:txXfrm>
        <a:off x="6063327" y="1054000"/>
        <a:ext cx="1481770" cy="740885"/>
      </dsp:txXfrm>
    </dsp:sp>
  </dsp:spTree>
</dsp:drawing>
</file>

<file path=ppt/diagrams/drawing6.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Tree>
</dsp:drawing>
</file>

<file path=ppt/diagrams/drawing7.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Tree>
</dsp:drawing>
</file>

<file path=ppt/diagrams/drawing8.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Tree>
</dsp:drawing>
</file>

<file path=ppt/diagrams/drawing9.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Tree>
</dsp:drawing>
</file>

<file path=ppt/diagrams/drawing10.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Tree>
</dsp:drawing>
</file>

<file path=ppt/diagrams/drawing1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Tree>
</dsp:drawing>
</file>

<file path=ppt/diagrams/drawing1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Tree>
</dsp:drawing>
</file>

<file path=ppt/diagrams/drawing13.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Tree>
</dsp:drawing>
</file>

<file path=ppt/diagrams/drawing14.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Tree>
</dsp:drawing>
</file>

<file path=ppt/diagrams/drawing15.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Tree>
</dsp:drawing>
</file>

<file path=ppt/diagrams/drawing16.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1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FCF70C7-1A17-4B8F-8E82-A20E29AAAC58}" type="datetimeFigureOut">
              <a:rPr lang="en-US" smtClean="0"/>
              <a:pPr/>
              <a:t>6/29/2023</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0D3D353-3471-4C5D-A6F3-11F1DDA05BDC}"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972150E-24DE-4D23-AF8D-CF01896B0C83}" type="datetimeFigureOut">
              <a:rPr lang="en-US" smtClean="0"/>
              <a:pPr/>
              <a:t>6/29/2023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58E95B1-5ED0-4005-B293-784E4C93134E}"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0721B9AD-E267-41B8-AFB9-F339B3C6A571}" type="datetimeFigureOut">
              <a:rPr lang="en-US"/>
              <a:pPr>
                <a:defRPr/>
              </a:pPr>
              <a:t>6/29/2023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12FAA6B-5534-44A2-AEB6-C3AA6AD13725}"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D03B7B48-E476-4875-A0CA-B0673732DFDD}" type="datetimeFigureOut">
              <a:rPr lang="en-US"/>
              <a:pPr>
                <a:defRPr/>
              </a:pPr>
              <a:t>6/29/2023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D0A623A-42AC-4D11-AF54-DB15196F08D6}"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E8F0A2C2-9A3C-44C4-9D1F-47B44EB3EF12}" type="datetimeFigureOut">
              <a:rPr lang="en-US"/>
              <a:pPr>
                <a:defRPr/>
              </a:pPr>
              <a:t>6/29/2023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738AB1B-E996-4ECC-822F-4BC1227516D2}"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6E352965-9852-4C5D-9CFD-AA7D7C51A3F1}" type="datetimeFigureOut">
              <a:rPr lang="en-US"/>
              <a:pPr>
                <a:defRPr/>
              </a:pPr>
              <a:t>6/29/2023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5C6D760F-B2EC-4EEB-B282-45333B115766}"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A2ABA97A-E8D3-4153-8AD9-0AC754381ACA}" type="datetimeFigureOut">
              <a:rPr lang="en-US"/>
              <a:pPr>
                <a:defRPr/>
              </a:pPr>
              <a:t>6/29/2023</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26E96F6-D03D-4FB0-942F-6504F81FF6F0}"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60F1E0C7-1AF5-43CF-B84A-415948674BE8}" type="datetimeFigureOut">
              <a:rPr lang="en-US"/>
              <a:pPr>
                <a:defRPr/>
              </a:pPr>
              <a:t>6/29/2023</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10B45132-88B8-4DDF-85A7-99B030F49BCA}"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3FF2F585-6AB3-4A98-8C00-3FB0F428366B}" type="datetimeFigureOut">
              <a:rPr lang="en-US"/>
              <a:pPr>
                <a:defRPr/>
              </a:pPr>
              <a:t>6/29/2023</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BDEE648-0B22-4684-A888-DEB1CE6260BA}"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A955A04C-D082-4B30-8565-236556BDD91C}" type="datetimeFigureOut">
              <a:rPr lang="en-US"/>
              <a:pPr>
                <a:defRPr/>
              </a:pPr>
              <a:t>6/29/2023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7D6D829-2DC4-4B7D-B12C-FDD216EF07FE}"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E43085A-46E4-429D-86C3-B3CDAC36DAFB}" type="datetimeFigureOut">
              <a:rPr lang="en-US"/>
              <a:pPr>
                <a:defRPr/>
              </a:pPr>
              <a:t>6/29/2023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17732C7-0A09-4095-98E8-F693C2579E3C}"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9B0270D8-9F80-4CBC-9EEB-40BF8E1F9541}" type="datetimeFigureOut">
              <a:rPr lang="en-US"/>
              <a:pPr>
                <a:defRPr/>
              </a:pPr>
              <a:t>6/29/2023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46B142B-9F3F-466D-9D5E-77E7230DF7FC}"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0944C27D-6266-4BC5-9F9E-701F440BBF98}" type="datetimeFigureOut">
              <a:rPr lang="en-US"/>
              <a:pPr>
                <a:defRPr/>
              </a:pPr>
              <a:t>6/29/2023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EC74873-7D28-4297-9E3C-7A8D1F19C832}"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3A4E31BE-3B20-405B-8063-BB6777AF4DB8}" type="datetimeFigureOut">
              <a:rPr lang="en-US"/>
              <a:pPr>
                <a:defRPr/>
              </a:pPr>
              <a:t>6/29/2023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69667343-960E-49C7-A8DE-9C4E42370238}"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5.xml"/><Relationship Id="rId7" Type="http://schemas.openxmlformats.org/officeDocument/2006/relationships/image" Target="../media/image6.png"/><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diagramLayout" Target="../diagrams/layout7.xml"/><Relationship Id="rId3" Type="http://schemas.openxmlformats.org/officeDocument/2006/relationships/diagramLayout" Target="../diagrams/layout6.xml"/><Relationship Id="rId7" Type="http://schemas.openxmlformats.org/officeDocument/2006/relationships/diagramData" Target="../diagrams/data7.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11" Type="http://schemas.microsoft.com/office/2007/relationships/diagramDrawing" Target="../diagrams/drawing7.xml"/><Relationship Id="rId5" Type="http://schemas.openxmlformats.org/officeDocument/2006/relationships/diagramColors" Target="../diagrams/colors6.xml"/><Relationship Id="rId10" Type="http://schemas.openxmlformats.org/officeDocument/2006/relationships/diagramColors" Target="../diagrams/colors7.xml"/><Relationship Id="rId4" Type="http://schemas.openxmlformats.org/officeDocument/2006/relationships/diagramQuickStyle" Target="../diagrams/quickStyle6.xml"/><Relationship Id="rId9" Type="http://schemas.openxmlformats.org/officeDocument/2006/relationships/diagramQuickStyle" Target="../diagrams/quickStyle7.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microsoft.com/office/2007/relationships/diagramDrawing" Target="../diagrams/drawing12.xml"/><Relationship Id="rId3" Type="http://schemas.openxmlformats.org/officeDocument/2006/relationships/image" Target="../media/image11.png"/><Relationship Id="rId7" Type="http://schemas.openxmlformats.org/officeDocument/2006/relationships/diagramColors" Target="../diagrams/colors12.xml"/><Relationship Id="rId2" Type="http://schemas.openxmlformats.org/officeDocument/2006/relationships/image" Target="../media/image10.jpeg"/><Relationship Id="rId1" Type="http://schemas.openxmlformats.org/officeDocument/2006/relationships/slideLayout" Target="../slideLayouts/slideLayout2.xml"/><Relationship Id="rId6" Type="http://schemas.openxmlformats.org/officeDocument/2006/relationships/diagramQuickStyle" Target="../diagrams/quickStyle12.xml"/><Relationship Id="rId5" Type="http://schemas.openxmlformats.org/officeDocument/2006/relationships/diagramLayout" Target="../diagrams/layout12.xml"/><Relationship Id="rId4" Type="http://schemas.openxmlformats.org/officeDocument/2006/relationships/diagramData" Target="../diagrams/data12.xml"/><Relationship Id="rId9"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 Id="rId9" Type="http://schemas.openxmlformats.org/officeDocument/2006/relationships/image" Target="../media/image10.jpeg"/></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2.xml"/><Relationship Id="rId4" Type="http://schemas.openxmlformats.org/officeDocument/2006/relationships/image" Target="../media/image25.jpeg"/></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s://www.ganttproject.biz/download/free" TargetMode="External"/><Relationship Id="rId7" Type="http://schemas.openxmlformats.org/officeDocument/2006/relationships/image" Target="../media/image33.png"/><Relationship Id="rId2" Type="http://schemas.openxmlformats.org/officeDocument/2006/relationships/hyperlink" Target="https://products.office.com/en-au/Project/project-for-office-365" TargetMode="Externa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hyperlink" Target="https://www.smartsheet.com/" TargetMode="External"/><Relationship Id="rId4" Type="http://schemas.openxmlformats.org/officeDocument/2006/relationships/hyperlink" Target="https://ganttpro.com/" TargetMode="External"/></Relationships>
</file>

<file path=ppt/slides/_rels/slide39.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304800" y="2130425"/>
            <a:ext cx="8534400" cy="1470025"/>
          </a:xfrm>
        </p:spPr>
        <p:txBody>
          <a:bodyPr/>
          <a:lstStyle/>
          <a:p>
            <a:pPr eaLnBrk="1" hangingPunct="1"/>
            <a:r>
              <a:rPr lang="en-US" sz="6000" dirty="0" smtClean="0"/>
              <a:t>Work Breakdown Structure</a:t>
            </a:r>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VNUHCM - 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600200"/>
            <a:ext cx="5562600" cy="4525963"/>
          </a:xfrm>
        </p:spPr>
        <p:txBody>
          <a:bodyPr/>
          <a:lstStyle/>
          <a:p>
            <a:pPr marL="514350" indent="-514350">
              <a:buFont typeface="Wingdings" pitchFamily="2" charset="2"/>
              <a:buChar char="Ø"/>
            </a:pPr>
            <a:r>
              <a:rPr lang="en-US" sz="2400" dirty="0" smtClean="0"/>
              <a:t>To create a </a:t>
            </a:r>
            <a:r>
              <a:rPr lang="en-US" sz="2400" i="1" dirty="0" smtClean="0">
                <a:solidFill>
                  <a:srgbClr val="C00000"/>
                </a:solidFill>
              </a:rPr>
              <a:t>work breakdown structure</a:t>
            </a:r>
            <a:r>
              <a:rPr lang="en-US" sz="2400" i="1" dirty="0" smtClean="0"/>
              <a:t>.</a:t>
            </a:r>
          </a:p>
          <a:p>
            <a:pPr marL="514350" indent="-514350">
              <a:buFont typeface="Wingdings" pitchFamily="2" charset="2"/>
              <a:buChar char="Ø"/>
            </a:pPr>
            <a:r>
              <a:rPr lang="en-US" sz="2400" dirty="0" smtClean="0"/>
              <a:t>To calculate an </a:t>
            </a:r>
            <a:r>
              <a:rPr lang="en-US" sz="2400" i="1" dirty="0" smtClean="0">
                <a:solidFill>
                  <a:srgbClr val="C00000"/>
                </a:solidFill>
              </a:rPr>
              <a:t>effort estimate</a:t>
            </a:r>
            <a:r>
              <a:rPr lang="en-US" sz="2400" dirty="0" smtClean="0"/>
              <a:t>.</a:t>
            </a:r>
            <a:endParaRPr lang="en-US" sz="2400" i="1" dirty="0" smtClean="0">
              <a:solidFill>
                <a:srgbClr val="C00000"/>
              </a:solidFill>
            </a:endParaRPr>
          </a:p>
        </p:txBody>
      </p:sp>
      <p:pic>
        <p:nvPicPr>
          <p:cNvPr id="4" name="Picture 2"/>
          <p:cNvPicPr>
            <a:picLocks noChangeAspect="1" noChangeArrowheads="1"/>
          </p:cNvPicPr>
          <p:nvPr/>
        </p:nvPicPr>
        <p:blipFill>
          <a:blip r:embed="rId2" cstate="print"/>
          <a:srcRect/>
          <a:stretch>
            <a:fillRect/>
          </a:stretch>
        </p:blipFill>
        <p:spPr bwMode="auto">
          <a:xfrm>
            <a:off x="5943600" y="2609850"/>
            <a:ext cx="2762250" cy="2114550"/>
          </a:xfrm>
          <a:prstGeom prst="rect">
            <a:avLst/>
          </a:prstGeom>
          <a:noFill/>
          <a:ln w="9525">
            <a:noFill/>
            <a:miter lim="800000"/>
            <a:headEnd/>
            <a:tailEnd/>
          </a:ln>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2" cstate="print"/>
          <a:srcRect/>
          <a:stretch>
            <a:fillRect/>
          </a:stretch>
        </p:blipFill>
        <p:spPr bwMode="auto">
          <a:xfrm>
            <a:off x="60198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r>
              <a:rPr lang="en-US" sz="2400" dirty="0" smtClean="0"/>
              <a:t>Work breakdown </a:t>
            </a:r>
            <a:r>
              <a:rPr lang="en-US" sz="2400" dirty="0" smtClean="0"/>
              <a:t>structure.</a:t>
            </a:r>
            <a:endParaRPr lang="en-US" sz="2400" dirty="0" smtClean="0"/>
          </a:p>
          <a:p>
            <a:pPr marL="571500" indent="-571500">
              <a:buFont typeface="+mj-lt"/>
              <a:buAutoNum type="romanUcPeriod"/>
            </a:pPr>
            <a:r>
              <a:rPr lang="en-US" sz="2400" dirty="0" smtClean="0"/>
              <a:t>Effort </a:t>
            </a:r>
            <a:r>
              <a:rPr lang="en-US" sz="2400" dirty="0" smtClean="0"/>
              <a:t>estimation.</a:t>
            </a: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600200"/>
            <a:ext cx="5334000" cy="4525963"/>
          </a:xfrm>
        </p:spPr>
        <p:txBody>
          <a:bodyPr/>
          <a:lstStyle/>
          <a:p>
            <a:pPr marL="457200" indent="-457200">
              <a:buFont typeface="+mj-lt"/>
              <a:buAutoNum type="arabicPeriod"/>
            </a:pPr>
            <a:r>
              <a:rPr lang="en-US" sz="1800" dirty="0" smtClean="0"/>
              <a:t>Project Management Institute (2017). A Guide to the Project Management Body of Knowledge. Sixth Edition. Project Management Institute.</a:t>
            </a:r>
          </a:p>
          <a:p>
            <a:pPr marL="457200" indent="-457200">
              <a:buFont typeface="+mj-lt"/>
              <a:buAutoNum type="arabicPeriod"/>
            </a:pPr>
            <a:r>
              <a:rPr lang="en-US" sz="1800" dirty="0" smtClean="0"/>
              <a:t>Roger S. Pressman and Bruce R. Maxim (2015). Software Engineering - A Practitioner’s Approach. 8th Edition. McGraw-Hill.</a:t>
            </a:r>
          </a:p>
          <a:p>
            <a:pPr marL="457200" indent="-457200">
              <a:buFont typeface="+mj-lt"/>
              <a:buAutoNum type="arabicPeriod"/>
            </a:pPr>
            <a:r>
              <a:rPr lang="en-US" sz="1800" dirty="0" smtClean="0"/>
              <a:t>Bertrand Meyer (1997). Object Oriented Software Construction.</a:t>
            </a:r>
          </a:p>
          <a:p>
            <a:pPr marL="457200" indent="-457200">
              <a:buFont typeface="+mj-lt"/>
              <a:buAutoNum type="arabicPeriod"/>
            </a:pPr>
            <a:r>
              <a:rPr lang="en-US" sz="1800" dirty="0" smtClean="0"/>
              <a:t>Project Management Institute (2006). Practice Standard for Work Breakdown Structures. Project Management Institute.</a:t>
            </a:r>
          </a:p>
          <a:p>
            <a:pPr marL="457200" indent="-457200">
              <a:buFont typeface="+mj-lt"/>
              <a:buAutoNum type="arabicPeriod"/>
            </a:pPr>
            <a:r>
              <a:rPr lang="en-US" sz="1800" dirty="0" smtClean="0"/>
              <a:t>Eric S. Norman, Shelly A. </a:t>
            </a:r>
            <a:r>
              <a:rPr lang="en-US" sz="1800" dirty="0" err="1" smtClean="0"/>
              <a:t>Brotherton</a:t>
            </a:r>
            <a:r>
              <a:rPr lang="en-US" sz="1800" dirty="0" smtClean="0"/>
              <a:t> and Robert T. Fried (2008). Work Breakdown Structures - The Foundation for Project Management Excellence. John Wiley &amp; Sons.</a:t>
            </a:r>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191250" y="1676400"/>
            <a:ext cx="2724150" cy="4133850"/>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smtClean="0"/>
              <a:t>When Will You Complete Your Work?</a:t>
            </a:r>
            <a:endParaRPr lang="en-US" sz="4000"/>
          </a:p>
        </p:txBody>
      </p:sp>
      <p:pic>
        <p:nvPicPr>
          <p:cNvPr id="1026" name="Picture 2" descr="https://cdn3.iconfinder.com/data/icons/business-management-92/130/45-512.png"/>
          <p:cNvPicPr>
            <a:picLocks noChangeAspect="1" noChangeArrowheads="1"/>
          </p:cNvPicPr>
          <p:nvPr/>
        </p:nvPicPr>
        <p:blipFill>
          <a:blip r:embed="rId2" cstate="print"/>
          <a:srcRect/>
          <a:stretch>
            <a:fillRect/>
          </a:stretch>
        </p:blipFill>
        <p:spPr bwMode="auto">
          <a:xfrm>
            <a:off x="4648200" y="1661647"/>
            <a:ext cx="3900953" cy="3900953"/>
          </a:xfrm>
          <a:prstGeom prst="rect">
            <a:avLst/>
          </a:prstGeom>
          <a:noFill/>
        </p:spPr>
      </p:pic>
      <p:pic>
        <p:nvPicPr>
          <p:cNvPr id="1028" name="Picture 4" descr="https://seytlines.lexblogplatform.com/wp-content/uploads/sites/234/2014/12/stopwatch.jpeg"/>
          <p:cNvPicPr>
            <a:picLocks noChangeAspect="1" noChangeArrowheads="1"/>
          </p:cNvPicPr>
          <p:nvPr/>
        </p:nvPicPr>
        <p:blipFill>
          <a:blip r:embed="rId3" cstate="print"/>
          <a:srcRect/>
          <a:stretch>
            <a:fillRect/>
          </a:stretch>
        </p:blipFill>
        <p:spPr bwMode="auto">
          <a:xfrm>
            <a:off x="609600" y="1737847"/>
            <a:ext cx="3810000" cy="3505200"/>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Work Breakdown Structure [1]</a:t>
            </a:r>
            <a:endParaRPr lang="en-US"/>
          </a:p>
        </p:txBody>
      </p:sp>
      <p:sp>
        <p:nvSpPr>
          <p:cNvPr id="3" name="Content Placeholder 2"/>
          <p:cNvSpPr>
            <a:spLocks noGrp="1"/>
          </p:cNvSpPr>
          <p:nvPr>
            <p:ph idx="1"/>
          </p:nvPr>
        </p:nvSpPr>
        <p:spPr>
          <a:xfrm>
            <a:off x="457200" y="1600201"/>
            <a:ext cx="8229600" cy="1219200"/>
          </a:xfrm>
        </p:spPr>
        <p:txBody>
          <a:bodyPr/>
          <a:lstStyle/>
          <a:p>
            <a:pPr lvl="0"/>
            <a:r>
              <a:rPr lang="en-US" sz="2400" smtClean="0"/>
              <a:t>The </a:t>
            </a:r>
            <a:r>
              <a:rPr lang="en-US" sz="2400" i="1" smtClean="0">
                <a:solidFill>
                  <a:srgbClr val="C00000"/>
                </a:solidFill>
              </a:rPr>
              <a:t>WBS</a:t>
            </a:r>
            <a:r>
              <a:rPr lang="en-US" sz="2400" smtClean="0"/>
              <a:t> is a </a:t>
            </a:r>
            <a:r>
              <a:rPr lang="en-US" sz="2400" u="sng" smtClean="0"/>
              <a:t>hierarchical decomposition</a:t>
            </a:r>
            <a:r>
              <a:rPr lang="en-US" sz="2400" smtClean="0"/>
              <a:t> of the </a:t>
            </a:r>
            <a:r>
              <a:rPr lang="en-US" sz="2400" u="sng" smtClean="0"/>
              <a:t>total scope</a:t>
            </a:r>
            <a:r>
              <a:rPr lang="en-US" sz="2400" smtClean="0"/>
              <a:t> of work to be carried out by the project team to accomplish the project objectives and create the </a:t>
            </a:r>
            <a:r>
              <a:rPr lang="en-US" sz="2400" i="1" smtClean="0">
                <a:solidFill>
                  <a:srgbClr val="C00000"/>
                </a:solidFill>
              </a:rPr>
              <a:t>required deliverables</a:t>
            </a:r>
            <a:r>
              <a:rPr lang="en-US" sz="2400" smtClean="0"/>
              <a:t>.</a:t>
            </a:r>
          </a:p>
        </p:txBody>
      </p:sp>
      <p:graphicFrame>
        <p:nvGraphicFramePr>
          <p:cNvPr id="7" name="Diagram 6"/>
          <p:cNvGraphicFramePr/>
          <p:nvPr/>
        </p:nvGraphicFramePr>
        <p:xfrm>
          <a:off x="457200" y="2895600"/>
          <a:ext cx="8305800" cy="3429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How to Create WBS (Round 1)?</a:t>
            </a:r>
            <a:endParaRPr lang="en-US"/>
          </a:p>
        </p:txBody>
      </p:sp>
      <p:graphicFrame>
        <p:nvGraphicFramePr>
          <p:cNvPr id="10" name="Diagram 9"/>
          <p:cNvGraphicFramePr/>
          <p:nvPr/>
        </p:nvGraphicFramePr>
        <p:xfrm>
          <a:off x="609600" y="1447800"/>
          <a:ext cx="8077200" cy="2895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ight Arrow 4"/>
          <p:cNvSpPr/>
          <p:nvPr/>
        </p:nvSpPr>
        <p:spPr>
          <a:xfrm rot="18406284">
            <a:off x="1768699" y="4165119"/>
            <a:ext cx="2492472" cy="1002913"/>
          </a:xfrm>
          <a:prstGeom prst="rightArrow">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mtClean="0"/>
              <a:t>Assumptions</a:t>
            </a:r>
            <a:endParaRPr lang="en-US"/>
          </a:p>
        </p:txBody>
      </p:sp>
      <p:sp>
        <p:nvSpPr>
          <p:cNvPr id="6" name="Left Arrow 5"/>
          <p:cNvSpPr/>
          <p:nvPr/>
        </p:nvSpPr>
        <p:spPr>
          <a:xfrm rot="5679939">
            <a:off x="3234748" y="4444611"/>
            <a:ext cx="2488343" cy="986302"/>
          </a:xfrm>
          <a:prstGeom prst="leftArrow">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mtClean="0"/>
              <a:t>Actual performance</a:t>
            </a:r>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Product Decomposition</a:t>
            </a:r>
            <a:endParaRPr lang="en-US"/>
          </a:p>
        </p:txBody>
      </p:sp>
      <p:graphicFrame>
        <p:nvGraphicFramePr>
          <p:cNvPr id="4" name="Diagram 3"/>
          <p:cNvGraphicFramePr/>
          <p:nvPr/>
        </p:nvGraphicFramePr>
        <p:xfrm>
          <a:off x="457200" y="1600200"/>
          <a:ext cx="8229600" cy="495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System Decomposition</a:t>
            </a:r>
            <a:endParaRPr lang="en-US"/>
          </a:p>
        </p:txBody>
      </p:sp>
      <p:graphicFrame>
        <p:nvGraphicFramePr>
          <p:cNvPr id="4" name="Diagram 3"/>
          <p:cNvGraphicFramePr/>
          <p:nvPr/>
        </p:nvGraphicFramePr>
        <p:xfrm>
          <a:off x="-457200" y="1295400"/>
          <a:ext cx="9296400" cy="5003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Rectangle 6"/>
          <p:cNvSpPr/>
          <p:nvPr/>
        </p:nvSpPr>
        <p:spPr>
          <a:xfrm>
            <a:off x="533400" y="4038600"/>
            <a:ext cx="1905000" cy="430887"/>
          </a:xfrm>
          <a:prstGeom prst="rect">
            <a:avLst/>
          </a:prstGeom>
          <a:solidFill>
            <a:schemeClr val="accent2"/>
          </a:solidFill>
        </p:spPr>
        <p:txBody>
          <a:bodyPr wrap="square">
            <a:spAutoFit/>
          </a:bodyPr>
          <a:lstStyle/>
          <a:p>
            <a:pPr marL="457200" indent="-457200">
              <a:buFont typeface="Wingdings" pitchFamily="2" charset="2"/>
              <a:buChar char="q"/>
            </a:pPr>
            <a:r>
              <a:rPr lang="en-US" sz="2200" smtClean="0">
                <a:solidFill>
                  <a:schemeClr val="bg1"/>
                </a:solidFill>
                <a:latin typeface="+mj-lt"/>
              </a:rPr>
              <a:t>System</a:t>
            </a:r>
            <a:endParaRPr lang="en-US" sz="2200">
              <a:solidFill>
                <a:schemeClr val="bg1"/>
              </a:solidFill>
              <a:latin typeface="+mj-lt"/>
            </a:endParaRPr>
          </a:p>
        </p:txBody>
      </p:sp>
      <p:sp>
        <p:nvSpPr>
          <p:cNvPr id="9" name="Rectangle 8"/>
          <p:cNvSpPr/>
          <p:nvPr/>
        </p:nvSpPr>
        <p:spPr>
          <a:xfrm>
            <a:off x="3124200" y="5638800"/>
            <a:ext cx="1828800" cy="430887"/>
          </a:xfrm>
          <a:prstGeom prst="rect">
            <a:avLst/>
          </a:prstGeom>
          <a:solidFill>
            <a:schemeClr val="accent2"/>
          </a:solidFill>
        </p:spPr>
        <p:txBody>
          <a:bodyPr wrap="square">
            <a:spAutoFit/>
          </a:bodyPr>
          <a:lstStyle/>
          <a:p>
            <a:pPr marL="457200" indent="-457200">
              <a:buFont typeface="Wingdings" pitchFamily="2" charset="2"/>
              <a:buChar char="q"/>
            </a:pPr>
            <a:r>
              <a:rPr lang="en-US" sz="2200" smtClean="0">
                <a:solidFill>
                  <a:schemeClr val="bg1"/>
                </a:solidFill>
                <a:latin typeface="+mj-lt"/>
              </a:rPr>
              <a:t>Modules</a:t>
            </a:r>
          </a:p>
        </p:txBody>
      </p:sp>
      <p:sp>
        <p:nvSpPr>
          <p:cNvPr id="10" name="Rectangle 9"/>
          <p:cNvSpPr/>
          <p:nvPr/>
        </p:nvSpPr>
        <p:spPr>
          <a:xfrm>
            <a:off x="5562600" y="6324600"/>
            <a:ext cx="2286000" cy="430887"/>
          </a:xfrm>
          <a:prstGeom prst="rect">
            <a:avLst/>
          </a:prstGeom>
          <a:solidFill>
            <a:schemeClr val="accent2"/>
          </a:solidFill>
        </p:spPr>
        <p:txBody>
          <a:bodyPr wrap="square">
            <a:spAutoFit/>
          </a:bodyPr>
          <a:lstStyle/>
          <a:p>
            <a:pPr marL="457200" indent="-457200">
              <a:buFont typeface="Wingdings" pitchFamily="2" charset="2"/>
              <a:buChar char="q"/>
            </a:pPr>
            <a:r>
              <a:rPr lang="en-US" sz="2200" smtClean="0">
                <a:solidFill>
                  <a:schemeClr val="bg1"/>
                </a:solidFill>
                <a:latin typeface="+mj-lt"/>
              </a:rPr>
              <a:t>Features</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Features Decomposition</a:t>
            </a:r>
            <a:endParaRPr lang="en-US"/>
          </a:p>
        </p:txBody>
      </p:sp>
      <p:graphicFrame>
        <p:nvGraphicFramePr>
          <p:cNvPr id="4" name="Diagram 3"/>
          <p:cNvGraphicFramePr/>
          <p:nvPr/>
        </p:nvGraphicFramePr>
        <p:xfrm>
          <a:off x="457200" y="1600200"/>
          <a:ext cx="8229600" cy="495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1"/>
          <p:cNvPicPr>
            <a:picLocks noChangeAspect="1" noChangeArrowheads="1"/>
          </p:cNvPicPr>
          <p:nvPr/>
        </p:nvPicPr>
        <p:blipFill>
          <a:blip r:embed="rId7" cstate="print"/>
          <a:srcRect/>
          <a:stretch>
            <a:fillRect/>
          </a:stretch>
        </p:blipFill>
        <p:spPr bwMode="auto">
          <a:xfrm>
            <a:off x="7086600" y="3886200"/>
            <a:ext cx="1143000" cy="828675"/>
          </a:xfrm>
          <a:prstGeom prst="rect">
            <a:avLst/>
          </a:prstGeom>
          <a:noFill/>
          <a:ln w="9525">
            <a:noFill/>
            <a:miter lim="800000"/>
            <a:headEnd/>
            <a:tailEnd/>
          </a:ln>
        </p:spPr>
      </p:pic>
      <p:sp>
        <p:nvSpPr>
          <p:cNvPr id="6" name="Rectangle 5"/>
          <p:cNvSpPr/>
          <p:nvPr/>
        </p:nvSpPr>
        <p:spPr>
          <a:xfrm>
            <a:off x="6781800" y="4953000"/>
            <a:ext cx="2223686" cy="461665"/>
          </a:xfrm>
          <a:prstGeom prst="rect">
            <a:avLst/>
          </a:prstGeom>
        </p:spPr>
        <p:txBody>
          <a:bodyPr wrap="none">
            <a:spAutoFit/>
          </a:bodyPr>
          <a:lstStyle/>
          <a:p>
            <a:pPr lvl="0"/>
            <a:r>
              <a:rPr lang="en-US" sz="2400" b="1" smtClean="0">
                <a:solidFill>
                  <a:srgbClr val="C00000"/>
                </a:solidFill>
                <a:latin typeface="Consolas" pitchFamily="49" charset="0"/>
              </a:rPr>
              <a:t>Granularity?</a:t>
            </a:r>
            <a:endParaRPr lang="en-US" sz="2400" b="1">
              <a:solidFill>
                <a:srgbClr val="C00000"/>
              </a:solidFill>
              <a:latin typeface="Consolas" pitchFamily="49"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948" name="Picture 4"/>
          <p:cNvPicPr>
            <a:picLocks noChangeAspect="1" noChangeArrowheads="1"/>
          </p:cNvPicPr>
          <p:nvPr/>
        </p:nvPicPr>
        <p:blipFill>
          <a:blip r:embed="rId2" cstate="print"/>
          <a:srcRect/>
          <a:stretch>
            <a:fillRect/>
          </a:stretch>
        </p:blipFill>
        <p:spPr bwMode="auto">
          <a:xfrm>
            <a:off x="5943600" y="3200400"/>
            <a:ext cx="2447925" cy="3152775"/>
          </a:xfrm>
          <a:prstGeom prst="rect">
            <a:avLst/>
          </a:prstGeom>
          <a:noFill/>
          <a:ln w="9525">
            <a:noFill/>
            <a:miter lim="800000"/>
            <a:headEnd/>
            <a:tailEnd/>
          </a:ln>
        </p:spPr>
      </p:pic>
      <p:sp>
        <p:nvSpPr>
          <p:cNvPr id="2" name="Title 1"/>
          <p:cNvSpPr>
            <a:spLocks noGrp="1"/>
          </p:cNvSpPr>
          <p:nvPr>
            <p:ph type="title"/>
          </p:nvPr>
        </p:nvSpPr>
        <p:spPr/>
        <p:txBody>
          <a:bodyPr/>
          <a:lstStyle/>
          <a:p>
            <a:r>
              <a:rPr lang="en-US" smtClean="0"/>
              <a:t>Use Case Decomposition</a:t>
            </a:r>
            <a:endParaRPr lang="en-US"/>
          </a:p>
        </p:txBody>
      </p:sp>
      <p:sp>
        <p:nvSpPr>
          <p:cNvPr id="3" name="Content Placeholder 2"/>
          <p:cNvSpPr>
            <a:spLocks noGrp="1"/>
          </p:cNvSpPr>
          <p:nvPr>
            <p:ph idx="1"/>
          </p:nvPr>
        </p:nvSpPr>
        <p:spPr/>
        <p:txBody>
          <a:bodyPr/>
          <a:lstStyle/>
          <a:p>
            <a:pPr lvl="0"/>
            <a:r>
              <a:rPr lang="en-US" sz="2400" i="1" dirty="0" smtClean="0">
                <a:solidFill>
                  <a:srgbClr val="C00000"/>
                </a:solidFill>
              </a:rPr>
              <a:t>Database schema</a:t>
            </a:r>
            <a:r>
              <a:rPr lang="en-US" sz="2400" dirty="0" smtClean="0"/>
              <a:t>.</a:t>
            </a:r>
            <a:endParaRPr lang="en-US" sz="2400" i="1" dirty="0" smtClean="0">
              <a:solidFill>
                <a:srgbClr val="C00000"/>
              </a:solidFill>
            </a:endParaRPr>
          </a:p>
          <a:p>
            <a:pPr lvl="0"/>
            <a:r>
              <a:rPr lang="en-US" sz="2400" i="1" dirty="0" smtClean="0">
                <a:solidFill>
                  <a:srgbClr val="C00000"/>
                </a:solidFill>
              </a:rPr>
              <a:t>UIs</a:t>
            </a:r>
            <a:r>
              <a:rPr lang="en-US" sz="2400" dirty="0" smtClean="0"/>
              <a:t>.</a:t>
            </a:r>
            <a:endParaRPr lang="en-US" sz="2400" i="1" dirty="0" smtClean="0">
              <a:solidFill>
                <a:srgbClr val="C00000"/>
              </a:solidFill>
            </a:endParaRPr>
          </a:p>
          <a:p>
            <a:pPr lvl="0"/>
            <a:r>
              <a:rPr lang="en-US" sz="2400" dirty="0" smtClean="0"/>
              <a:t>Class diagram, </a:t>
            </a:r>
            <a:r>
              <a:rPr lang="en-US" sz="2400" i="1" dirty="0" smtClean="0">
                <a:solidFill>
                  <a:srgbClr val="C00000"/>
                </a:solidFill>
              </a:rPr>
              <a:t>sequence diagram</a:t>
            </a:r>
            <a:r>
              <a:rPr lang="en-US" sz="2400" dirty="0" smtClean="0"/>
              <a:t>, </a:t>
            </a:r>
            <a:r>
              <a:rPr lang="en-US" sz="2400" i="1" dirty="0" smtClean="0">
                <a:solidFill>
                  <a:srgbClr val="C00000"/>
                </a:solidFill>
              </a:rPr>
              <a:t>flow chart</a:t>
            </a:r>
            <a:r>
              <a:rPr lang="en-US" sz="2400" dirty="0" smtClean="0"/>
              <a:t>, state chart, algorithm description, </a:t>
            </a:r>
            <a:r>
              <a:rPr lang="en-US" sz="2400" u="sng" dirty="0" smtClean="0"/>
              <a:t>solution description</a:t>
            </a:r>
            <a:r>
              <a:rPr lang="en-US" sz="2400" dirty="0" smtClean="0"/>
              <a:t>.</a:t>
            </a:r>
          </a:p>
          <a:p>
            <a:pPr lvl="0"/>
            <a:r>
              <a:rPr lang="en-US" sz="2400" i="1" dirty="0" smtClean="0">
                <a:solidFill>
                  <a:srgbClr val="C00000"/>
                </a:solidFill>
              </a:rPr>
              <a:t>Source code</a:t>
            </a:r>
            <a:r>
              <a:rPr lang="en-US" sz="2400" dirty="0" smtClean="0"/>
              <a:t> (including unit tests).</a:t>
            </a:r>
          </a:p>
          <a:p>
            <a:pPr lvl="0"/>
            <a:r>
              <a:rPr lang="en-US" sz="2400" i="1" dirty="0" smtClean="0">
                <a:solidFill>
                  <a:srgbClr val="C00000"/>
                </a:solidFill>
              </a:rPr>
              <a:t>Test cases, test report</a:t>
            </a:r>
            <a:r>
              <a:rPr lang="en-US" sz="2400" dirty="0" smtClean="0"/>
              <a:t>.</a:t>
            </a:r>
          </a:p>
          <a:p>
            <a:pPr lvl="0"/>
            <a:r>
              <a:rPr lang="fr-FR" sz="2400" dirty="0" smtClean="0"/>
              <a:t>User guide, </a:t>
            </a:r>
            <a:r>
              <a:rPr lang="en-US" sz="2400" dirty="0" smtClean="0"/>
              <a:t>development</a:t>
            </a:r>
            <a:r>
              <a:rPr lang="fr-FR" sz="2400" dirty="0" smtClean="0"/>
              <a:t> guide, </a:t>
            </a:r>
          </a:p>
          <a:p>
            <a:pPr lvl="0">
              <a:buNone/>
            </a:pPr>
            <a:r>
              <a:rPr lang="fr-FR" sz="2400" dirty="0" smtClean="0"/>
              <a:t>	</a:t>
            </a:r>
            <a:r>
              <a:rPr lang="en-US" sz="2400" dirty="0" smtClean="0"/>
              <a:t>deployment</a:t>
            </a:r>
            <a:r>
              <a:rPr lang="fr-FR" sz="2400" dirty="0" smtClean="0"/>
              <a:t> guide.</a:t>
            </a:r>
          </a:p>
          <a:p>
            <a:pPr lvl="0"/>
            <a:r>
              <a:rPr lang="fr-FR" sz="2400" dirty="0" smtClean="0"/>
              <a:t>Meeting minutes, chat scripts.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Work Decomposition</a:t>
            </a:r>
            <a:endParaRPr lang="en-US" dirty="0"/>
          </a:p>
        </p:txBody>
      </p:sp>
      <p:graphicFrame>
        <p:nvGraphicFramePr>
          <p:cNvPr id="5" name="Content Placeholder 4"/>
          <p:cNvGraphicFramePr>
            <a:graphicFrameLocks noGrp="1"/>
          </p:cNvGraphicFramePr>
          <p:nvPr>
            <p:ph idx="1"/>
          </p:nvPr>
        </p:nvGraphicFramePr>
        <p:xfrm>
          <a:off x="457200" y="1600200"/>
          <a:ext cx="43434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4" name="Diagram 3"/>
          <p:cNvGraphicFramePr/>
          <p:nvPr/>
        </p:nvGraphicFramePr>
        <p:xfrm>
          <a:off x="5105400" y="1981200"/>
          <a:ext cx="3505200" cy="35306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Phases Decomposition (I)</a:t>
            </a:r>
            <a:endParaRPr lang="en-US" dirty="0"/>
          </a:p>
        </p:txBody>
      </p:sp>
      <p:graphicFrame>
        <p:nvGraphicFramePr>
          <p:cNvPr id="4" name="Diagram 3"/>
          <p:cNvGraphicFramePr/>
          <p:nvPr/>
        </p:nvGraphicFramePr>
        <p:xfrm>
          <a:off x="457200" y="1600200"/>
          <a:ext cx="8229600" cy="495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6" name="Straight Arrow Connector 5"/>
          <p:cNvCxnSpPr/>
          <p:nvPr/>
        </p:nvCxnSpPr>
        <p:spPr>
          <a:xfrm flipH="1">
            <a:off x="1752600" y="1981200"/>
            <a:ext cx="609600" cy="17526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8" name="TextBox 7"/>
          <p:cNvSpPr txBox="1"/>
          <p:nvPr/>
        </p:nvSpPr>
        <p:spPr>
          <a:xfrm>
            <a:off x="685800" y="1447800"/>
            <a:ext cx="2895600" cy="430887"/>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pPr algn="ctr"/>
            <a:r>
              <a:rPr lang="en-US" sz="2200" dirty="0" smtClean="0"/>
              <a:t>Deliverables</a:t>
            </a:r>
            <a:endParaRPr lang="en-US" sz="2200" dirty="0"/>
          </a:p>
        </p:txBody>
      </p:sp>
      <p:cxnSp>
        <p:nvCxnSpPr>
          <p:cNvPr id="9" name="Straight Arrow Connector 8"/>
          <p:cNvCxnSpPr/>
          <p:nvPr/>
        </p:nvCxnSpPr>
        <p:spPr>
          <a:xfrm>
            <a:off x="2590800" y="1981200"/>
            <a:ext cx="228600" cy="16764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11" name="Straight Arrow Connector 10"/>
          <p:cNvCxnSpPr/>
          <p:nvPr/>
        </p:nvCxnSpPr>
        <p:spPr>
          <a:xfrm>
            <a:off x="2971800" y="1905000"/>
            <a:ext cx="1524000" cy="17526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13" name="Straight Arrow Connector 12"/>
          <p:cNvCxnSpPr/>
          <p:nvPr/>
        </p:nvCxnSpPr>
        <p:spPr>
          <a:xfrm>
            <a:off x="3352800" y="1905000"/>
            <a:ext cx="2971800" cy="17526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Phases Decomposition (II)</a:t>
            </a:r>
            <a:endParaRPr lang="en-US" dirty="0"/>
          </a:p>
        </p:txBody>
      </p:sp>
      <p:graphicFrame>
        <p:nvGraphicFramePr>
          <p:cNvPr id="4" name="Diagram 3"/>
          <p:cNvGraphicFramePr/>
          <p:nvPr/>
        </p:nvGraphicFramePr>
        <p:xfrm>
          <a:off x="304800" y="1397000"/>
          <a:ext cx="8534400" cy="5156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5" name="Straight Arrow Connector 4"/>
          <p:cNvCxnSpPr/>
          <p:nvPr/>
        </p:nvCxnSpPr>
        <p:spPr>
          <a:xfrm flipH="1">
            <a:off x="1295400" y="1981200"/>
            <a:ext cx="838200" cy="16764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6" name="TextBox 5"/>
          <p:cNvSpPr txBox="1"/>
          <p:nvPr/>
        </p:nvSpPr>
        <p:spPr>
          <a:xfrm>
            <a:off x="457200" y="1447800"/>
            <a:ext cx="2895600" cy="430887"/>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pPr algn="ctr"/>
            <a:r>
              <a:rPr lang="en-US" sz="2200" dirty="0" smtClean="0"/>
              <a:t>Deliverables</a:t>
            </a:r>
            <a:endParaRPr lang="en-US" sz="2200" dirty="0"/>
          </a:p>
        </p:txBody>
      </p:sp>
      <p:cxnSp>
        <p:nvCxnSpPr>
          <p:cNvPr id="7" name="Straight Arrow Connector 6"/>
          <p:cNvCxnSpPr/>
          <p:nvPr/>
        </p:nvCxnSpPr>
        <p:spPr>
          <a:xfrm>
            <a:off x="2362200" y="1981200"/>
            <a:ext cx="228600" cy="16002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8" name="Straight Arrow Connector 7"/>
          <p:cNvCxnSpPr/>
          <p:nvPr/>
        </p:nvCxnSpPr>
        <p:spPr>
          <a:xfrm>
            <a:off x="2743200" y="1905000"/>
            <a:ext cx="1447800" cy="16764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9" name="Straight Arrow Connector 8"/>
          <p:cNvCxnSpPr/>
          <p:nvPr/>
        </p:nvCxnSpPr>
        <p:spPr>
          <a:xfrm>
            <a:off x="3124200" y="1905000"/>
            <a:ext cx="2667000" cy="16764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Common Activities Decomposition</a:t>
            </a:r>
            <a:endParaRPr lang="en-US" dirty="0"/>
          </a:p>
        </p:txBody>
      </p:sp>
      <p:graphicFrame>
        <p:nvGraphicFramePr>
          <p:cNvPr id="4" name="Diagram 3"/>
          <p:cNvGraphicFramePr/>
          <p:nvPr/>
        </p:nvGraphicFramePr>
        <p:xfrm>
          <a:off x="304800" y="1397000"/>
          <a:ext cx="8534400" cy="5156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5" name="Straight Arrow Connector 4"/>
          <p:cNvCxnSpPr/>
          <p:nvPr/>
        </p:nvCxnSpPr>
        <p:spPr>
          <a:xfrm flipH="1">
            <a:off x="1295400" y="1828800"/>
            <a:ext cx="762000" cy="12954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6" name="TextBox 5"/>
          <p:cNvSpPr txBox="1"/>
          <p:nvPr/>
        </p:nvSpPr>
        <p:spPr>
          <a:xfrm>
            <a:off x="381000" y="1295400"/>
            <a:ext cx="2895600" cy="430887"/>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pPr algn="ctr"/>
            <a:r>
              <a:rPr lang="en-US" sz="2200" dirty="0" smtClean="0"/>
              <a:t>Deliverables</a:t>
            </a:r>
            <a:endParaRPr lang="en-US" sz="2200" dirty="0"/>
          </a:p>
        </p:txBody>
      </p:sp>
      <p:cxnSp>
        <p:nvCxnSpPr>
          <p:cNvPr id="7" name="Straight Arrow Connector 6"/>
          <p:cNvCxnSpPr/>
          <p:nvPr/>
        </p:nvCxnSpPr>
        <p:spPr>
          <a:xfrm>
            <a:off x="2286000" y="1828800"/>
            <a:ext cx="990600" cy="13716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8" name="Straight Arrow Connector 7"/>
          <p:cNvCxnSpPr/>
          <p:nvPr/>
        </p:nvCxnSpPr>
        <p:spPr>
          <a:xfrm>
            <a:off x="2667000" y="1752600"/>
            <a:ext cx="2286000" cy="14478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9" name="Straight Arrow Connector 8"/>
          <p:cNvCxnSpPr/>
          <p:nvPr/>
        </p:nvCxnSpPr>
        <p:spPr>
          <a:xfrm>
            <a:off x="3048000" y="1752600"/>
            <a:ext cx="4191000" cy="13716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700" dirty="0" smtClean="0"/>
              <a:t>Melding the Product and the Process [2]</a:t>
            </a:r>
            <a:endParaRPr lang="en-US" sz="3700" dirty="0"/>
          </a:p>
        </p:txBody>
      </p:sp>
      <p:pic>
        <p:nvPicPr>
          <p:cNvPr id="1027" name="Picture 3"/>
          <p:cNvPicPr>
            <a:picLocks noChangeAspect="1" noChangeArrowheads="1"/>
          </p:cNvPicPr>
          <p:nvPr/>
        </p:nvPicPr>
        <p:blipFill>
          <a:blip r:embed="rId2" cstate="print"/>
          <a:srcRect/>
          <a:stretch>
            <a:fillRect/>
          </a:stretch>
        </p:blipFill>
        <p:spPr bwMode="auto">
          <a:xfrm>
            <a:off x="1100138" y="1781175"/>
            <a:ext cx="6943725" cy="4772025"/>
          </a:xfrm>
          <a:prstGeom prst="rect">
            <a:avLst/>
          </a:prstGeom>
          <a:noFill/>
          <a:ln w="9525">
            <a:noFill/>
            <a:miter lim="800000"/>
            <a:headEnd/>
            <a:tailEnd/>
          </a:ln>
        </p:spPr>
      </p:pic>
      <p:cxnSp>
        <p:nvCxnSpPr>
          <p:cNvPr id="4" name="Straight Arrow Connector 3"/>
          <p:cNvCxnSpPr>
            <a:stCxn id="5" idx="2"/>
          </p:cNvCxnSpPr>
          <p:nvPr/>
        </p:nvCxnSpPr>
        <p:spPr>
          <a:xfrm flipH="1">
            <a:off x="5867400" y="1726287"/>
            <a:ext cx="609600" cy="3379113"/>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5" name="TextBox 4"/>
          <p:cNvSpPr txBox="1"/>
          <p:nvPr/>
        </p:nvSpPr>
        <p:spPr>
          <a:xfrm>
            <a:off x="5029200" y="1295400"/>
            <a:ext cx="2895600" cy="430887"/>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pPr algn="ctr"/>
            <a:r>
              <a:rPr lang="en-US" sz="2200" dirty="0" smtClean="0"/>
              <a:t>Deliverables</a:t>
            </a:r>
            <a:endParaRPr lang="en-US" sz="2200" dirty="0"/>
          </a:p>
        </p:txBody>
      </p:sp>
      <p:sp>
        <p:nvSpPr>
          <p:cNvPr id="11" name="Oval 10"/>
          <p:cNvSpPr/>
          <p:nvPr/>
        </p:nvSpPr>
        <p:spPr>
          <a:xfrm>
            <a:off x="5638800" y="4800600"/>
            <a:ext cx="457200" cy="457200"/>
          </a:xfrm>
          <a:prstGeom prst="ellipse">
            <a:avLst/>
          </a:prstGeom>
          <a:solidFill>
            <a:srgbClr val="C00000">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Top-Down [3]</a:t>
            </a:r>
            <a:endParaRPr lang="en-US" dirty="0"/>
          </a:p>
        </p:txBody>
      </p:sp>
      <p:sp>
        <p:nvSpPr>
          <p:cNvPr id="3" name="Content Placeholder 2"/>
          <p:cNvSpPr>
            <a:spLocks noGrp="1"/>
          </p:cNvSpPr>
          <p:nvPr>
            <p:ph idx="1"/>
          </p:nvPr>
        </p:nvSpPr>
        <p:spPr>
          <a:xfrm>
            <a:off x="457200" y="1600200"/>
            <a:ext cx="8229600" cy="1828800"/>
          </a:xfrm>
        </p:spPr>
        <p:txBody>
          <a:bodyPr/>
          <a:lstStyle/>
          <a:p>
            <a:r>
              <a:rPr lang="en-US" sz="2400" i="1" dirty="0" smtClean="0">
                <a:solidFill>
                  <a:srgbClr val="C00000"/>
                </a:solidFill>
              </a:rPr>
              <a:t>Top-down</a:t>
            </a:r>
            <a:r>
              <a:rPr lang="en-US" sz="2400" dirty="0" smtClean="0"/>
              <a:t> is a reasonable way of describing things which are already </a:t>
            </a:r>
            <a:r>
              <a:rPr lang="en-US" sz="2400" i="1" dirty="0" smtClean="0">
                <a:solidFill>
                  <a:srgbClr val="C00000"/>
                </a:solidFill>
              </a:rPr>
              <a:t>fully understood</a:t>
            </a:r>
            <a:r>
              <a:rPr lang="en-US" sz="2400" dirty="0" smtClean="0"/>
              <a:t>.</a:t>
            </a:r>
          </a:p>
          <a:p>
            <a:r>
              <a:rPr lang="en-US" sz="2400" dirty="0" smtClean="0"/>
              <a:t>When the top-down phase begins, the </a:t>
            </a:r>
            <a:r>
              <a:rPr lang="en-US" sz="2400" i="1" dirty="0" smtClean="0">
                <a:solidFill>
                  <a:srgbClr val="C00000"/>
                </a:solidFill>
              </a:rPr>
              <a:t>problem is already solved</a:t>
            </a:r>
            <a:r>
              <a:rPr lang="en-US" sz="2400" dirty="0" smtClean="0"/>
              <a:t>, and only </a:t>
            </a:r>
            <a:r>
              <a:rPr lang="en-US" sz="2400" u="sng" dirty="0" smtClean="0"/>
              <a:t>details remain to be solved</a:t>
            </a:r>
            <a:r>
              <a:rPr lang="en-US" sz="2400" dirty="0" smtClean="0"/>
              <a:t>.</a:t>
            </a:r>
            <a:endParaRPr lang="en-US" sz="2400" dirty="0"/>
          </a:p>
        </p:txBody>
      </p:sp>
      <p:graphicFrame>
        <p:nvGraphicFramePr>
          <p:cNvPr id="5" name="Diagram 4"/>
          <p:cNvGraphicFramePr/>
          <p:nvPr/>
        </p:nvGraphicFramePr>
        <p:xfrm>
          <a:off x="381000" y="3200400"/>
          <a:ext cx="8382000" cy="3429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Bottom-Up</a:t>
            </a:r>
            <a:endParaRPr lang="en-US" dirty="0"/>
          </a:p>
        </p:txBody>
      </p:sp>
      <p:pic>
        <p:nvPicPr>
          <p:cNvPr id="1028" name="Picture 4" descr="http://redwingconsulting.com/wp-content/uploads/Post-bottom-up-approach-to-commercializing-big-data-graphic.jpg"/>
          <p:cNvPicPr>
            <a:picLocks noChangeAspect="1" noChangeArrowheads="1"/>
          </p:cNvPicPr>
          <p:nvPr/>
        </p:nvPicPr>
        <p:blipFill>
          <a:blip r:embed="rId2" cstate="print"/>
          <a:srcRect/>
          <a:stretch>
            <a:fillRect/>
          </a:stretch>
        </p:blipFill>
        <p:spPr bwMode="auto">
          <a:xfrm>
            <a:off x="1447800" y="2362199"/>
            <a:ext cx="6667500" cy="2286001"/>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https://media.istockphoto.com/photos/problem-and-question-picture-id496986444?k=6&amp;m=496986444&amp;s=612x612&amp;w=0&amp;h=oeEGBSyeqI-9TKtx98FPqwmu1CSVRnTRt-O1pLxDlts="/>
          <p:cNvPicPr>
            <a:picLocks noChangeAspect="1" noChangeArrowheads="1"/>
          </p:cNvPicPr>
          <p:nvPr/>
        </p:nvPicPr>
        <p:blipFill>
          <a:blip r:embed="rId2" cstate="print"/>
          <a:srcRect/>
          <a:stretch>
            <a:fillRect/>
          </a:stretch>
        </p:blipFill>
        <p:spPr bwMode="auto">
          <a:xfrm>
            <a:off x="4876800" y="4953000"/>
            <a:ext cx="1378839" cy="1632204"/>
          </a:xfrm>
          <a:prstGeom prst="rect">
            <a:avLst/>
          </a:prstGeom>
          <a:noFill/>
        </p:spPr>
      </p:pic>
      <p:pic>
        <p:nvPicPr>
          <p:cNvPr id="1026" name="Picture 2"/>
          <p:cNvPicPr>
            <a:picLocks noChangeAspect="1" noChangeArrowheads="1"/>
          </p:cNvPicPr>
          <p:nvPr/>
        </p:nvPicPr>
        <p:blipFill>
          <a:blip r:embed="rId3" cstate="print"/>
          <a:srcRect/>
          <a:stretch>
            <a:fillRect/>
          </a:stretch>
        </p:blipFill>
        <p:spPr bwMode="auto">
          <a:xfrm>
            <a:off x="2667000" y="2286000"/>
            <a:ext cx="952500" cy="952500"/>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How to Create WBS (Round 2)?</a:t>
            </a:r>
            <a:endParaRPr lang="en-US" dirty="0"/>
          </a:p>
        </p:txBody>
      </p:sp>
      <p:graphicFrame>
        <p:nvGraphicFramePr>
          <p:cNvPr id="10" name="Diagram 9"/>
          <p:cNvGraphicFramePr/>
          <p:nvPr/>
        </p:nvGraphicFramePr>
        <p:xfrm>
          <a:off x="609600" y="1981200"/>
          <a:ext cx="8077200" cy="28956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81922" name="Picture 2"/>
          <p:cNvPicPr>
            <a:picLocks noChangeAspect="1" noChangeArrowheads="1"/>
          </p:cNvPicPr>
          <p:nvPr/>
        </p:nvPicPr>
        <p:blipFill>
          <a:blip r:embed="rId9" cstate="print"/>
          <a:srcRect/>
          <a:stretch>
            <a:fillRect/>
          </a:stretch>
        </p:blipFill>
        <p:spPr bwMode="auto">
          <a:xfrm>
            <a:off x="4267200" y="2362200"/>
            <a:ext cx="2952750" cy="2114550"/>
          </a:xfrm>
          <a:prstGeom prst="rect">
            <a:avLst/>
          </a:prstGeom>
          <a:noFill/>
          <a:ln w="9525">
            <a:noFill/>
            <a:miter lim="800000"/>
            <a:headEnd/>
            <a:tailEnd/>
          </a:ln>
        </p:spPr>
      </p:pic>
      <p:sp>
        <p:nvSpPr>
          <p:cNvPr id="8" name="Rectangle 7"/>
          <p:cNvSpPr/>
          <p:nvPr/>
        </p:nvSpPr>
        <p:spPr>
          <a:xfrm>
            <a:off x="1600200" y="5181600"/>
            <a:ext cx="3124200" cy="1077218"/>
          </a:xfrm>
          <a:prstGeom prst="rect">
            <a:avLst/>
          </a:prstGeom>
        </p:spPr>
        <p:txBody>
          <a:bodyPr wrap="square">
            <a:spAutoFit/>
          </a:bodyPr>
          <a:lstStyle/>
          <a:p>
            <a:pPr algn="ctr"/>
            <a:r>
              <a:rPr lang="en-US" sz="3200" b="1" i="1" smtClean="0">
                <a:solidFill>
                  <a:srgbClr val="C00000"/>
                </a:solidFill>
                <a:latin typeface="+mj-lt"/>
              </a:rPr>
              <a:t>Unclear Software Requirements!</a:t>
            </a:r>
            <a:endParaRPr lang="en-US" sz="3200" b="1" i="1">
              <a:solidFill>
                <a:srgbClr val="C00000"/>
              </a:solidFill>
              <a:latin typeface="+mj-lt"/>
            </a:endParaRPr>
          </a:p>
        </p:txBody>
      </p:sp>
      <p:cxnSp>
        <p:nvCxnSpPr>
          <p:cNvPr id="12" name="Straight Arrow Connector 11"/>
          <p:cNvCxnSpPr/>
          <p:nvPr/>
        </p:nvCxnSpPr>
        <p:spPr>
          <a:xfrm flipV="1">
            <a:off x="3124200" y="3733800"/>
            <a:ext cx="0" cy="1447800"/>
          </a:xfrm>
          <a:prstGeom prst="straightConnector1">
            <a:avLst/>
          </a:prstGeom>
          <a:ln w="101600">
            <a:tailEnd type="arrow"/>
          </a:ln>
        </p:spPr>
        <p:style>
          <a:lnRef idx="3">
            <a:schemeClr val="accent2"/>
          </a:lnRef>
          <a:fillRef idx="0">
            <a:schemeClr val="accent2"/>
          </a:fillRef>
          <a:effectRef idx="2">
            <a:schemeClr val="accent2"/>
          </a:effectRef>
          <a:fontRef idx="minor">
            <a:schemeClr val="tx1"/>
          </a:fontRef>
        </p:style>
      </p:cxn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Revisiting Prototype</a:t>
            </a:r>
            <a:endParaRPr lang="en-US"/>
          </a:p>
        </p:txBody>
      </p:sp>
      <p:pic>
        <p:nvPicPr>
          <p:cNvPr id="4" name="Picture 2"/>
          <p:cNvPicPr>
            <a:picLocks noChangeAspect="1" noChangeArrowheads="1"/>
          </p:cNvPicPr>
          <p:nvPr/>
        </p:nvPicPr>
        <p:blipFill>
          <a:blip r:embed="rId2" cstate="print"/>
          <a:srcRect/>
          <a:stretch>
            <a:fillRect/>
          </a:stretch>
        </p:blipFill>
        <p:spPr bwMode="auto">
          <a:xfrm>
            <a:off x="1295400" y="2571750"/>
            <a:ext cx="6229350" cy="4057650"/>
          </a:xfrm>
          <a:prstGeom prst="rect">
            <a:avLst/>
          </a:prstGeom>
          <a:noFill/>
          <a:ln w="9525">
            <a:noFill/>
            <a:miter lim="800000"/>
            <a:headEnd/>
            <a:tailEnd/>
          </a:ln>
        </p:spPr>
      </p:pic>
      <p:grpSp>
        <p:nvGrpSpPr>
          <p:cNvPr id="7" name="Group 6"/>
          <p:cNvGrpSpPr/>
          <p:nvPr/>
        </p:nvGrpSpPr>
        <p:grpSpPr>
          <a:xfrm>
            <a:off x="3581400" y="1295400"/>
            <a:ext cx="2438400" cy="2133600"/>
            <a:chOff x="3581400" y="1219200"/>
            <a:chExt cx="2438400" cy="2133600"/>
          </a:xfrm>
        </p:grpSpPr>
        <p:pic>
          <p:nvPicPr>
            <p:cNvPr id="44034" name="Picture 2" descr="Self Study"/>
            <p:cNvPicPr>
              <a:picLocks noChangeAspect="1" noChangeArrowheads="1"/>
            </p:cNvPicPr>
            <p:nvPr/>
          </p:nvPicPr>
          <p:blipFill>
            <a:blip r:embed="rId3" cstate="print"/>
            <a:srcRect/>
            <a:stretch>
              <a:fillRect/>
            </a:stretch>
          </p:blipFill>
          <p:spPr bwMode="auto">
            <a:xfrm>
              <a:off x="3733800" y="1524000"/>
              <a:ext cx="2057400" cy="1543050"/>
            </a:xfrm>
            <a:prstGeom prst="rect">
              <a:avLst/>
            </a:prstGeom>
            <a:noFill/>
          </p:spPr>
        </p:pic>
        <p:sp>
          <p:nvSpPr>
            <p:cNvPr id="6" name="Oval 5"/>
            <p:cNvSpPr/>
            <p:nvPr/>
          </p:nvSpPr>
          <p:spPr>
            <a:xfrm>
              <a:off x="3581400" y="1524000"/>
              <a:ext cx="2438400" cy="1828800"/>
            </a:xfrm>
            <a:prstGeom prst="ellipse">
              <a:avLst/>
            </a:prstGeom>
            <a:noFill/>
            <a:ln w="762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urved Down Arrow 9"/>
            <p:cNvSpPr/>
            <p:nvPr/>
          </p:nvSpPr>
          <p:spPr>
            <a:xfrm>
              <a:off x="3581400" y="1219200"/>
              <a:ext cx="1295400" cy="609600"/>
            </a:xfrm>
            <a:prstGeom prst="curvedDownArrow">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700" smtClean="0"/>
              <a:t>Requirements Engineering Decomposition</a:t>
            </a:r>
            <a:endParaRPr lang="en-US" sz="3700"/>
          </a:p>
        </p:txBody>
      </p:sp>
      <p:sp>
        <p:nvSpPr>
          <p:cNvPr id="3" name="Content Placeholder 2"/>
          <p:cNvSpPr>
            <a:spLocks noGrp="1"/>
          </p:cNvSpPr>
          <p:nvPr>
            <p:ph idx="1"/>
          </p:nvPr>
        </p:nvSpPr>
        <p:spPr>
          <a:xfrm>
            <a:off x="457200" y="1600200"/>
            <a:ext cx="5410200" cy="4191000"/>
          </a:xfrm>
        </p:spPr>
        <p:txBody>
          <a:bodyPr/>
          <a:lstStyle/>
          <a:p>
            <a:r>
              <a:rPr lang="fr-FR" sz="2400" dirty="0" smtClean="0"/>
              <a:t>Meeting minutes, chat scripts.</a:t>
            </a:r>
          </a:p>
          <a:p>
            <a:pPr lvl="0"/>
            <a:r>
              <a:rPr lang="en-US" sz="2400" i="1" dirty="0" smtClean="0">
                <a:solidFill>
                  <a:srgbClr val="C00000"/>
                </a:solidFill>
              </a:rPr>
              <a:t>UIs</a:t>
            </a:r>
            <a:r>
              <a:rPr lang="fr-FR" sz="2400" dirty="0" smtClean="0"/>
              <a:t>.</a:t>
            </a:r>
            <a:endParaRPr lang="en-US" sz="2400" i="1" dirty="0" smtClean="0">
              <a:solidFill>
                <a:srgbClr val="C00000"/>
              </a:solidFill>
            </a:endParaRPr>
          </a:p>
          <a:p>
            <a:pPr lvl="0"/>
            <a:r>
              <a:rPr lang="en-US" sz="2400" i="1" dirty="0" smtClean="0">
                <a:solidFill>
                  <a:srgbClr val="C00000"/>
                </a:solidFill>
              </a:rPr>
              <a:t>Domain model</a:t>
            </a:r>
            <a:r>
              <a:rPr lang="fr-FR" sz="2400" dirty="0" smtClean="0"/>
              <a:t>.</a:t>
            </a:r>
            <a:endParaRPr lang="en-US" sz="2400" i="1" dirty="0" smtClean="0">
              <a:solidFill>
                <a:srgbClr val="C00000"/>
              </a:solidFill>
            </a:endParaRPr>
          </a:p>
          <a:p>
            <a:pPr lvl="0"/>
            <a:r>
              <a:rPr lang="en-US" sz="2400" i="1" dirty="0" smtClean="0">
                <a:solidFill>
                  <a:srgbClr val="C00000"/>
                </a:solidFill>
              </a:rPr>
              <a:t>Data model</a:t>
            </a:r>
            <a:r>
              <a:rPr lang="fr-FR" sz="2400" dirty="0" smtClean="0"/>
              <a:t>.</a:t>
            </a:r>
            <a:endParaRPr lang="en-US" sz="2400" i="1" dirty="0" smtClean="0">
              <a:solidFill>
                <a:srgbClr val="C00000"/>
              </a:solidFill>
            </a:endParaRPr>
          </a:p>
          <a:p>
            <a:pPr lvl="0"/>
            <a:r>
              <a:rPr lang="en-US" sz="2400" dirty="0" smtClean="0"/>
              <a:t>Software requirement specification (</a:t>
            </a:r>
            <a:r>
              <a:rPr lang="en-US" sz="2400" i="1" dirty="0" smtClean="0">
                <a:solidFill>
                  <a:srgbClr val="C00000"/>
                </a:solidFill>
              </a:rPr>
              <a:t>use cases</a:t>
            </a:r>
            <a:r>
              <a:rPr lang="en-US" sz="2400" dirty="0" smtClean="0"/>
              <a:t>, business rules, usability, operation, environment, security, documentation, programming languages, technologies, constrains)</a:t>
            </a:r>
            <a:r>
              <a:rPr lang="fr-FR" sz="2400" dirty="0" smtClean="0"/>
              <a:t>.</a:t>
            </a:r>
            <a:endParaRPr lang="en-US" sz="2400" dirty="0" smtClean="0"/>
          </a:p>
          <a:p>
            <a:pPr lvl="0"/>
            <a:r>
              <a:rPr lang="en-US" sz="2400" dirty="0" smtClean="0"/>
              <a:t>Review minutes</a:t>
            </a:r>
            <a:r>
              <a:rPr lang="fr-FR" sz="2400" dirty="0" smtClean="0"/>
              <a:t>.</a:t>
            </a:r>
            <a:endParaRPr lang="en-US" sz="2400" dirty="0" smtClean="0"/>
          </a:p>
        </p:txBody>
      </p:sp>
      <p:pic>
        <p:nvPicPr>
          <p:cNvPr id="3075" name="Picture 3"/>
          <p:cNvPicPr>
            <a:picLocks noChangeAspect="1" noChangeArrowheads="1"/>
          </p:cNvPicPr>
          <p:nvPr/>
        </p:nvPicPr>
        <p:blipFill>
          <a:blip r:embed="rId2" cstate="print"/>
          <a:srcRect/>
          <a:stretch>
            <a:fillRect/>
          </a:stretch>
        </p:blipFill>
        <p:spPr bwMode="auto">
          <a:xfrm>
            <a:off x="6248400" y="3886200"/>
            <a:ext cx="2238375" cy="2381250"/>
          </a:xfrm>
          <a:prstGeom prst="rect">
            <a:avLst/>
          </a:prstGeom>
          <a:noFill/>
          <a:ln w="9525">
            <a:noFill/>
            <a:miter lim="800000"/>
            <a:headEnd/>
            <a:tailEnd/>
          </a:ln>
        </p:spPr>
      </p:pic>
      <p:pic>
        <p:nvPicPr>
          <p:cNvPr id="3076" name="Picture 4"/>
          <p:cNvPicPr>
            <a:picLocks noChangeAspect="1" noChangeArrowheads="1"/>
          </p:cNvPicPr>
          <p:nvPr/>
        </p:nvPicPr>
        <p:blipFill>
          <a:blip r:embed="rId3" cstate="print"/>
          <a:srcRect/>
          <a:stretch>
            <a:fillRect/>
          </a:stretch>
        </p:blipFill>
        <p:spPr bwMode="auto">
          <a:xfrm>
            <a:off x="6534150" y="1676400"/>
            <a:ext cx="2000250" cy="2000250"/>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2667000" y="2362200"/>
            <a:ext cx="952500" cy="952500"/>
          </a:xfrm>
          <a:prstGeom prst="rect">
            <a:avLst/>
          </a:prstGeom>
          <a:noFill/>
          <a:ln w="9525">
            <a:noFill/>
            <a:miter lim="800000"/>
            <a:headEnd/>
            <a:tailEnd/>
          </a:ln>
        </p:spPr>
      </p:pic>
      <p:sp>
        <p:nvSpPr>
          <p:cNvPr id="2" name="Title 1"/>
          <p:cNvSpPr>
            <a:spLocks noGrp="1"/>
          </p:cNvSpPr>
          <p:nvPr>
            <p:ph type="title"/>
          </p:nvPr>
        </p:nvSpPr>
        <p:spPr/>
        <p:txBody>
          <a:bodyPr/>
          <a:lstStyle/>
          <a:p>
            <a:r>
              <a:rPr lang="en-US" smtClean="0"/>
              <a:t>How to Create WBS (Round 3)?</a:t>
            </a:r>
            <a:endParaRPr lang="en-US"/>
          </a:p>
        </p:txBody>
      </p:sp>
      <p:graphicFrame>
        <p:nvGraphicFramePr>
          <p:cNvPr id="10" name="Diagram 9"/>
          <p:cNvGraphicFramePr/>
          <p:nvPr/>
        </p:nvGraphicFramePr>
        <p:xfrm>
          <a:off x="609600" y="2057400"/>
          <a:ext cx="8077200" cy="2895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0961" name="Picture 1"/>
          <p:cNvPicPr>
            <a:picLocks noChangeAspect="1" noChangeArrowheads="1"/>
          </p:cNvPicPr>
          <p:nvPr/>
        </p:nvPicPr>
        <p:blipFill>
          <a:blip r:embed="rId8" cstate="print"/>
          <a:srcRect/>
          <a:stretch>
            <a:fillRect/>
          </a:stretch>
        </p:blipFill>
        <p:spPr bwMode="auto">
          <a:xfrm>
            <a:off x="4191000" y="2286000"/>
            <a:ext cx="2219325" cy="2238375"/>
          </a:xfrm>
          <a:prstGeom prst="rect">
            <a:avLst/>
          </a:prstGeom>
          <a:noFill/>
          <a:ln w="9525">
            <a:noFill/>
            <a:miter lim="800000"/>
            <a:headEnd/>
            <a:tailEnd/>
          </a:ln>
        </p:spPr>
      </p:pic>
      <p:sp>
        <p:nvSpPr>
          <p:cNvPr id="8" name="Rectangle 7"/>
          <p:cNvSpPr/>
          <p:nvPr/>
        </p:nvSpPr>
        <p:spPr>
          <a:xfrm>
            <a:off x="1600200" y="5435025"/>
            <a:ext cx="3124200" cy="584775"/>
          </a:xfrm>
          <a:prstGeom prst="rect">
            <a:avLst/>
          </a:prstGeom>
        </p:spPr>
        <p:txBody>
          <a:bodyPr wrap="square">
            <a:spAutoFit/>
          </a:bodyPr>
          <a:lstStyle/>
          <a:p>
            <a:pPr algn="ctr"/>
            <a:r>
              <a:rPr lang="en-US" sz="3200" b="1" i="1" smtClean="0">
                <a:solidFill>
                  <a:srgbClr val="C00000"/>
                </a:solidFill>
                <a:latin typeface="+mj-lt"/>
              </a:rPr>
              <a:t>Unclear Solution!</a:t>
            </a:r>
            <a:endParaRPr lang="en-US" sz="3200" b="1" i="1">
              <a:solidFill>
                <a:srgbClr val="C00000"/>
              </a:solidFill>
              <a:latin typeface="+mj-lt"/>
            </a:endParaRPr>
          </a:p>
        </p:txBody>
      </p:sp>
      <p:cxnSp>
        <p:nvCxnSpPr>
          <p:cNvPr id="7" name="Straight Arrow Connector 6"/>
          <p:cNvCxnSpPr/>
          <p:nvPr/>
        </p:nvCxnSpPr>
        <p:spPr>
          <a:xfrm flipV="1">
            <a:off x="3124200" y="3886200"/>
            <a:ext cx="0" cy="1447800"/>
          </a:xfrm>
          <a:prstGeom prst="straightConnector1">
            <a:avLst/>
          </a:prstGeom>
          <a:ln w="101600">
            <a:tailEnd type="arrow"/>
          </a:ln>
        </p:spPr>
        <p:style>
          <a:lnRef idx="3">
            <a:schemeClr val="accent2"/>
          </a:lnRef>
          <a:fillRef idx="0">
            <a:schemeClr val="accent2"/>
          </a:fillRef>
          <a:effectRef idx="2">
            <a:schemeClr val="accent2"/>
          </a:effectRef>
          <a:fontRef idx="minor">
            <a:schemeClr val="tx1"/>
          </a:fontRef>
        </p:style>
      </p:cxnSp>
      <p:pic>
        <p:nvPicPr>
          <p:cNvPr id="9" name="Picture 2" descr="https://media.istockphoto.com/photos/problem-and-question-picture-id496986444?k=6&amp;m=496986444&amp;s=612x612&amp;w=0&amp;h=oeEGBSyeqI-9TKtx98FPqwmu1CSVRnTRt-O1pLxDlts="/>
          <p:cNvPicPr>
            <a:picLocks noChangeAspect="1" noChangeArrowheads="1"/>
          </p:cNvPicPr>
          <p:nvPr/>
        </p:nvPicPr>
        <p:blipFill>
          <a:blip r:embed="rId9" cstate="print"/>
          <a:srcRect/>
          <a:stretch>
            <a:fillRect/>
          </a:stretch>
        </p:blipFill>
        <p:spPr bwMode="auto">
          <a:xfrm>
            <a:off x="4876800" y="4953000"/>
            <a:ext cx="1378839" cy="1632204"/>
          </a:xfrm>
          <a:prstGeom prst="rect">
            <a:avLst/>
          </a:prstGeom>
          <a:noFill/>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Revisiting Proof of Concept</a:t>
            </a:r>
            <a:endParaRPr lang="en-US"/>
          </a:p>
        </p:txBody>
      </p:sp>
      <p:pic>
        <p:nvPicPr>
          <p:cNvPr id="1026" name="Picture 2" descr="https://insights.adaptiva.com/wp-content/uploads/2012/08/puzzle.png"/>
          <p:cNvPicPr>
            <a:picLocks noChangeAspect="1" noChangeArrowheads="1"/>
          </p:cNvPicPr>
          <p:nvPr/>
        </p:nvPicPr>
        <p:blipFill>
          <a:blip r:embed="rId2" cstate="print"/>
          <a:srcRect/>
          <a:stretch>
            <a:fillRect/>
          </a:stretch>
        </p:blipFill>
        <p:spPr bwMode="auto">
          <a:xfrm>
            <a:off x="990600" y="2209800"/>
            <a:ext cx="2771775" cy="2924176"/>
          </a:xfrm>
          <a:prstGeom prst="rect">
            <a:avLst/>
          </a:prstGeom>
          <a:noFill/>
        </p:spPr>
      </p:pic>
      <p:pic>
        <p:nvPicPr>
          <p:cNvPr id="1028" name="Picture 4" descr="https://www.garlandtechnology.com/hs-fs/hubfs/A-NewSite2017/Site%20assets/Solution-icon.png?t=1536270812111&amp;width=400&amp;name=Solution-icon.png"/>
          <p:cNvPicPr>
            <a:picLocks noChangeAspect="1" noChangeArrowheads="1"/>
          </p:cNvPicPr>
          <p:nvPr/>
        </p:nvPicPr>
        <p:blipFill>
          <a:blip r:embed="rId3" cstate="print"/>
          <a:srcRect/>
          <a:stretch>
            <a:fillRect/>
          </a:stretch>
        </p:blipFill>
        <p:spPr bwMode="auto">
          <a:xfrm>
            <a:off x="4191000" y="1905000"/>
            <a:ext cx="3810000" cy="3810000"/>
          </a:xfrm>
          <a:prstGeom prst="rect">
            <a:avLst/>
          </a:prstGeom>
          <a:noFill/>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smtClean="0"/>
              <a:t>Solution Engineering Decomposition</a:t>
            </a:r>
            <a:endParaRPr lang="en-US" sz="4000"/>
          </a:p>
        </p:txBody>
      </p:sp>
      <p:sp>
        <p:nvSpPr>
          <p:cNvPr id="3" name="Content Placeholder 2"/>
          <p:cNvSpPr>
            <a:spLocks noGrp="1"/>
          </p:cNvSpPr>
          <p:nvPr>
            <p:ph idx="1"/>
          </p:nvPr>
        </p:nvSpPr>
        <p:spPr>
          <a:xfrm>
            <a:off x="457200" y="2438400"/>
            <a:ext cx="5105400" cy="2514600"/>
          </a:xfrm>
        </p:spPr>
        <p:txBody>
          <a:bodyPr/>
          <a:lstStyle/>
          <a:p>
            <a:pPr lvl="0"/>
            <a:r>
              <a:rPr lang="en-US" sz="2400" dirty="0" smtClean="0"/>
              <a:t>Investigation notes.</a:t>
            </a:r>
          </a:p>
          <a:p>
            <a:r>
              <a:rPr lang="en-US" sz="2400" dirty="0" smtClean="0"/>
              <a:t>Design specification (</a:t>
            </a:r>
            <a:r>
              <a:rPr lang="en-US" sz="2400" i="1" dirty="0" smtClean="0">
                <a:solidFill>
                  <a:srgbClr val="C00000"/>
                </a:solidFill>
              </a:rPr>
              <a:t>architecture</a:t>
            </a:r>
            <a:r>
              <a:rPr lang="en-US" sz="2400" dirty="0" smtClean="0"/>
              <a:t>, system components, technologies, 3</a:t>
            </a:r>
            <a:r>
              <a:rPr lang="en-US" sz="2400" baseline="30000" dirty="0" smtClean="0"/>
              <a:t>rd</a:t>
            </a:r>
            <a:r>
              <a:rPr lang="en-US" sz="2400" dirty="0" smtClean="0"/>
              <a:t> party components, </a:t>
            </a:r>
            <a:r>
              <a:rPr lang="en-US" sz="2400" i="1" dirty="0" smtClean="0">
                <a:solidFill>
                  <a:srgbClr val="C00000"/>
                </a:solidFill>
              </a:rPr>
              <a:t>database model</a:t>
            </a:r>
            <a:r>
              <a:rPr lang="en-US" sz="2400" dirty="0" smtClean="0"/>
              <a:t>, </a:t>
            </a:r>
            <a:r>
              <a:rPr lang="en-US" sz="2400" i="1" dirty="0" smtClean="0">
                <a:solidFill>
                  <a:srgbClr val="C00000"/>
                </a:solidFill>
              </a:rPr>
              <a:t>algorithms</a:t>
            </a:r>
            <a:r>
              <a:rPr lang="en-US" sz="2400" dirty="0" smtClean="0"/>
              <a:t> and </a:t>
            </a:r>
            <a:r>
              <a:rPr lang="en-US" sz="2400" i="1" dirty="0" smtClean="0">
                <a:solidFill>
                  <a:srgbClr val="C00000"/>
                </a:solidFill>
              </a:rPr>
              <a:t>patterns</a:t>
            </a:r>
            <a:r>
              <a:rPr lang="en-US" sz="2400" dirty="0" smtClean="0"/>
              <a:t>).</a:t>
            </a:r>
          </a:p>
          <a:p>
            <a:pPr lvl="0"/>
            <a:r>
              <a:rPr lang="en-US" sz="2400" dirty="0" smtClean="0"/>
              <a:t>Exercise source code.</a:t>
            </a:r>
          </a:p>
        </p:txBody>
      </p:sp>
      <p:pic>
        <p:nvPicPr>
          <p:cNvPr id="1027" name="Picture 3"/>
          <p:cNvPicPr>
            <a:picLocks noChangeAspect="1" noChangeArrowheads="1"/>
          </p:cNvPicPr>
          <p:nvPr/>
        </p:nvPicPr>
        <p:blipFill>
          <a:blip r:embed="rId2" cstate="print"/>
          <a:srcRect/>
          <a:stretch>
            <a:fillRect/>
          </a:stretch>
        </p:blipFill>
        <p:spPr bwMode="auto">
          <a:xfrm>
            <a:off x="5715000" y="2895600"/>
            <a:ext cx="2880360" cy="1800225"/>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Why WBS?</a:t>
            </a:r>
            <a:endParaRPr lang="en-US"/>
          </a:p>
        </p:txBody>
      </p:sp>
      <p:sp>
        <p:nvSpPr>
          <p:cNvPr id="3" name="Content Placeholder 2"/>
          <p:cNvSpPr>
            <a:spLocks noGrp="1"/>
          </p:cNvSpPr>
          <p:nvPr>
            <p:ph idx="1"/>
          </p:nvPr>
        </p:nvSpPr>
        <p:spPr>
          <a:xfrm>
            <a:off x="457200" y="1600200"/>
            <a:ext cx="6019800" cy="4525963"/>
          </a:xfrm>
        </p:spPr>
        <p:txBody>
          <a:bodyPr/>
          <a:lstStyle/>
          <a:p>
            <a:r>
              <a:rPr lang="en-US" sz="2400" i="1" smtClean="0">
                <a:solidFill>
                  <a:srgbClr val="C00000"/>
                </a:solidFill>
              </a:rPr>
              <a:t>Better communication</a:t>
            </a:r>
            <a:r>
              <a:rPr lang="en-US" sz="2400" smtClean="0"/>
              <a:t> to project sponsors, stakeholders, and team members by providing a structured vision of what has to be delivered.</a:t>
            </a:r>
          </a:p>
          <a:p>
            <a:r>
              <a:rPr lang="en-US" sz="2400" smtClean="0"/>
              <a:t>Increased </a:t>
            </a:r>
            <a:r>
              <a:rPr lang="en-US" sz="2400" i="1" smtClean="0">
                <a:solidFill>
                  <a:srgbClr val="C00000"/>
                </a:solidFill>
              </a:rPr>
              <a:t>confidence</a:t>
            </a:r>
            <a:r>
              <a:rPr lang="en-US" sz="2400" smtClean="0"/>
              <a:t> that 100% of the work (scope) is identified and included.</a:t>
            </a:r>
          </a:p>
          <a:p>
            <a:r>
              <a:rPr lang="en-US" sz="2400" smtClean="0"/>
              <a:t>More </a:t>
            </a:r>
            <a:r>
              <a:rPr lang="en-US" sz="2400" i="1" smtClean="0">
                <a:solidFill>
                  <a:srgbClr val="C00000"/>
                </a:solidFill>
              </a:rPr>
              <a:t>accurate estimation</a:t>
            </a:r>
            <a:r>
              <a:rPr lang="en-US" sz="2400" smtClean="0"/>
              <a:t> of tasks, risks, timelines, and costs.</a:t>
            </a:r>
          </a:p>
          <a:p>
            <a:r>
              <a:rPr lang="en-US" sz="2400" smtClean="0"/>
              <a:t>A foundation for the </a:t>
            </a:r>
            <a:r>
              <a:rPr lang="en-US" sz="2400" i="1" smtClean="0">
                <a:solidFill>
                  <a:srgbClr val="C00000"/>
                </a:solidFill>
              </a:rPr>
              <a:t>control processes</a:t>
            </a:r>
            <a:r>
              <a:rPr lang="en-US" sz="2400" smtClean="0"/>
              <a:t> within the project.</a:t>
            </a:r>
            <a:endParaRPr lang="en-US" sz="2400"/>
          </a:p>
        </p:txBody>
      </p:sp>
      <p:pic>
        <p:nvPicPr>
          <p:cNvPr id="4" name="Picture 3"/>
          <p:cNvPicPr>
            <a:picLocks noChangeAspect="1" noChangeArrowheads="1"/>
          </p:cNvPicPr>
          <p:nvPr/>
        </p:nvPicPr>
        <p:blipFill>
          <a:blip r:embed="rId2" cstate="print"/>
          <a:srcRect/>
          <a:stretch>
            <a:fillRect/>
          </a:stretch>
        </p:blipFill>
        <p:spPr bwMode="auto">
          <a:xfrm>
            <a:off x="6781800" y="2362200"/>
            <a:ext cx="1828800" cy="22479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Pitfalls</a:t>
            </a:r>
            <a:endParaRPr lang="en-US"/>
          </a:p>
        </p:txBody>
      </p:sp>
      <p:sp>
        <p:nvSpPr>
          <p:cNvPr id="3" name="Content Placeholder 2"/>
          <p:cNvSpPr>
            <a:spLocks noGrp="1"/>
          </p:cNvSpPr>
          <p:nvPr>
            <p:ph idx="1"/>
          </p:nvPr>
        </p:nvSpPr>
        <p:spPr/>
        <p:txBody>
          <a:bodyPr/>
          <a:lstStyle/>
          <a:p>
            <a:r>
              <a:rPr lang="en-US" i="1" smtClean="0">
                <a:solidFill>
                  <a:srgbClr val="C00000"/>
                </a:solidFill>
              </a:rPr>
              <a:t>Excessive decomposition</a:t>
            </a:r>
            <a:r>
              <a:rPr lang="en-US" smtClean="0"/>
              <a:t> can lead to</a:t>
            </a:r>
          </a:p>
          <a:p>
            <a:pPr lvl="1"/>
            <a:r>
              <a:rPr lang="en-US" smtClean="0"/>
              <a:t>nonproductive </a:t>
            </a:r>
            <a:r>
              <a:rPr lang="en-US" i="1" smtClean="0">
                <a:solidFill>
                  <a:srgbClr val="C00000"/>
                </a:solidFill>
              </a:rPr>
              <a:t>management effort</a:t>
            </a:r>
            <a:r>
              <a:rPr lang="en-US" smtClean="0"/>
              <a:t>, </a:t>
            </a:r>
          </a:p>
          <a:p>
            <a:pPr lvl="1"/>
            <a:r>
              <a:rPr lang="en-US" smtClean="0"/>
              <a:t>inefficient </a:t>
            </a:r>
            <a:r>
              <a:rPr lang="en-US" i="1" smtClean="0">
                <a:solidFill>
                  <a:srgbClr val="C00000"/>
                </a:solidFill>
              </a:rPr>
              <a:t>use of resources</a:t>
            </a:r>
            <a:r>
              <a:rPr lang="en-US" smtClean="0"/>
              <a:t>, </a:t>
            </a:r>
          </a:p>
          <a:p>
            <a:pPr lvl="1"/>
            <a:r>
              <a:rPr lang="en-US" smtClean="0"/>
              <a:t>decreased efficiency in </a:t>
            </a:r>
            <a:r>
              <a:rPr lang="en-US" i="1" smtClean="0">
                <a:solidFill>
                  <a:srgbClr val="C00000"/>
                </a:solidFill>
              </a:rPr>
              <a:t>performing the work</a:t>
            </a:r>
            <a:r>
              <a:rPr lang="en-US" smtClean="0"/>
              <a:t>, and </a:t>
            </a:r>
          </a:p>
          <a:p>
            <a:pPr lvl="1"/>
            <a:r>
              <a:rPr lang="en-US" smtClean="0"/>
              <a:t>difficulty </a:t>
            </a:r>
            <a:r>
              <a:rPr lang="en-US" i="1" smtClean="0">
                <a:solidFill>
                  <a:srgbClr val="C00000"/>
                </a:solidFill>
              </a:rPr>
              <a:t>aggregating data</a:t>
            </a:r>
            <a:r>
              <a:rPr lang="en-US" smtClean="0"/>
              <a:t> over different levels of the WBS.</a:t>
            </a:r>
            <a:endParaRPr lang="en-US"/>
          </a:p>
        </p:txBody>
      </p:sp>
      <p:pic>
        <p:nvPicPr>
          <p:cNvPr id="1026" name="Picture 2" descr="https://yellowpencil.com/assets/blog/banners/user-story-pitfalls.png"/>
          <p:cNvPicPr>
            <a:picLocks noChangeAspect="1" noChangeArrowheads="1"/>
          </p:cNvPicPr>
          <p:nvPr/>
        </p:nvPicPr>
        <p:blipFill>
          <a:blip r:embed="rId2" cstate="print"/>
          <a:srcRect/>
          <a:stretch>
            <a:fillRect/>
          </a:stretch>
        </p:blipFill>
        <p:spPr bwMode="auto">
          <a:xfrm>
            <a:off x="3200400" y="4572000"/>
            <a:ext cx="3208020" cy="1805940"/>
          </a:xfrm>
          <a:prstGeom prst="rect">
            <a:avLst/>
          </a:prstGeo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How </a:t>
            </a:r>
            <a:r>
              <a:rPr lang="en-US" i="1" smtClean="0">
                <a:solidFill>
                  <a:srgbClr val="C00000"/>
                </a:solidFill>
              </a:rPr>
              <a:t>Big</a:t>
            </a:r>
            <a:r>
              <a:rPr lang="en-US" smtClean="0"/>
              <a:t> is Your Project?</a:t>
            </a:r>
            <a:endParaRPr lang="en-US"/>
          </a:p>
        </p:txBody>
      </p:sp>
      <p:sp>
        <p:nvSpPr>
          <p:cNvPr id="3" name="Content Placeholder 2"/>
          <p:cNvSpPr>
            <a:spLocks noGrp="1"/>
          </p:cNvSpPr>
          <p:nvPr>
            <p:ph idx="1"/>
          </p:nvPr>
        </p:nvSpPr>
        <p:spPr/>
        <p:txBody>
          <a:bodyPr/>
          <a:lstStyle/>
          <a:p>
            <a:r>
              <a:rPr lang="en-US" sz="2400" smtClean="0"/>
              <a:t>Actually, WBS only answers the question “When will you complete your project if there is </a:t>
            </a:r>
            <a:r>
              <a:rPr lang="en-US" sz="2400" i="1" smtClean="0">
                <a:solidFill>
                  <a:srgbClr val="C00000"/>
                </a:solidFill>
              </a:rPr>
              <a:t>only you</a:t>
            </a:r>
            <a:r>
              <a:rPr lang="en-US" sz="2400" smtClean="0"/>
              <a:t> working on the project?”</a:t>
            </a:r>
          </a:p>
          <a:p>
            <a:r>
              <a:rPr lang="en-US" sz="2400" i="1" smtClean="0">
                <a:solidFill>
                  <a:srgbClr val="C00000"/>
                </a:solidFill>
              </a:rPr>
              <a:t>Effort</a:t>
            </a:r>
            <a:r>
              <a:rPr lang="en-US" sz="2400" smtClean="0"/>
              <a:t> = staff × time</a:t>
            </a:r>
          </a:p>
          <a:p>
            <a:endParaRPr lang="en-US" sz="2400"/>
          </a:p>
        </p:txBody>
      </p:sp>
      <p:pic>
        <p:nvPicPr>
          <p:cNvPr id="4" name="Picture 7" descr="http://eastprofight.sk/wp-content/uploads/2016/08/manday.jpg"/>
          <p:cNvPicPr>
            <a:picLocks noChangeAspect="1" noChangeArrowheads="1"/>
          </p:cNvPicPr>
          <p:nvPr/>
        </p:nvPicPr>
        <p:blipFill>
          <a:blip r:embed="rId2" cstate="print"/>
          <a:srcRect/>
          <a:stretch>
            <a:fillRect/>
          </a:stretch>
        </p:blipFill>
        <p:spPr bwMode="auto">
          <a:xfrm>
            <a:off x="152400" y="3429000"/>
            <a:ext cx="3524250" cy="2352675"/>
          </a:xfrm>
          <a:prstGeom prst="rect">
            <a:avLst/>
          </a:prstGeom>
          <a:noFill/>
        </p:spPr>
      </p:pic>
      <p:pic>
        <p:nvPicPr>
          <p:cNvPr id="5" name="Picture 4" descr="https://www.wallmonkeys.com/media/catalog/product/cache/1/image/040ec09b1e35df139433887a97daa66f/4/7/47297964.jpg"/>
          <p:cNvPicPr>
            <a:picLocks noChangeAspect="1" noChangeArrowheads="1"/>
          </p:cNvPicPr>
          <p:nvPr/>
        </p:nvPicPr>
        <p:blipFill>
          <a:blip r:embed="rId3" cstate="print"/>
          <a:srcRect/>
          <a:stretch>
            <a:fillRect/>
          </a:stretch>
        </p:blipFill>
        <p:spPr bwMode="auto">
          <a:xfrm>
            <a:off x="6629400" y="3276600"/>
            <a:ext cx="2160270" cy="2667000"/>
          </a:xfrm>
          <a:prstGeom prst="rect">
            <a:avLst/>
          </a:prstGeom>
          <a:noFill/>
        </p:spPr>
      </p:pic>
      <p:pic>
        <p:nvPicPr>
          <p:cNvPr id="6" name="Picture 2" descr="http://www.enemyofdebt.com/wp-content/uploads/2014/06/effortresults.jpg"/>
          <p:cNvPicPr>
            <a:picLocks noChangeAspect="1" noChangeArrowheads="1"/>
          </p:cNvPicPr>
          <p:nvPr/>
        </p:nvPicPr>
        <p:blipFill>
          <a:blip r:embed="rId4" cstate="print"/>
          <a:srcRect/>
          <a:stretch>
            <a:fillRect/>
          </a:stretch>
        </p:blipFill>
        <p:spPr bwMode="auto">
          <a:xfrm>
            <a:off x="3429000" y="3200400"/>
            <a:ext cx="3048000" cy="3048000"/>
          </a:xfrm>
          <a:prstGeom prst="rect">
            <a:avLst/>
          </a:prstGeom>
          <a:noFill/>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Deliverable [4]</a:t>
            </a:r>
            <a:endParaRPr lang="en-US"/>
          </a:p>
        </p:txBody>
      </p:sp>
      <p:sp>
        <p:nvSpPr>
          <p:cNvPr id="3" name="Content Placeholder 2"/>
          <p:cNvSpPr>
            <a:spLocks noGrp="1"/>
          </p:cNvSpPr>
          <p:nvPr>
            <p:ph idx="1"/>
          </p:nvPr>
        </p:nvSpPr>
        <p:spPr/>
        <p:txBody>
          <a:bodyPr/>
          <a:lstStyle/>
          <a:p>
            <a:r>
              <a:rPr lang="en-US" sz="2400" smtClean="0"/>
              <a:t>Any </a:t>
            </a:r>
            <a:r>
              <a:rPr lang="en-US" sz="2400" i="1" smtClean="0">
                <a:solidFill>
                  <a:srgbClr val="C00000"/>
                </a:solidFill>
              </a:rPr>
              <a:t>unique</a:t>
            </a:r>
            <a:r>
              <a:rPr lang="en-US" sz="2400" smtClean="0"/>
              <a:t> and </a:t>
            </a:r>
            <a:r>
              <a:rPr lang="en-US" sz="2400" i="1" smtClean="0">
                <a:solidFill>
                  <a:srgbClr val="C00000"/>
                </a:solidFill>
              </a:rPr>
              <a:t>verifiable product</a:t>
            </a:r>
            <a:r>
              <a:rPr lang="en-US" sz="2400" smtClean="0"/>
              <a:t>, </a:t>
            </a:r>
            <a:r>
              <a:rPr lang="en-US" sz="2400" i="1" smtClean="0">
                <a:solidFill>
                  <a:srgbClr val="C00000"/>
                </a:solidFill>
              </a:rPr>
              <a:t>result</a:t>
            </a:r>
            <a:r>
              <a:rPr lang="en-US" sz="2400" smtClean="0"/>
              <a:t>, or </a:t>
            </a:r>
            <a:r>
              <a:rPr lang="en-US" sz="2400" i="1" smtClean="0">
                <a:solidFill>
                  <a:srgbClr val="C00000"/>
                </a:solidFill>
              </a:rPr>
              <a:t>capability to perform a service </a:t>
            </a:r>
            <a:r>
              <a:rPr lang="en-US" sz="2400" smtClean="0"/>
              <a:t>that must be produced to complete a process, phase, or project.</a:t>
            </a:r>
          </a:p>
          <a:p>
            <a:r>
              <a:rPr lang="en-US" sz="2400" smtClean="0"/>
              <a:t>Often used more narrowly in reference to an </a:t>
            </a:r>
            <a:r>
              <a:rPr lang="en-US" sz="2400" i="1" smtClean="0">
                <a:solidFill>
                  <a:srgbClr val="C00000"/>
                </a:solidFill>
              </a:rPr>
              <a:t>external deliverable</a:t>
            </a:r>
            <a:r>
              <a:rPr lang="en-US" sz="2400" smtClean="0"/>
              <a:t>, which is a deliverable that is </a:t>
            </a:r>
            <a:r>
              <a:rPr lang="en-US" sz="2400" u="sng" smtClean="0"/>
              <a:t>subject to approval</a:t>
            </a:r>
            <a:r>
              <a:rPr lang="en-US" sz="2400" smtClean="0"/>
              <a:t> by the project sponsor or customer.</a:t>
            </a:r>
            <a:endParaRPr lang="en-US" sz="2400"/>
          </a:p>
        </p:txBody>
      </p:sp>
      <p:pic>
        <p:nvPicPr>
          <p:cNvPr id="48130" name="Picture 2" descr="https://static.twproject.com/site/wp-content/uploads/project-deliverables-1130x756.png"/>
          <p:cNvPicPr>
            <a:picLocks noChangeAspect="1" noChangeArrowheads="1"/>
          </p:cNvPicPr>
          <p:nvPr/>
        </p:nvPicPr>
        <p:blipFill>
          <a:blip r:embed="rId2" cstate="print"/>
          <a:srcRect/>
          <a:stretch>
            <a:fillRect/>
          </a:stretch>
        </p:blipFill>
        <p:spPr bwMode="auto">
          <a:xfrm>
            <a:off x="3048000" y="4267200"/>
            <a:ext cx="3013710" cy="2016252"/>
          </a:xfrm>
          <a:prstGeom prst="rect">
            <a:avLst/>
          </a:prstGeom>
          <a:noFill/>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WBS Element</a:t>
            </a:r>
            <a:endParaRPr lang="en-US"/>
          </a:p>
        </p:txBody>
      </p:sp>
      <p:sp>
        <p:nvSpPr>
          <p:cNvPr id="3" name="Content Placeholder 2"/>
          <p:cNvSpPr>
            <a:spLocks noGrp="1"/>
          </p:cNvSpPr>
          <p:nvPr>
            <p:ph idx="1"/>
          </p:nvPr>
        </p:nvSpPr>
        <p:spPr/>
        <p:txBody>
          <a:bodyPr/>
          <a:lstStyle/>
          <a:p>
            <a:r>
              <a:rPr lang="en-US" sz="2400" i="1" smtClean="0">
                <a:solidFill>
                  <a:srgbClr val="C00000"/>
                </a:solidFill>
              </a:rPr>
              <a:t>WBS Element</a:t>
            </a:r>
            <a:r>
              <a:rPr lang="en-US" sz="2400" smtClean="0"/>
              <a:t>. Any single work breakdown structure (WBS) component and its associated WBS attributes contained within an individual work breakdown structure.</a:t>
            </a:r>
            <a:endParaRPr lang="en-US" sz="2400"/>
          </a:p>
        </p:txBody>
      </p:sp>
      <p:graphicFrame>
        <p:nvGraphicFramePr>
          <p:cNvPr id="17" name="Diagram 16"/>
          <p:cNvGraphicFramePr/>
          <p:nvPr/>
        </p:nvGraphicFramePr>
        <p:xfrm>
          <a:off x="457200" y="2971800"/>
          <a:ext cx="8305800" cy="3429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Work Package</a:t>
            </a:r>
            <a:endParaRPr lang="en-US"/>
          </a:p>
        </p:txBody>
      </p:sp>
      <p:sp>
        <p:nvSpPr>
          <p:cNvPr id="3" name="Content Placeholder 2"/>
          <p:cNvSpPr>
            <a:spLocks noGrp="1"/>
          </p:cNvSpPr>
          <p:nvPr>
            <p:ph idx="1"/>
          </p:nvPr>
        </p:nvSpPr>
        <p:spPr/>
        <p:txBody>
          <a:bodyPr/>
          <a:lstStyle/>
          <a:p>
            <a:r>
              <a:rPr lang="en-US" sz="2000" smtClean="0"/>
              <a:t>A </a:t>
            </a:r>
            <a:r>
              <a:rPr lang="en-US" sz="2000" i="1" smtClean="0">
                <a:solidFill>
                  <a:srgbClr val="C00000"/>
                </a:solidFill>
              </a:rPr>
              <a:t>deliverable</a:t>
            </a:r>
            <a:r>
              <a:rPr lang="en-US" sz="2000" smtClean="0"/>
              <a:t> or </a:t>
            </a:r>
            <a:r>
              <a:rPr lang="en-US" sz="2000" i="1" smtClean="0">
                <a:solidFill>
                  <a:srgbClr val="C00000"/>
                </a:solidFill>
              </a:rPr>
              <a:t>project work component</a:t>
            </a:r>
            <a:r>
              <a:rPr lang="en-US" sz="2000" smtClean="0"/>
              <a:t> at the </a:t>
            </a:r>
            <a:r>
              <a:rPr lang="en-US" sz="2000" u="sng" smtClean="0"/>
              <a:t>lowest level</a:t>
            </a:r>
            <a:r>
              <a:rPr lang="en-US" sz="2000" smtClean="0"/>
              <a:t> of each branch of the work breakdown structure.</a:t>
            </a:r>
          </a:p>
          <a:p>
            <a:r>
              <a:rPr lang="en-US" sz="2000" smtClean="0"/>
              <a:t>The work package </a:t>
            </a:r>
            <a:r>
              <a:rPr lang="en-US" sz="2000" i="1" smtClean="0">
                <a:solidFill>
                  <a:srgbClr val="C00000"/>
                </a:solidFill>
              </a:rPr>
              <a:t>includes</a:t>
            </a:r>
            <a:r>
              <a:rPr lang="en-US" sz="2000" smtClean="0"/>
              <a:t> the schedule </a:t>
            </a:r>
            <a:r>
              <a:rPr lang="en-US" sz="2000" u="sng" smtClean="0"/>
              <a:t>activities</a:t>
            </a:r>
            <a:r>
              <a:rPr lang="en-US" sz="2000" smtClean="0"/>
              <a:t> and schedule </a:t>
            </a:r>
            <a:r>
              <a:rPr lang="en-US" sz="2000" u="sng" smtClean="0"/>
              <a:t>milestones</a:t>
            </a:r>
            <a:r>
              <a:rPr lang="en-US" sz="2000" smtClean="0"/>
              <a:t> required to complete the work package deliverable or project work component.</a:t>
            </a:r>
            <a:endParaRPr lang="en-US" sz="2000"/>
          </a:p>
        </p:txBody>
      </p:sp>
      <p:graphicFrame>
        <p:nvGraphicFramePr>
          <p:cNvPr id="6" name="Diagram 5"/>
          <p:cNvGraphicFramePr/>
          <p:nvPr/>
        </p:nvGraphicFramePr>
        <p:xfrm>
          <a:off x="457200" y="3200400"/>
          <a:ext cx="8305800" cy="3429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Control Account</a:t>
            </a:r>
            <a:endParaRPr lang="en-US"/>
          </a:p>
        </p:txBody>
      </p:sp>
      <p:sp>
        <p:nvSpPr>
          <p:cNvPr id="3" name="Content Placeholder 2"/>
          <p:cNvSpPr>
            <a:spLocks noGrp="1"/>
          </p:cNvSpPr>
          <p:nvPr>
            <p:ph idx="1"/>
          </p:nvPr>
        </p:nvSpPr>
        <p:spPr/>
        <p:txBody>
          <a:bodyPr/>
          <a:lstStyle/>
          <a:p>
            <a:r>
              <a:rPr lang="en-US" sz="1800" smtClean="0"/>
              <a:t>A </a:t>
            </a:r>
            <a:r>
              <a:rPr lang="en-US" sz="1800" i="1" smtClean="0">
                <a:solidFill>
                  <a:srgbClr val="C00000"/>
                </a:solidFill>
              </a:rPr>
              <a:t>management control point</a:t>
            </a:r>
            <a:r>
              <a:rPr lang="en-US" sz="1800" smtClean="0"/>
              <a:t> where scope, budget (resource plans), actual cost, and schedule are integrated and compared to earned value for performance measurement.</a:t>
            </a:r>
          </a:p>
          <a:p>
            <a:r>
              <a:rPr lang="en-US" sz="1800" smtClean="0"/>
              <a:t>Control accounts are placed at </a:t>
            </a:r>
            <a:r>
              <a:rPr lang="en-US" sz="1800" i="1" smtClean="0">
                <a:solidFill>
                  <a:srgbClr val="C00000"/>
                </a:solidFill>
              </a:rPr>
              <a:t>selected management points</a:t>
            </a:r>
            <a:r>
              <a:rPr lang="en-US" sz="1800" smtClean="0"/>
              <a:t> (specific components at selected levels) of the </a:t>
            </a:r>
            <a:r>
              <a:rPr lang="en-US" sz="1800" u="sng" smtClean="0"/>
              <a:t>work breakdown structure</a:t>
            </a:r>
            <a:r>
              <a:rPr lang="en-US" sz="1800" smtClean="0"/>
              <a:t>.</a:t>
            </a:r>
          </a:p>
          <a:p>
            <a:r>
              <a:rPr lang="en-US" sz="1800" smtClean="0"/>
              <a:t>Each control account may include one or more work packages, but each work package may be associated with only one control account.</a:t>
            </a:r>
            <a:endParaRPr lang="en-US" sz="1800"/>
          </a:p>
        </p:txBody>
      </p:sp>
      <p:graphicFrame>
        <p:nvGraphicFramePr>
          <p:cNvPr id="7" name="Diagram 6"/>
          <p:cNvGraphicFramePr/>
          <p:nvPr/>
        </p:nvGraphicFramePr>
        <p:xfrm>
          <a:off x="457200" y="3810000"/>
          <a:ext cx="8305800" cy="2743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The 100% Rule</a:t>
            </a:r>
            <a:endParaRPr lang="en-US"/>
          </a:p>
        </p:txBody>
      </p:sp>
      <p:sp>
        <p:nvSpPr>
          <p:cNvPr id="3" name="Content Placeholder 2"/>
          <p:cNvSpPr>
            <a:spLocks noGrp="1"/>
          </p:cNvSpPr>
          <p:nvPr>
            <p:ph idx="1"/>
          </p:nvPr>
        </p:nvSpPr>
        <p:spPr/>
        <p:txBody>
          <a:bodyPr/>
          <a:lstStyle/>
          <a:p>
            <a:r>
              <a:rPr lang="en-US" sz="2400" smtClean="0"/>
              <a:t>This rule states that the WBS includes </a:t>
            </a:r>
            <a:r>
              <a:rPr lang="en-US" sz="2400" i="1" smtClean="0">
                <a:solidFill>
                  <a:srgbClr val="C00000"/>
                </a:solidFill>
              </a:rPr>
              <a:t>100% of the work defined by the project scope</a:t>
            </a:r>
            <a:r>
              <a:rPr lang="en-US" sz="2400" smtClean="0"/>
              <a:t> and captures </a:t>
            </a:r>
            <a:r>
              <a:rPr lang="en-US" sz="2400" i="1" smtClean="0">
                <a:solidFill>
                  <a:srgbClr val="C00000"/>
                </a:solidFill>
              </a:rPr>
              <a:t>ALL deliverables</a:t>
            </a:r>
            <a:r>
              <a:rPr lang="en-US" sz="2400" smtClean="0"/>
              <a:t>—internal, external, and interim—in terms of work to be completed, including project management.</a:t>
            </a:r>
          </a:p>
          <a:p>
            <a:r>
              <a:rPr lang="en-US" sz="2400" smtClean="0"/>
              <a:t>The rule applies at </a:t>
            </a:r>
            <a:r>
              <a:rPr lang="en-US" sz="2400" i="1" smtClean="0">
                <a:solidFill>
                  <a:srgbClr val="C00000"/>
                </a:solidFill>
              </a:rPr>
              <a:t>all levels within the hierarchy</a:t>
            </a:r>
            <a:r>
              <a:rPr lang="en-US" sz="2400" smtClean="0"/>
              <a:t>: the sum of the work at the ‘‘child’’ level must equal 100% of the work represented by the ‘‘parent’’ and the WBS should not include any work that falls outside the actual scope of the project, that is, it cannot include more than 100% of the work.</a:t>
            </a:r>
            <a:endParaRPr lang="en-US" sz="2400"/>
          </a:p>
        </p:txBody>
      </p:sp>
      <p:pic>
        <p:nvPicPr>
          <p:cNvPr id="1026" name="Picture 2" descr="https://thuemaychuao.net/wp-content/uploads/2020/02/100-percent-002.png"/>
          <p:cNvPicPr>
            <a:picLocks noChangeAspect="1" noChangeArrowheads="1"/>
          </p:cNvPicPr>
          <p:nvPr/>
        </p:nvPicPr>
        <p:blipFill>
          <a:blip r:embed="rId2" cstate="print"/>
          <a:srcRect/>
          <a:stretch>
            <a:fillRect/>
          </a:stretch>
        </p:blipFill>
        <p:spPr bwMode="auto">
          <a:xfrm>
            <a:off x="3505200" y="5181600"/>
            <a:ext cx="2189988" cy="1408176"/>
          </a:xfrm>
          <a:prstGeom prst="rect">
            <a:avLst/>
          </a:prstGeom>
          <a:noFill/>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Activity &amp; Task</a:t>
            </a:r>
            <a:endParaRPr lang="en-US"/>
          </a:p>
        </p:txBody>
      </p:sp>
      <p:sp>
        <p:nvSpPr>
          <p:cNvPr id="3" name="Content Placeholder 2"/>
          <p:cNvSpPr>
            <a:spLocks noGrp="1"/>
          </p:cNvSpPr>
          <p:nvPr>
            <p:ph idx="1"/>
          </p:nvPr>
        </p:nvSpPr>
        <p:spPr/>
        <p:txBody>
          <a:bodyPr/>
          <a:lstStyle/>
          <a:p>
            <a:r>
              <a:rPr lang="en-US" sz="2000" i="1" smtClean="0">
                <a:solidFill>
                  <a:srgbClr val="C00000"/>
                </a:solidFill>
              </a:rPr>
              <a:t>Activity</a:t>
            </a:r>
            <a:r>
              <a:rPr lang="en-US" sz="2000" smtClean="0"/>
              <a:t>. A component of work performed during the course of a project.</a:t>
            </a:r>
          </a:p>
          <a:p>
            <a:r>
              <a:rPr lang="en-US" sz="2000" i="1" smtClean="0">
                <a:solidFill>
                  <a:srgbClr val="C00000"/>
                </a:solidFill>
              </a:rPr>
              <a:t>Task</a:t>
            </a:r>
            <a:r>
              <a:rPr lang="en-US" sz="2000" smtClean="0"/>
              <a:t>. A term for work whose meaning and placement within a structured plan for project work varies by the application area, industry, and brand of project management software.</a:t>
            </a:r>
          </a:p>
        </p:txBody>
      </p:sp>
      <p:pic>
        <p:nvPicPr>
          <p:cNvPr id="51202" name="Picture 2"/>
          <p:cNvPicPr>
            <a:picLocks noChangeAspect="1" noChangeArrowheads="1"/>
          </p:cNvPicPr>
          <p:nvPr/>
        </p:nvPicPr>
        <p:blipFill>
          <a:blip r:embed="rId2" cstate="print"/>
          <a:srcRect/>
          <a:stretch>
            <a:fillRect/>
          </a:stretch>
        </p:blipFill>
        <p:spPr bwMode="auto">
          <a:xfrm>
            <a:off x="381000" y="3276600"/>
            <a:ext cx="6216650" cy="2860675"/>
          </a:xfrm>
          <a:prstGeom prst="rect">
            <a:avLst/>
          </a:prstGeom>
          <a:noFill/>
          <a:ln w="9525">
            <a:noFill/>
            <a:miter lim="800000"/>
            <a:headEnd/>
            <a:tailEnd/>
          </a:ln>
        </p:spPr>
      </p:pic>
      <p:sp>
        <p:nvSpPr>
          <p:cNvPr id="5" name="Rectangle 4"/>
          <p:cNvSpPr/>
          <p:nvPr/>
        </p:nvSpPr>
        <p:spPr>
          <a:xfrm>
            <a:off x="6858000" y="3048000"/>
            <a:ext cx="2057400" cy="313932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mtClean="0"/>
              <a:t>The WBS structure can be represented using phases of the project life cycle as the second level of decomposition, with the product and project deliverables inserted at the third level.</a:t>
            </a:r>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WBS Dictionary</a:t>
            </a:r>
            <a:endParaRPr lang="en-US"/>
          </a:p>
        </p:txBody>
      </p:sp>
      <p:sp>
        <p:nvSpPr>
          <p:cNvPr id="3" name="Content Placeholder 2"/>
          <p:cNvSpPr>
            <a:spLocks noGrp="1"/>
          </p:cNvSpPr>
          <p:nvPr>
            <p:ph idx="1"/>
          </p:nvPr>
        </p:nvSpPr>
        <p:spPr/>
        <p:txBody>
          <a:bodyPr/>
          <a:lstStyle/>
          <a:p>
            <a:r>
              <a:rPr lang="en-US" sz="2000" smtClean="0"/>
              <a:t>The </a:t>
            </a:r>
            <a:r>
              <a:rPr lang="en-US" sz="2000" i="1" smtClean="0">
                <a:solidFill>
                  <a:srgbClr val="C00000"/>
                </a:solidFill>
              </a:rPr>
              <a:t>WBS dictionary</a:t>
            </a:r>
            <a:r>
              <a:rPr lang="en-US" sz="2000" smtClean="0"/>
              <a:t> </a:t>
            </a:r>
            <a:r>
              <a:rPr lang="en-US" sz="2000" u="sng" smtClean="0"/>
              <a:t>defines</a:t>
            </a:r>
            <a:r>
              <a:rPr lang="en-US" sz="2000" smtClean="0"/>
              <a:t>, </a:t>
            </a:r>
            <a:r>
              <a:rPr lang="en-US" sz="2000" u="sng" smtClean="0"/>
              <a:t>details</a:t>
            </a:r>
            <a:r>
              <a:rPr lang="en-US" sz="2000" smtClean="0"/>
              <a:t>, and </a:t>
            </a:r>
            <a:r>
              <a:rPr lang="en-US" sz="2000" u="sng" smtClean="0"/>
              <a:t>clarifies the various elements of the WBS</a:t>
            </a:r>
            <a:r>
              <a:rPr lang="en-US" sz="2000" smtClean="0"/>
              <a:t> to ensure that each component of the WBS is accurately articulated and can be communicated to anyone referencing the WBS.</a:t>
            </a:r>
          </a:p>
          <a:p>
            <a:r>
              <a:rPr lang="en-US" sz="2000" smtClean="0"/>
              <a:t>The WBS dictionary contains information about each element of the WBS, including a detailed description of the work, deliverables, activities, and milestones associated with each element.</a:t>
            </a:r>
            <a:endParaRPr lang="en-US" sz="2000"/>
          </a:p>
        </p:txBody>
      </p:sp>
      <p:pic>
        <p:nvPicPr>
          <p:cNvPr id="52226" name="Picture 2"/>
          <p:cNvPicPr>
            <a:picLocks noChangeAspect="1" noChangeArrowheads="1"/>
          </p:cNvPicPr>
          <p:nvPr/>
        </p:nvPicPr>
        <p:blipFill>
          <a:blip r:embed="rId2" cstate="print"/>
          <a:srcRect/>
          <a:stretch>
            <a:fillRect/>
          </a:stretch>
        </p:blipFill>
        <p:spPr bwMode="auto">
          <a:xfrm>
            <a:off x="838200" y="3733800"/>
            <a:ext cx="5937250" cy="2667000"/>
          </a:xfrm>
          <a:prstGeom prst="rect">
            <a:avLst/>
          </a:prstGeom>
          <a:noFill/>
          <a:ln w="9525">
            <a:noFill/>
            <a:miter lim="800000"/>
            <a:headEnd/>
            <a:tailEnd/>
          </a:ln>
        </p:spPr>
      </p:pic>
      <p:sp>
        <p:nvSpPr>
          <p:cNvPr id="5" name="Rectangle 4"/>
          <p:cNvSpPr/>
          <p:nvPr/>
        </p:nvSpPr>
        <p:spPr>
          <a:xfrm>
            <a:off x="6858000" y="4876800"/>
            <a:ext cx="1676401"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mtClean="0"/>
              <a:t>WBS Dictionary</a:t>
            </a:r>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Project Initiation and The WBS [5]</a:t>
            </a:r>
            <a:endParaRPr lang="en-US"/>
          </a:p>
        </p:txBody>
      </p:sp>
      <p:pic>
        <p:nvPicPr>
          <p:cNvPr id="1027" name="Picture 3"/>
          <p:cNvPicPr>
            <a:picLocks noChangeAspect="1" noChangeArrowheads="1"/>
          </p:cNvPicPr>
          <p:nvPr/>
        </p:nvPicPr>
        <p:blipFill>
          <a:blip r:embed="rId2" cstate="print"/>
          <a:srcRect/>
          <a:stretch>
            <a:fillRect/>
          </a:stretch>
        </p:blipFill>
        <p:spPr bwMode="auto">
          <a:xfrm>
            <a:off x="1447800" y="1752600"/>
            <a:ext cx="6294120" cy="4164330"/>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Tools for WBS</a:t>
            </a:r>
            <a:endParaRPr lang="en-US" dirty="0"/>
          </a:p>
        </p:txBody>
      </p:sp>
      <p:sp>
        <p:nvSpPr>
          <p:cNvPr id="3" name="Content Placeholder 2"/>
          <p:cNvSpPr>
            <a:spLocks noGrp="1"/>
          </p:cNvSpPr>
          <p:nvPr>
            <p:ph idx="1"/>
          </p:nvPr>
        </p:nvSpPr>
        <p:spPr/>
        <p:txBody>
          <a:bodyPr/>
          <a:lstStyle/>
          <a:p>
            <a:r>
              <a:rPr lang="en-US" sz="2200" dirty="0" smtClean="0">
                <a:hlinkClick r:id="rId2"/>
              </a:rPr>
              <a:t>https://products.office.com/en-au/Project/project-for-office-365</a:t>
            </a:r>
            <a:endParaRPr lang="en-US" sz="2200" dirty="0" smtClean="0"/>
          </a:p>
          <a:p>
            <a:r>
              <a:rPr lang="en-US" sz="2200" dirty="0" smtClean="0">
                <a:hlinkClick r:id="rId3"/>
              </a:rPr>
              <a:t>https://www.ganttproject.biz/download/free</a:t>
            </a:r>
            <a:endParaRPr lang="en-US" sz="2200" dirty="0" smtClean="0"/>
          </a:p>
          <a:p>
            <a:r>
              <a:rPr lang="en-US" sz="2200" dirty="0" smtClean="0">
                <a:hlinkClick r:id="rId4"/>
              </a:rPr>
              <a:t>https://ganttpro.com/</a:t>
            </a:r>
            <a:endParaRPr lang="en-US" sz="2200" dirty="0" smtClean="0"/>
          </a:p>
          <a:p>
            <a:r>
              <a:rPr lang="en-US" sz="2200" dirty="0" smtClean="0">
                <a:hlinkClick r:id="rId5"/>
              </a:rPr>
              <a:t>https://www.smartsheet.com/</a:t>
            </a:r>
            <a:endParaRPr lang="en-US" sz="2200" dirty="0" smtClean="0"/>
          </a:p>
          <a:p>
            <a:endParaRPr lang="en-US" sz="2200" dirty="0"/>
          </a:p>
        </p:txBody>
      </p:sp>
      <p:pic>
        <p:nvPicPr>
          <p:cNvPr id="1026" name="Picture 2"/>
          <p:cNvPicPr>
            <a:picLocks noChangeAspect="1" noChangeArrowheads="1"/>
          </p:cNvPicPr>
          <p:nvPr/>
        </p:nvPicPr>
        <p:blipFill>
          <a:blip r:embed="rId6" cstate="print"/>
          <a:srcRect/>
          <a:stretch>
            <a:fillRect/>
          </a:stretch>
        </p:blipFill>
        <p:spPr bwMode="auto">
          <a:xfrm>
            <a:off x="5105400" y="4114800"/>
            <a:ext cx="2225675" cy="1590675"/>
          </a:xfrm>
          <a:prstGeom prst="rect">
            <a:avLst/>
          </a:prstGeom>
          <a:noFill/>
          <a:ln w="9525">
            <a:noFill/>
            <a:miter lim="800000"/>
            <a:headEnd/>
            <a:tailEnd/>
          </a:ln>
        </p:spPr>
      </p:pic>
      <p:pic>
        <p:nvPicPr>
          <p:cNvPr id="1028" name="Picture 4" descr="https://upload.wikimedia.org/wikipedia/commons/thumb/6/64/Microsoft_Office_Project_%282013-2019%29.svg/1200px-Microsoft_Office_Project_%282013-2019%29.svg.png"/>
          <p:cNvPicPr>
            <a:picLocks noChangeAspect="1" noChangeArrowheads="1"/>
          </p:cNvPicPr>
          <p:nvPr/>
        </p:nvPicPr>
        <p:blipFill>
          <a:blip r:embed="rId7" cstate="print"/>
          <a:srcRect/>
          <a:stretch>
            <a:fillRect/>
          </a:stretch>
        </p:blipFill>
        <p:spPr bwMode="auto">
          <a:xfrm>
            <a:off x="1981200" y="3962400"/>
            <a:ext cx="1905000" cy="1905000"/>
          </a:xfrm>
          <a:prstGeom prst="rect">
            <a:avLst/>
          </a:prstGeom>
          <a:noFill/>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Further Reading</a:t>
            </a:r>
            <a:endParaRPr lang="en-US" dirty="0"/>
          </a:p>
        </p:txBody>
      </p:sp>
      <p:sp>
        <p:nvSpPr>
          <p:cNvPr id="3" name="Content Placeholder 2"/>
          <p:cNvSpPr>
            <a:spLocks noGrp="1"/>
          </p:cNvSpPr>
          <p:nvPr>
            <p:ph idx="1"/>
          </p:nvPr>
        </p:nvSpPr>
        <p:spPr/>
        <p:txBody>
          <a:bodyPr>
            <a:normAutofit/>
          </a:bodyPr>
          <a:lstStyle/>
          <a:p>
            <a:pPr marL="457200" indent="-457200">
              <a:buFont typeface="+mj-lt"/>
              <a:buAutoNum type="arabicPeriod"/>
            </a:pPr>
            <a:r>
              <a:rPr lang="en-US" sz="2200" dirty="0" smtClean="0"/>
              <a:t>Project Management Institute (2006). Practice Standard for Work Breakdown Structures. Project Management Institute.</a:t>
            </a:r>
          </a:p>
          <a:p>
            <a:pPr marL="457200" indent="-457200">
              <a:buFont typeface="+mj-lt"/>
              <a:buAutoNum type="arabicPeriod"/>
            </a:pPr>
            <a:r>
              <a:rPr lang="en-US" sz="2200" dirty="0" smtClean="0"/>
              <a:t>Eric S. Norman, Shelly A. </a:t>
            </a:r>
            <a:r>
              <a:rPr lang="en-US" sz="2200" dirty="0" err="1" smtClean="0"/>
              <a:t>Brotherton</a:t>
            </a:r>
            <a:r>
              <a:rPr lang="en-US" sz="2200" dirty="0" smtClean="0"/>
              <a:t> and Robert T. Fried (2008). Work Breakdown Structures - The Foundation for Project Management Excellence. John Wiley &amp; Sons.</a:t>
            </a:r>
          </a:p>
        </p:txBody>
      </p:sp>
      <p:pic>
        <p:nvPicPr>
          <p:cNvPr id="4" name="Picture 2" descr="http://www.4aplus.com/wp-content/uploads/2014/02/shutterstock_74085415-1024x682.jpg"/>
          <p:cNvPicPr>
            <a:picLocks noChangeAspect="1" noChangeArrowheads="1"/>
          </p:cNvPicPr>
          <p:nvPr/>
        </p:nvPicPr>
        <p:blipFill>
          <a:blip r:embed="rId2" cstate="print"/>
          <a:srcRect/>
          <a:stretch>
            <a:fillRect/>
          </a:stretch>
        </p:blipFill>
        <p:spPr bwMode="auto">
          <a:xfrm>
            <a:off x="2971800" y="3778250"/>
            <a:ext cx="3251200" cy="2165350"/>
          </a:xfrm>
          <a:prstGeom prst="rect">
            <a:avLst/>
          </a:prstGeom>
          <a:noFill/>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smtClean="0"/>
              <a:t>Thank You &amp; See You Again</a:t>
            </a:r>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25221</TotalTime>
  <Words>1522</Words>
  <Application>Microsoft Office PowerPoint</Application>
  <PresentationFormat>On-screen Show (4:3)</PresentationFormat>
  <Paragraphs>287</Paragraphs>
  <Slides>40</Slides>
  <Notes>0</Notes>
  <HiddenSlides>0</HiddenSlides>
  <MMClips>0</MMClips>
  <ScaleCrop>false</ScaleCrop>
  <HeadingPairs>
    <vt:vector size="4" baseType="variant">
      <vt:variant>
        <vt:lpstr>Theme</vt:lpstr>
      </vt:variant>
      <vt:variant>
        <vt:i4>1</vt:i4>
      </vt:variant>
      <vt:variant>
        <vt:lpstr>Slide Titles</vt:lpstr>
      </vt:variant>
      <vt:variant>
        <vt:i4>40</vt:i4>
      </vt:variant>
    </vt:vector>
  </HeadingPairs>
  <TitlesOfParts>
    <vt:vector size="41" baseType="lpstr">
      <vt:lpstr>Office Theme</vt:lpstr>
      <vt:lpstr>Work Breakdown Structure</vt:lpstr>
      <vt:lpstr>Objectives</vt:lpstr>
      <vt:lpstr>Contents</vt:lpstr>
      <vt:lpstr>References</vt:lpstr>
      <vt:lpstr>When Will You Complete Your Work?</vt:lpstr>
      <vt:lpstr>Work Breakdown Structure [1]</vt:lpstr>
      <vt:lpstr>How to Create WBS (Round 1)?</vt:lpstr>
      <vt:lpstr>Product Decomposition</vt:lpstr>
      <vt:lpstr>System Decomposition</vt:lpstr>
      <vt:lpstr>Features Decomposition</vt:lpstr>
      <vt:lpstr>Use Case Decomposition</vt:lpstr>
      <vt:lpstr>Work Decomposition</vt:lpstr>
      <vt:lpstr>Phases Decomposition (I)</vt:lpstr>
      <vt:lpstr>Phases Decomposition (II)</vt:lpstr>
      <vt:lpstr>Common Activities Decomposition</vt:lpstr>
      <vt:lpstr>Melding the Product and the Process [2]</vt:lpstr>
      <vt:lpstr>Top-Down [3]</vt:lpstr>
      <vt:lpstr>Bottom-Up</vt:lpstr>
      <vt:lpstr>How to Create WBS (Round 2)?</vt:lpstr>
      <vt:lpstr>Revisiting Prototype</vt:lpstr>
      <vt:lpstr>Requirements Engineering Decomposition</vt:lpstr>
      <vt:lpstr>How to Create WBS (Round 3)?</vt:lpstr>
      <vt:lpstr>Revisiting Proof of Concept</vt:lpstr>
      <vt:lpstr>Solution Engineering Decomposition</vt:lpstr>
      <vt:lpstr>Why WBS?</vt:lpstr>
      <vt:lpstr>Pitfalls</vt:lpstr>
      <vt:lpstr>How Big is Your Project?</vt:lpstr>
      <vt:lpstr>Slide 28</vt:lpstr>
      <vt:lpstr>Deliverable [4]</vt:lpstr>
      <vt:lpstr>WBS Element</vt:lpstr>
      <vt:lpstr>Work Package</vt:lpstr>
      <vt:lpstr>Control Account</vt:lpstr>
      <vt:lpstr>The 100% Rule</vt:lpstr>
      <vt:lpstr>Activity &amp; Task</vt:lpstr>
      <vt:lpstr>WBS Dictionary</vt:lpstr>
      <vt:lpstr>Project Initiation and The WBS [5]</vt:lpstr>
      <vt:lpstr>Slide 37</vt:lpstr>
      <vt:lpstr>Tools for WBS</vt:lpstr>
      <vt:lpstr>Further Reading</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8585</cp:revision>
  <dcterms:created xsi:type="dcterms:W3CDTF">2007-10-06T08:25:13Z</dcterms:created>
  <dcterms:modified xsi:type="dcterms:W3CDTF">2023-06-29T11:32:09Z</dcterms:modified>
</cp:coreProperties>
</file>