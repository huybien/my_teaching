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62"/>
  </p:handoutMasterIdLst>
  <p:sldIdLst>
    <p:sldId id="256" r:id="rId2"/>
    <p:sldId id="568" r:id="rId3"/>
    <p:sldId id="736" r:id="rId4"/>
    <p:sldId id="781" r:id="rId5"/>
    <p:sldId id="738" r:id="rId6"/>
    <p:sldId id="737" r:id="rId7"/>
    <p:sldId id="630" r:id="rId8"/>
    <p:sldId id="631" r:id="rId9"/>
    <p:sldId id="632" r:id="rId10"/>
    <p:sldId id="633" r:id="rId11"/>
    <p:sldId id="634" r:id="rId12"/>
    <p:sldId id="635" r:id="rId13"/>
    <p:sldId id="636" r:id="rId14"/>
    <p:sldId id="637" r:id="rId15"/>
    <p:sldId id="638" r:id="rId16"/>
    <p:sldId id="639" r:id="rId17"/>
    <p:sldId id="640" r:id="rId18"/>
    <p:sldId id="761" r:id="rId19"/>
    <p:sldId id="762" r:id="rId20"/>
    <p:sldId id="763" r:id="rId21"/>
    <p:sldId id="764" r:id="rId22"/>
    <p:sldId id="765" r:id="rId23"/>
    <p:sldId id="766" r:id="rId24"/>
    <p:sldId id="767" r:id="rId25"/>
    <p:sldId id="768" r:id="rId26"/>
    <p:sldId id="769" r:id="rId27"/>
    <p:sldId id="770" r:id="rId28"/>
    <p:sldId id="771" r:id="rId29"/>
    <p:sldId id="772" r:id="rId30"/>
    <p:sldId id="773" r:id="rId31"/>
    <p:sldId id="774" r:id="rId32"/>
    <p:sldId id="775" r:id="rId33"/>
    <p:sldId id="607" r:id="rId34"/>
    <p:sldId id="615" r:id="rId35"/>
    <p:sldId id="627" r:id="rId36"/>
    <p:sldId id="609" r:id="rId37"/>
    <p:sldId id="616" r:id="rId38"/>
    <p:sldId id="617" r:id="rId39"/>
    <p:sldId id="583" r:id="rId40"/>
    <p:sldId id="581" r:id="rId41"/>
    <p:sldId id="618" r:id="rId42"/>
    <p:sldId id="585" r:id="rId43"/>
    <p:sldId id="584" r:id="rId44"/>
    <p:sldId id="619" r:id="rId45"/>
    <p:sldId id="594" r:id="rId46"/>
    <p:sldId id="644" r:id="rId47"/>
    <p:sldId id="575" r:id="rId48"/>
    <p:sldId id="780" r:id="rId49"/>
    <p:sldId id="646" r:id="rId50"/>
    <p:sldId id="647" r:id="rId51"/>
    <p:sldId id="645" r:id="rId52"/>
    <p:sldId id="624" r:id="rId53"/>
    <p:sldId id="541" r:id="rId54"/>
    <p:sldId id="542" r:id="rId55"/>
    <p:sldId id="543" r:id="rId56"/>
    <p:sldId id="625" r:id="rId57"/>
    <p:sldId id="742" r:id="rId58"/>
    <p:sldId id="626" r:id="rId59"/>
    <p:sldId id="777" r:id="rId60"/>
    <p:sldId id="343" r:id="rId6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5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03F12A-18ED-46C8-A891-548B3CCE94F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F22DA2-F6B1-4076-BF3E-DF7E115539C3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800" dirty="0" smtClean="0"/>
            <a:t>Development project function point count</a:t>
          </a:r>
          <a:endParaRPr lang="en-US" sz="2800" dirty="0"/>
        </a:p>
      </dgm:t>
    </dgm:pt>
    <dgm:pt modelId="{AD569041-4CF7-458E-84C9-ADE682AF21E3}" type="parTrans" cxnId="{08609E54-A06B-4B61-A195-9B8AA205A455}">
      <dgm:prSet/>
      <dgm:spPr/>
      <dgm:t>
        <a:bodyPr/>
        <a:lstStyle/>
        <a:p>
          <a:endParaRPr lang="en-US"/>
        </a:p>
      </dgm:t>
    </dgm:pt>
    <dgm:pt modelId="{8ED26162-2E58-45C2-A70A-0029D50F4DAC}" type="sibTrans" cxnId="{08609E54-A06B-4B61-A195-9B8AA205A455}">
      <dgm:prSet/>
      <dgm:spPr/>
      <dgm:t>
        <a:bodyPr/>
        <a:lstStyle/>
        <a:p>
          <a:endParaRPr lang="en-US"/>
        </a:p>
      </dgm:t>
    </dgm:pt>
    <dgm:pt modelId="{17DB907C-DCE1-4BE4-88F4-0BA96424A90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800" dirty="0" smtClean="0"/>
            <a:t>Enhancement project function point count</a:t>
          </a:r>
          <a:endParaRPr lang="en-US" sz="2800" dirty="0"/>
        </a:p>
      </dgm:t>
    </dgm:pt>
    <dgm:pt modelId="{F1BB0029-D929-4D5F-93BF-1FFD6F1CA47D}" type="parTrans" cxnId="{B6626927-4970-461E-B452-25D73CC53D3F}">
      <dgm:prSet/>
      <dgm:spPr/>
      <dgm:t>
        <a:bodyPr/>
        <a:lstStyle/>
        <a:p>
          <a:endParaRPr lang="en-US"/>
        </a:p>
      </dgm:t>
    </dgm:pt>
    <dgm:pt modelId="{21293A31-EB5B-4719-9314-0B19ECCC56FF}" type="sibTrans" cxnId="{B6626927-4970-461E-B452-25D73CC53D3F}">
      <dgm:prSet/>
      <dgm:spPr/>
      <dgm:t>
        <a:bodyPr/>
        <a:lstStyle/>
        <a:p>
          <a:endParaRPr lang="en-US"/>
        </a:p>
      </dgm:t>
    </dgm:pt>
    <dgm:pt modelId="{C57DEDE2-4ED7-48DD-B0CA-01F2E8961FA2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800" dirty="0" smtClean="0"/>
            <a:t>Application function point count</a:t>
          </a:r>
          <a:endParaRPr lang="en-US" sz="2800" dirty="0"/>
        </a:p>
      </dgm:t>
    </dgm:pt>
    <dgm:pt modelId="{230FB3EB-6D70-4E39-BAEF-055FC6587B73}" type="parTrans" cxnId="{0B869653-89B5-454C-A6CA-4CB1E26EDC03}">
      <dgm:prSet/>
      <dgm:spPr/>
      <dgm:t>
        <a:bodyPr/>
        <a:lstStyle/>
        <a:p>
          <a:endParaRPr lang="en-US"/>
        </a:p>
      </dgm:t>
    </dgm:pt>
    <dgm:pt modelId="{FE17E5FC-BF21-4476-8C5E-4C556C934272}" type="sibTrans" cxnId="{0B869653-89B5-454C-A6CA-4CB1E26EDC03}">
      <dgm:prSet/>
      <dgm:spPr/>
      <dgm:t>
        <a:bodyPr/>
        <a:lstStyle/>
        <a:p>
          <a:endParaRPr lang="en-US"/>
        </a:p>
      </dgm:t>
    </dgm:pt>
    <dgm:pt modelId="{602EC1DF-38A2-4CEF-B8A7-7CE3AAA9CD79}" type="pres">
      <dgm:prSet presAssocID="{6503F12A-18ED-46C8-A891-548B3CCE94F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121AB-4221-46B1-A63C-971510318794}" type="pres">
      <dgm:prSet presAssocID="{B1F22DA2-F6B1-4076-BF3E-DF7E115539C3}" presName="parentLin" presStyleCnt="0"/>
      <dgm:spPr/>
    </dgm:pt>
    <dgm:pt modelId="{F1FBA9EA-66FA-4F40-BDC9-0B0CC051DD48}" type="pres">
      <dgm:prSet presAssocID="{B1F22DA2-F6B1-4076-BF3E-DF7E115539C3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E84C8C34-DCD8-44D0-ACA5-40038371F31A}" type="pres">
      <dgm:prSet presAssocID="{B1F22DA2-F6B1-4076-BF3E-DF7E115539C3}" presName="parentText" presStyleLbl="node1" presStyleIdx="0" presStyleCnt="3" custScaleX="128289" custLinFactNeighborX="-990" custLinFactNeighborY="-70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A4C8AD-00DA-47F0-B18F-1F4FBB1D1310}" type="pres">
      <dgm:prSet presAssocID="{B1F22DA2-F6B1-4076-BF3E-DF7E115539C3}" presName="negativeSpace" presStyleCnt="0"/>
      <dgm:spPr/>
    </dgm:pt>
    <dgm:pt modelId="{56E35E90-3F83-43EA-9354-2C397C7C46AE}" type="pres">
      <dgm:prSet presAssocID="{B1F22DA2-F6B1-4076-BF3E-DF7E115539C3}" presName="childText" presStyleLbl="conFgAcc1" presStyleIdx="0" presStyleCnt="3">
        <dgm:presLayoutVars>
          <dgm:bulletEnabled val="1"/>
        </dgm:presLayoutVars>
      </dgm:prSet>
      <dgm:spPr/>
    </dgm:pt>
    <dgm:pt modelId="{9D19939D-0420-44D1-B247-D6FE793913B1}" type="pres">
      <dgm:prSet presAssocID="{8ED26162-2E58-45C2-A70A-0029D50F4DAC}" presName="spaceBetweenRectangles" presStyleCnt="0"/>
      <dgm:spPr/>
    </dgm:pt>
    <dgm:pt modelId="{5FC748CE-D1D0-4971-92C3-F500276134F3}" type="pres">
      <dgm:prSet presAssocID="{17DB907C-DCE1-4BE4-88F4-0BA96424A909}" presName="parentLin" presStyleCnt="0"/>
      <dgm:spPr/>
    </dgm:pt>
    <dgm:pt modelId="{186804F0-734F-4FA1-8286-1AE19E05EE30}" type="pres">
      <dgm:prSet presAssocID="{17DB907C-DCE1-4BE4-88F4-0BA96424A909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8DA931A0-A8A3-4498-B08F-AAACB83E0300}" type="pres">
      <dgm:prSet presAssocID="{17DB907C-DCE1-4BE4-88F4-0BA96424A909}" presName="parentText" presStyleLbl="node1" presStyleIdx="1" presStyleCnt="3" custScaleX="12828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D93B06-34B4-49A2-92CD-6783CF8A7C0E}" type="pres">
      <dgm:prSet presAssocID="{17DB907C-DCE1-4BE4-88F4-0BA96424A909}" presName="negativeSpace" presStyleCnt="0"/>
      <dgm:spPr/>
    </dgm:pt>
    <dgm:pt modelId="{8E29BB11-2467-45D4-8B20-6B730185BC7F}" type="pres">
      <dgm:prSet presAssocID="{17DB907C-DCE1-4BE4-88F4-0BA96424A909}" presName="childText" presStyleLbl="conFgAcc1" presStyleIdx="1" presStyleCnt="3" custLinFactY="-3377" custLinFactNeighborY="-100000">
        <dgm:presLayoutVars>
          <dgm:bulletEnabled val="1"/>
        </dgm:presLayoutVars>
      </dgm:prSet>
      <dgm:spPr/>
    </dgm:pt>
    <dgm:pt modelId="{D2F28071-AD41-4C9A-934E-D5115CEBFFFB}" type="pres">
      <dgm:prSet presAssocID="{21293A31-EB5B-4719-9314-0B19ECCC56FF}" presName="spaceBetweenRectangles" presStyleCnt="0"/>
      <dgm:spPr/>
    </dgm:pt>
    <dgm:pt modelId="{D20B0C79-D871-41B5-B398-3B47CD2C2DD3}" type="pres">
      <dgm:prSet presAssocID="{C57DEDE2-4ED7-48DD-B0CA-01F2E8961FA2}" presName="parentLin" presStyleCnt="0"/>
      <dgm:spPr/>
    </dgm:pt>
    <dgm:pt modelId="{CFEBE04E-14B4-408E-ADA9-1F6C1F595269}" type="pres">
      <dgm:prSet presAssocID="{C57DEDE2-4ED7-48DD-B0CA-01F2E8961FA2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1AB1B759-036B-4E72-B5CA-DB4F6C6E29D8}" type="pres">
      <dgm:prSet presAssocID="{C57DEDE2-4ED7-48DD-B0CA-01F2E8961FA2}" presName="parentText" presStyleLbl="node1" presStyleIdx="2" presStyleCnt="3" custScaleX="12828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11A124-F6D9-448B-9FD6-FAD22131121D}" type="pres">
      <dgm:prSet presAssocID="{C57DEDE2-4ED7-48DD-B0CA-01F2E8961FA2}" presName="negativeSpace" presStyleCnt="0"/>
      <dgm:spPr/>
    </dgm:pt>
    <dgm:pt modelId="{82E2A3D0-97F4-48E3-AA50-26DB43693508}" type="pres">
      <dgm:prSet presAssocID="{C57DEDE2-4ED7-48DD-B0CA-01F2E8961FA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0619153-6EC1-4ED7-B09E-BA5A80961B7F}" type="presOf" srcId="{B1F22DA2-F6B1-4076-BF3E-DF7E115539C3}" destId="{E84C8C34-DCD8-44D0-ACA5-40038371F31A}" srcOrd="1" destOrd="0" presId="urn:microsoft.com/office/officeart/2005/8/layout/list1"/>
    <dgm:cxn modelId="{00360B21-3815-4D5A-B9EA-BE3BB12017F1}" type="presOf" srcId="{17DB907C-DCE1-4BE4-88F4-0BA96424A909}" destId="{186804F0-734F-4FA1-8286-1AE19E05EE30}" srcOrd="0" destOrd="0" presId="urn:microsoft.com/office/officeart/2005/8/layout/list1"/>
    <dgm:cxn modelId="{B587DC6D-FF88-4609-8E02-723AC75984D3}" type="presOf" srcId="{6503F12A-18ED-46C8-A891-548B3CCE94F7}" destId="{602EC1DF-38A2-4CEF-B8A7-7CE3AAA9CD79}" srcOrd="0" destOrd="0" presId="urn:microsoft.com/office/officeart/2005/8/layout/list1"/>
    <dgm:cxn modelId="{A675FC6F-5535-4113-A072-DCB6E57EA5AF}" type="presOf" srcId="{C57DEDE2-4ED7-48DD-B0CA-01F2E8961FA2}" destId="{CFEBE04E-14B4-408E-ADA9-1F6C1F595269}" srcOrd="0" destOrd="0" presId="urn:microsoft.com/office/officeart/2005/8/layout/list1"/>
    <dgm:cxn modelId="{514B5DFC-6C92-494F-8580-277D33624242}" type="presOf" srcId="{17DB907C-DCE1-4BE4-88F4-0BA96424A909}" destId="{8DA931A0-A8A3-4498-B08F-AAACB83E0300}" srcOrd="1" destOrd="0" presId="urn:microsoft.com/office/officeart/2005/8/layout/list1"/>
    <dgm:cxn modelId="{CF6BD241-5C2E-4752-B997-7FD9A2CB89FC}" type="presOf" srcId="{C57DEDE2-4ED7-48DD-B0CA-01F2E8961FA2}" destId="{1AB1B759-036B-4E72-B5CA-DB4F6C6E29D8}" srcOrd="1" destOrd="0" presId="urn:microsoft.com/office/officeart/2005/8/layout/list1"/>
    <dgm:cxn modelId="{B6626927-4970-461E-B452-25D73CC53D3F}" srcId="{6503F12A-18ED-46C8-A891-548B3CCE94F7}" destId="{17DB907C-DCE1-4BE4-88F4-0BA96424A909}" srcOrd="1" destOrd="0" parTransId="{F1BB0029-D929-4D5F-93BF-1FFD6F1CA47D}" sibTransId="{21293A31-EB5B-4719-9314-0B19ECCC56FF}"/>
    <dgm:cxn modelId="{0B869653-89B5-454C-A6CA-4CB1E26EDC03}" srcId="{6503F12A-18ED-46C8-A891-548B3CCE94F7}" destId="{C57DEDE2-4ED7-48DD-B0CA-01F2E8961FA2}" srcOrd="2" destOrd="0" parTransId="{230FB3EB-6D70-4E39-BAEF-055FC6587B73}" sibTransId="{FE17E5FC-BF21-4476-8C5E-4C556C934272}"/>
    <dgm:cxn modelId="{468AD2C1-2C5A-4893-9D5B-5F5B0A076833}" type="presOf" srcId="{B1F22DA2-F6B1-4076-BF3E-DF7E115539C3}" destId="{F1FBA9EA-66FA-4F40-BDC9-0B0CC051DD48}" srcOrd="0" destOrd="0" presId="urn:microsoft.com/office/officeart/2005/8/layout/list1"/>
    <dgm:cxn modelId="{08609E54-A06B-4B61-A195-9B8AA205A455}" srcId="{6503F12A-18ED-46C8-A891-548B3CCE94F7}" destId="{B1F22DA2-F6B1-4076-BF3E-DF7E115539C3}" srcOrd="0" destOrd="0" parTransId="{AD569041-4CF7-458E-84C9-ADE682AF21E3}" sibTransId="{8ED26162-2E58-45C2-A70A-0029D50F4DAC}"/>
    <dgm:cxn modelId="{1E2F4011-955B-401D-898C-70BF6435D4C7}" type="presParOf" srcId="{602EC1DF-38A2-4CEF-B8A7-7CE3AAA9CD79}" destId="{028121AB-4221-46B1-A63C-971510318794}" srcOrd="0" destOrd="0" presId="urn:microsoft.com/office/officeart/2005/8/layout/list1"/>
    <dgm:cxn modelId="{B52FDF3F-CB8A-4715-AD9A-B2F1054F4D4F}" type="presParOf" srcId="{028121AB-4221-46B1-A63C-971510318794}" destId="{F1FBA9EA-66FA-4F40-BDC9-0B0CC051DD48}" srcOrd="0" destOrd="0" presId="urn:microsoft.com/office/officeart/2005/8/layout/list1"/>
    <dgm:cxn modelId="{884703F2-D6EB-46B3-883E-A3E6D5E4C708}" type="presParOf" srcId="{028121AB-4221-46B1-A63C-971510318794}" destId="{E84C8C34-DCD8-44D0-ACA5-40038371F31A}" srcOrd="1" destOrd="0" presId="urn:microsoft.com/office/officeart/2005/8/layout/list1"/>
    <dgm:cxn modelId="{A218ABE5-D618-43A6-A0B3-7BC1F620093C}" type="presParOf" srcId="{602EC1DF-38A2-4CEF-B8A7-7CE3AAA9CD79}" destId="{81A4C8AD-00DA-47F0-B18F-1F4FBB1D1310}" srcOrd="1" destOrd="0" presId="urn:microsoft.com/office/officeart/2005/8/layout/list1"/>
    <dgm:cxn modelId="{68B82C5C-ED94-4844-8B3C-A44A7D7BB876}" type="presParOf" srcId="{602EC1DF-38A2-4CEF-B8A7-7CE3AAA9CD79}" destId="{56E35E90-3F83-43EA-9354-2C397C7C46AE}" srcOrd="2" destOrd="0" presId="urn:microsoft.com/office/officeart/2005/8/layout/list1"/>
    <dgm:cxn modelId="{241799EB-A114-4BE6-B2FE-38688FE9A064}" type="presParOf" srcId="{602EC1DF-38A2-4CEF-B8A7-7CE3AAA9CD79}" destId="{9D19939D-0420-44D1-B247-D6FE793913B1}" srcOrd="3" destOrd="0" presId="urn:microsoft.com/office/officeart/2005/8/layout/list1"/>
    <dgm:cxn modelId="{638803A4-6FA0-4D81-B191-AC44A43AF3DA}" type="presParOf" srcId="{602EC1DF-38A2-4CEF-B8A7-7CE3AAA9CD79}" destId="{5FC748CE-D1D0-4971-92C3-F500276134F3}" srcOrd="4" destOrd="0" presId="urn:microsoft.com/office/officeart/2005/8/layout/list1"/>
    <dgm:cxn modelId="{DE1E39E1-28BD-46E3-A263-AA6350F802F3}" type="presParOf" srcId="{5FC748CE-D1D0-4971-92C3-F500276134F3}" destId="{186804F0-734F-4FA1-8286-1AE19E05EE30}" srcOrd="0" destOrd="0" presId="urn:microsoft.com/office/officeart/2005/8/layout/list1"/>
    <dgm:cxn modelId="{A0085018-AD38-492F-BD5D-E00EB9AB37C2}" type="presParOf" srcId="{5FC748CE-D1D0-4971-92C3-F500276134F3}" destId="{8DA931A0-A8A3-4498-B08F-AAACB83E0300}" srcOrd="1" destOrd="0" presId="urn:microsoft.com/office/officeart/2005/8/layout/list1"/>
    <dgm:cxn modelId="{9F3A9A2F-8D5D-4B8B-8A5C-0016E78FE291}" type="presParOf" srcId="{602EC1DF-38A2-4CEF-B8A7-7CE3AAA9CD79}" destId="{5FD93B06-34B4-49A2-92CD-6783CF8A7C0E}" srcOrd="5" destOrd="0" presId="urn:microsoft.com/office/officeart/2005/8/layout/list1"/>
    <dgm:cxn modelId="{34B38138-3BC2-408B-81DF-24499A90DA01}" type="presParOf" srcId="{602EC1DF-38A2-4CEF-B8A7-7CE3AAA9CD79}" destId="{8E29BB11-2467-45D4-8B20-6B730185BC7F}" srcOrd="6" destOrd="0" presId="urn:microsoft.com/office/officeart/2005/8/layout/list1"/>
    <dgm:cxn modelId="{F5215DA3-68BE-400D-906A-C89FAD227728}" type="presParOf" srcId="{602EC1DF-38A2-4CEF-B8A7-7CE3AAA9CD79}" destId="{D2F28071-AD41-4C9A-934E-D5115CEBFFFB}" srcOrd="7" destOrd="0" presId="urn:microsoft.com/office/officeart/2005/8/layout/list1"/>
    <dgm:cxn modelId="{0C821A92-367C-477D-A7E5-F93A830655C1}" type="presParOf" srcId="{602EC1DF-38A2-4CEF-B8A7-7CE3AAA9CD79}" destId="{D20B0C79-D871-41B5-B398-3B47CD2C2DD3}" srcOrd="8" destOrd="0" presId="urn:microsoft.com/office/officeart/2005/8/layout/list1"/>
    <dgm:cxn modelId="{81DF77B1-D7F4-4922-8EF7-610FD94F5B79}" type="presParOf" srcId="{D20B0C79-D871-41B5-B398-3B47CD2C2DD3}" destId="{CFEBE04E-14B4-408E-ADA9-1F6C1F595269}" srcOrd="0" destOrd="0" presId="urn:microsoft.com/office/officeart/2005/8/layout/list1"/>
    <dgm:cxn modelId="{1885E6C1-1D6F-42C4-B71B-2A2A18D02154}" type="presParOf" srcId="{D20B0C79-D871-41B5-B398-3B47CD2C2DD3}" destId="{1AB1B759-036B-4E72-B5CA-DB4F6C6E29D8}" srcOrd="1" destOrd="0" presId="urn:microsoft.com/office/officeart/2005/8/layout/list1"/>
    <dgm:cxn modelId="{FA8DA729-C66E-4B78-8BAF-1240FEB7E70B}" type="presParOf" srcId="{602EC1DF-38A2-4CEF-B8A7-7CE3AAA9CD79}" destId="{4911A124-F6D9-448B-9FD6-FAD22131121D}" srcOrd="9" destOrd="0" presId="urn:microsoft.com/office/officeart/2005/8/layout/list1"/>
    <dgm:cxn modelId="{B71E747F-8D94-4C3A-907C-C7CD415487E2}" type="presParOf" srcId="{602EC1DF-38A2-4CEF-B8A7-7CE3AAA9CD79}" destId="{82E2A3D0-97F4-48E3-AA50-26DB4369350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66A421-33FF-4EA2-818D-E15EE2D9C71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9E3C1B-E74B-4D0A-8CC7-21EFC439DD7A}">
      <dgm:prSet phldrT="[Text]" custT="1"/>
      <dgm:spPr/>
      <dgm:t>
        <a:bodyPr/>
        <a:lstStyle/>
        <a:p>
          <a:r>
            <a:rPr lang="en-US" sz="2000" dirty="0" smtClean="0"/>
            <a:t>System</a:t>
          </a:r>
          <a:endParaRPr lang="en-US" sz="2000" dirty="0"/>
        </a:p>
      </dgm:t>
    </dgm:pt>
    <dgm:pt modelId="{D736DFFA-8965-4F25-BFDF-92776C63031E}" type="parTrans" cxnId="{B2021565-D405-4343-9916-D2AAA189578B}">
      <dgm:prSet/>
      <dgm:spPr/>
      <dgm:t>
        <a:bodyPr/>
        <a:lstStyle/>
        <a:p>
          <a:endParaRPr lang="en-US"/>
        </a:p>
      </dgm:t>
    </dgm:pt>
    <dgm:pt modelId="{6E11ED34-FA28-48A9-B0F9-BD1D7A54067D}" type="sibTrans" cxnId="{B2021565-D405-4343-9916-D2AAA189578B}">
      <dgm:prSet/>
      <dgm:spPr/>
      <dgm:t>
        <a:bodyPr/>
        <a:lstStyle/>
        <a:p>
          <a:endParaRPr lang="en-US"/>
        </a:p>
      </dgm:t>
    </dgm:pt>
    <dgm:pt modelId="{B21496BB-9F24-456E-A653-10FE1D857609}">
      <dgm:prSet phldrT="[Text]" custT="1"/>
      <dgm:spPr/>
      <dgm:t>
        <a:bodyPr/>
        <a:lstStyle/>
        <a:p>
          <a:r>
            <a:rPr lang="en-US" sz="2000" dirty="0" smtClean="0"/>
            <a:t>Use cases</a:t>
          </a:r>
          <a:endParaRPr lang="en-US" sz="2000" dirty="0"/>
        </a:p>
      </dgm:t>
    </dgm:pt>
    <dgm:pt modelId="{EFB64B70-5768-4033-AA47-A01D6CD48BBA}" type="parTrans" cxnId="{FF6187C0-95F3-4719-836F-1E120CAEB7EF}">
      <dgm:prSet/>
      <dgm:spPr/>
      <dgm:t>
        <a:bodyPr/>
        <a:lstStyle/>
        <a:p>
          <a:endParaRPr lang="en-US"/>
        </a:p>
      </dgm:t>
    </dgm:pt>
    <dgm:pt modelId="{C57C0657-8A83-402C-B67A-D7E8FD5A6B6A}" type="sibTrans" cxnId="{FF6187C0-95F3-4719-836F-1E120CAEB7EF}">
      <dgm:prSet/>
      <dgm:spPr/>
      <dgm:t>
        <a:bodyPr/>
        <a:lstStyle/>
        <a:p>
          <a:endParaRPr lang="en-US"/>
        </a:p>
      </dgm:t>
    </dgm:pt>
    <dgm:pt modelId="{89783C74-3C4B-4951-AFB5-8B67EAD3C724}">
      <dgm:prSet phldrT="[Text]" custT="1"/>
      <dgm:spPr/>
      <dgm:t>
        <a:bodyPr/>
        <a:lstStyle/>
        <a:p>
          <a:r>
            <a:rPr lang="en-US" sz="1400" dirty="0" smtClean="0"/>
            <a:t>User interface</a:t>
          </a:r>
          <a:endParaRPr lang="en-US" sz="1400" dirty="0"/>
        </a:p>
      </dgm:t>
    </dgm:pt>
    <dgm:pt modelId="{85A33844-E466-430B-82AA-6487AB920CC4}" type="parTrans" cxnId="{C25D28B1-5CB1-4344-8493-DF28965F8AC2}">
      <dgm:prSet/>
      <dgm:spPr/>
      <dgm:t>
        <a:bodyPr/>
        <a:lstStyle/>
        <a:p>
          <a:endParaRPr lang="en-US"/>
        </a:p>
      </dgm:t>
    </dgm:pt>
    <dgm:pt modelId="{1C6532C8-AD6A-4A1D-A096-B2869EFCA980}" type="sibTrans" cxnId="{C25D28B1-5CB1-4344-8493-DF28965F8AC2}">
      <dgm:prSet/>
      <dgm:spPr/>
      <dgm:t>
        <a:bodyPr/>
        <a:lstStyle/>
        <a:p>
          <a:endParaRPr lang="en-US"/>
        </a:p>
      </dgm:t>
    </dgm:pt>
    <dgm:pt modelId="{CEFAE0B1-39E7-4A35-9BDA-F84AFD8D9967}">
      <dgm:prSet phldrT="[Text]" custT="1"/>
      <dgm:spPr/>
      <dgm:t>
        <a:bodyPr/>
        <a:lstStyle/>
        <a:p>
          <a:r>
            <a:rPr lang="en-US" sz="1400" dirty="0" smtClean="0"/>
            <a:t>Database</a:t>
          </a:r>
          <a:endParaRPr lang="en-US" sz="1400" dirty="0"/>
        </a:p>
      </dgm:t>
    </dgm:pt>
    <dgm:pt modelId="{4E8A8EDC-1219-4BD5-B48D-0D10F62DC205}" type="parTrans" cxnId="{A9B8D15F-83F3-45B4-841C-E32F7886D07B}">
      <dgm:prSet/>
      <dgm:spPr/>
      <dgm:t>
        <a:bodyPr/>
        <a:lstStyle/>
        <a:p>
          <a:endParaRPr lang="en-US"/>
        </a:p>
      </dgm:t>
    </dgm:pt>
    <dgm:pt modelId="{80E9F64B-4D51-4989-957C-80BB9D401D24}" type="sibTrans" cxnId="{A9B8D15F-83F3-45B4-841C-E32F7886D07B}">
      <dgm:prSet/>
      <dgm:spPr/>
      <dgm:t>
        <a:bodyPr/>
        <a:lstStyle/>
        <a:p>
          <a:endParaRPr lang="en-US"/>
        </a:p>
      </dgm:t>
    </dgm:pt>
    <dgm:pt modelId="{E1C99EA2-901B-4FD7-A83F-1FA375A82672}">
      <dgm:prSet phldrT="[Text]" custT="1"/>
      <dgm:spPr/>
      <dgm:t>
        <a:bodyPr/>
        <a:lstStyle/>
        <a:p>
          <a:r>
            <a:rPr lang="en-US" sz="1400" dirty="0" smtClean="0"/>
            <a:t>Scenario</a:t>
          </a:r>
          <a:endParaRPr lang="en-US" sz="1400" dirty="0"/>
        </a:p>
      </dgm:t>
    </dgm:pt>
    <dgm:pt modelId="{589E9A42-2842-4626-8929-C9D03712E013}" type="parTrans" cxnId="{120C98A6-9F13-4FE1-AEC4-E45DCF43CDFC}">
      <dgm:prSet/>
      <dgm:spPr/>
      <dgm:t>
        <a:bodyPr/>
        <a:lstStyle/>
        <a:p>
          <a:endParaRPr lang="en-US"/>
        </a:p>
      </dgm:t>
    </dgm:pt>
    <dgm:pt modelId="{750FD1A7-30BB-4C7D-8F8E-26CDFF3A7034}" type="sibTrans" cxnId="{120C98A6-9F13-4FE1-AEC4-E45DCF43CDFC}">
      <dgm:prSet/>
      <dgm:spPr/>
      <dgm:t>
        <a:bodyPr/>
        <a:lstStyle/>
        <a:p>
          <a:endParaRPr lang="en-US"/>
        </a:p>
      </dgm:t>
    </dgm:pt>
    <dgm:pt modelId="{8753401B-ABB4-4F39-A169-7426892330FC}">
      <dgm:prSet phldrT="[Text]" custT="1"/>
      <dgm:spPr/>
      <dgm:t>
        <a:bodyPr/>
        <a:lstStyle/>
        <a:p>
          <a:r>
            <a:rPr lang="en-US" sz="1400" dirty="0" smtClean="0"/>
            <a:t>Classes</a:t>
          </a:r>
          <a:endParaRPr lang="en-US" sz="1400" dirty="0"/>
        </a:p>
      </dgm:t>
    </dgm:pt>
    <dgm:pt modelId="{EBEC77D9-AE54-49BF-9A75-0111937BF4EB}" type="parTrans" cxnId="{6BD96BAD-126E-47E4-8C41-7CA9CF55063B}">
      <dgm:prSet/>
      <dgm:spPr/>
      <dgm:t>
        <a:bodyPr/>
        <a:lstStyle/>
        <a:p>
          <a:endParaRPr lang="en-US"/>
        </a:p>
      </dgm:t>
    </dgm:pt>
    <dgm:pt modelId="{46672552-06EE-4CE7-9BC8-F39BE07BCD1E}" type="sibTrans" cxnId="{6BD96BAD-126E-47E4-8C41-7CA9CF55063B}">
      <dgm:prSet/>
      <dgm:spPr/>
      <dgm:t>
        <a:bodyPr/>
        <a:lstStyle/>
        <a:p>
          <a:endParaRPr lang="en-US"/>
        </a:p>
      </dgm:t>
    </dgm:pt>
    <dgm:pt modelId="{66C143EB-D95A-4549-A793-CA45B4644215}">
      <dgm:prSet phldrT="[Text]" custT="1"/>
      <dgm:spPr/>
      <dgm:t>
        <a:bodyPr/>
        <a:lstStyle/>
        <a:p>
          <a:r>
            <a:rPr lang="en-US" sz="2000" dirty="0" smtClean="0"/>
            <a:t>Actors</a:t>
          </a:r>
          <a:endParaRPr lang="en-US" sz="2000" dirty="0"/>
        </a:p>
      </dgm:t>
    </dgm:pt>
    <dgm:pt modelId="{84826D7F-7DA4-4EBB-9CEB-CCE3F0AF1A0D}" type="sibTrans" cxnId="{A00CC150-C428-446A-AD16-E9875B17CB8C}">
      <dgm:prSet/>
      <dgm:spPr/>
      <dgm:t>
        <a:bodyPr/>
        <a:lstStyle/>
        <a:p>
          <a:endParaRPr lang="en-US"/>
        </a:p>
      </dgm:t>
    </dgm:pt>
    <dgm:pt modelId="{BB03A667-F7D3-410D-8685-0346BF40AA3E}" type="parTrans" cxnId="{A00CC150-C428-446A-AD16-E9875B17CB8C}">
      <dgm:prSet/>
      <dgm:spPr/>
      <dgm:t>
        <a:bodyPr/>
        <a:lstStyle/>
        <a:p>
          <a:endParaRPr lang="en-US"/>
        </a:p>
      </dgm:t>
    </dgm:pt>
    <dgm:pt modelId="{25B8334C-E94F-43DB-9A10-610A83EDC96A}">
      <dgm:prSet phldrT="[Text]" custT="1"/>
      <dgm:spPr/>
      <dgm:t>
        <a:bodyPr/>
        <a:lstStyle/>
        <a:p>
          <a:r>
            <a:rPr lang="en-US" sz="1400" dirty="0" smtClean="0"/>
            <a:t>Another system via API</a:t>
          </a:r>
          <a:endParaRPr lang="en-US" sz="1400" dirty="0"/>
        </a:p>
      </dgm:t>
    </dgm:pt>
    <dgm:pt modelId="{97A02020-F42F-4FA6-9016-99F356DF2BDC}" type="parTrans" cxnId="{4260ECF8-5CC0-46A9-9835-A7860E9F495C}">
      <dgm:prSet/>
      <dgm:spPr/>
      <dgm:t>
        <a:bodyPr/>
        <a:lstStyle/>
        <a:p>
          <a:endParaRPr lang="en-US"/>
        </a:p>
      </dgm:t>
    </dgm:pt>
    <dgm:pt modelId="{C0D86610-73A9-489C-88BE-EAA407C274F5}" type="sibTrans" cxnId="{4260ECF8-5CC0-46A9-9835-A7860E9F495C}">
      <dgm:prSet/>
      <dgm:spPr/>
      <dgm:t>
        <a:bodyPr/>
        <a:lstStyle/>
        <a:p>
          <a:endParaRPr lang="en-US"/>
        </a:p>
      </dgm:t>
    </dgm:pt>
    <dgm:pt modelId="{BB9F6393-4B9F-468B-A181-B9338BFAEC0D}">
      <dgm:prSet phldrT="[Text]" custT="1"/>
      <dgm:spPr/>
      <dgm:t>
        <a:bodyPr/>
        <a:lstStyle/>
        <a:p>
          <a:r>
            <a:rPr lang="en-US" sz="1400" dirty="0" smtClean="0"/>
            <a:t>Another system via protocol (TCP/IP)</a:t>
          </a:r>
          <a:endParaRPr lang="en-US" sz="1400" dirty="0"/>
        </a:p>
      </dgm:t>
    </dgm:pt>
    <dgm:pt modelId="{4ECC608E-A63E-4A14-AE41-B84B10AF809E}" type="parTrans" cxnId="{9C99070B-8922-4174-A9FB-21CC7DDFDF0F}">
      <dgm:prSet/>
      <dgm:spPr/>
      <dgm:t>
        <a:bodyPr/>
        <a:lstStyle/>
        <a:p>
          <a:endParaRPr lang="en-US"/>
        </a:p>
      </dgm:t>
    </dgm:pt>
    <dgm:pt modelId="{12F9F2AF-1E76-4FC6-8A34-7693151EFCF4}" type="sibTrans" cxnId="{9C99070B-8922-4174-A9FB-21CC7DDFDF0F}">
      <dgm:prSet/>
      <dgm:spPr/>
      <dgm:t>
        <a:bodyPr/>
        <a:lstStyle/>
        <a:p>
          <a:endParaRPr lang="en-US"/>
        </a:p>
      </dgm:t>
    </dgm:pt>
    <dgm:pt modelId="{3D6C8AC6-39A6-419B-89E5-0449D7A6DFEB}">
      <dgm:prSet phldrT="[Text]" custT="1"/>
      <dgm:spPr/>
      <dgm:t>
        <a:bodyPr/>
        <a:lstStyle/>
        <a:p>
          <a:r>
            <a:rPr lang="en-US" sz="1400" dirty="0" smtClean="0"/>
            <a:t>Person via Interface</a:t>
          </a:r>
          <a:endParaRPr lang="en-US" sz="1400" dirty="0"/>
        </a:p>
      </dgm:t>
    </dgm:pt>
    <dgm:pt modelId="{5525608F-448B-4E12-86E3-F3A8E969FA99}" type="parTrans" cxnId="{1ACD2970-1CFE-4279-9D1A-4B1948F444B9}">
      <dgm:prSet/>
      <dgm:spPr/>
      <dgm:t>
        <a:bodyPr/>
        <a:lstStyle/>
        <a:p>
          <a:endParaRPr lang="en-US"/>
        </a:p>
      </dgm:t>
    </dgm:pt>
    <dgm:pt modelId="{082ACA7E-0E5A-4CCE-97CA-B28BEEDE9068}" type="sibTrans" cxnId="{1ACD2970-1CFE-4279-9D1A-4B1948F444B9}">
      <dgm:prSet/>
      <dgm:spPr/>
      <dgm:t>
        <a:bodyPr/>
        <a:lstStyle/>
        <a:p>
          <a:endParaRPr lang="en-US"/>
        </a:p>
      </dgm:t>
    </dgm:pt>
    <dgm:pt modelId="{6272F958-A1D6-4A65-9DE3-5D738AD136F1}" type="pres">
      <dgm:prSet presAssocID="{FF66A421-33FF-4EA2-818D-E15EE2D9C71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5D3EF6E-B2EA-4D39-B04C-52FE2432037C}" type="pres">
      <dgm:prSet presAssocID="{9F9E3C1B-E74B-4D0A-8CC7-21EFC439DD7A}" presName="hierRoot1" presStyleCnt="0"/>
      <dgm:spPr/>
    </dgm:pt>
    <dgm:pt modelId="{F7120139-4A1A-45AC-BD5E-2B6359720EFC}" type="pres">
      <dgm:prSet presAssocID="{9F9E3C1B-E74B-4D0A-8CC7-21EFC439DD7A}" presName="composite" presStyleCnt="0"/>
      <dgm:spPr/>
    </dgm:pt>
    <dgm:pt modelId="{2C7342D4-DED7-4F61-A1C9-CCAD3BF39675}" type="pres">
      <dgm:prSet presAssocID="{9F9E3C1B-E74B-4D0A-8CC7-21EFC439DD7A}" presName="background" presStyleLbl="node0" presStyleIdx="0" presStyleCnt="1"/>
      <dgm:spPr/>
    </dgm:pt>
    <dgm:pt modelId="{71004662-66C7-4D24-916D-A10137F9150E}" type="pres">
      <dgm:prSet presAssocID="{9F9E3C1B-E74B-4D0A-8CC7-21EFC439DD7A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7852DF-B14D-4B69-A2B4-9C73191065D0}" type="pres">
      <dgm:prSet presAssocID="{9F9E3C1B-E74B-4D0A-8CC7-21EFC439DD7A}" presName="hierChild2" presStyleCnt="0"/>
      <dgm:spPr/>
    </dgm:pt>
    <dgm:pt modelId="{C9859C61-FB85-4C5E-BED4-7A0EC13464C8}" type="pres">
      <dgm:prSet presAssocID="{EFB64B70-5768-4033-AA47-A01D6CD48BBA}" presName="Name10" presStyleLbl="parChTrans1D2" presStyleIdx="0" presStyleCnt="2"/>
      <dgm:spPr/>
      <dgm:t>
        <a:bodyPr/>
        <a:lstStyle/>
        <a:p>
          <a:endParaRPr lang="en-US"/>
        </a:p>
      </dgm:t>
    </dgm:pt>
    <dgm:pt modelId="{1F0E7951-E21E-4A50-A7A2-A59E523B1257}" type="pres">
      <dgm:prSet presAssocID="{B21496BB-9F24-456E-A653-10FE1D857609}" presName="hierRoot2" presStyleCnt="0"/>
      <dgm:spPr/>
    </dgm:pt>
    <dgm:pt modelId="{72331E88-EAE3-4582-BCC5-CEDAD1AE5EC6}" type="pres">
      <dgm:prSet presAssocID="{B21496BB-9F24-456E-A653-10FE1D857609}" presName="composite2" presStyleCnt="0"/>
      <dgm:spPr/>
    </dgm:pt>
    <dgm:pt modelId="{AA8746B1-4193-4DF3-80D9-E231D45AB829}" type="pres">
      <dgm:prSet presAssocID="{B21496BB-9F24-456E-A653-10FE1D857609}" presName="background2" presStyleLbl="node2" presStyleIdx="0" presStyleCnt="2"/>
      <dgm:spPr/>
    </dgm:pt>
    <dgm:pt modelId="{AF5844CB-C1D1-4FAE-AF4A-ECA467CD298B}" type="pres">
      <dgm:prSet presAssocID="{B21496BB-9F24-456E-A653-10FE1D857609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4A1420-859C-48FD-B2D1-0B26570966E9}" type="pres">
      <dgm:prSet presAssocID="{B21496BB-9F24-456E-A653-10FE1D857609}" presName="hierChild3" presStyleCnt="0"/>
      <dgm:spPr/>
    </dgm:pt>
    <dgm:pt modelId="{7B95260F-A128-4F01-9257-C560241CC068}" type="pres">
      <dgm:prSet presAssocID="{85A33844-E466-430B-82AA-6487AB920CC4}" presName="Name17" presStyleLbl="parChTrans1D3" presStyleIdx="0" presStyleCnt="7"/>
      <dgm:spPr/>
      <dgm:t>
        <a:bodyPr/>
        <a:lstStyle/>
        <a:p>
          <a:endParaRPr lang="en-US"/>
        </a:p>
      </dgm:t>
    </dgm:pt>
    <dgm:pt modelId="{071243A9-C354-4A26-A5C3-28525A902E09}" type="pres">
      <dgm:prSet presAssocID="{89783C74-3C4B-4951-AFB5-8B67EAD3C724}" presName="hierRoot3" presStyleCnt="0"/>
      <dgm:spPr/>
    </dgm:pt>
    <dgm:pt modelId="{4713E5FC-D8B1-4E15-BFB2-129828FD4150}" type="pres">
      <dgm:prSet presAssocID="{89783C74-3C4B-4951-AFB5-8B67EAD3C724}" presName="composite3" presStyleCnt="0"/>
      <dgm:spPr/>
    </dgm:pt>
    <dgm:pt modelId="{E0B02A8B-F73B-40F0-BDE4-54682ED4A1D7}" type="pres">
      <dgm:prSet presAssocID="{89783C74-3C4B-4951-AFB5-8B67EAD3C724}" presName="background3" presStyleLbl="node3" presStyleIdx="0" presStyleCnt="7"/>
      <dgm:spPr/>
    </dgm:pt>
    <dgm:pt modelId="{F50BA0BE-10DA-4CAB-BC44-555212116C76}" type="pres">
      <dgm:prSet presAssocID="{89783C74-3C4B-4951-AFB5-8B67EAD3C724}" presName="text3" presStyleLbl="fgAcc3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63D26-F271-4556-A712-5F0AC30CD298}" type="pres">
      <dgm:prSet presAssocID="{89783C74-3C4B-4951-AFB5-8B67EAD3C724}" presName="hierChild4" presStyleCnt="0"/>
      <dgm:spPr/>
    </dgm:pt>
    <dgm:pt modelId="{B73EF587-2422-4F43-9070-4687D17FB35C}" type="pres">
      <dgm:prSet presAssocID="{4E8A8EDC-1219-4BD5-B48D-0D10F62DC205}" presName="Name17" presStyleLbl="parChTrans1D3" presStyleIdx="1" presStyleCnt="7"/>
      <dgm:spPr/>
      <dgm:t>
        <a:bodyPr/>
        <a:lstStyle/>
        <a:p>
          <a:endParaRPr lang="en-US"/>
        </a:p>
      </dgm:t>
    </dgm:pt>
    <dgm:pt modelId="{B0BA115A-B793-406A-860D-39D19CE0B5E4}" type="pres">
      <dgm:prSet presAssocID="{CEFAE0B1-39E7-4A35-9BDA-F84AFD8D9967}" presName="hierRoot3" presStyleCnt="0"/>
      <dgm:spPr/>
    </dgm:pt>
    <dgm:pt modelId="{7F7A6086-0363-4EB8-9D1D-9FCCE28C1BC3}" type="pres">
      <dgm:prSet presAssocID="{CEFAE0B1-39E7-4A35-9BDA-F84AFD8D9967}" presName="composite3" presStyleCnt="0"/>
      <dgm:spPr/>
    </dgm:pt>
    <dgm:pt modelId="{360DF3EC-2BE4-4F85-A8F4-B454B2A2BA9E}" type="pres">
      <dgm:prSet presAssocID="{CEFAE0B1-39E7-4A35-9BDA-F84AFD8D9967}" presName="background3" presStyleLbl="node3" presStyleIdx="1" presStyleCnt="7"/>
      <dgm:spPr/>
    </dgm:pt>
    <dgm:pt modelId="{F2D38B0B-94E5-4BA1-B68A-9D66D8B20304}" type="pres">
      <dgm:prSet presAssocID="{CEFAE0B1-39E7-4A35-9BDA-F84AFD8D9967}" presName="text3" presStyleLbl="fgAcc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7B928D-C1E7-4A11-876B-A5BF017C5641}" type="pres">
      <dgm:prSet presAssocID="{CEFAE0B1-39E7-4A35-9BDA-F84AFD8D9967}" presName="hierChild4" presStyleCnt="0"/>
      <dgm:spPr/>
    </dgm:pt>
    <dgm:pt modelId="{47AB0B16-6779-4BA7-A8C5-BC3ACA5992B6}" type="pres">
      <dgm:prSet presAssocID="{589E9A42-2842-4626-8929-C9D03712E013}" presName="Name17" presStyleLbl="parChTrans1D3" presStyleIdx="2" presStyleCnt="7"/>
      <dgm:spPr/>
      <dgm:t>
        <a:bodyPr/>
        <a:lstStyle/>
        <a:p>
          <a:endParaRPr lang="en-US"/>
        </a:p>
      </dgm:t>
    </dgm:pt>
    <dgm:pt modelId="{0099214E-4850-4ADA-B6DD-B8ADBF76C9E9}" type="pres">
      <dgm:prSet presAssocID="{E1C99EA2-901B-4FD7-A83F-1FA375A82672}" presName="hierRoot3" presStyleCnt="0"/>
      <dgm:spPr/>
    </dgm:pt>
    <dgm:pt modelId="{998894BC-6FB2-45F6-9200-7C2566C1236A}" type="pres">
      <dgm:prSet presAssocID="{E1C99EA2-901B-4FD7-A83F-1FA375A82672}" presName="composite3" presStyleCnt="0"/>
      <dgm:spPr/>
    </dgm:pt>
    <dgm:pt modelId="{CB90833D-0796-4DF8-AAFB-64A06EABFD04}" type="pres">
      <dgm:prSet presAssocID="{E1C99EA2-901B-4FD7-A83F-1FA375A82672}" presName="background3" presStyleLbl="node3" presStyleIdx="2" presStyleCnt="7"/>
      <dgm:spPr/>
    </dgm:pt>
    <dgm:pt modelId="{13E7AA2B-645D-4778-B6E1-2B9CA18F5BFB}" type="pres">
      <dgm:prSet presAssocID="{E1C99EA2-901B-4FD7-A83F-1FA375A82672}" presName="text3" presStyleLbl="fgAcc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266AB1-D156-47A9-973C-F5678B2BDC69}" type="pres">
      <dgm:prSet presAssocID="{E1C99EA2-901B-4FD7-A83F-1FA375A82672}" presName="hierChild4" presStyleCnt="0"/>
      <dgm:spPr/>
    </dgm:pt>
    <dgm:pt modelId="{8010859E-2BF2-47C9-9B12-B71BCAB08D7D}" type="pres">
      <dgm:prSet presAssocID="{EBEC77D9-AE54-49BF-9A75-0111937BF4EB}" presName="Name17" presStyleLbl="parChTrans1D3" presStyleIdx="3" presStyleCnt="7"/>
      <dgm:spPr/>
      <dgm:t>
        <a:bodyPr/>
        <a:lstStyle/>
        <a:p>
          <a:endParaRPr lang="en-US"/>
        </a:p>
      </dgm:t>
    </dgm:pt>
    <dgm:pt modelId="{6BEDB454-9FD5-47CA-8C38-A2A7B5DFF2C1}" type="pres">
      <dgm:prSet presAssocID="{8753401B-ABB4-4F39-A169-7426892330FC}" presName="hierRoot3" presStyleCnt="0"/>
      <dgm:spPr/>
    </dgm:pt>
    <dgm:pt modelId="{C287215A-CF24-4D6F-AFBF-77DD9C3FE36D}" type="pres">
      <dgm:prSet presAssocID="{8753401B-ABB4-4F39-A169-7426892330FC}" presName="composite3" presStyleCnt="0"/>
      <dgm:spPr/>
    </dgm:pt>
    <dgm:pt modelId="{FD0C3B95-542B-480F-A210-F8F17AB3A577}" type="pres">
      <dgm:prSet presAssocID="{8753401B-ABB4-4F39-A169-7426892330FC}" presName="background3" presStyleLbl="node3" presStyleIdx="3" presStyleCnt="7"/>
      <dgm:spPr/>
    </dgm:pt>
    <dgm:pt modelId="{F7FA7F92-F249-43FE-B557-FB39C6BA7A44}" type="pres">
      <dgm:prSet presAssocID="{8753401B-ABB4-4F39-A169-7426892330FC}" presName="text3" presStyleLbl="fgAcc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48ADBB-7F22-4B25-BA89-8AFC9A2B7AC7}" type="pres">
      <dgm:prSet presAssocID="{8753401B-ABB4-4F39-A169-7426892330FC}" presName="hierChild4" presStyleCnt="0"/>
      <dgm:spPr/>
    </dgm:pt>
    <dgm:pt modelId="{7550050C-78F8-4688-A97D-B0F72015619A}" type="pres">
      <dgm:prSet presAssocID="{BB03A667-F7D3-410D-8685-0346BF40AA3E}" presName="Name10" presStyleLbl="parChTrans1D2" presStyleIdx="1" presStyleCnt="2"/>
      <dgm:spPr/>
      <dgm:t>
        <a:bodyPr/>
        <a:lstStyle/>
        <a:p>
          <a:endParaRPr lang="en-US"/>
        </a:p>
      </dgm:t>
    </dgm:pt>
    <dgm:pt modelId="{350013DC-2CE4-470A-AE78-94628003F7DF}" type="pres">
      <dgm:prSet presAssocID="{66C143EB-D95A-4549-A793-CA45B4644215}" presName="hierRoot2" presStyleCnt="0"/>
      <dgm:spPr/>
    </dgm:pt>
    <dgm:pt modelId="{1D44D5EF-E22F-4D8D-A304-12E44256D519}" type="pres">
      <dgm:prSet presAssocID="{66C143EB-D95A-4549-A793-CA45B4644215}" presName="composite2" presStyleCnt="0"/>
      <dgm:spPr/>
    </dgm:pt>
    <dgm:pt modelId="{CB511D24-61DE-4573-98CF-7A7C9E414745}" type="pres">
      <dgm:prSet presAssocID="{66C143EB-D95A-4549-A793-CA45B4644215}" presName="background2" presStyleLbl="node2" presStyleIdx="1" presStyleCnt="2"/>
      <dgm:spPr/>
    </dgm:pt>
    <dgm:pt modelId="{E1516E94-7A9C-4C47-95D7-0C2BE78DFA36}" type="pres">
      <dgm:prSet presAssocID="{66C143EB-D95A-4549-A793-CA45B4644215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5257080-34AD-45C0-91E9-6E6F7301A50E}" type="pres">
      <dgm:prSet presAssocID="{66C143EB-D95A-4549-A793-CA45B4644215}" presName="hierChild3" presStyleCnt="0"/>
      <dgm:spPr/>
    </dgm:pt>
    <dgm:pt modelId="{DAF81DC6-519F-4E1B-8AFB-6A9FC09E6AAB}" type="pres">
      <dgm:prSet presAssocID="{97A02020-F42F-4FA6-9016-99F356DF2BDC}" presName="Name17" presStyleLbl="parChTrans1D3" presStyleIdx="4" presStyleCnt="7"/>
      <dgm:spPr/>
      <dgm:t>
        <a:bodyPr/>
        <a:lstStyle/>
        <a:p>
          <a:endParaRPr lang="en-US"/>
        </a:p>
      </dgm:t>
    </dgm:pt>
    <dgm:pt modelId="{0D57CB6B-07E3-48CA-9F4E-A4549BD66630}" type="pres">
      <dgm:prSet presAssocID="{25B8334C-E94F-43DB-9A10-610A83EDC96A}" presName="hierRoot3" presStyleCnt="0"/>
      <dgm:spPr/>
    </dgm:pt>
    <dgm:pt modelId="{7AFFAA8C-1EE9-4E90-80D6-73AE8464BC28}" type="pres">
      <dgm:prSet presAssocID="{25B8334C-E94F-43DB-9A10-610A83EDC96A}" presName="composite3" presStyleCnt="0"/>
      <dgm:spPr/>
    </dgm:pt>
    <dgm:pt modelId="{992D9EF8-AD5D-48DE-90DB-37C42C0B9660}" type="pres">
      <dgm:prSet presAssocID="{25B8334C-E94F-43DB-9A10-610A83EDC96A}" presName="background3" presStyleLbl="node3" presStyleIdx="4" presStyleCnt="7"/>
      <dgm:spPr/>
    </dgm:pt>
    <dgm:pt modelId="{D9216977-41D5-4176-B3C3-8A59E0F0FEBD}" type="pres">
      <dgm:prSet presAssocID="{25B8334C-E94F-43DB-9A10-610A83EDC96A}" presName="text3" presStyleLbl="fgAcc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0E150E1-F8A6-48D9-9D49-163F14188377}" type="pres">
      <dgm:prSet presAssocID="{25B8334C-E94F-43DB-9A10-610A83EDC96A}" presName="hierChild4" presStyleCnt="0"/>
      <dgm:spPr/>
    </dgm:pt>
    <dgm:pt modelId="{7EB60EE1-302E-40C9-A0F5-7F6A05CAD391}" type="pres">
      <dgm:prSet presAssocID="{4ECC608E-A63E-4A14-AE41-B84B10AF809E}" presName="Name17" presStyleLbl="parChTrans1D3" presStyleIdx="5" presStyleCnt="7"/>
      <dgm:spPr/>
      <dgm:t>
        <a:bodyPr/>
        <a:lstStyle/>
        <a:p>
          <a:endParaRPr lang="en-US"/>
        </a:p>
      </dgm:t>
    </dgm:pt>
    <dgm:pt modelId="{C133A2B0-C382-4791-B219-2CD8365D6A89}" type="pres">
      <dgm:prSet presAssocID="{BB9F6393-4B9F-468B-A181-B9338BFAEC0D}" presName="hierRoot3" presStyleCnt="0"/>
      <dgm:spPr/>
    </dgm:pt>
    <dgm:pt modelId="{BB5AC633-BE7E-48CF-96BE-AF0C764D4917}" type="pres">
      <dgm:prSet presAssocID="{BB9F6393-4B9F-468B-A181-B9338BFAEC0D}" presName="composite3" presStyleCnt="0"/>
      <dgm:spPr/>
    </dgm:pt>
    <dgm:pt modelId="{717506A3-3F9B-4B9B-A484-AB86F5A4C7FB}" type="pres">
      <dgm:prSet presAssocID="{BB9F6393-4B9F-468B-A181-B9338BFAEC0D}" presName="background3" presStyleLbl="node3" presStyleIdx="5" presStyleCnt="7"/>
      <dgm:spPr/>
    </dgm:pt>
    <dgm:pt modelId="{27521442-BCD8-4312-B6DA-925F5224A885}" type="pres">
      <dgm:prSet presAssocID="{BB9F6393-4B9F-468B-A181-B9338BFAEC0D}" presName="text3" presStyleLbl="fgAcc3" presStyleIdx="5" presStyleCnt="7" custScaleY="1928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E07311-19DA-4BA9-B933-B19833511DA6}" type="pres">
      <dgm:prSet presAssocID="{BB9F6393-4B9F-468B-A181-B9338BFAEC0D}" presName="hierChild4" presStyleCnt="0"/>
      <dgm:spPr/>
    </dgm:pt>
    <dgm:pt modelId="{7B4CD59E-F10E-4F38-BD3C-23C459C04F45}" type="pres">
      <dgm:prSet presAssocID="{5525608F-448B-4E12-86E3-F3A8E969FA99}" presName="Name17" presStyleLbl="parChTrans1D3" presStyleIdx="6" presStyleCnt="7"/>
      <dgm:spPr/>
      <dgm:t>
        <a:bodyPr/>
        <a:lstStyle/>
        <a:p>
          <a:endParaRPr lang="en-US"/>
        </a:p>
      </dgm:t>
    </dgm:pt>
    <dgm:pt modelId="{54E4BA00-0D33-4AFF-ABC5-8012E7B9A5FE}" type="pres">
      <dgm:prSet presAssocID="{3D6C8AC6-39A6-419B-89E5-0449D7A6DFEB}" presName="hierRoot3" presStyleCnt="0"/>
      <dgm:spPr/>
    </dgm:pt>
    <dgm:pt modelId="{C85236C7-8946-45C5-A72E-F731B5948D0F}" type="pres">
      <dgm:prSet presAssocID="{3D6C8AC6-39A6-419B-89E5-0449D7A6DFEB}" presName="composite3" presStyleCnt="0"/>
      <dgm:spPr/>
    </dgm:pt>
    <dgm:pt modelId="{104792F3-7A7F-47A7-BA8E-5F0C667C693F}" type="pres">
      <dgm:prSet presAssocID="{3D6C8AC6-39A6-419B-89E5-0449D7A6DFEB}" presName="background3" presStyleLbl="node3" presStyleIdx="6" presStyleCnt="7"/>
      <dgm:spPr/>
    </dgm:pt>
    <dgm:pt modelId="{42A72FE3-6C3A-481B-88E5-5B05D6F02D2C}" type="pres">
      <dgm:prSet presAssocID="{3D6C8AC6-39A6-419B-89E5-0449D7A6DFEB}" presName="text3" presStyleLbl="fgAcc3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3B64B-3156-4009-84D2-0DE816E5A59F}" type="pres">
      <dgm:prSet presAssocID="{3D6C8AC6-39A6-419B-89E5-0449D7A6DFEB}" presName="hierChild4" presStyleCnt="0"/>
      <dgm:spPr/>
    </dgm:pt>
  </dgm:ptLst>
  <dgm:cxnLst>
    <dgm:cxn modelId="{1ACD2970-1CFE-4279-9D1A-4B1948F444B9}" srcId="{66C143EB-D95A-4549-A793-CA45B4644215}" destId="{3D6C8AC6-39A6-419B-89E5-0449D7A6DFEB}" srcOrd="2" destOrd="0" parTransId="{5525608F-448B-4E12-86E3-F3A8E969FA99}" sibTransId="{082ACA7E-0E5A-4CCE-97CA-B28BEEDE9068}"/>
    <dgm:cxn modelId="{A7BEF361-F281-484F-968A-709F354577FE}" type="presOf" srcId="{25B8334C-E94F-43DB-9A10-610A83EDC96A}" destId="{D9216977-41D5-4176-B3C3-8A59E0F0FEBD}" srcOrd="0" destOrd="0" presId="urn:microsoft.com/office/officeart/2005/8/layout/hierarchy1"/>
    <dgm:cxn modelId="{A00CC150-C428-446A-AD16-E9875B17CB8C}" srcId="{9F9E3C1B-E74B-4D0A-8CC7-21EFC439DD7A}" destId="{66C143EB-D95A-4549-A793-CA45B4644215}" srcOrd="1" destOrd="0" parTransId="{BB03A667-F7D3-410D-8685-0346BF40AA3E}" sibTransId="{84826D7F-7DA4-4EBB-9CEB-CCE3F0AF1A0D}"/>
    <dgm:cxn modelId="{E432485E-0C50-4120-A996-604207D09AD5}" type="presOf" srcId="{BB03A667-F7D3-410D-8685-0346BF40AA3E}" destId="{7550050C-78F8-4688-A97D-B0F72015619A}" srcOrd="0" destOrd="0" presId="urn:microsoft.com/office/officeart/2005/8/layout/hierarchy1"/>
    <dgm:cxn modelId="{4260ECF8-5CC0-46A9-9835-A7860E9F495C}" srcId="{66C143EB-D95A-4549-A793-CA45B4644215}" destId="{25B8334C-E94F-43DB-9A10-610A83EDC96A}" srcOrd="0" destOrd="0" parTransId="{97A02020-F42F-4FA6-9016-99F356DF2BDC}" sibTransId="{C0D86610-73A9-489C-88BE-EAA407C274F5}"/>
    <dgm:cxn modelId="{B7BB18CA-608D-4852-971A-0408612EEF48}" type="presOf" srcId="{BB9F6393-4B9F-468B-A181-B9338BFAEC0D}" destId="{27521442-BCD8-4312-B6DA-925F5224A885}" srcOrd="0" destOrd="0" presId="urn:microsoft.com/office/officeart/2005/8/layout/hierarchy1"/>
    <dgm:cxn modelId="{9C99070B-8922-4174-A9FB-21CC7DDFDF0F}" srcId="{66C143EB-D95A-4549-A793-CA45B4644215}" destId="{BB9F6393-4B9F-468B-A181-B9338BFAEC0D}" srcOrd="1" destOrd="0" parTransId="{4ECC608E-A63E-4A14-AE41-B84B10AF809E}" sibTransId="{12F9F2AF-1E76-4FC6-8A34-7693151EFCF4}"/>
    <dgm:cxn modelId="{218762C3-04EB-41D7-8C39-1D8ACC2AB26B}" type="presOf" srcId="{97A02020-F42F-4FA6-9016-99F356DF2BDC}" destId="{DAF81DC6-519F-4E1B-8AFB-6A9FC09E6AAB}" srcOrd="0" destOrd="0" presId="urn:microsoft.com/office/officeart/2005/8/layout/hierarchy1"/>
    <dgm:cxn modelId="{7917BD13-0151-4364-9C6D-8288369585E5}" type="presOf" srcId="{CEFAE0B1-39E7-4A35-9BDA-F84AFD8D9967}" destId="{F2D38B0B-94E5-4BA1-B68A-9D66D8B20304}" srcOrd="0" destOrd="0" presId="urn:microsoft.com/office/officeart/2005/8/layout/hierarchy1"/>
    <dgm:cxn modelId="{120C98A6-9F13-4FE1-AEC4-E45DCF43CDFC}" srcId="{B21496BB-9F24-456E-A653-10FE1D857609}" destId="{E1C99EA2-901B-4FD7-A83F-1FA375A82672}" srcOrd="2" destOrd="0" parTransId="{589E9A42-2842-4626-8929-C9D03712E013}" sibTransId="{750FD1A7-30BB-4C7D-8F8E-26CDFF3A7034}"/>
    <dgm:cxn modelId="{88218814-3097-4B61-B1BC-DC9A733FD5C6}" type="presOf" srcId="{3D6C8AC6-39A6-419B-89E5-0449D7A6DFEB}" destId="{42A72FE3-6C3A-481B-88E5-5B05D6F02D2C}" srcOrd="0" destOrd="0" presId="urn:microsoft.com/office/officeart/2005/8/layout/hierarchy1"/>
    <dgm:cxn modelId="{72DCC404-9391-4EB9-A55F-1CB129685D65}" type="presOf" srcId="{8753401B-ABB4-4F39-A169-7426892330FC}" destId="{F7FA7F92-F249-43FE-B557-FB39C6BA7A44}" srcOrd="0" destOrd="0" presId="urn:microsoft.com/office/officeart/2005/8/layout/hierarchy1"/>
    <dgm:cxn modelId="{A9B8D15F-83F3-45B4-841C-E32F7886D07B}" srcId="{B21496BB-9F24-456E-A653-10FE1D857609}" destId="{CEFAE0B1-39E7-4A35-9BDA-F84AFD8D9967}" srcOrd="1" destOrd="0" parTransId="{4E8A8EDC-1219-4BD5-B48D-0D10F62DC205}" sibTransId="{80E9F64B-4D51-4989-957C-80BB9D401D24}"/>
    <dgm:cxn modelId="{6BD96BAD-126E-47E4-8C41-7CA9CF55063B}" srcId="{B21496BB-9F24-456E-A653-10FE1D857609}" destId="{8753401B-ABB4-4F39-A169-7426892330FC}" srcOrd="3" destOrd="0" parTransId="{EBEC77D9-AE54-49BF-9A75-0111937BF4EB}" sibTransId="{46672552-06EE-4CE7-9BC8-F39BE07BCD1E}"/>
    <dgm:cxn modelId="{B0DD4DD8-AC5B-4BCD-8A0F-65488FC0AC34}" type="presOf" srcId="{4ECC608E-A63E-4A14-AE41-B84B10AF809E}" destId="{7EB60EE1-302E-40C9-A0F5-7F6A05CAD391}" srcOrd="0" destOrd="0" presId="urn:microsoft.com/office/officeart/2005/8/layout/hierarchy1"/>
    <dgm:cxn modelId="{C3EDFC92-D01B-46C7-B03C-3D3667427062}" type="presOf" srcId="{E1C99EA2-901B-4FD7-A83F-1FA375A82672}" destId="{13E7AA2B-645D-4778-B6E1-2B9CA18F5BFB}" srcOrd="0" destOrd="0" presId="urn:microsoft.com/office/officeart/2005/8/layout/hierarchy1"/>
    <dgm:cxn modelId="{85680E3E-DFF8-4041-8137-543D6A577EE6}" type="presOf" srcId="{EBEC77D9-AE54-49BF-9A75-0111937BF4EB}" destId="{8010859E-2BF2-47C9-9B12-B71BCAB08D7D}" srcOrd="0" destOrd="0" presId="urn:microsoft.com/office/officeart/2005/8/layout/hierarchy1"/>
    <dgm:cxn modelId="{FF6187C0-95F3-4719-836F-1E120CAEB7EF}" srcId="{9F9E3C1B-E74B-4D0A-8CC7-21EFC439DD7A}" destId="{B21496BB-9F24-456E-A653-10FE1D857609}" srcOrd="0" destOrd="0" parTransId="{EFB64B70-5768-4033-AA47-A01D6CD48BBA}" sibTransId="{C57C0657-8A83-402C-B67A-D7E8FD5A6B6A}"/>
    <dgm:cxn modelId="{97A82F93-9386-41D0-B00A-EA932B86B4E0}" type="presOf" srcId="{EFB64B70-5768-4033-AA47-A01D6CD48BBA}" destId="{C9859C61-FB85-4C5E-BED4-7A0EC13464C8}" srcOrd="0" destOrd="0" presId="urn:microsoft.com/office/officeart/2005/8/layout/hierarchy1"/>
    <dgm:cxn modelId="{CE56207E-6D70-42B2-8D2F-6DDE027A3E75}" type="presOf" srcId="{9F9E3C1B-E74B-4D0A-8CC7-21EFC439DD7A}" destId="{71004662-66C7-4D24-916D-A10137F9150E}" srcOrd="0" destOrd="0" presId="urn:microsoft.com/office/officeart/2005/8/layout/hierarchy1"/>
    <dgm:cxn modelId="{AEE0E8E5-C747-466D-86EE-4AFFAB88B896}" type="presOf" srcId="{589E9A42-2842-4626-8929-C9D03712E013}" destId="{47AB0B16-6779-4BA7-A8C5-BC3ACA5992B6}" srcOrd="0" destOrd="0" presId="urn:microsoft.com/office/officeart/2005/8/layout/hierarchy1"/>
    <dgm:cxn modelId="{7B0B3E2D-8FA9-4D97-AE33-79D6A6098593}" type="presOf" srcId="{66C143EB-D95A-4549-A793-CA45B4644215}" destId="{E1516E94-7A9C-4C47-95D7-0C2BE78DFA36}" srcOrd="0" destOrd="0" presId="urn:microsoft.com/office/officeart/2005/8/layout/hierarchy1"/>
    <dgm:cxn modelId="{C9707601-8AF0-4B1E-8DD1-A50350E3E092}" type="presOf" srcId="{FF66A421-33FF-4EA2-818D-E15EE2D9C718}" destId="{6272F958-A1D6-4A65-9DE3-5D738AD136F1}" srcOrd="0" destOrd="0" presId="urn:microsoft.com/office/officeart/2005/8/layout/hierarchy1"/>
    <dgm:cxn modelId="{E7D5FFDB-0597-40D7-B442-7D082F9DFC8E}" type="presOf" srcId="{B21496BB-9F24-456E-A653-10FE1D857609}" destId="{AF5844CB-C1D1-4FAE-AF4A-ECA467CD298B}" srcOrd="0" destOrd="0" presId="urn:microsoft.com/office/officeart/2005/8/layout/hierarchy1"/>
    <dgm:cxn modelId="{6A453601-E9EA-484E-AEC5-FA1FB02DA910}" type="presOf" srcId="{89783C74-3C4B-4951-AFB5-8B67EAD3C724}" destId="{F50BA0BE-10DA-4CAB-BC44-555212116C76}" srcOrd="0" destOrd="0" presId="urn:microsoft.com/office/officeart/2005/8/layout/hierarchy1"/>
    <dgm:cxn modelId="{C25D28B1-5CB1-4344-8493-DF28965F8AC2}" srcId="{B21496BB-9F24-456E-A653-10FE1D857609}" destId="{89783C74-3C4B-4951-AFB5-8B67EAD3C724}" srcOrd="0" destOrd="0" parTransId="{85A33844-E466-430B-82AA-6487AB920CC4}" sibTransId="{1C6532C8-AD6A-4A1D-A096-B2869EFCA980}"/>
    <dgm:cxn modelId="{B2021565-D405-4343-9916-D2AAA189578B}" srcId="{FF66A421-33FF-4EA2-818D-E15EE2D9C718}" destId="{9F9E3C1B-E74B-4D0A-8CC7-21EFC439DD7A}" srcOrd="0" destOrd="0" parTransId="{D736DFFA-8965-4F25-BFDF-92776C63031E}" sibTransId="{6E11ED34-FA28-48A9-B0F9-BD1D7A54067D}"/>
    <dgm:cxn modelId="{52CF7E08-AAA6-4A13-AB05-CE8B908319C5}" type="presOf" srcId="{5525608F-448B-4E12-86E3-F3A8E969FA99}" destId="{7B4CD59E-F10E-4F38-BD3C-23C459C04F45}" srcOrd="0" destOrd="0" presId="urn:microsoft.com/office/officeart/2005/8/layout/hierarchy1"/>
    <dgm:cxn modelId="{E081961B-5CCC-4045-B75A-85A95443FCB8}" type="presOf" srcId="{85A33844-E466-430B-82AA-6487AB920CC4}" destId="{7B95260F-A128-4F01-9257-C560241CC068}" srcOrd="0" destOrd="0" presId="urn:microsoft.com/office/officeart/2005/8/layout/hierarchy1"/>
    <dgm:cxn modelId="{F0A30FE5-4EFF-403D-B008-87D70956F531}" type="presOf" srcId="{4E8A8EDC-1219-4BD5-B48D-0D10F62DC205}" destId="{B73EF587-2422-4F43-9070-4687D17FB35C}" srcOrd="0" destOrd="0" presId="urn:microsoft.com/office/officeart/2005/8/layout/hierarchy1"/>
    <dgm:cxn modelId="{E1AE31AB-4216-43A4-99CA-94F2706C63CA}" type="presParOf" srcId="{6272F958-A1D6-4A65-9DE3-5D738AD136F1}" destId="{25D3EF6E-B2EA-4D39-B04C-52FE2432037C}" srcOrd="0" destOrd="0" presId="urn:microsoft.com/office/officeart/2005/8/layout/hierarchy1"/>
    <dgm:cxn modelId="{0236B06E-85B1-4E98-87D9-3138F8AE4393}" type="presParOf" srcId="{25D3EF6E-B2EA-4D39-B04C-52FE2432037C}" destId="{F7120139-4A1A-45AC-BD5E-2B6359720EFC}" srcOrd="0" destOrd="0" presId="urn:microsoft.com/office/officeart/2005/8/layout/hierarchy1"/>
    <dgm:cxn modelId="{037DED3E-9D9F-4381-981A-142CFAF7DA81}" type="presParOf" srcId="{F7120139-4A1A-45AC-BD5E-2B6359720EFC}" destId="{2C7342D4-DED7-4F61-A1C9-CCAD3BF39675}" srcOrd="0" destOrd="0" presId="urn:microsoft.com/office/officeart/2005/8/layout/hierarchy1"/>
    <dgm:cxn modelId="{239BB93D-317B-45DE-95C5-8CC8C0868285}" type="presParOf" srcId="{F7120139-4A1A-45AC-BD5E-2B6359720EFC}" destId="{71004662-66C7-4D24-916D-A10137F9150E}" srcOrd="1" destOrd="0" presId="urn:microsoft.com/office/officeart/2005/8/layout/hierarchy1"/>
    <dgm:cxn modelId="{17884D21-4BDF-45E3-87A9-9C06C9663AA9}" type="presParOf" srcId="{25D3EF6E-B2EA-4D39-B04C-52FE2432037C}" destId="{977852DF-B14D-4B69-A2B4-9C73191065D0}" srcOrd="1" destOrd="0" presId="urn:microsoft.com/office/officeart/2005/8/layout/hierarchy1"/>
    <dgm:cxn modelId="{9DFE181A-1580-4BF0-89FB-15A51CD50508}" type="presParOf" srcId="{977852DF-B14D-4B69-A2B4-9C73191065D0}" destId="{C9859C61-FB85-4C5E-BED4-7A0EC13464C8}" srcOrd="0" destOrd="0" presId="urn:microsoft.com/office/officeart/2005/8/layout/hierarchy1"/>
    <dgm:cxn modelId="{1E5909A1-57D6-46CB-83A7-63CF3DEBEAF3}" type="presParOf" srcId="{977852DF-B14D-4B69-A2B4-9C73191065D0}" destId="{1F0E7951-E21E-4A50-A7A2-A59E523B1257}" srcOrd="1" destOrd="0" presId="urn:microsoft.com/office/officeart/2005/8/layout/hierarchy1"/>
    <dgm:cxn modelId="{22324BD6-5E83-448C-9050-E970D91B3E05}" type="presParOf" srcId="{1F0E7951-E21E-4A50-A7A2-A59E523B1257}" destId="{72331E88-EAE3-4582-BCC5-CEDAD1AE5EC6}" srcOrd="0" destOrd="0" presId="urn:microsoft.com/office/officeart/2005/8/layout/hierarchy1"/>
    <dgm:cxn modelId="{B2C872C6-71E5-4F86-8886-28B2AC64AF5C}" type="presParOf" srcId="{72331E88-EAE3-4582-BCC5-CEDAD1AE5EC6}" destId="{AA8746B1-4193-4DF3-80D9-E231D45AB829}" srcOrd="0" destOrd="0" presId="urn:microsoft.com/office/officeart/2005/8/layout/hierarchy1"/>
    <dgm:cxn modelId="{509F5266-3EBD-4550-9180-15E328B57DF7}" type="presParOf" srcId="{72331E88-EAE3-4582-BCC5-CEDAD1AE5EC6}" destId="{AF5844CB-C1D1-4FAE-AF4A-ECA467CD298B}" srcOrd="1" destOrd="0" presId="urn:microsoft.com/office/officeart/2005/8/layout/hierarchy1"/>
    <dgm:cxn modelId="{29B9B019-46C8-4E4E-BD18-F110ADB4DBB0}" type="presParOf" srcId="{1F0E7951-E21E-4A50-A7A2-A59E523B1257}" destId="{CB4A1420-859C-48FD-B2D1-0B26570966E9}" srcOrd="1" destOrd="0" presId="urn:microsoft.com/office/officeart/2005/8/layout/hierarchy1"/>
    <dgm:cxn modelId="{24D0C4CE-84A1-44B6-B97E-C28D35C4DFC6}" type="presParOf" srcId="{CB4A1420-859C-48FD-B2D1-0B26570966E9}" destId="{7B95260F-A128-4F01-9257-C560241CC068}" srcOrd="0" destOrd="0" presId="urn:microsoft.com/office/officeart/2005/8/layout/hierarchy1"/>
    <dgm:cxn modelId="{77BA93A6-7E4F-4210-9A91-452F6422AA70}" type="presParOf" srcId="{CB4A1420-859C-48FD-B2D1-0B26570966E9}" destId="{071243A9-C354-4A26-A5C3-28525A902E09}" srcOrd="1" destOrd="0" presId="urn:microsoft.com/office/officeart/2005/8/layout/hierarchy1"/>
    <dgm:cxn modelId="{819F1906-A754-486A-B1B7-9A4A6B1C3002}" type="presParOf" srcId="{071243A9-C354-4A26-A5C3-28525A902E09}" destId="{4713E5FC-D8B1-4E15-BFB2-129828FD4150}" srcOrd="0" destOrd="0" presId="urn:microsoft.com/office/officeart/2005/8/layout/hierarchy1"/>
    <dgm:cxn modelId="{7DDEC104-38EF-4433-AB50-F35711D32B13}" type="presParOf" srcId="{4713E5FC-D8B1-4E15-BFB2-129828FD4150}" destId="{E0B02A8B-F73B-40F0-BDE4-54682ED4A1D7}" srcOrd="0" destOrd="0" presId="urn:microsoft.com/office/officeart/2005/8/layout/hierarchy1"/>
    <dgm:cxn modelId="{1A4C0183-6F60-4A00-AC40-0754B493A664}" type="presParOf" srcId="{4713E5FC-D8B1-4E15-BFB2-129828FD4150}" destId="{F50BA0BE-10DA-4CAB-BC44-555212116C76}" srcOrd="1" destOrd="0" presId="urn:microsoft.com/office/officeart/2005/8/layout/hierarchy1"/>
    <dgm:cxn modelId="{57907DC4-180E-4FF7-8C25-FAEDF02AEF0E}" type="presParOf" srcId="{071243A9-C354-4A26-A5C3-28525A902E09}" destId="{12163D26-F271-4556-A712-5F0AC30CD298}" srcOrd="1" destOrd="0" presId="urn:microsoft.com/office/officeart/2005/8/layout/hierarchy1"/>
    <dgm:cxn modelId="{22262364-D15A-4A34-9719-AC646765250F}" type="presParOf" srcId="{CB4A1420-859C-48FD-B2D1-0B26570966E9}" destId="{B73EF587-2422-4F43-9070-4687D17FB35C}" srcOrd="2" destOrd="0" presId="urn:microsoft.com/office/officeart/2005/8/layout/hierarchy1"/>
    <dgm:cxn modelId="{C0757018-37A7-422D-B699-866E24BE87A0}" type="presParOf" srcId="{CB4A1420-859C-48FD-B2D1-0B26570966E9}" destId="{B0BA115A-B793-406A-860D-39D19CE0B5E4}" srcOrd="3" destOrd="0" presId="urn:microsoft.com/office/officeart/2005/8/layout/hierarchy1"/>
    <dgm:cxn modelId="{9F653339-5CD3-47CC-B95C-D7EFA04CC335}" type="presParOf" srcId="{B0BA115A-B793-406A-860D-39D19CE0B5E4}" destId="{7F7A6086-0363-4EB8-9D1D-9FCCE28C1BC3}" srcOrd="0" destOrd="0" presId="urn:microsoft.com/office/officeart/2005/8/layout/hierarchy1"/>
    <dgm:cxn modelId="{2B2E0AE8-A9B5-4AE3-8493-733C97C9F08D}" type="presParOf" srcId="{7F7A6086-0363-4EB8-9D1D-9FCCE28C1BC3}" destId="{360DF3EC-2BE4-4F85-A8F4-B454B2A2BA9E}" srcOrd="0" destOrd="0" presId="urn:microsoft.com/office/officeart/2005/8/layout/hierarchy1"/>
    <dgm:cxn modelId="{1E11AAD5-7216-4D2A-8601-ED009576A559}" type="presParOf" srcId="{7F7A6086-0363-4EB8-9D1D-9FCCE28C1BC3}" destId="{F2D38B0B-94E5-4BA1-B68A-9D66D8B20304}" srcOrd="1" destOrd="0" presId="urn:microsoft.com/office/officeart/2005/8/layout/hierarchy1"/>
    <dgm:cxn modelId="{DEEFAC4A-77BD-4D23-80BF-707E55737423}" type="presParOf" srcId="{B0BA115A-B793-406A-860D-39D19CE0B5E4}" destId="{077B928D-C1E7-4A11-876B-A5BF017C5641}" srcOrd="1" destOrd="0" presId="urn:microsoft.com/office/officeart/2005/8/layout/hierarchy1"/>
    <dgm:cxn modelId="{DD6BB33B-8C28-43DF-9995-208D64044FFF}" type="presParOf" srcId="{CB4A1420-859C-48FD-B2D1-0B26570966E9}" destId="{47AB0B16-6779-4BA7-A8C5-BC3ACA5992B6}" srcOrd="4" destOrd="0" presId="urn:microsoft.com/office/officeart/2005/8/layout/hierarchy1"/>
    <dgm:cxn modelId="{79F4D803-3972-43B6-B8C4-7BB039668A49}" type="presParOf" srcId="{CB4A1420-859C-48FD-B2D1-0B26570966E9}" destId="{0099214E-4850-4ADA-B6DD-B8ADBF76C9E9}" srcOrd="5" destOrd="0" presId="urn:microsoft.com/office/officeart/2005/8/layout/hierarchy1"/>
    <dgm:cxn modelId="{4B586559-1986-4379-97C0-2B65F41552A5}" type="presParOf" srcId="{0099214E-4850-4ADA-B6DD-B8ADBF76C9E9}" destId="{998894BC-6FB2-45F6-9200-7C2566C1236A}" srcOrd="0" destOrd="0" presId="urn:microsoft.com/office/officeart/2005/8/layout/hierarchy1"/>
    <dgm:cxn modelId="{3DEE93EF-4DF9-467A-A770-420C37ECF4CE}" type="presParOf" srcId="{998894BC-6FB2-45F6-9200-7C2566C1236A}" destId="{CB90833D-0796-4DF8-AAFB-64A06EABFD04}" srcOrd="0" destOrd="0" presId="urn:microsoft.com/office/officeart/2005/8/layout/hierarchy1"/>
    <dgm:cxn modelId="{D1ABEC11-A681-477E-B959-791AC5651444}" type="presParOf" srcId="{998894BC-6FB2-45F6-9200-7C2566C1236A}" destId="{13E7AA2B-645D-4778-B6E1-2B9CA18F5BFB}" srcOrd="1" destOrd="0" presId="urn:microsoft.com/office/officeart/2005/8/layout/hierarchy1"/>
    <dgm:cxn modelId="{1D2FDEE1-943B-42AF-B074-E919443C27C7}" type="presParOf" srcId="{0099214E-4850-4ADA-B6DD-B8ADBF76C9E9}" destId="{FE266AB1-D156-47A9-973C-F5678B2BDC69}" srcOrd="1" destOrd="0" presId="urn:microsoft.com/office/officeart/2005/8/layout/hierarchy1"/>
    <dgm:cxn modelId="{94EB9B8E-66D7-434A-80D5-4F5075DCFBDA}" type="presParOf" srcId="{CB4A1420-859C-48FD-B2D1-0B26570966E9}" destId="{8010859E-2BF2-47C9-9B12-B71BCAB08D7D}" srcOrd="6" destOrd="0" presId="urn:microsoft.com/office/officeart/2005/8/layout/hierarchy1"/>
    <dgm:cxn modelId="{D2D1CF50-0BF4-4C6F-85ED-224DE35BDB37}" type="presParOf" srcId="{CB4A1420-859C-48FD-B2D1-0B26570966E9}" destId="{6BEDB454-9FD5-47CA-8C38-A2A7B5DFF2C1}" srcOrd="7" destOrd="0" presId="urn:microsoft.com/office/officeart/2005/8/layout/hierarchy1"/>
    <dgm:cxn modelId="{161EDD3C-652B-43AA-804C-861F666572CD}" type="presParOf" srcId="{6BEDB454-9FD5-47CA-8C38-A2A7B5DFF2C1}" destId="{C287215A-CF24-4D6F-AFBF-77DD9C3FE36D}" srcOrd="0" destOrd="0" presId="urn:microsoft.com/office/officeart/2005/8/layout/hierarchy1"/>
    <dgm:cxn modelId="{E9E75450-6C81-4FDF-A4B8-1A14BA889A26}" type="presParOf" srcId="{C287215A-CF24-4D6F-AFBF-77DD9C3FE36D}" destId="{FD0C3B95-542B-480F-A210-F8F17AB3A577}" srcOrd="0" destOrd="0" presId="urn:microsoft.com/office/officeart/2005/8/layout/hierarchy1"/>
    <dgm:cxn modelId="{A7E33DB6-6EBC-473B-8D5A-6793A73B1E69}" type="presParOf" srcId="{C287215A-CF24-4D6F-AFBF-77DD9C3FE36D}" destId="{F7FA7F92-F249-43FE-B557-FB39C6BA7A44}" srcOrd="1" destOrd="0" presId="urn:microsoft.com/office/officeart/2005/8/layout/hierarchy1"/>
    <dgm:cxn modelId="{AD13D699-7A9A-474B-BFBD-2C00C3F5284B}" type="presParOf" srcId="{6BEDB454-9FD5-47CA-8C38-A2A7B5DFF2C1}" destId="{7C48ADBB-7F22-4B25-BA89-8AFC9A2B7AC7}" srcOrd="1" destOrd="0" presId="urn:microsoft.com/office/officeart/2005/8/layout/hierarchy1"/>
    <dgm:cxn modelId="{51B57C69-55BF-4F1D-B9E8-C8E84E099097}" type="presParOf" srcId="{977852DF-B14D-4B69-A2B4-9C73191065D0}" destId="{7550050C-78F8-4688-A97D-B0F72015619A}" srcOrd="2" destOrd="0" presId="urn:microsoft.com/office/officeart/2005/8/layout/hierarchy1"/>
    <dgm:cxn modelId="{642D8042-B440-40FA-9AF5-D08044304F57}" type="presParOf" srcId="{977852DF-B14D-4B69-A2B4-9C73191065D0}" destId="{350013DC-2CE4-470A-AE78-94628003F7DF}" srcOrd="3" destOrd="0" presId="urn:microsoft.com/office/officeart/2005/8/layout/hierarchy1"/>
    <dgm:cxn modelId="{2AA250A2-56D3-4B73-B8A8-2EE637003F4A}" type="presParOf" srcId="{350013DC-2CE4-470A-AE78-94628003F7DF}" destId="{1D44D5EF-E22F-4D8D-A304-12E44256D519}" srcOrd="0" destOrd="0" presId="urn:microsoft.com/office/officeart/2005/8/layout/hierarchy1"/>
    <dgm:cxn modelId="{6DD9D87F-EDEF-41EF-9DA4-894354A4B713}" type="presParOf" srcId="{1D44D5EF-E22F-4D8D-A304-12E44256D519}" destId="{CB511D24-61DE-4573-98CF-7A7C9E414745}" srcOrd="0" destOrd="0" presId="urn:microsoft.com/office/officeart/2005/8/layout/hierarchy1"/>
    <dgm:cxn modelId="{9293D0AE-28F9-4639-BF4F-3DC13C176BCC}" type="presParOf" srcId="{1D44D5EF-E22F-4D8D-A304-12E44256D519}" destId="{E1516E94-7A9C-4C47-95D7-0C2BE78DFA36}" srcOrd="1" destOrd="0" presId="urn:microsoft.com/office/officeart/2005/8/layout/hierarchy1"/>
    <dgm:cxn modelId="{44777D38-F63E-4411-9131-787A0CDFFF03}" type="presParOf" srcId="{350013DC-2CE4-470A-AE78-94628003F7DF}" destId="{05257080-34AD-45C0-91E9-6E6F7301A50E}" srcOrd="1" destOrd="0" presId="urn:microsoft.com/office/officeart/2005/8/layout/hierarchy1"/>
    <dgm:cxn modelId="{45AE308A-6A5A-41BC-A050-B6BAAE9503A4}" type="presParOf" srcId="{05257080-34AD-45C0-91E9-6E6F7301A50E}" destId="{DAF81DC6-519F-4E1B-8AFB-6A9FC09E6AAB}" srcOrd="0" destOrd="0" presId="urn:microsoft.com/office/officeart/2005/8/layout/hierarchy1"/>
    <dgm:cxn modelId="{0765A170-8718-400F-9722-F2AAF1470F61}" type="presParOf" srcId="{05257080-34AD-45C0-91E9-6E6F7301A50E}" destId="{0D57CB6B-07E3-48CA-9F4E-A4549BD66630}" srcOrd="1" destOrd="0" presId="urn:microsoft.com/office/officeart/2005/8/layout/hierarchy1"/>
    <dgm:cxn modelId="{5E7D908B-AB1E-4CA3-851E-E1AD2B5FA830}" type="presParOf" srcId="{0D57CB6B-07E3-48CA-9F4E-A4549BD66630}" destId="{7AFFAA8C-1EE9-4E90-80D6-73AE8464BC28}" srcOrd="0" destOrd="0" presId="urn:microsoft.com/office/officeart/2005/8/layout/hierarchy1"/>
    <dgm:cxn modelId="{B077FAA7-11FF-4AF1-AE18-751295BF5458}" type="presParOf" srcId="{7AFFAA8C-1EE9-4E90-80D6-73AE8464BC28}" destId="{992D9EF8-AD5D-48DE-90DB-37C42C0B9660}" srcOrd="0" destOrd="0" presId="urn:microsoft.com/office/officeart/2005/8/layout/hierarchy1"/>
    <dgm:cxn modelId="{5A0D033C-D549-4FA2-B5B8-9E490E42343F}" type="presParOf" srcId="{7AFFAA8C-1EE9-4E90-80D6-73AE8464BC28}" destId="{D9216977-41D5-4176-B3C3-8A59E0F0FEBD}" srcOrd="1" destOrd="0" presId="urn:microsoft.com/office/officeart/2005/8/layout/hierarchy1"/>
    <dgm:cxn modelId="{01BD856B-A02D-4F68-9EF5-8F3E2AE15B03}" type="presParOf" srcId="{0D57CB6B-07E3-48CA-9F4E-A4549BD66630}" destId="{B0E150E1-F8A6-48D9-9D49-163F14188377}" srcOrd="1" destOrd="0" presId="urn:microsoft.com/office/officeart/2005/8/layout/hierarchy1"/>
    <dgm:cxn modelId="{06D23550-4EE0-4D5F-9EED-3FDC46A514BF}" type="presParOf" srcId="{05257080-34AD-45C0-91E9-6E6F7301A50E}" destId="{7EB60EE1-302E-40C9-A0F5-7F6A05CAD391}" srcOrd="2" destOrd="0" presId="urn:microsoft.com/office/officeart/2005/8/layout/hierarchy1"/>
    <dgm:cxn modelId="{7D09CF97-6F5E-4900-94F0-FD8DB6025EA3}" type="presParOf" srcId="{05257080-34AD-45C0-91E9-6E6F7301A50E}" destId="{C133A2B0-C382-4791-B219-2CD8365D6A89}" srcOrd="3" destOrd="0" presId="urn:microsoft.com/office/officeart/2005/8/layout/hierarchy1"/>
    <dgm:cxn modelId="{681E020F-826B-4E65-B3A0-D0E0CA15BD8B}" type="presParOf" srcId="{C133A2B0-C382-4791-B219-2CD8365D6A89}" destId="{BB5AC633-BE7E-48CF-96BE-AF0C764D4917}" srcOrd="0" destOrd="0" presId="urn:microsoft.com/office/officeart/2005/8/layout/hierarchy1"/>
    <dgm:cxn modelId="{D76AFDB3-1EA2-4114-A7D6-82FB72786A58}" type="presParOf" srcId="{BB5AC633-BE7E-48CF-96BE-AF0C764D4917}" destId="{717506A3-3F9B-4B9B-A484-AB86F5A4C7FB}" srcOrd="0" destOrd="0" presId="urn:microsoft.com/office/officeart/2005/8/layout/hierarchy1"/>
    <dgm:cxn modelId="{3F54E67C-D62C-40FD-8496-E1268C8F1EA8}" type="presParOf" srcId="{BB5AC633-BE7E-48CF-96BE-AF0C764D4917}" destId="{27521442-BCD8-4312-B6DA-925F5224A885}" srcOrd="1" destOrd="0" presId="urn:microsoft.com/office/officeart/2005/8/layout/hierarchy1"/>
    <dgm:cxn modelId="{2E1F484A-918D-430D-A12E-6E4B7E74F065}" type="presParOf" srcId="{C133A2B0-C382-4791-B219-2CD8365D6A89}" destId="{D7E07311-19DA-4BA9-B933-B19833511DA6}" srcOrd="1" destOrd="0" presId="urn:microsoft.com/office/officeart/2005/8/layout/hierarchy1"/>
    <dgm:cxn modelId="{80227A63-82F8-4237-8C06-4250E13233F8}" type="presParOf" srcId="{05257080-34AD-45C0-91E9-6E6F7301A50E}" destId="{7B4CD59E-F10E-4F38-BD3C-23C459C04F45}" srcOrd="4" destOrd="0" presId="urn:microsoft.com/office/officeart/2005/8/layout/hierarchy1"/>
    <dgm:cxn modelId="{8FDDC25E-255F-461C-94DE-0E8B5C7183FC}" type="presParOf" srcId="{05257080-34AD-45C0-91E9-6E6F7301A50E}" destId="{54E4BA00-0D33-4AFF-ABC5-8012E7B9A5FE}" srcOrd="5" destOrd="0" presId="urn:microsoft.com/office/officeart/2005/8/layout/hierarchy1"/>
    <dgm:cxn modelId="{20BA95AD-52FD-4DEE-9A19-D20E3C83BE9F}" type="presParOf" srcId="{54E4BA00-0D33-4AFF-ABC5-8012E7B9A5FE}" destId="{C85236C7-8946-45C5-A72E-F731B5948D0F}" srcOrd="0" destOrd="0" presId="urn:microsoft.com/office/officeart/2005/8/layout/hierarchy1"/>
    <dgm:cxn modelId="{9D74BDB4-8EA8-49B5-8B55-CD01B2A2A9C4}" type="presParOf" srcId="{C85236C7-8946-45C5-A72E-F731B5948D0F}" destId="{104792F3-7A7F-47A7-BA8E-5F0C667C693F}" srcOrd="0" destOrd="0" presId="urn:microsoft.com/office/officeart/2005/8/layout/hierarchy1"/>
    <dgm:cxn modelId="{B1917815-DDF7-427A-AF77-96C308E4D05D}" type="presParOf" srcId="{C85236C7-8946-45C5-A72E-F731B5948D0F}" destId="{42A72FE3-6C3A-481B-88E5-5B05D6F02D2C}" srcOrd="1" destOrd="0" presId="urn:microsoft.com/office/officeart/2005/8/layout/hierarchy1"/>
    <dgm:cxn modelId="{D0E2CC96-CA38-4140-AC64-636FAB9AF4E5}" type="presParOf" srcId="{54E4BA00-0D33-4AFF-ABC5-8012E7B9A5FE}" destId="{1183B64B-3156-4009-84D2-0DE816E5A5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D2E0FE-8398-4D4B-817F-C1610040B2E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4E1143-FCED-49B9-92E0-0476CB08A5E2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Requirement</a:t>
          </a:r>
          <a:endParaRPr lang="en-US" dirty="0"/>
        </a:p>
      </dgm:t>
    </dgm:pt>
    <dgm:pt modelId="{EEF2CC06-D457-4721-A428-948E154265F7}" type="parTrans" cxnId="{ADF88E5F-49B5-44B6-B291-5ADB3029EA87}">
      <dgm:prSet/>
      <dgm:spPr/>
      <dgm:t>
        <a:bodyPr/>
        <a:lstStyle/>
        <a:p>
          <a:endParaRPr lang="en-US"/>
        </a:p>
      </dgm:t>
    </dgm:pt>
    <dgm:pt modelId="{DA5D7AF8-6261-4238-8195-301872711454}" type="sibTrans" cxnId="{ADF88E5F-49B5-44B6-B291-5ADB3029EA87}">
      <dgm:prSet/>
      <dgm:spPr/>
      <dgm:t>
        <a:bodyPr/>
        <a:lstStyle/>
        <a:p>
          <a:endParaRPr lang="en-US"/>
        </a:p>
      </dgm:t>
    </dgm:pt>
    <dgm:pt modelId="{F2C7506F-CABE-45C9-9A5B-AE4FAB21D406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11.30%</a:t>
          </a:r>
          <a:endParaRPr lang="en-US" dirty="0"/>
        </a:p>
      </dgm:t>
    </dgm:pt>
    <dgm:pt modelId="{22762C0E-BB2B-4882-A17F-BE03D8629471}" type="parTrans" cxnId="{FC1BCDF4-6F1D-49F9-9256-78C5E1E7A488}">
      <dgm:prSet/>
      <dgm:spPr/>
      <dgm:t>
        <a:bodyPr/>
        <a:lstStyle/>
        <a:p>
          <a:endParaRPr lang="en-US"/>
        </a:p>
      </dgm:t>
    </dgm:pt>
    <dgm:pt modelId="{CEA25654-0AD2-49A2-AFEE-8F717C76F7C8}" type="sibTrans" cxnId="{FC1BCDF4-6F1D-49F9-9256-78C5E1E7A488}">
      <dgm:prSet/>
      <dgm:spPr/>
      <dgm:t>
        <a:bodyPr/>
        <a:lstStyle/>
        <a:p>
          <a:endParaRPr lang="en-US"/>
        </a:p>
      </dgm:t>
    </dgm:pt>
    <dgm:pt modelId="{28D5FB97-1B2A-4239-8110-04E20F4CC322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A&amp;D</a:t>
          </a:r>
          <a:endParaRPr lang="en-US" dirty="0"/>
        </a:p>
      </dgm:t>
    </dgm:pt>
    <dgm:pt modelId="{7A63370A-5159-421E-90BC-D0B1DB960106}" type="parTrans" cxnId="{C2B1ABEE-5E12-4B61-8C3D-97B88548BC6E}">
      <dgm:prSet/>
      <dgm:spPr/>
      <dgm:t>
        <a:bodyPr/>
        <a:lstStyle/>
        <a:p>
          <a:endParaRPr lang="en-US"/>
        </a:p>
      </dgm:t>
    </dgm:pt>
    <dgm:pt modelId="{D517ADB1-3688-4D40-B136-51FC512B4E0E}" type="sibTrans" cxnId="{C2B1ABEE-5E12-4B61-8C3D-97B88548BC6E}">
      <dgm:prSet/>
      <dgm:spPr/>
      <dgm:t>
        <a:bodyPr/>
        <a:lstStyle/>
        <a:p>
          <a:endParaRPr lang="en-US"/>
        </a:p>
      </dgm:t>
    </dgm:pt>
    <dgm:pt modelId="{D9939130-1903-4483-866E-93CD0302B555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8.25%</a:t>
          </a:r>
          <a:endParaRPr lang="en-US" dirty="0"/>
        </a:p>
      </dgm:t>
    </dgm:pt>
    <dgm:pt modelId="{A3C3BFC3-940C-4FC8-B30E-4413D2ACD92B}" type="parTrans" cxnId="{B629FCB3-5B7E-47A1-9CD6-4F64BB68C4F7}">
      <dgm:prSet/>
      <dgm:spPr/>
      <dgm:t>
        <a:bodyPr/>
        <a:lstStyle/>
        <a:p>
          <a:endParaRPr lang="en-US"/>
        </a:p>
      </dgm:t>
    </dgm:pt>
    <dgm:pt modelId="{6995FB7B-88F7-4DC5-97B9-81DDD1AF6703}" type="sibTrans" cxnId="{B629FCB3-5B7E-47A1-9CD6-4F64BB68C4F7}">
      <dgm:prSet/>
      <dgm:spPr/>
      <dgm:t>
        <a:bodyPr/>
        <a:lstStyle/>
        <a:p>
          <a:endParaRPr lang="en-US"/>
        </a:p>
      </dgm:t>
    </dgm:pt>
    <dgm:pt modelId="{8280BCAD-F2BD-4839-9C85-5327F2D4D7BB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Implementation</a:t>
          </a:r>
          <a:endParaRPr lang="en-US" dirty="0"/>
        </a:p>
      </dgm:t>
    </dgm:pt>
    <dgm:pt modelId="{F5FAE3D0-41BB-45C8-A521-9A94AF0E6936}" type="parTrans" cxnId="{803CA15A-2287-4B0E-B867-6E5FCE406B51}">
      <dgm:prSet/>
      <dgm:spPr/>
      <dgm:t>
        <a:bodyPr/>
        <a:lstStyle/>
        <a:p>
          <a:endParaRPr lang="en-US"/>
        </a:p>
      </dgm:t>
    </dgm:pt>
    <dgm:pt modelId="{49369C36-DE36-42EB-B5C2-3D12D6922CD1}" type="sibTrans" cxnId="{803CA15A-2287-4B0E-B867-6E5FCE406B51}">
      <dgm:prSet/>
      <dgm:spPr/>
      <dgm:t>
        <a:bodyPr/>
        <a:lstStyle/>
        <a:p>
          <a:endParaRPr lang="en-US"/>
        </a:p>
      </dgm:t>
    </dgm:pt>
    <dgm:pt modelId="{0433D830-444D-4735-8434-531DC8DA3BB3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48.55%</a:t>
          </a:r>
          <a:endParaRPr lang="en-US" dirty="0"/>
        </a:p>
      </dgm:t>
    </dgm:pt>
    <dgm:pt modelId="{462610F9-1EA5-4E5A-8EAB-ED6E7DD02312}" type="parTrans" cxnId="{9CD721DD-925D-4A84-BF66-F66F03EAA27E}">
      <dgm:prSet/>
      <dgm:spPr/>
      <dgm:t>
        <a:bodyPr/>
        <a:lstStyle/>
        <a:p>
          <a:endParaRPr lang="en-US"/>
        </a:p>
      </dgm:t>
    </dgm:pt>
    <dgm:pt modelId="{A15D2AFD-E0D4-4F8A-844B-7A55E5E38880}" type="sibTrans" cxnId="{9CD721DD-925D-4A84-BF66-F66F03EAA27E}">
      <dgm:prSet/>
      <dgm:spPr/>
      <dgm:t>
        <a:bodyPr/>
        <a:lstStyle/>
        <a:p>
          <a:endParaRPr lang="en-US"/>
        </a:p>
      </dgm:t>
    </dgm:pt>
    <dgm:pt modelId="{05944B67-489C-4F5D-9496-9E71FD688E0B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Test</a:t>
          </a:r>
          <a:endParaRPr lang="en-US" dirty="0"/>
        </a:p>
      </dgm:t>
    </dgm:pt>
    <dgm:pt modelId="{5BBA905A-D7B1-4133-935F-BD8808DB6A79}" type="parTrans" cxnId="{FD6CB067-F89F-4B0B-9AD5-A3FC1737BAF7}">
      <dgm:prSet/>
      <dgm:spPr/>
      <dgm:t>
        <a:bodyPr/>
        <a:lstStyle/>
        <a:p>
          <a:endParaRPr lang="en-US"/>
        </a:p>
      </dgm:t>
    </dgm:pt>
    <dgm:pt modelId="{739A3CB5-1131-4FEB-B3F3-CD990C41D214}" type="sibTrans" cxnId="{FD6CB067-F89F-4B0B-9AD5-A3FC1737BAF7}">
      <dgm:prSet/>
      <dgm:spPr/>
      <dgm:t>
        <a:bodyPr/>
        <a:lstStyle/>
        <a:p>
          <a:endParaRPr lang="en-US"/>
        </a:p>
      </dgm:t>
    </dgm:pt>
    <dgm:pt modelId="{6A0CC5FB-4C7C-4E24-9151-8963951BE6E3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16.05%</a:t>
          </a:r>
          <a:endParaRPr lang="en-US" dirty="0"/>
        </a:p>
      </dgm:t>
    </dgm:pt>
    <dgm:pt modelId="{B96BDDDD-406E-43BA-BA1B-EE9D437CF836}" type="parTrans" cxnId="{AC5F0965-C442-4F13-B6C0-CE685988705E}">
      <dgm:prSet/>
      <dgm:spPr/>
      <dgm:t>
        <a:bodyPr/>
        <a:lstStyle/>
        <a:p>
          <a:endParaRPr lang="en-US"/>
        </a:p>
      </dgm:t>
    </dgm:pt>
    <dgm:pt modelId="{F18C38A1-D86A-4452-9EE1-694E9C0D3A69}" type="sibTrans" cxnId="{AC5F0965-C442-4F13-B6C0-CE685988705E}">
      <dgm:prSet/>
      <dgm:spPr/>
      <dgm:t>
        <a:bodyPr/>
        <a:lstStyle/>
        <a:p>
          <a:endParaRPr lang="en-US"/>
        </a:p>
      </dgm:t>
    </dgm:pt>
    <dgm:pt modelId="{C479B3D8-EF21-4582-B247-F9D63CF631BE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Deployment</a:t>
          </a:r>
          <a:endParaRPr lang="en-US" dirty="0"/>
        </a:p>
      </dgm:t>
    </dgm:pt>
    <dgm:pt modelId="{1098DFEC-3B24-437E-96DB-9600B9358DE4}" type="parTrans" cxnId="{32F9EE0A-8F74-446A-A1F6-7B7F186151D8}">
      <dgm:prSet/>
      <dgm:spPr/>
      <dgm:t>
        <a:bodyPr/>
        <a:lstStyle/>
        <a:p>
          <a:endParaRPr lang="en-US"/>
        </a:p>
      </dgm:t>
    </dgm:pt>
    <dgm:pt modelId="{914581A6-16BC-4B3B-B0F5-30973DD230A2}" type="sibTrans" cxnId="{32F9EE0A-8F74-446A-A1F6-7B7F186151D8}">
      <dgm:prSet/>
      <dgm:spPr/>
      <dgm:t>
        <a:bodyPr/>
        <a:lstStyle/>
        <a:p>
          <a:endParaRPr lang="en-US"/>
        </a:p>
      </dgm:t>
    </dgm:pt>
    <dgm:pt modelId="{655FED2F-0E63-43A8-8723-2851B3B0CAC0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2.55%</a:t>
          </a:r>
          <a:endParaRPr lang="en-US" dirty="0"/>
        </a:p>
      </dgm:t>
    </dgm:pt>
    <dgm:pt modelId="{9EF17AF8-A522-480E-8E6E-954E2BA9AA51}" type="parTrans" cxnId="{A4027648-55DD-42F7-85D4-200C57750BFD}">
      <dgm:prSet/>
      <dgm:spPr/>
      <dgm:t>
        <a:bodyPr/>
        <a:lstStyle/>
        <a:p>
          <a:endParaRPr lang="en-US"/>
        </a:p>
      </dgm:t>
    </dgm:pt>
    <dgm:pt modelId="{448CB412-8F96-46DD-8C01-435AE4729817}" type="sibTrans" cxnId="{A4027648-55DD-42F7-85D4-200C57750BFD}">
      <dgm:prSet/>
      <dgm:spPr/>
      <dgm:t>
        <a:bodyPr/>
        <a:lstStyle/>
        <a:p>
          <a:endParaRPr lang="en-US"/>
        </a:p>
      </dgm:t>
    </dgm:pt>
    <dgm:pt modelId="{238B1F21-4C6F-4478-A50D-99AF6AB25A1E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Management</a:t>
          </a:r>
          <a:endParaRPr lang="en-US" dirty="0"/>
        </a:p>
      </dgm:t>
    </dgm:pt>
    <dgm:pt modelId="{EC280ADD-3A17-461E-B0CC-827028445EEE}" type="parTrans" cxnId="{56C64826-C91E-40DA-BC4C-D007EE30C7F8}">
      <dgm:prSet/>
      <dgm:spPr/>
      <dgm:t>
        <a:bodyPr/>
        <a:lstStyle/>
        <a:p>
          <a:endParaRPr lang="en-US"/>
        </a:p>
      </dgm:t>
    </dgm:pt>
    <dgm:pt modelId="{60B477BC-E9FA-43AF-A0F9-375B677BB615}" type="sibTrans" cxnId="{56C64826-C91E-40DA-BC4C-D007EE30C7F8}">
      <dgm:prSet/>
      <dgm:spPr/>
      <dgm:t>
        <a:bodyPr/>
        <a:lstStyle/>
        <a:p>
          <a:endParaRPr lang="en-US"/>
        </a:p>
      </dgm:t>
    </dgm:pt>
    <dgm:pt modelId="{6DB2F562-0287-470F-A4F1-E5FDA277BF99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6.15%</a:t>
          </a:r>
          <a:endParaRPr lang="en-US" dirty="0"/>
        </a:p>
      </dgm:t>
    </dgm:pt>
    <dgm:pt modelId="{C6633101-EAC0-48A4-BDB4-70DDB21F76E5}" type="parTrans" cxnId="{85708F9E-FF97-4625-9381-85D65B9668CB}">
      <dgm:prSet/>
      <dgm:spPr/>
      <dgm:t>
        <a:bodyPr/>
        <a:lstStyle/>
        <a:p>
          <a:endParaRPr lang="en-US"/>
        </a:p>
      </dgm:t>
    </dgm:pt>
    <dgm:pt modelId="{61B23A7D-23AE-48DB-BBA5-B275ADE973F0}" type="sibTrans" cxnId="{85708F9E-FF97-4625-9381-85D65B9668CB}">
      <dgm:prSet/>
      <dgm:spPr/>
      <dgm:t>
        <a:bodyPr/>
        <a:lstStyle/>
        <a:p>
          <a:endParaRPr lang="en-US"/>
        </a:p>
      </dgm:t>
    </dgm:pt>
    <dgm:pt modelId="{3C61055E-48A3-44F5-85F2-E2FDB29C854F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Environment</a:t>
          </a:r>
          <a:endParaRPr lang="en-US" dirty="0"/>
        </a:p>
      </dgm:t>
    </dgm:pt>
    <dgm:pt modelId="{FE82F104-094A-427A-B69C-6F15370F06AC}" type="parTrans" cxnId="{B0EB22A5-A735-4589-B461-C20E13AB4B89}">
      <dgm:prSet/>
      <dgm:spPr/>
      <dgm:t>
        <a:bodyPr/>
        <a:lstStyle/>
        <a:p>
          <a:endParaRPr lang="en-US"/>
        </a:p>
      </dgm:t>
    </dgm:pt>
    <dgm:pt modelId="{6F01D8D8-B808-4096-B07D-93359359CC8E}" type="sibTrans" cxnId="{B0EB22A5-A735-4589-B461-C20E13AB4B89}">
      <dgm:prSet/>
      <dgm:spPr/>
      <dgm:t>
        <a:bodyPr/>
        <a:lstStyle/>
        <a:p>
          <a:endParaRPr lang="en-US"/>
        </a:p>
      </dgm:t>
    </dgm:pt>
    <dgm:pt modelId="{07227893-8566-4788-BED5-FA4699DEFFBA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2.03%</a:t>
          </a:r>
          <a:endParaRPr lang="en-US" dirty="0"/>
        </a:p>
      </dgm:t>
    </dgm:pt>
    <dgm:pt modelId="{9E94A6BC-8ABD-420E-8A1E-3CB5543E4C4A}" type="parTrans" cxnId="{0FA90D77-6C25-40C5-8B40-F3D74772BF3F}">
      <dgm:prSet/>
      <dgm:spPr/>
      <dgm:t>
        <a:bodyPr/>
        <a:lstStyle/>
        <a:p>
          <a:endParaRPr lang="en-US"/>
        </a:p>
      </dgm:t>
    </dgm:pt>
    <dgm:pt modelId="{0D2E0194-CC26-4109-9161-8B9561219BA8}" type="sibTrans" cxnId="{0FA90D77-6C25-40C5-8B40-F3D74772BF3F}">
      <dgm:prSet/>
      <dgm:spPr/>
      <dgm:t>
        <a:bodyPr/>
        <a:lstStyle/>
        <a:p>
          <a:endParaRPr lang="en-US"/>
        </a:p>
      </dgm:t>
    </dgm:pt>
    <dgm:pt modelId="{2EC1DE56-D796-45C9-9ECF-A526952F1B65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SCM</a:t>
          </a:r>
          <a:endParaRPr lang="en-US" dirty="0"/>
        </a:p>
      </dgm:t>
    </dgm:pt>
    <dgm:pt modelId="{35FD492D-D2E9-47B6-9F0A-9E98E20C8175}" type="parTrans" cxnId="{084343E7-AF99-4E92-A9A6-B6E37651E80D}">
      <dgm:prSet/>
      <dgm:spPr/>
      <dgm:t>
        <a:bodyPr/>
        <a:lstStyle/>
        <a:p>
          <a:endParaRPr lang="en-US"/>
        </a:p>
      </dgm:t>
    </dgm:pt>
    <dgm:pt modelId="{43C31294-92EC-44ED-A37C-64194E1A86FC}" type="sibTrans" cxnId="{084343E7-AF99-4E92-A9A6-B6E37651E80D}">
      <dgm:prSet/>
      <dgm:spPr/>
      <dgm:t>
        <a:bodyPr/>
        <a:lstStyle/>
        <a:p>
          <a:endParaRPr lang="en-US"/>
        </a:p>
      </dgm:t>
    </dgm:pt>
    <dgm:pt modelId="{DDC26C9E-B53E-43C8-9648-4B15641D25E6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1.86%</a:t>
          </a:r>
          <a:endParaRPr lang="en-US" dirty="0"/>
        </a:p>
      </dgm:t>
    </dgm:pt>
    <dgm:pt modelId="{A1E28B57-78AF-4D98-8A04-E91220CB68BE}" type="parTrans" cxnId="{67C6B14A-072A-40B8-95D8-324687E118AB}">
      <dgm:prSet/>
      <dgm:spPr/>
      <dgm:t>
        <a:bodyPr/>
        <a:lstStyle/>
        <a:p>
          <a:endParaRPr lang="en-US"/>
        </a:p>
      </dgm:t>
    </dgm:pt>
    <dgm:pt modelId="{2212C3B8-0920-4AC6-A9C7-AFA691EA8C6E}" type="sibTrans" cxnId="{67C6B14A-072A-40B8-95D8-324687E118AB}">
      <dgm:prSet/>
      <dgm:spPr/>
      <dgm:t>
        <a:bodyPr/>
        <a:lstStyle/>
        <a:p>
          <a:endParaRPr lang="en-US"/>
        </a:p>
      </dgm:t>
    </dgm:pt>
    <dgm:pt modelId="{8E465846-7E25-4CE9-8E48-A227F50B18CD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SQA</a:t>
          </a:r>
          <a:endParaRPr lang="en-US" dirty="0"/>
        </a:p>
      </dgm:t>
    </dgm:pt>
    <dgm:pt modelId="{8DA1D842-3440-4166-986D-9FD6724A606C}" type="parTrans" cxnId="{1DFF13F0-A079-4E72-AE1F-7AFD9DBACA61}">
      <dgm:prSet/>
      <dgm:spPr/>
      <dgm:t>
        <a:bodyPr/>
        <a:lstStyle/>
        <a:p>
          <a:endParaRPr lang="en-US"/>
        </a:p>
      </dgm:t>
    </dgm:pt>
    <dgm:pt modelId="{304F4C3E-966E-4069-B36A-BC8BB7C5A72B}" type="sibTrans" cxnId="{1DFF13F0-A079-4E72-AE1F-7AFD9DBACA61}">
      <dgm:prSet/>
      <dgm:spPr/>
      <dgm:t>
        <a:bodyPr/>
        <a:lstStyle/>
        <a:p>
          <a:endParaRPr lang="en-US"/>
        </a:p>
      </dgm:t>
    </dgm:pt>
    <dgm:pt modelId="{F491DAB6-89F4-4648-B759-0E55EFEB75AE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1.80%</a:t>
          </a:r>
          <a:endParaRPr lang="en-US" dirty="0"/>
        </a:p>
      </dgm:t>
    </dgm:pt>
    <dgm:pt modelId="{B9A7A889-7545-40C1-8CBA-C656DDF42F0B}" type="parTrans" cxnId="{77E35F60-2596-47B7-932D-D3520B1774A0}">
      <dgm:prSet/>
      <dgm:spPr/>
      <dgm:t>
        <a:bodyPr/>
        <a:lstStyle/>
        <a:p>
          <a:endParaRPr lang="en-US"/>
        </a:p>
      </dgm:t>
    </dgm:pt>
    <dgm:pt modelId="{EBB689A9-B1CA-4894-AFEE-B9521C330F41}" type="sibTrans" cxnId="{77E35F60-2596-47B7-932D-D3520B1774A0}">
      <dgm:prSet/>
      <dgm:spPr/>
      <dgm:t>
        <a:bodyPr/>
        <a:lstStyle/>
        <a:p>
          <a:endParaRPr lang="en-US"/>
        </a:p>
      </dgm:t>
    </dgm:pt>
    <dgm:pt modelId="{61238D10-9065-4A7F-AA72-0E3130614A83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Training</a:t>
          </a:r>
          <a:endParaRPr lang="en-US" dirty="0"/>
        </a:p>
      </dgm:t>
    </dgm:pt>
    <dgm:pt modelId="{9F2B35C6-955D-48FC-B76A-E79016EF214A}" type="parTrans" cxnId="{9933529A-0AE8-4FF4-B208-F41A2FAF34B6}">
      <dgm:prSet/>
      <dgm:spPr/>
      <dgm:t>
        <a:bodyPr/>
        <a:lstStyle/>
        <a:p>
          <a:endParaRPr lang="en-US"/>
        </a:p>
      </dgm:t>
    </dgm:pt>
    <dgm:pt modelId="{60871BD1-02DD-428F-8E5E-C85AD926EE84}" type="sibTrans" cxnId="{9933529A-0AE8-4FF4-B208-F41A2FAF34B6}">
      <dgm:prSet/>
      <dgm:spPr/>
      <dgm:t>
        <a:bodyPr/>
        <a:lstStyle/>
        <a:p>
          <a:endParaRPr lang="en-US"/>
        </a:p>
      </dgm:t>
    </dgm:pt>
    <dgm:pt modelId="{199F471E-617C-44C3-96A0-7B4A2D0DF75F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0.63%</a:t>
          </a:r>
          <a:endParaRPr lang="en-US" dirty="0"/>
        </a:p>
      </dgm:t>
    </dgm:pt>
    <dgm:pt modelId="{9BBFF6F8-1CC4-46A3-B45C-A476E97B41C8}" type="parTrans" cxnId="{E294EE13-3C3B-4454-ACD2-830797834562}">
      <dgm:prSet/>
      <dgm:spPr/>
      <dgm:t>
        <a:bodyPr/>
        <a:lstStyle/>
        <a:p>
          <a:endParaRPr lang="en-US"/>
        </a:p>
      </dgm:t>
    </dgm:pt>
    <dgm:pt modelId="{3410603C-B42F-45B1-83E5-2E9EC79F9B35}" type="sibTrans" cxnId="{E294EE13-3C3B-4454-ACD2-830797834562}">
      <dgm:prSet/>
      <dgm:spPr/>
      <dgm:t>
        <a:bodyPr/>
        <a:lstStyle/>
        <a:p>
          <a:endParaRPr lang="en-US"/>
        </a:p>
      </dgm:t>
    </dgm:pt>
    <dgm:pt modelId="{0DBDB554-7610-4DA5-8DF4-5B44818B0D72}">
      <dgm:prSet phldrT="[Text]"/>
      <dgm:spPr/>
      <dgm:t>
        <a:bodyPr/>
        <a:lstStyle/>
        <a:p>
          <a:r>
            <a:rPr lang="en-US" b="1" i="0" u="none" strike="noStrike" dirty="0" smtClean="0">
              <a:latin typeface="Arial"/>
            </a:rPr>
            <a:t>Defect Prev.</a:t>
          </a:r>
          <a:endParaRPr lang="en-US" dirty="0"/>
        </a:p>
      </dgm:t>
    </dgm:pt>
    <dgm:pt modelId="{343679ED-9EF7-4237-96DC-B9C729068420}" type="parTrans" cxnId="{10E87AC5-488E-46D1-93C9-33E38B89C85A}">
      <dgm:prSet/>
      <dgm:spPr/>
      <dgm:t>
        <a:bodyPr/>
        <a:lstStyle/>
        <a:p>
          <a:endParaRPr lang="en-US"/>
        </a:p>
      </dgm:t>
    </dgm:pt>
    <dgm:pt modelId="{16EC2AFC-6915-48A6-AA93-B75F16343EA9}" type="sibTrans" cxnId="{10E87AC5-488E-46D1-93C9-33E38B89C85A}">
      <dgm:prSet/>
      <dgm:spPr/>
      <dgm:t>
        <a:bodyPr/>
        <a:lstStyle/>
        <a:p>
          <a:endParaRPr lang="en-US"/>
        </a:p>
      </dgm:t>
    </dgm:pt>
    <dgm:pt modelId="{F8AB2DCF-5BE5-4F22-A083-15E26A69B69A}">
      <dgm:prSet phldrT="[Text]"/>
      <dgm:spPr/>
      <dgm:t>
        <a:bodyPr/>
        <a:lstStyle/>
        <a:p>
          <a:r>
            <a:rPr lang="en-US" b="0" i="0" u="none" strike="noStrike" dirty="0" smtClean="0">
              <a:latin typeface="Arial"/>
            </a:rPr>
            <a:t>0.85%</a:t>
          </a:r>
          <a:endParaRPr lang="en-US" dirty="0"/>
        </a:p>
      </dgm:t>
    </dgm:pt>
    <dgm:pt modelId="{655A407A-00B7-45C3-B677-97542AC70641}" type="parTrans" cxnId="{17063469-E78D-4447-9F32-98A892CBBF37}">
      <dgm:prSet/>
      <dgm:spPr/>
      <dgm:t>
        <a:bodyPr/>
        <a:lstStyle/>
        <a:p>
          <a:endParaRPr lang="en-US"/>
        </a:p>
      </dgm:t>
    </dgm:pt>
    <dgm:pt modelId="{EC96B6F6-A271-4AC5-8098-E1233E4A409B}" type="sibTrans" cxnId="{17063469-E78D-4447-9F32-98A892CBBF37}">
      <dgm:prSet/>
      <dgm:spPr/>
      <dgm:t>
        <a:bodyPr/>
        <a:lstStyle/>
        <a:p>
          <a:endParaRPr lang="en-US"/>
        </a:p>
      </dgm:t>
    </dgm:pt>
    <dgm:pt modelId="{7C9B616F-71B6-461A-8E00-3E382160BA0B}" type="pres">
      <dgm:prSet presAssocID="{0AD2E0FE-8398-4D4B-817F-C1610040B2E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12B7D3-CE75-4077-998A-7E109AC09EF1}" type="pres">
      <dgm:prSet presAssocID="{DE4E1143-FCED-49B9-92E0-0476CB08A5E2}" presName="linNode" presStyleCnt="0"/>
      <dgm:spPr/>
    </dgm:pt>
    <dgm:pt modelId="{BEAD8392-7845-4FFA-B5E8-045F9C684280}" type="pres">
      <dgm:prSet presAssocID="{DE4E1143-FCED-49B9-92E0-0476CB08A5E2}" presName="parentText" presStyleLbl="node1" presStyleIdx="0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B84E75-8882-475D-AE54-8DAF77BD95AF}" type="pres">
      <dgm:prSet presAssocID="{DE4E1143-FCED-49B9-92E0-0476CB08A5E2}" presName="descendantText" presStyleLbl="alignAccFollow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A56D2C-9CAF-4052-980B-5E297B4834F1}" type="pres">
      <dgm:prSet presAssocID="{DA5D7AF8-6261-4238-8195-301872711454}" presName="sp" presStyleCnt="0"/>
      <dgm:spPr/>
    </dgm:pt>
    <dgm:pt modelId="{09912573-1F11-41E9-8D8F-DF1D9175AD7B}" type="pres">
      <dgm:prSet presAssocID="{28D5FB97-1B2A-4239-8110-04E20F4CC322}" presName="linNode" presStyleCnt="0"/>
      <dgm:spPr/>
    </dgm:pt>
    <dgm:pt modelId="{2156494E-0138-43F3-8838-26AE94D08E7C}" type="pres">
      <dgm:prSet presAssocID="{28D5FB97-1B2A-4239-8110-04E20F4CC322}" presName="parentText" presStyleLbl="node1" presStyleIdx="1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76250A-B59C-44C5-BFE9-0916BC61C0B4}" type="pres">
      <dgm:prSet presAssocID="{28D5FB97-1B2A-4239-8110-04E20F4CC322}" presName="descendantText" presStyleLbl="alignAccFollow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DA135C-4167-418B-A73B-A339EA85E428}" type="pres">
      <dgm:prSet presAssocID="{D517ADB1-3688-4D40-B136-51FC512B4E0E}" presName="sp" presStyleCnt="0"/>
      <dgm:spPr/>
    </dgm:pt>
    <dgm:pt modelId="{8C6C2388-F4F7-4860-B657-B69E07A7FA4A}" type="pres">
      <dgm:prSet presAssocID="{8280BCAD-F2BD-4839-9C85-5327F2D4D7BB}" presName="linNode" presStyleCnt="0"/>
      <dgm:spPr/>
    </dgm:pt>
    <dgm:pt modelId="{76E83526-4530-4FD1-AB46-440FF3E5D13F}" type="pres">
      <dgm:prSet presAssocID="{8280BCAD-F2BD-4839-9C85-5327F2D4D7BB}" presName="parentText" presStyleLbl="node1" presStyleIdx="2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2C9E98-6751-418A-BB6A-F9655FE53B78}" type="pres">
      <dgm:prSet presAssocID="{8280BCAD-F2BD-4839-9C85-5327F2D4D7BB}" presName="descendantText" presStyleLbl="alignAccFollow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872A13-106F-471F-A7F8-B5C562CAEE1A}" type="pres">
      <dgm:prSet presAssocID="{49369C36-DE36-42EB-B5C2-3D12D6922CD1}" presName="sp" presStyleCnt="0"/>
      <dgm:spPr/>
    </dgm:pt>
    <dgm:pt modelId="{BA2B0731-9E27-4345-A605-E3EABF32E936}" type="pres">
      <dgm:prSet presAssocID="{05944B67-489C-4F5D-9496-9E71FD688E0B}" presName="linNode" presStyleCnt="0"/>
      <dgm:spPr/>
    </dgm:pt>
    <dgm:pt modelId="{5DD29CAF-130A-4F28-8E8C-C82FAAED5088}" type="pres">
      <dgm:prSet presAssocID="{05944B67-489C-4F5D-9496-9E71FD688E0B}" presName="parentText" presStyleLbl="node1" presStyleIdx="3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516EFD-5245-4A8F-9DCA-D49088B127B2}" type="pres">
      <dgm:prSet presAssocID="{05944B67-489C-4F5D-9496-9E71FD688E0B}" presName="descendantText" presStyleLbl="alignAccFollowNode1" presStyleIdx="3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440922-1E35-48B6-9A18-92A72F8A03F6}" type="pres">
      <dgm:prSet presAssocID="{739A3CB5-1131-4FEB-B3F3-CD990C41D214}" presName="sp" presStyleCnt="0"/>
      <dgm:spPr/>
    </dgm:pt>
    <dgm:pt modelId="{5745CC39-2FA2-48C5-9464-FED9E269817A}" type="pres">
      <dgm:prSet presAssocID="{C479B3D8-EF21-4582-B247-F9D63CF631BE}" presName="linNode" presStyleCnt="0"/>
      <dgm:spPr/>
    </dgm:pt>
    <dgm:pt modelId="{93B44A83-6FFF-4267-9493-563BE5A1B2AA}" type="pres">
      <dgm:prSet presAssocID="{C479B3D8-EF21-4582-B247-F9D63CF631BE}" presName="parentText" presStyleLbl="node1" presStyleIdx="4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9BE7B4-5721-44FD-8845-D71934FC7805}" type="pres">
      <dgm:prSet presAssocID="{C479B3D8-EF21-4582-B247-F9D63CF631BE}" presName="descendantText" presStyleLbl="alignAccFollowNode1" presStyleIdx="4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56BBE7-5BF1-47C0-BD5A-B3108F030554}" type="pres">
      <dgm:prSet presAssocID="{914581A6-16BC-4B3B-B0F5-30973DD230A2}" presName="sp" presStyleCnt="0"/>
      <dgm:spPr/>
    </dgm:pt>
    <dgm:pt modelId="{018C6374-CA75-4666-8C0C-DD6CCC8195DE}" type="pres">
      <dgm:prSet presAssocID="{238B1F21-4C6F-4478-A50D-99AF6AB25A1E}" presName="linNode" presStyleCnt="0"/>
      <dgm:spPr/>
    </dgm:pt>
    <dgm:pt modelId="{D56B6E6C-B197-431F-9465-742036292045}" type="pres">
      <dgm:prSet presAssocID="{238B1F21-4C6F-4478-A50D-99AF6AB25A1E}" presName="parentText" presStyleLbl="node1" presStyleIdx="5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A54AA2-7490-49C7-8C26-8178A59DA817}" type="pres">
      <dgm:prSet presAssocID="{238B1F21-4C6F-4478-A50D-99AF6AB25A1E}" presName="descendantText" presStyleLbl="alignAccFollow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0344F9-B6A5-406A-B501-E11FEC613701}" type="pres">
      <dgm:prSet presAssocID="{60B477BC-E9FA-43AF-A0F9-375B677BB615}" presName="sp" presStyleCnt="0"/>
      <dgm:spPr/>
    </dgm:pt>
    <dgm:pt modelId="{EFDFC4C7-4E29-40B9-BB03-B790E2E941DA}" type="pres">
      <dgm:prSet presAssocID="{3C61055E-48A3-44F5-85F2-E2FDB29C854F}" presName="linNode" presStyleCnt="0"/>
      <dgm:spPr/>
    </dgm:pt>
    <dgm:pt modelId="{8E1A5823-BA6C-41B9-8E71-03100FBE3D69}" type="pres">
      <dgm:prSet presAssocID="{3C61055E-48A3-44F5-85F2-E2FDB29C854F}" presName="parentText" presStyleLbl="node1" presStyleIdx="6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D68298-5D7F-4521-92B1-40A5B76EF6A1}" type="pres">
      <dgm:prSet presAssocID="{3C61055E-48A3-44F5-85F2-E2FDB29C854F}" presName="descendantText" presStyleLbl="alignAccFollow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6F3B80-ABD6-49B0-8EF0-35BFF0382190}" type="pres">
      <dgm:prSet presAssocID="{6F01D8D8-B808-4096-B07D-93359359CC8E}" presName="sp" presStyleCnt="0"/>
      <dgm:spPr/>
    </dgm:pt>
    <dgm:pt modelId="{0510B4E8-8123-48DC-AE99-632D059B92D6}" type="pres">
      <dgm:prSet presAssocID="{2EC1DE56-D796-45C9-9ECF-A526952F1B65}" presName="linNode" presStyleCnt="0"/>
      <dgm:spPr/>
    </dgm:pt>
    <dgm:pt modelId="{1A2757FE-B8A4-4F0F-AB15-498ECF43B7F8}" type="pres">
      <dgm:prSet presAssocID="{2EC1DE56-D796-45C9-9ECF-A526952F1B65}" presName="parentText" presStyleLbl="node1" presStyleIdx="7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A79669-F1C4-4A85-B8FC-B54F8ACC8096}" type="pres">
      <dgm:prSet presAssocID="{2EC1DE56-D796-45C9-9ECF-A526952F1B65}" presName="descendantText" presStyleLbl="alignAccFollow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F9AB6D-0D73-4E2B-B952-082BC259E1ED}" type="pres">
      <dgm:prSet presAssocID="{43C31294-92EC-44ED-A37C-64194E1A86FC}" presName="sp" presStyleCnt="0"/>
      <dgm:spPr/>
    </dgm:pt>
    <dgm:pt modelId="{8FF858EF-533B-44FF-8628-F9A778F44EAF}" type="pres">
      <dgm:prSet presAssocID="{8E465846-7E25-4CE9-8E48-A227F50B18CD}" presName="linNode" presStyleCnt="0"/>
      <dgm:spPr/>
    </dgm:pt>
    <dgm:pt modelId="{D48F4063-D8FB-4825-9E5C-4EA836016AC0}" type="pres">
      <dgm:prSet presAssocID="{8E465846-7E25-4CE9-8E48-A227F50B18CD}" presName="parentText" presStyleLbl="node1" presStyleIdx="8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DE499A-4E00-4E1B-B0DA-BEC7BD5281DB}" type="pres">
      <dgm:prSet presAssocID="{8E465846-7E25-4CE9-8E48-A227F50B18CD}" presName="descendantText" presStyleLbl="alignAccFollowNode1" presStyleIdx="8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9D4AC8-ADA9-4D31-B208-50C76D2D5CA2}" type="pres">
      <dgm:prSet presAssocID="{304F4C3E-966E-4069-B36A-BC8BB7C5A72B}" presName="sp" presStyleCnt="0"/>
      <dgm:spPr/>
    </dgm:pt>
    <dgm:pt modelId="{67B3FF30-F3D7-421A-BE1C-9EC8CD0F7C21}" type="pres">
      <dgm:prSet presAssocID="{61238D10-9065-4A7F-AA72-0E3130614A83}" presName="linNode" presStyleCnt="0"/>
      <dgm:spPr/>
    </dgm:pt>
    <dgm:pt modelId="{06FCCC2A-89B2-415B-92CC-2BE683277200}" type="pres">
      <dgm:prSet presAssocID="{61238D10-9065-4A7F-AA72-0E3130614A83}" presName="parentText" presStyleLbl="node1" presStyleIdx="9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F1E5FC-0C7F-4F3D-9FF2-6C2EFBCD92CA}" type="pres">
      <dgm:prSet presAssocID="{61238D10-9065-4A7F-AA72-0E3130614A83}" presName="descendantText" presStyleLbl="alignAccFollowNode1" presStyleIdx="9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690AC0-8BB9-4CE7-BB85-3FF75CBDD415}" type="pres">
      <dgm:prSet presAssocID="{60871BD1-02DD-428F-8E5E-C85AD926EE84}" presName="sp" presStyleCnt="0"/>
      <dgm:spPr/>
    </dgm:pt>
    <dgm:pt modelId="{B2753CA7-9637-4E1B-B376-1C2C61CE4560}" type="pres">
      <dgm:prSet presAssocID="{0DBDB554-7610-4DA5-8DF4-5B44818B0D72}" presName="linNode" presStyleCnt="0"/>
      <dgm:spPr/>
    </dgm:pt>
    <dgm:pt modelId="{B9C86172-700B-4A0C-8E7C-723AA500E338}" type="pres">
      <dgm:prSet presAssocID="{0DBDB554-7610-4DA5-8DF4-5B44818B0D72}" presName="parentText" presStyleLbl="node1" presStyleIdx="10" presStyleCnt="1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AE483D-7CD2-4356-8E2D-1440CC5DC1A4}" type="pres">
      <dgm:prSet presAssocID="{0DBDB554-7610-4DA5-8DF4-5B44818B0D72}" presName="descendantText" presStyleLbl="alignAccFollow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FD0BC9-BCD9-4D87-80DA-DF90A2E5B4AC}" type="presOf" srcId="{DDC26C9E-B53E-43C8-9648-4B15641D25E6}" destId="{5BA79669-F1C4-4A85-B8FC-B54F8ACC8096}" srcOrd="0" destOrd="0" presId="urn:microsoft.com/office/officeart/2005/8/layout/vList5"/>
    <dgm:cxn modelId="{67C6B14A-072A-40B8-95D8-324687E118AB}" srcId="{2EC1DE56-D796-45C9-9ECF-A526952F1B65}" destId="{DDC26C9E-B53E-43C8-9648-4B15641D25E6}" srcOrd="0" destOrd="0" parTransId="{A1E28B57-78AF-4D98-8A04-E91220CB68BE}" sibTransId="{2212C3B8-0920-4AC6-A9C7-AFA691EA8C6E}"/>
    <dgm:cxn modelId="{4B693278-3B7A-4782-AA2D-8794EA37CB4F}" type="presOf" srcId="{8280BCAD-F2BD-4839-9C85-5327F2D4D7BB}" destId="{76E83526-4530-4FD1-AB46-440FF3E5D13F}" srcOrd="0" destOrd="0" presId="urn:microsoft.com/office/officeart/2005/8/layout/vList5"/>
    <dgm:cxn modelId="{AC5F0965-C442-4F13-B6C0-CE685988705E}" srcId="{05944B67-489C-4F5D-9496-9E71FD688E0B}" destId="{6A0CC5FB-4C7C-4E24-9151-8963951BE6E3}" srcOrd="0" destOrd="0" parTransId="{B96BDDDD-406E-43BA-BA1B-EE9D437CF836}" sibTransId="{F18C38A1-D86A-4452-9EE1-694E9C0D3A69}"/>
    <dgm:cxn modelId="{FC1BCDF4-6F1D-49F9-9256-78C5E1E7A488}" srcId="{DE4E1143-FCED-49B9-92E0-0476CB08A5E2}" destId="{F2C7506F-CABE-45C9-9A5B-AE4FAB21D406}" srcOrd="0" destOrd="0" parTransId="{22762C0E-BB2B-4882-A17F-BE03D8629471}" sibTransId="{CEA25654-0AD2-49A2-AFEE-8F717C76F7C8}"/>
    <dgm:cxn modelId="{F552DD86-9723-4097-9E5B-C0AA6A40E067}" type="presOf" srcId="{0AD2E0FE-8398-4D4B-817F-C1610040B2E1}" destId="{7C9B616F-71B6-461A-8E00-3E382160BA0B}" srcOrd="0" destOrd="0" presId="urn:microsoft.com/office/officeart/2005/8/layout/vList5"/>
    <dgm:cxn modelId="{10E87AC5-488E-46D1-93C9-33E38B89C85A}" srcId="{0AD2E0FE-8398-4D4B-817F-C1610040B2E1}" destId="{0DBDB554-7610-4DA5-8DF4-5B44818B0D72}" srcOrd="10" destOrd="0" parTransId="{343679ED-9EF7-4237-96DC-B9C729068420}" sibTransId="{16EC2AFC-6915-48A6-AA93-B75F16343EA9}"/>
    <dgm:cxn modelId="{17063469-E78D-4447-9F32-98A892CBBF37}" srcId="{0DBDB554-7610-4DA5-8DF4-5B44818B0D72}" destId="{F8AB2DCF-5BE5-4F22-A083-15E26A69B69A}" srcOrd="0" destOrd="0" parTransId="{655A407A-00B7-45C3-B677-97542AC70641}" sibTransId="{EC96B6F6-A271-4AC5-8098-E1233E4A409B}"/>
    <dgm:cxn modelId="{9A1AE895-C6CB-4194-91D6-CDA6B29E43A8}" type="presOf" srcId="{0DBDB554-7610-4DA5-8DF4-5B44818B0D72}" destId="{B9C86172-700B-4A0C-8E7C-723AA500E338}" srcOrd="0" destOrd="0" presId="urn:microsoft.com/office/officeart/2005/8/layout/vList5"/>
    <dgm:cxn modelId="{2A5BB8CA-5D06-41BE-8D9E-CC6BE4E9856A}" type="presOf" srcId="{6A0CC5FB-4C7C-4E24-9151-8963951BE6E3}" destId="{0C516EFD-5245-4A8F-9DCA-D49088B127B2}" srcOrd="0" destOrd="0" presId="urn:microsoft.com/office/officeart/2005/8/layout/vList5"/>
    <dgm:cxn modelId="{2C10D584-CDE0-4227-A9D8-9012B54B241A}" type="presOf" srcId="{F491DAB6-89F4-4648-B759-0E55EFEB75AE}" destId="{64DE499A-4E00-4E1B-B0DA-BEC7BD5281DB}" srcOrd="0" destOrd="0" presId="urn:microsoft.com/office/officeart/2005/8/layout/vList5"/>
    <dgm:cxn modelId="{0FA90D77-6C25-40C5-8B40-F3D74772BF3F}" srcId="{3C61055E-48A3-44F5-85F2-E2FDB29C854F}" destId="{07227893-8566-4788-BED5-FA4699DEFFBA}" srcOrd="0" destOrd="0" parTransId="{9E94A6BC-8ABD-420E-8A1E-3CB5543E4C4A}" sibTransId="{0D2E0194-CC26-4109-9161-8B9561219BA8}"/>
    <dgm:cxn modelId="{77E35F60-2596-47B7-932D-D3520B1774A0}" srcId="{8E465846-7E25-4CE9-8E48-A227F50B18CD}" destId="{F491DAB6-89F4-4648-B759-0E55EFEB75AE}" srcOrd="0" destOrd="0" parTransId="{B9A7A889-7545-40C1-8CBA-C656DDF42F0B}" sibTransId="{EBB689A9-B1CA-4894-AFEE-B9521C330F41}"/>
    <dgm:cxn modelId="{4A208335-E6D6-488B-B16D-C676C6B76B03}" type="presOf" srcId="{28D5FB97-1B2A-4239-8110-04E20F4CC322}" destId="{2156494E-0138-43F3-8838-26AE94D08E7C}" srcOrd="0" destOrd="0" presId="urn:microsoft.com/office/officeart/2005/8/layout/vList5"/>
    <dgm:cxn modelId="{6F9D8ABB-8C5B-4DC2-BAB2-58AFF5D029C4}" type="presOf" srcId="{655FED2F-0E63-43A8-8723-2851B3B0CAC0}" destId="{C89BE7B4-5721-44FD-8845-D71934FC7805}" srcOrd="0" destOrd="0" presId="urn:microsoft.com/office/officeart/2005/8/layout/vList5"/>
    <dgm:cxn modelId="{FD6CB067-F89F-4B0B-9AD5-A3FC1737BAF7}" srcId="{0AD2E0FE-8398-4D4B-817F-C1610040B2E1}" destId="{05944B67-489C-4F5D-9496-9E71FD688E0B}" srcOrd="3" destOrd="0" parTransId="{5BBA905A-D7B1-4133-935F-BD8808DB6A79}" sibTransId="{739A3CB5-1131-4FEB-B3F3-CD990C41D214}"/>
    <dgm:cxn modelId="{56C64826-C91E-40DA-BC4C-D007EE30C7F8}" srcId="{0AD2E0FE-8398-4D4B-817F-C1610040B2E1}" destId="{238B1F21-4C6F-4478-A50D-99AF6AB25A1E}" srcOrd="5" destOrd="0" parTransId="{EC280ADD-3A17-461E-B0CC-827028445EEE}" sibTransId="{60B477BC-E9FA-43AF-A0F9-375B677BB615}"/>
    <dgm:cxn modelId="{32F9EE0A-8F74-446A-A1F6-7B7F186151D8}" srcId="{0AD2E0FE-8398-4D4B-817F-C1610040B2E1}" destId="{C479B3D8-EF21-4582-B247-F9D63CF631BE}" srcOrd="4" destOrd="0" parTransId="{1098DFEC-3B24-437E-96DB-9600B9358DE4}" sibTransId="{914581A6-16BC-4B3B-B0F5-30973DD230A2}"/>
    <dgm:cxn modelId="{803CA15A-2287-4B0E-B867-6E5FCE406B51}" srcId="{0AD2E0FE-8398-4D4B-817F-C1610040B2E1}" destId="{8280BCAD-F2BD-4839-9C85-5327F2D4D7BB}" srcOrd="2" destOrd="0" parTransId="{F5FAE3D0-41BB-45C8-A521-9A94AF0E6936}" sibTransId="{49369C36-DE36-42EB-B5C2-3D12D6922CD1}"/>
    <dgm:cxn modelId="{A4027648-55DD-42F7-85D4-200C57750BFD}" srcId="{C479B3D8-EF21-4582-B247-F9D63CF631BE}" destId="{655FED2F-0E63-43A8-8723-2851B3B0CAC0}" srcOrd="0" destOrd="0" parTransId="{9EF17AF8-A522-480E-8E6E-954E2BA9AA51}" sibTransId="{448CB412-8F96-46DD-8C01-435AE4729817}"/>
    <dgm:cxn modelId="{E80AA5F7-53E8-4CD6-BD95-BEDCF874197D}" type="presOf" srcId="{DE4E1143-FCED-49B9-92E0-0476CB08A5E2}" destId="{BEAD8392-7845-4FFA-B5E8-045F9C684280}" srcOrd="0" destOrd="0" presId="urn:microsoft.com/office/officeart/2005/8/layout/vList5"/>
    <dgm:cxn modelId="{37F3FED0-90B8-4427-B70A-06A27F8278C6}" type="presOf" srcId="{07227893-8566-4788-BED5-FA4699DEFFBA}" destId="{E7D68298-5D7F-4521-92B1-40A5B76EF6A1}" srcOrd="0" destOrd="0" presId="urn:microsoft.com/office/officeart/2005/8/layout/vList5"/>
    <dgm:cxn modelId="{AC7544E5-ADCD-414F-A684-7A1ACAA2591F}" type="presOf" srcId="{F8AB2DCF-5BE5-4F22-A083-15E26A69B69A}" destId="{C9AE483D-7CD2-4356-8E2D-1440CC5DC1A4}" srcOrd="0" destOrd="0" presId="urn:microsoft.com/office/officeart/2005/8/layout/vList5"/>
    <dgm:cxn modelId="{F8774B30-C147-4D43-96E4-678C8E99B03C}" type="presOf" srcId="{0433D830-444D-4735-8434-531DC8DA3BB3}" destId="{8D2C9E98-6751-418A-BB6A-F9655FE53B78}" srcOrd="0" destOrd="0" presId="urn:microsoft.com/office/officeart/2005/8/layout/vList5"/>
    <dgm:cxn modelId="{6BF1996F-EDFA-4971-A2F0-6AA33B003DA9}" type="presOf" srcId="{F2C7506F-CABE-45C9-9A5B-AE4FAB21D406}" destId="{AAB84E75-8882-475D-AE54-8DAF77BD95AF}" srcOrd="0" destOrd="0" presId="urn:microsoft.com/office/officeart/2005/8/layout/vList5"/>
    <dgm:cxn modelId="{9CD721DD-925D-4A84-BF66-F66F03EAA27E}" srcId="{8280BCAD-F2BD-4839-9C85-5327F2D4D7BB}" destId="{0433D830-444D-4735-8434-531DC8DA3BB3}" srcOrd="0" destOrd="0" parTransId="{462610F9-1EA5-4E5A-8EAB-ED6E7DD02312}" sibTransId="{A15D2AFD-E0D4-4F8A-844B-7A55E5E38880}"/>
    <dgm:cxn modelId="{1CB50F41-4087-4DF0-ACD7-55CB8377A796}" type="presOf" srcId="{238B1F21-4C6F-4478-A50D-99AF6AB25A1E}" destId="{D56B6E6C-B197-431F-9465-742036292045}" srcOrd="0" destOrd="0" presId="urn:microsoft.com/office/officeart/2005/8/layout/vList5"/>
    <dgm:cxn modelId="{C2B1ABEE-5E12-4B61-8C3D-97B88548BC6E}" srcId="{0AD2E0FE-8398-4D4B-817F-C1610040B2E1}" destId="{28D5FB97-1B2A-4239-8110-04E20F4CC322}" srcOrd="1" destOrd="0" parTransId="{7A63370A-5159-421E-90BC-D0B1DB960106}" sibTransId="{D517ADB1-3688-4D40-B136-51FC512B4E0E}"/>
    <dgm:cxn modelId="{9933529A-0AE8-4FF4-B208-F41A2FAF34B6}" srcId="{0AD2E0FE-8398-4D4B-817F-C1610040B2E1}" destId="{61238D10-9065-4A7F-AA72-0E3130614A83}" srcOrd="9" destOrd="0" parTransId="{9F2B35C6-955D-48FC-B76A-E79016EF214A}" sibTransId="{60871BD1-02DD-428F-8E5E-C85AD926EE84}"/>
    <dgm:cxn modelId="{85708F9E-FF97-4625-9381-85D65B9668CB}" srcId="{238B1F21-4C6F-4478-A50D-99AF6AB25A1E}" destId="{6DB2F562-0287-470F-A4F1-E5FDA277BF99}" srcOrd="0" destOrd="0" parTransId="{C6633101-EAC0-48A4-BDB4-70DDB21F76E5}" sibTransId="{61B23A7D-23AE-48DB-BBA5-B275ADE973F0}"/>
    <dgm:cxn modelId="{2ED3D6F9-3717-4FBD-82BB-717F8C15B9E8}" type="presOf" srcId="{199F471E-617C-44C3-96A0-7B4A2D0DF75F}" destId="{CEF1E5FC-0C7F-4F3D-9FF2-6C2EFBCD92CA}" srcOrd="0" destOrd="0" presId="urn:microsoft.com/office/officeart/2005/8/layout/vList5"/>
    <dgm:cxn modelId="{1DFF13F0-A079-4E72-AE1F-7AFD9DBACA61}" srcId="{0AD2E0FE-8398-4D4B-817F-C1610040B2E1}" destId="{8E465846-7E25-4CE9-8E48-A227F50B18CD}" srcOrd="8" destOrd="0" parTransId="{8DA1D842-3440-4166-986D-9FD6724A606C}" sibTransId="{304F4C3E-966E-4069-B36A-BC8BB7C5A72B}"/>
    <dgm:cxn modelId="{E294EE13-3C3B-4454-ACD2-830797834562}" srcId="{61238D10-9065-4A7F-AA72-0E3130614A83}" destId="{199F471E-617C-44C3-96A0-7B4A2D0DF75F}" srcOrd="0" destOrd="0" parTransId="{9BBFF6F8-1CC4-46A3-B45C-A476E97B41C8}" sibTransId="{3410603C-B42F-45B1-83E5-2E9EC79F9B35}"/>
    <dgm:cxn modelId="{084343E7-AF99-4E92-A9A6-B6E37651E80D}" srcId="{0AD2E0FE-8398-4D4B-817F-C1610040B2E1}" destId="{2EC1DE56-D796-45C9-9ECF-A526952F1B65}" srcOrd="7" destOrd="0" parTransId="{35FD492D-D2E9-47B6-9F0A-9E98E20C8175}" sibTransId="{43C31294-92EC-44ED-A37C-64194E1A86FC}"/>
    <dgm:cxn modelId="{5365BB9E-51B2-466D-819C-DDFA0F8CFAA6}" type="presOf" srcId="{61238D10-9065-4A7F-AA72-0E3130614A83}" destId="{06FCCC2A-89B2-415B-92CC-2BE683277200}" srcOrd="0" destOrd="0" presId="urn:microsoft.com/office/officeart/2005/8/layout/vList5"/>
    <dgm:cxn modelId="{DD70C229-E640-4182-BD8D-E2709B71CF73}" type="presOf" srcId="{8E465846-7E25-4CE9-8E48-A227F50B18CD}" destId="{D48F4063-D8FB-4825-9E5C-4EA836016AC0}" srcOrd="0" destOrd="0" presId="urn:microsoft.com/office/officeart/2005/8/layout/vList5"/>
    <dgm:cxn modelId="{7A38A76D-65D1-48A3-98C9-ED63C32B8DEE}" type="presOf" srcId="{C479B3D8-EF21-4582-B247-F9D63CF631BE}" destId="{93B44A83-6FFF-4267-9493-563BE5A1B2AA}" srcOrd="0" destOrd="0" presId="urn:microsoft.com/office/officeart/2005/8/layout/vList5"/>
    <dgm:cxn modelId="{FB33B3FD-F0AB-43FB-927B-95483E347929}" type="presOf" srcId="{3C61055E-48A3-44F5-85F2-E2FDB29C854F}" destId="{8E1A5823-BA6C-41B9-8E71-03100FBE3D69}" srcOrd="0" destOrd="0" presId="urn:microsoft.com/office/officeart/2005/8/layout/vList5"/>
    <dgm:cxn modelId="{2FE81236-385F-45CC-B77C-E5CE104E946C}" type="presOf" srcId="{05944B67-489C-4F5D-9496-9E71FD688E0B}" destId="{5DD29CAF-130A-4F28-8E8C-C82FAAED5088}" srcOrd="0" destOrd="0" presId="urn:microsoft.com/office/officeart/2005/8/layout/vList5"/>
    <dgm:cxn modelId="{99DEC2E7-632E-4DC5-B479-6BD401C0A474}" type="presOf" srcId="{D9939130-1903-4483-866E-93CD0302B555}" destId="{0976250A-B59C-44C5-BFE9-0916BC61C0B4}" srcOrd="0" destOrd="0" presId="urn:microsoft.com/office/officeart/2005/8/layout/vList5"/>
    <dgm:cxn modelId="{B0EB22A5-A735-4589-B461-C20E13AB4B89}" srcId="{0AD2E0FE-8398-4D4B-817F-C1610040B2E1}" destId="{3C61055E-48A3-44F5-85F2-E2FDB29C854F}" srcOrd="6" destOrd="0" parTransId="{FE82F104-094A-427A-B69C-6F15370F06AC}" sibTransId="{6F01D8D8-B808-4096-B07D-93359359CC8E}"/>
    <dgm:cxn modelId="{ADF88E5F-49B5-44B6-B291-5ADB3029EA87}" srcId="{0AD2E0FE-8398-4D4B-817F-C1610040B2E1}" destId="{DE4E1143-FCED-49B9-92E0-0476CB08A5E2}" srcOrd="0" destOrd="0" parTransId="{EEF2CC06-D457-4721-A428-948E154265F7}" sibTransId="{DA5D7AF8-6261-4238-8195-301872711454}"/>
    <dgm:cxn modelId="{B629FCB3-5B7E-47A1-9CD6-4F64BB68C4F7}" srcId="{28D5FB97-1B2A-4239-8110-04E20F4CC322}" destId="{D9939130-1903-4483-866E-93CD0302B555}" srcOrd="0" destOrd="0" parTransId="{A3C3BFC3-940C-4FC8-B30E-4413D2ACD92B}" sibTransId="{6995FB7B-88F7-4DC5-97B9-81DDD1AF6703}"/>
    <dgm:cxn modelId="{16171C52-955E-4E1E-B85D-3F002D0F166E}" type="presOf" srcId="{2EC1DE56-D796-45C9-9ECF-A526952F1B65}" destId="{1A2757FE-B8A4-4F0F-AB15-498ECF43B7F8}" srcOrd="0" destOrd="0" presId="urn:microsoft.com/office/officeart/2005/8/layout/vList5"/>
    <dgm:cxn modelId="{B1D066B9-6603-456C-AAC4-039A7B194F13}" type="presOf" srcId="{6DB2F562-0287-470F-A4F1-E5FDA277BF99}" destId="{A3A54AA2-7490-49C7-8C26-8178A59DA817}" srcOrd="0" destOrd="0" presId="urn:microsoft.com/office/officeart/2005/8/layout/vList5"/>
    <dgm:cxn modelId="{63A11D31-1462-4D73-BAF7-183BB91E43B6}" type="presParOf" srcId="{7C9B616F-71B6-461A-8E00-3E382160BA0B}" destId="{B212B7D3-CE75-4077-998A-7E109AC09EF1}" srcOrd="0" destOrd="0" presId="urn:microsoft.com/office/officeart/2005/8/layout/vList5"/>
    <dgm:cxn modelId="{25950BF4-BAEF-4A7D-9DD7-29B87B66FB08}" type="presParOf" srcId="{B212B7D3-CE75-4077-998A-7E109AC09EF1}" destId="{BEAD8392-7845-4FFA-B5E8-045F9C684280}" srcOrd="0" destOrd="0" presId="urn:microsoft.com/office/officeart/2005/8/layout/vList5"/>
    <dgm:cxn modelId="{7EFC93AE-2F78-476D-A55A-8FBA7871DFFE}" type="presParOf" srcId="{B212B7D3-CE75-4077-998A-7E109AC09EF1}" destId="{AAB84E75-8882-475D-AE54-8DAF77BD95AF}" srcOrd="1" destOrd="0" presId="urn:microsoft.com/office/officeart/2005/8/layout/vList5"/>
    <dgm:cxn modelId="{58FD450C-51CF-4771-AB5A-AD0CB59BDC8B}" type="presParOf" srcId="{7C9B616F-71B6-461A-8E00-3E382160BA0B}" destId="{67A56D2C-9CAF-4052-980B-5E297B4834F1}" srcOrd="1" destOrd="0" presId="urn:microsoft.com/office/officeart/2005/8/layout/vList5"/>
    <dgm:cxn modelId="{059DBB29-B809-44B4-91D3-EA0533CD0992}" type="presParOf" srcId="{7C9B616F-71B6-461A-8E00-3E382160BA0B}" destId="{09912573-1F11-41E9-8D8F-DF1D9175AD7B}" srcOrd="2" destOrd="0" presId="urn:microsoft.com/office/officeart/2005/8/layout/vList5"/>
    <dgm:cxn modelId="{A062AAB3-5896-4B94-9B94-095F131B8F4C}" type="presParOf" srcId="{09912573-1F11-41E9-8D8F-DF1D9175AD7B}" destId="{2156494E-0138-43F3-8838-26AE94D08E7C}" srcOrd="0" destOrd="0" presId="urn:microsoft.com/office/officeart/2005/8/layout/vList5"/>
    <dgm:cxn modelId="{211635DE-432C-4371-ABC5-B48991B34B13}" type="presParOf" srcId="{09912573-1F11-41E9-8D8F-DF1D9175AD7B}" destId="{0976250A-B59C-44C5-BFE9-0916BC61C0B4}" srcOrd="1" destOrd="0" presId="urn:microsoft.com/office/officeart/2005/8/layout/vList5"/>
    <dgm:cxn modelId="{3C7E7DBC-FA34-4CC9-98CC-0766AD66CF0F}" type="presParOf" srcId="{7C9B616F-71B6-461A-8E00-3E382160BA0B}" destId="{10DA135C-4167-418B-A73B-A339EA85E428}" srcOrd="3" destOrd="0" presId="urn:microsoft.com/office/officeart/2005/8/layout/vList5"/>
    <dgm:cxn modelId="{89AB9DA7-C728-4773-B9EE-C1D5FBA018B0}" type="presParOf" srcId="{7C9B616F-71B6-461A-8E00-3E382160BA0B}" destId="{8C6C2388-F4F7-4860-B657-B69E07A7FA4A}" srcOrd="4" destOrd="0" presId="urn:microsoft.com/office/officeart/2005/8/layout/vList5"/>
    <dgm:cxn modelId="{87781A0D-BA27-4402-BAB7-5890F3068AB1}" type="presParOf" srcId="{8C6C2388-F4F7-4860-B657-B69E07A7FA4A}" destId="{76E83526-4530-4FD1-AB46-440FF3E5D13F}" srcOrd="0" destOrd="0" presId="urn:microsoft.com/office/officeart/2005/8/layout/vList5"/>
    <dgm:cxn modelId="{7CFE396E-45AF-4B8C-9E9A-B802F6BF471F}" type="presParOf" srcId="{8C6C2388-F4F7-4860-B657-B69E07A7FA4A}" destId="{8D2C9E98-6751-418A-BB6A-F9655FE53B78}" srcOrd="1" destOrd="0" presId="urn:microsoft.com/office/officeart/2005/8/layout/vList5"/>
    <dgm:cxn modelId="{96E64081-60B2-4F59-B6A0-0948F37BC06C}" type="presParOf" srcId="{7C9B616F-71B6-461A-8E00-3E382160BA0B}" destId="{33872A13-106F-471F-A7F8-B5C562CAEE1A}" srcOrd="5" destOrd="0" presId="urn:microsoft.com/office/officeart/2005/8/layout/vList5"/>
    <dgm:cxn modelId="{A3DB88B5-EA03-4737-818E-C7E530AF48C3}" type="presParOf" srcId="{7C9B616F-71B6-461A-8E00-3E382160BA0B}" destId="{BA2B0731-9E27-4345-A605-E3EABF32E936}" srcOrd="6" destOrd="0" presId="urn:microsoft.com/office/officeart/2005/8/layout/vList5"/>
    <dgm:cxn modelId="{16370CA3-E84F-4B7A-836D-41331CB97576}" type="presParOf" srcId="{BA2B0731-9E27-4345-A605-E3EABF32E936}" destId="{5DD29CAF-130A-4F28-8E8C-C82FAAED5088}" srcOrd="0" destOrd="0" presId="urn:microsoft.com/office/officeart/2005/8/layout/vList5"/>
    <dgm:cxn modelId="{621593D5-BC63-4138-9F4A-E2E3306CB9DF}" type="presParOf" srcId="{BA2B0731-9E27-4345-A605-E3EABF32E936}" destId="{0C516EFD-5245-4A8F-9DCA-D49088B127B2}" srcOrd="1" destOrd="0" presId="urn:microsoft.com/office/officeart/2005/8/layout/vList5"/>
    <dgm:cxn modelId="{A7FD3DB7-2347-4323-A4F9-0FCEFBF155DB}" type="presParOf" srcId="{7C9B616F-71B6-461A-8E00-3E382160BA0B}" destId="{A7440922-1E35-48B6-9A18-92A72F8A03F6}" srcOrd="7" destOrd="0" presId="urn:microsoft.com/office/officeart/2005/8/layout/vList5"/>
    <dgm:cxn modelId="{62D9895A-B4AD-4F9E-B351-F3CD02D16211}" type="presParOf" srcId="{7C9B616F-71B6-461A-8E00-3E382160BA0B}" destId="{5745CC39-2FA2-48C5-9464-FED9E269817A}" srcOrd="8" destOrd="0" presId="urn:microsoft.com/office/officeart/2005/8/layout/vList5"/>
    <dgm:cxn modelId="{19BDF7C6-F437-4871-B9D5-830EB82CFEA2}" type="presParOf" srcId="{5745CC39-2FA2-48C5-9464-FED9E269817A}" destId="{93B44A83-6FFF-4267-9493-563BE5A1B2AA}" srcOrd="0" destOrd="0" presId="urn:microsoft.com/office/officeart/2005/8/layout/vList5"/>
    <dgm:cxn modelId="{75A1DCE4-5685-40CB-9973-94F572D06BD6}" type="presParOf" srcId="{5745CC39-2FA2-48C5-9464-FED9E269817A}" destId="{C89BE7B4-5721-44FD-8845-D71934FC7805}" srcOrd="1" destOrd="0" presId="urn:microsoft.com/office/officeart/2005/8/layout/vList5"/>
    <dgm:cxn modelId="{17873EC0-96B4-4D1D-A6F1-AB0E76B4BEB7}" type="presParOf" srcId="{7C9B616F-71B6-461A-8E00-3E382160BA0B}" destId="{5756BBE7-5BF1-47C0-BD5A-B3108F030554}" srcOrd="9" destOrd="0" presId="urn:microsoft.com/office/officeart/2005/8/layout/vList5"/>
    <dgm:cxn modelId="{002B5AF2-1A33-4A40-AC96-B70299808E81}" type="presParOf" srcId="{7C9B616F-71B6-461A-8E00-3E382160BA0B}" destId="{018C6374-CA75-4666-8C0C-DD6CCC8195DE}" srcOrd="10" destOrd="0" presId="urn:microsoft.com/office/officeart/2005/8/layout/vList5"/>
    <dgm:cxn modelId="{299C22D6-8DFC-4039-A597-6540E97E6425}" type="presParOf" srcId="{018C6374-CA75-4666-8C0C-DD6CCC8195DE}" destId="{D56B6E6C-B197-431F-9465-742036292045}" srcOrd="0" destOrd="0" presId="urn:microsoft.com/office/officeart/2005/8/layout/vList5"/>
    <dgm:cxn modelId="{50247FAC-79EF-4128-9684-3B81EB8733A3}" type="presParOf" srcId="{018C6374-CA75-4666-8C0C-DD6CCC8195DE}" destId="{A3A54AA2-7490-49C7-8C26-8178A59DA817}" srcOrd="1" destOrd="0" presId="urn:microsoft.com/office/officeart/2005/8/layout/vList5"/>
    <dgm:cxn modelId="{61B72A9F-6E31-48FD-BEF6-52658321477C}" type="presParOf" srcId="{7C9B616F-71B6-461A-8E00-3E382160BA0B}" destId="{720344F9-B6A5-406A-B501-E11FEC613701}" srcOrd="11" destOrd="0" presId="urn:microsoft.com/office/officeart/2005/8/layout/vList5"/>
    <dgm:cxn modelId="{AF9EBF46-6E19-4F7A-BD5A-064C687B0992}" type="presParOf" srcId="{7C9B616F-71B6-461A-8E00-3E382160BA0B}" destId="{EFDFC4C7-4E29-40B9-BB03-B790E2E941DA}" srcOrd="12" destOrd="0" presId="urn:microsoft.com/office/officeart/2005/8/layout/vList5"/>
    <dgm:cxn modelId="{A6A229CA-C4A2-4F3C-B4FC-55AE8361F0D4}" type="presParOf" srcId="{EFDFC4C7-4E29-40B9-BB03-B790E2E941DA}" destId="{8E1A5823-BA6C-41B9-8E71-03100FBE3D69}" srcOrd="0" destOrd="0" presId="urn:microsoft.com/office/officeart/2005/8/layout/vList5"/>
    <dgm:cxn modelId="{BDBD40C3-5D41-4DF6-9509-ED3AE15CECC4}" type="presParOf" srcId="{EFDFC4C7-4E29-40B9-BB03-B790E2E941DA}" destId="{E7D68298-5D7F-4521-92B1-40A5B76EF6A1}" srcOrd="1" destOrd="0" presId="urn:microsoft.com/office/officeart/2005/8/layout/vList5"/>
    <dgm:cxn modelId="{76E8B214-304E-4407-979C-7B9D8F97973E}" type="presParOf" srcId="{7C9B616F-71B6-461A-8E00-3E382160BA0B}" destId="{D36F3B80-ABD6-49B0-8EF0-35BFF0382190}" srcOrd="13" destOrd="0" presId="urn:microsoft.com/office/officeart/2005/8/layout/vList5"/>
    <dgm:cxn modelId="{336ED7A6-5F12-47BE-BA0A-3B598612FD35}" type="presParOf" srcId="{7C9B616F-71B6-461A-8E00-3E382160BA0B}" destId="{0510B4E8-8123-48DC-AE99-632D059B92D6}" srcOrd="14" destOrd="0" presId="urn:microsoft.com/office/officeart/2005/8/layout/vList5"/>
    <dgm:cxn modelId="{B1157F3E-CC67-4D44-8A29-22D60A58DD4E}" type="presParOf" srcId="{0510B4E8-8123-48DC-AE99-632D059B92D6}" destId="{1A2757FE-B8A4-4F0F-AB15-498ECF43B7F8}" srcOrd="0" destOrd="0" presId="urn:microsoft.com/office/officeart/2005/8/layout/vList5"/>
    <dgm:cxn modelId="{8E2E9DA2-CBDC-4C16-80B7-04FE80C4506F}" type="presParOf" srcId="{0510B4E8-8123-48DC-AE99-632D059B92D6}" destId="{5BA79669-F1C4-4A85-B8FC-B54F8ACC8096}" srcOrd="1" destOrd="0" presId="urn:microsoft.com/office/officeart/2005/8/layout/vList5"/>
    <dgm:cxn modelId="{9850C374-3BD1-4F37-903E-F636EC149DB3}" type="presParOf" srcId="{7C9B616F-71B6-461A-8E00-3E382160BA0B}" destId="{A3F9AB6D-0D73-4E2B-B952-082BC259E1ED}" srcOrd="15" destOrd="0" presId="urn:microsoft.com/office/officeart/2005/8/layout/vList5"/>
    <dgm:cxn modelId="{AF226485-F168-487C-86A4-28A652FC723A}" type="presParOf" srcId="{7C9B616F-71B6-461A-8E00-3E382160BA0B}" destId="{8FF858EF-533B-44FF-8628-F9A778F44EAF}" srcOrd="16" destOrd="0" presId="urn:microsoft.com/office/officeart/2005/8/layout/vList5"/>
    <dgm:cxn modelId="{4676B2B4-3FFC-42A1-8373-366B1FD3F3F5}" type="presParOf" srcId="{8FF858EF-533B-44FF-8628-F9A778F44EAF}" destId="{D48F4063-D8FB-4825-9E5C-4EA836016AC0}" srcOrd="0" destOrd="0" presId="urn:microsoft.com/office/officeart/2005/8/layout/vList5"/>
    <dgm:cxn modelId="{12069E91-3F1D-4692-9141-9C9B0F1B2048}" type="presParOf" srcId="{8FF858EF-533B-44FF-8628-F9A778F44EAF}" destId="{64DE499A-4E00-4E1B-B0DA-BEC7BD5281DB}" srcOrd="1" destOrd="0" presId="urn:microsoft.com/office/officeart/2005/8/layout/vList5"/>
    <dgm:cxn modelId="{F7CA48A0-A0D0-452E-8BEC-C4D708166E4F}" type="presParOf" srcId="{7C9B616F-71B6-461A-8E00-3E382160BA0B}" destId="{D89D4AC8-ADA9-4D31-B208-50C76D2D5CA2}" srcOrd="17" destOrd="0" presId="urn:microsoft.com/office/officeart/2005/8/layout/vList5"/>
    <dgm:cxn modelId="{D5AF1EAF-E554-407B-B092-FF557B874B15}" type="presParOf" srcId="{7C9B616F-71B6-461A-8E00-3E382160BA0B}" destId="{67B3FF30-F3D7-421A-BE1C-9EC8CD0F7C21}" srcOrd="18" destOrd="0" presId="urn:microsoft.com/office/officeart/2005/8/layout/vList5"/>
    <dgm:cxn modelId="{32DE4A23-3524-4AEB-BB87-3005F08FAABE}" type="presParOf" srcId="{67B3FF30-F3D7-421A-BE1C-9EC8CD0F7C21}" destId="{06FCCC2A-89B2-415B-92CC-2BE683277200}" srcOrd="0" destOrd="0" presId="urn:microsoft.com/office/officeart/2005/8/layout/vList5"/>
    <dgm:cxn modelId="{5462728A-343A-4CB4-99AD-A7937D5DD6DC}" type="presParOf" srcId="{67B3FF30-F3D7-421A-BE1C-9EC8CD0F7C21}" destId="{CEF1E5FC-0C7F-4F3D-9FF2-6C2EFBCD92CA}" srcOrd="1" destOrd="0" presId="urn:microsoft.com/office/officeart/2005/8/layout/vList5"/>
    <dgm:cxn modelId="{FC3B69E7-16C3-4415-A71F-DAE5238B4C12}" type="presParOf" srcId="{7C9B616F-71B6-461A-8E00-3E382160BA0B}" destId="{E5690AC0-8BB9-4CE7-BB85-3FF75CBDD415}" srcOrd="19" destOrd="0" presId="urn:microsoft.com/office/officeart/2005/8/layout/vList5"/>
    <dgm:cxn modelId="{8D032605-8D4E-4256-8598-E9EA7EBF38A2}" type="presParOf" srcId="{7C9B616F-71B6-461A-8E00-3E382160BA0B}" destId="{B2753CA7-9637-4E1B-B376-1C2C61CE4560}" srcOrd="20" destOrd="0" presId="urn:microsoft.com/office/officeart/2005/8/layout/vList5"/>
    <dgm:cxn modelId="{FD2D7ED9-8D14-4F97-995C-BBC8C7BF932E}" type="presParOf" srcId="{B2753CA7-9637-4E1B-B376-1C2C61CE4560}" destId="{B9C86172-700B-4A0C-8E7C-723AA500E338}" srcOrd="0" destOrd="0" presId="urn:microsoft.com/office/officeart/2005/8/layout/vList5"/>
    <dgm:cxn modelId="{A9E54B72-2CDE-490E-8289-82C510B1D720}" type="presParOf" srcId="{B2753CA7-9637-4E1B-B376-1C2C61CE4560}" destId="{C9AE483D-7CD2-4356-8E2D-1440CC5DC1A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E35E90-3F83-43EA-9354-2C397C7C46AE}">
      <dsp:nvSpPr>
        <dsp:cNvPr id="0" name=""/>
        <dsp:cNvSpPr/>
      </dsp:nvSpPr>
      <dsp:spPr>
        <a:xfrm>
          <a:off x="0" y="450659"/>
          <a:ext cx="76962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C8C34-DCD8-44D0-ACA5-40038371F31A}">
      <dsp:nvSpPr>
        <dsp:cNvPr id="0" name=""/>
        <dsp:cNvSpPr/>
      </dsp:nvSpPr>
      <dsp:spPr>
        <a:xfrm>
          <a:off x="381000" y="31544"/>
          <a:ext cx="6911364" cy="82656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Development project function point count</a:t>
          </a:r>
          <a:endParaRPr lang="en-US" sz="2800" kern="1200" dirty="0"/>
        </a:p>
      </dsp:txBody>
      <dsp:txXfrm>
        <a:off x="381000" y="31544"/>
        <a:ext cx="6911364" cy="826560"/>
      </dsp:txXfrm>
    </dsp:sp>
    <dsp:sp modelId="{8E29BB11-2467-45D4-8B20-6B730185BC7F}">
      <dsp:nvSpPr>
        <dsp:cNvPr id="0" name=""/>
        <dsp:cNvSpPr/>
      </dsp:nvSpPr>
      <dsp:spPr>
        <a:xfrm>
          <a:off x="0" y="1545711"/>
          <a:ext cx="76962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931A0-A8A3-4498-B08F-AAACB83E0300}">
      <dsp:nvSpPr>
        <dsp:cNvPr id="0" name=""/>
        <dsp:cNvSpPr/>
      </dsp:nvSpPr>
      <dsp:spPr>
        <a:xfrm>
          <a:off x="384810" y="1307459"/>
          <a:ext cx="6911364" cy="82656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Enhancement project function point count</a:t>
          </a:r>
          <a:endParaRPr lang="en-US" sz="2800" kern="1200" dirty="0"/>
        </a:p>
      </dsp:txBody>
      <dsp:txXfrm>
        <a:off x="384810" y="1307459"/>
        <a:ext cx="6911364" cy="826560"/>
      </dsp:txXfrm>
    </dsp:sp>
    <dsp:sp modelId="{82E2A3D0-97F4-48E3-AA50-26DB43693508}">
      <dsp:nvSpPr>
        <dsp:cNvPr id="0" name=""/>
        <dsp:cNvSpPr/>
      </dsp:nvSpPr>
      <dsp:spPr>
        <a:xfrm>
          <a:off x="0" y="2990820"/>
          <a:ext cx="76962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1B759-036B-4E72-B5CA-DB4F6C6E29D8}">
      <dsp:nvSpPr>
        <dsp:cNvPr id="0" name=""/>
        <dsp:cNvSpPr/>
      </dsp:nvSpPr>
      <dsp:spPr>
        <a:xfrm>
          <a:off x="384810" y="2577540"/>
          <a:ext cx="6911364" cy="82656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Application function point count</a:t>
          </a:r>
          <a:endParaRPr lang="en-US" sz="2800" kern="1200" dirty="0"/>
        </a:p>
      </dsp:txBody>
      <dsp:txXfrm>
        <a:off x="384810" y="2577540"/>
        <a:ext cx="6911364" cy="8265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B4CD59E-F10E-4F38-BD3C-23C459C04F45}">
      <dsp:nvSpPr>
        <dsp:cNvPr id="0" name=""/>
        <dsp:cNvSpPr/>
      </dsp:nvSpPr>
      <dsp:spPr>
        <a:xfrm>
          <a:off x="6498436" y="2523106"/>
          <a:ext cx="1200042" cy="285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597"/>
              </a:lnTo>
              <a:lnTo>
                <a:pt x="1200042" y="194597"/>
              </a:lnTo>
              <a:lnTo>
                <a:pt x="1200042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B60EE1-302E-40C9-A0F5-7F6A05CAD391}">
      <dsp:nvSpPr>
        <dsp:cNvPr id="0" name=""/>
        <dsp:cNvSpPr/>
      </dsp:nvSpPr>
      <dsp:spPr>
        <a:xfrm>
          <a:off x="6452716" y="2523106"/>
          <a:ext cx="91440" cy="2855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F81DC6-519F-4E1B-8AFB-6A9FC09E6AAB}">
      <dsp:nvSpPr>
        <dsp:cNvPr id="0" name=""/>
        <dsp:cNvSpPr/>
      </dsp:nvSpPr>
      <dsp:spPr>
        <a:xfrm>
          <a:off x="5298394" y="2523106"/>
          <a:ext cx="1200042" cy="285555"/>
        </a:xfrm>
        <a:custGeom>
          <a:avLst/>
          <a:gdLst/>
          <a:ahLst/>
          <a:cxnLst/>
          <a:rect l="0" t="0" r="0" b="0"/>
          <a:pathLst>
            <a:path>
              <a:moveTo>
                <a:pt x="1200042" y="0"/>
              </a:moveTo>
              <a:lnTo>
                <a:pt x="1200042" y="194597"/>
              </a:lnTo>
              <a:lnTo>
                <a:pt x="0" y="194597"/>
              </a:lnTo>
              <a:lnTo>
                <a:pt x="0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50050C-78F8-4688-A97D-B0F72015619A}">
      <dsp:nvSpPr>
        <dsp:cNvPr id="0" name=""/>
        <dsp:cNvSpPr/>
      </dsp:nvSpPr>
      <dsp:spPr>
        <a:xfrm>
          <a:off x="4398363" y="1614075"/>
          <a:ext cx="2100073" cy="285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597"/>
              </a:lnTo>
              <a:lnTo>
                <a:pt x="2100073" y="194597"/>
              </a:lnTo>
              <a:lnTo>
                <a:pt x="2100073" y="2855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0859E-2BF2-47C9-9B12-B71BCAB08D7D}">
      <dsp:nvSpPr>
        <dsp:cNvPr id="0" name=""/>
        <dsp:cNvSpPr/>
      </dsp:nvSpPr>
      <dsp:spPr>
        <a:xfrm>
          <a:off x="2298289" y="2523106"/>
          <a:ext cx="1800063" cy="285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597"/>
              </a:lnTo>
              <a:lnTo>
                <a:pt x="1800063" y="194597"/>
              </a:lnTo>
              <a:lnTo>
                <a:pt x="1800063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B0B16-6779-4BA7-A8C5-BC3ACA5992B6}">
      <dsp:nvSpPr>
        <dsp:cNvPr id="0" name=""/>
        <dsp:cNvSpPr/>
      </dsp:nvSpPr>
      <dsp:spPr>
        <a:xfrm>
          <a:off x="2298289" y="2523106"/>
          <a:ext cx="600021" cy="285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597"/>
              </a:lnTo>
              <a:lnTo>
                <a:pt x="600021" y="194597"/>
              </a:lnTo>
              <a:lnTo>
                <a:pt x="600021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3EF587-2422-4F43-9070-4687D17FB35C}">
      <dsp:nvSpPr>
        <dsp:cNvPr id="0" name=""/>
        <dsp:cNvSpPr/>
      </dsp:nvSpPr>
      <dsp:spPr>
        <a:xfrm>
          <a:off x="1698268" y="2523106"/>
          <a:ext cx="600021" cy="285555"/>
        </a:xfrm>
        <a:custGeom>
          <a:avLst/>
          <a:gdLst/>
          <a:ahLst/>
          <a:cxnLst/>
          <a:rect l="0" t="0" r="0" b="0"/>
          <a:pathLst>
            <a:path>
              <a:moveTo>
                <a:pt x="600021" y="0"/>
              </a:moveTo>
              <a:lnTo>
                <a:pt x="600021" y="194597"/>
              </a:lnTo>
              <a:lnTo>
                <a:pt x="0" y="194597"/>
              </a:lnTo>
              <a:lnTo>
                <a:pt x="0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5260F-A128-4F01-9257-C560241CC068}">
      <dsp:nvSpPr>
        <dsp:cNvPr id="0" name=""/>
        <dsp:cNvSpPr/>
      </dsp:nvSpPr>
      <dsp:spPr>
        <a:xfrm>
          <a:off x="498226" y="2523106"/>
          <a:ext cx="1800063" cy="285555"/>
        </a:xfrm>
        <a:custGeom>
          <a:avLst/>
          <a:gdLst/>
          <a:ahLst/>
          <a:cxnLst/>
          <a:rect l="0" t="0" r="0" b="0"/>
          <a:pathLst>
            <a:path>
              <a:moveTo>
                <a:pt x="1800063" y="0"/>
              </a:moveTo>
              <a:lnTo>
                <a:pt x="1800063" y="194597"/>
              </a:lnTo>
              <a:lnTo>
                <a:pt x="0" y="194597"/>
              </a:lnTo>
              <a:lnTo>
                <a:pt x="0" y="2855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59C61-FB85-4C5E-BED4-7A0EC13464C8}">
      <dsp:nvSpPr>
        <dsp:cNvPr id="0" name=""/>
        <dsp:cNvSpPr/>
      </dsp:nvSpPr>
      <dsp:spPr>
        <a:xfrm>
          <a:off x="2298289" y="1614075"/>
          <a:ext cx="2100073" cy="285555"/>
        </a:xfrm>
        <a:custGeom>
          <a:avLst/>
          <a:gdLst/>
          <a:ahLst/>
          <a:cxnLst/>
          <a:rect l="0" t="0" r="0" b="0"/>
          <a:pathLst>
            <a:path>
              <a:moveTo>
                <a:pt x="2100073" y="0"/>
              </a:moveTo>
              <a:lnTo>
                <a:pt x="2100073" y="194597"/>
              </a:lnTo>
              <a:lnTo>
                <a:pt x="0" y="194597"/>
              </a:lnTo>
              <a:lnTo>
                <a:pt x="0" y="2855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7342D4-DED7-4F61-A1C9-CCAD3BF39675}">
      <dsp:nvSpPr>
        <dsp:cNvPr id="0" name=""/>
        <dsp:cNvSpPr/>
      </dsp:nvSpPr>
      <dsp:spPr>
        <a:xfrm>
          <a:off x="3907436" y="990598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04662-66C7-4D24-916D-A10137F9150E}">
      <dsp:nvSpPr>
        <dsp:cNvPr id="0" name=""/>
        <dsp:cNvSpPr/>
      </dsp:nvSpPr>
      <dsp:spPr>
        <a:xfrm>
          <a:off x="4016531" y="1094238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System</a:t>
          </a:r>
          <a:endParaRPr lang="en-US" sz="2000" kern="1200" dirty="0"/>
        </a:p>
      </dsp:txBody>
      <dsp:txXfrm>
        <a:off x="4016531" y="1094238"/>
        <a:ext cx="981852" cy="623476"/>
      </dsp:txXfrm>
    </dsp:sp>
    <dsp:sp modelId="{AA8746B1-4193-4DF3-80D9-E231D45AB829}">
      <dsp:nvSpPr>
        <dsp:cNvPr id="0" name=""/>
        <dsp:cNvSpPr/>
      </dsp:nvSpPr>
      <dsp:spPr>
        <a:xfrm>
          <a:off x="1807363" y="1899630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844CB-C1D1-4FAE-AF4A-ECA467CD298B}">
      <dsp:nvSpPr>
        <dsp:cNvPr id="0" name=""/>
        <dsp:cNvSpPr/>
      </dsp:nvSpPr>
      <dsp:spPr>
        <a:xfrm>
          <a:off x="1916457" y="2003270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Use cases</a:t>
          </a:r>
          <a:endParaRPr lang="en-US" sz="2000" kern="1200" dirty="0"/>
        </a:p>
      </dsp:txBody>
      <dsp:txXfrm>
        <a:off x="1916457" y="2003270"/>
        <a:ext cx="981852" cy="623476"/>
      </dsp:txXfrm>
    </dsp:sp>
    <dsp:sp modelId="{E0B02A8B-F73B-40F0-BDE4-54682ED4A1D7}">
      <dsp:nvSpPr>
        <dsp:cNvPr id="0" name=""/>
        <dsp:cNvSpPr/>
      </dsp:nvSpPr>
      <dsp:spPr>
        <a:xfrm>
          <a:off x="7300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BA0BE-10DA-4CAB-BC44-555212116C76}">
      <dsp:nvSpPr>
        <dsp:cNvPr id="0" name=""/>
        <dsp:cNvSpPr/>
      </dsp:nvSpPr>
      <dsp:spPr>
        <a:xfrm>
          <a:off x="116394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User interface</a:t>
          </a:r>
          <a:endParaRPr lang="en-US" sz="1400" kern="1200" dirty="0"/>
        </a:p>
      </dsp:txBody>
      <dsp:txXfrm>
        <a:off x="116394" y="2912302"/>
        <a:ext cx="981852" cy="623476"/>
      </dsp:txXfrm>
    </dsp:sp>
    <dsp:sp modelId="{360DF3EC-2BE4-4F85-A8F4-B454B2A2BA9E}">
      <dsp:nvSpPr>
        <dsp:cNvPr id="0" name=""/>
        <dsp:cNvSpPr/>
      </dsp:nvSpPr>
      <dsp:spPr>
        <a:xfrm>
          <a:off x="1207342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38B0B-94E5-4BA1-B68A-9D66D8B20304}">
      <dsp:nvSpPr>
        <dsp:cNvPr id="0" name=""/>
        <dsp:cNvSpPr/>
      </dsp:nvSpPr>
      <dsp:spPr>
        <a:xfrm>
          <a:off x="1316436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Database</a:t>
          </a:r>
          <a:endParaRPr lang="en-US" sz="1400" kern="1200" dirty="0"/>
        </a:p>
      </dsp:txBody>
      <dsp:txXfrm>
        <a:off x="1316436" y="2912302"/>
        <a:ext cx="981852" cy="623476"/>
      </dsp:txXfrm>
    </dsp:sp>
    <dsp:sp modelId="{CB90833D-0796-4DF8-AAFB-64A06EABFD04}">
      <dsp:nvSpPr>
        <dsp:cNvPr id="0" name=""/>
        <dsp:cNvSpPr/>
      </dsp:nvSpPr>
      <dsp:spPr>
        <a:xfrm>
          <a:off x="2407384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7AA2B-645D-4778-B6E1-2B9CA18F5BFB}">
      <dsp:nvSpPr>
        <dsp:cNvPr id="0" name=""/>
        <dsp:cNvSpPr/>
      </dsp:nvSpPr>
      <dsp:spPr>
        <a:xfrm>
          <a:off x="2516478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Scenario</a:t>
          </a:r>
          <a:endParaRPr lang="en-US" sz="1400" kern="1200" dirty="0"/>
        </a:p>
      </dsp:txBody>
      <dsp:txXfrm>
        <a:off x="2516478" y="2912302"/>
        <a:ext cx="981852" cy="623476"/>
      </dsp:txXfrm>
    </dsp:sp>
    <dsp:sp modelId="{FD0C3B95-542B-480F-A210-F8F17AB3A577}">
      <dsp:nvSpPr>
        <dsp:cNvPr id="0" name=""/>
        <dsp:cNvSpPr/>
      </dsp:nvSpPr>
      <dsp:spPr>
        <a:xfrm>
          <a:off x="3607426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A7F92-F249-43FE-B557-FB39C6BA7A44}">
      <dsp:nvSpPr>
        <dsp:cNvPr id="0" name=""/>
        <dsp:cNvSpPr/>
      </dsp:nvSpPr>
      <dsp:spPr>
        <a:xfrm>
          <a:off x="3716521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Classes</a:t>
          </a:r>
          <a:endParaRPr lang="en-US" sz="1400" kern="1200" dirty="0"/>
        </a:p>
      </dsp:txBody>
      <dsp:txXfrm>
        <a:off x="3716521" y="2912302"/>
        <a:ext cx="981852" cy="623476"/>
      </dsp:txXfrm>
    </dsp:sp>
    <dsp:sp modelId="{CB511D24-61DE-4573-98CF-7A7C9E414745}">
      <dsp:nvSpPr>
        <dsp:cNvPr id="0" name=""/>
        <dsp:cNvSpPr/>
      </dsp:nvSpPr>
      <dsp:spPr>
        <a:xfrm>
          <a:off x="6007510" y="1899630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16E94-7A9C-4C47-95D7-0C2BE78DFA36}">
      <dsp:nvSpPr>
        <dsp:cNvPr id="0" name=""/>
        <dsp:cNvSpPr/>
      </dsp:nvSpPr>
      <dsp:spPr>
        <a:xfrm>
          <a:off x="6116605" y="2003270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Actors</a:t>
          </a:r>
          <a:endParaRPr lang="en-US" sz="2000" kern="1200" dirty="0"/>
        </a:p>
      </dsp:txBody>
      <dsp:txXfrm>
        <a:off x="6116605" y="2003270"/>
        <a:ext cx="981852" cy="623476"/>
      </dsp:txXfrm>
    </dsp:sp>
    <dsp:sp modelId="{992D9EF8-AD5D-48DE-90DB-37C42C0B9660}">
      <dsp:nvSpPr>
        <dsp:cNvPr id="0" name=""/>
        <dsp:cNvSpPr/>
      </dsp:nvSpPr>
      <dsp:spPr>
        <a:xfrm>
          <a:off x="4807468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16977-41D5-4176-B3C3-8A59E0F0FEBD}">
      <dsp:nvSpPr>
        <dsp:cNvPr id="0" name=""/>
        <dsp:cNvSpPr/>
      </dsp:nvSpPr>
      <dsp:spPr>
        <a:xfrm>
          <a:off x="4916563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Another system via API</a:t>
          </a:r>
          <a:endParaRPr lang="en-US" sz="1400" kern="1200" dirty="0"/>
        </a:p>
      </dsp:txBody>
      <dsp:txXfrm>
        <a:off x="4916563" y="2912302"/>
        <a:ext cx="981852" cy="623476"/>
      </dsp:txXfrm>
    </dsp:sp>
    <dsp:sp modelId="{717506A3-3F9B-4B9B-A484-AB86F5A4C7FB}">
      <dsp:nvSpPr>
        <dsp:cNvPr id="0" name=""/>
        <dsp:cNvSpPr/>
      </dsp:nvSpPr>
      <dsp:spPr>
        <a:xfrm>
          <a:off x="6007510" y="2808662"/>
          <a:ext cx="981852" cy="1202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21442-BCD8-4312-B6DA-925F5224A885}">
      <dsp:nvSpPr>
        <dsp:cNvPr id="0" name=""/>
        <dsp:cNvSpPr/>
      </dsp:nvSpPr>
      <dsp:spPr>
        <a:xfrm>
          <a:off x="6116605" y="2912302"/>
          <a:ext cx="981852" cy="1202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Another system via protocol (TCP/IP)</a:t>
          </a:r>
          <a:endParaRPr lang="en-US" sz="1400" kern="1200" dirty="0"/>
        </a:p>
      </dsp:txBody>
      <dsp:txXfrm>
        <a:off x="6116605" y="2912302"/>
        <a:ext cx="981852" cy="1202498"/>
      </dsp:txXfrm>
    </dsp:sp>
    <dsp:sp modelId="{104792F3-7A7F-47A7-BA8E-5F0C667C693F}">
      <dsp:nvSpPr>
        <dsp:cNvPr id="0" name=""/>
        <dsp:cNvSpPr/>
      </dsp:nvSpPr>
      <dsp:spPr>
        <a:xfrm>
          <a:off x="7207552" y="2808662"/>
          <a:ext cx="981852" cy="6234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72FE3-6C3A-481B-88E5-5B05D6F02D2C}">
      <dsp:nvSpPr>
        <dsp:cNvPr id="0" name=""/>
        <dsp:cNvSpPr/>
      </dsp:nvSpPr>
      <dsp:spPr>
        <a:xfrm>
          <a:off x="7316647" y="2912302"/>
          <a:ext cx="981852" cy="6234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Person via Interface</a:t>
          </a:r>
          <a:endParaRPr lang="en-US" sz="1400" kern="1200" dirty="0"/>
        </a:p>
      </dsp:txBody>
      <dsp:txXfrm>
        <a:off x="7316647" y="2912302"/>
        <a:ext cx="981852" cy="62347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AB84E75-8882-475D-AE54-8DAF77BD95AF}">
      <dsp:nvSpPr>
        <dsp:cNvPr id="0" name=""/>
        <dsp:cNvSpPr/>
      </dsp:nvSpPr>
      <dsp:spPr>
        <a:xfrm rot="5400000">
          <a:off x="3501443" y="-1508152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11.30%</a:t>
          </a:r>
          <a:endParaRPr lang="en-US" sz="1800" kern="1200" dirty="0"/>
        </a:p>
      </dsp:txBody>
      <dsp:txXfrm rot="5400000">
        <a:off x="3501443" y="-1508152"/>
        <a:ext cx="354984" cy="3462528"/>
      </dsp:txXfrm>
    </dsp:sp>
    <dsp:sp modelId="{BEAD8392-7845-4FFA-B5E8-045F9C684280}">
      <dsp:nvSpPr>
        <dsp:cNvPr id="0" name=""/>
        <dsp:cNvSpPr/>
      </dsp:nvSpPr>
      <dsp:spPr>
        <a:xfrm>
          <a:off x="0" y="1246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Requirement</a:t>
          </a:r>
          <a:endParaRPr lang="en-US" sz="1700" kern="1200" dirty="0"/>
        </a:p>
      </dsp:txBody>
      <dsp:txXfrm>
        <a:off x="0" y="1246"/>
        <a:ext cx="1947672" cy="443731"/>
      </dsp:txXfrm>
    </dsp:sp>
    <dsp:sp modelId="{0976250A-B59C-44C5-BFE9-0916BC61C0B4}">
      <dsp:nvSpPr>
        <dsp:cNvPr id="0" name=""/>
        <dsp:cNvSpPr/>
      </dsp:nvSpPr>
      <dsp:spPr>
        <a:xfrm rot="5400000">
          <a:off x="3501443" y="-1042234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8.25%</a:t>
          </a:r>
          <a:endParaRPr lang="en-US" sz="1800" kern="1200" dirty="0"/>
        </a:p>
      </dsp:txBody>
      <dsp:txXfrm rot="5400000">
        <a:off x="3501443" y="-1042234"/>
        <a:ext cx="354984" cy="3462528"/>
      </dsp:txXfrm>
    </dsp:sp>
    <dsp:sp modelId="{2156494E-0138-43F3-8838-26AE94D08E7C}">
      <dsp:nvSpPr>
        <dsp:cNvPr id="0" name=""/>
        <dsp:cNvSpPr/>
      </dsp:nvSpPr>
      <dsp:spPr>
        <a:xfrm>
          <a:off x="0" y="467164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A&amp;D</a:t>
          </a:r>
          <a:endParaRPr lang="en-US" sz="1700" kern="1200" dirty="0"/>
        </a:p>
      </dsp:txBody>
      <dsp:txXfrm>
        <a:off x="0" y="467164"/>
        <a:ext cx="1947672" cy="443731"/>
      </dsp:txXfrm>
    </dsp:sp>
    <dsp:sp modelId="{8D2C9E98-6751-418A-BB6A-F9655FE53B78}">
      <dsp:nvSpPr>
        <dsp:cNvPr id="0" name=""/>
        <dsp:cNvSpPr/>
      </dsp:nvSpPr>
      <dsp:spPr>
        <a:xfrm rot="5400000">
          <a:off x="3501443" y="-576316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48.55%</a:t>
          </a:r>
          <a:endParaRPr lang="en-US" sz="1800" kern="1200" dirty="0"/>
        </a:p>
      </dsp:txBody>
      <dsp:txXfrm rot="5400000">
        <a:off x="3501443" y="-576316"/>
        <a:ext cx="354984" cy="3462528"/>
      </dsp:txXfrm>
    </dsp:sp>
    <dsp:sp modelId="{76E83526-4530-4FD1-AB46-440FF3E5D13F}">
      <dsp:nvSpPr>
        <dsp:cNvPr id="0" name=""/>
        <dsp:cNvSpPr/>
      </dsp:nvSpPr>
      <dsp:spPr>
        <a:xfrm>
          <a:off x="0" y="933081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Implementation</a:t>
          </a:r>
          <a:endParaRPr lang="en-US" sz="1700" kern="1200" dirty="0"/>
        </a:p>
      </dsp:txBody>
      <dsp:txXfrm>
        <a:off x="0" y="933081"/>
        <a:ext cx="1947672" cy="443731"/>
      </dsp:txXfrm>
    </dsp:sp>
    <dsp:sp modelId="{0C516EFD-5245-4A8F-9DCA-D49088B127B2}">
      <dsp:nvSpPr>
        <dsp:cNvPr id="0" name=""/>
        <dsp:cNvSpPr/>
      </dsp:nvSpPr>
      <dsp:spPr>
        <a:xfrm rot="5400000">
          <a:off x="3501443" y="-110399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16.05%</a:t>
          </a:r>
          <a:endParaRPr lang="en-US" sz="1800" kern="1200" dirty="0"/>
        </a:p>
      </dsp:txBody>
      <dsp:txXfrm rot="5400000">
        <a:off x="3501443" y="-110399"/>
        <a:ext cx="354984" cy="3462528"/>
      </dsp:txXfrm>
    </dsp:sp>
    <dsp:sp modelId="{5DD29CAF-130A-4F28-8E8C-C82FAAED5088}">
      <dsp:nvSpPr>
        <dsp:cNvPr id="0" name=""/>
        <dsp:cNvSpPr/>
      </dsp:nvSpPr>
      <dsp:spPr>
        <a:xfrm>
          <a:off x="0" y="1398999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Test</a:t>
          </a:r>
          <a:endParaRPr lang="en-US" sz="1700" kern="1200" dirty="0"/>
        </a:p>
      </dsp:txBody>
      <dsp:txXfrm>
        <a:off x="0" y="1398999"/>
        <a:ext cx="1947672" cy="443731"/>
      </dsp:txXfrm>
    </dsp:sp>
    <dsp:sp modelId="{C89BE7B4-5721-44FD-8845-D71934FC7805}">
      <dsp:nvSpPr>
        <dsp:cNvPr id="0" name=""/>
        <dsp:cNvSpPr/>
      </dsp:nvSpPr>
      <dsp:spPr>
        <a:xfrm rot="5400000">
          <a:off x="3501443" y="355518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2.55%</a:t>
          </a:r>
          <a:endParaRPr lang="en-US" sz="1800" kern="1200" dirty="0"/>
        </a:p>
      </dsp:txBody>
      <dsp:txXfrm rot="5400000">
        <a:off x="3501443" y="355518"/>
        <a:ext cx="354984" cy="3462528"/>
      </dsp:txXfrm>
    </dsp:sp>
    <dsp:sp modelId="{93B44A83-6FFF-4267-9493-563BE5A1B2AA}">
      <dsp:nvSpPr>
        <dsp:cNvPr id="0" name=""/>
        <dsp:cNvSpPr/>
      </dsp:nvSpPr>
      <dsp:spPr>
        <a:xfrm>
          <a:off x="0" y="1864916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Deployment</a:t>
          </a:r>
          <a:endParaRPr lang="en-US" sz="1700" kern="1200" dirty="0"/>
        </a:p>
      </dsp:txBody>
      <dsp:txXfrm>
        <a:off x="0" y="1864916"/>
        <a:ext cx="1947672" cy="443731"/>
      </dsp:txXfrm>
    </dsp:sp>
    <dsp:sp modelId="{A3A54AA2-7490-49C7-8C26-8178A59DA817}">
      <dsp:nvSpPr>
        <dsp:cNvPr id="0" name=""/>
        <dsp:cNvSpPr/>
      </dsp:nvSpPr>
      <dsp:spPr>
        <a:xfrm rot="5400000">
          <a:off x="3501443" y="821435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6.15%</a:t>
          </a:r>
          <a:endParaRPr lang="en-US" sz="1800" kern="1200" dirty="0"/>
        </a:p>
      </dsp:txBody>
      <dsp:txXfrm rot="5400000">
        <a:off x="3501443" y="821435"/>
        <a:ext cx="354984" cy="3462528"/>
      </dsp:txXfrm>
    </dsp:sp>
    <dsp:sp modelId="{D56B6E6C-B197-431F-9465-742036292045}">
      <dsp:nvSpPr>
        <dsp:cNvPr id="0" name=""/>
        <dsp:cNvSpPr/>
      </dsp:nvSpPr>
      <dsp:spPr>
        <a:xfrm>
          <a:off x="0" y="2330834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Management</a:t>
          </a:r>
          <a:endParaRPr lang="en-US" sz="1700" kern="1200" dirty="0"/>
        </a:p>
      </dsp:txBody>
      <dsp:txXfrm>
        <a:off x="0" y="2330834"/>
        <a:ext cx="1947672" cy="443731"/>
      </dsp:txXfrm>
    </dsp:sp>
    <dsp:sp modelId="{E7D68298-5D7F-4521-92B1-40A5B76EF6A1}">
      <dsp:nvSpPr>
        <dsp:cNvPr id="0" name=""/>
        <dsp:cNvSpPr/>
      </dsp:nvSpPr>
      <dsp:spPr>
        <a:xfrm rot="5400000">
          <a:off x="3501443" y="1287353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2.03%</a:t>
          </a:r>
          <a:endParaRPr lang="en-US" sz="1800" kern="1200" dirty="0"/>
        </a:p>
      </dsp:txBody>
      <dsp:txXfrm rot="5400000">
        <a:off x="3501443" y="1287353"/>
        <a:ext cx="354984" cy="3462528"/>
      </dsp:txXfrm>
    </dsp:sp>
    <dsp:sp modelId="{8E1A5823-BA6C-41B9-8E71-03100FBE3D69}">
      <dsp:nvSpPr>
        <dsp:cNvPr id="0" name=""/>
        <dsp:cNvSpPr/>
      </dsp:nvSpPr>
      <dsp:spPr>
        <a:xfrm>
          <a:off x="0" y="2796752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Environment</a:t>
          </a:r>
          <a:endParaRPr lang="en-US" sz="1700" kern="1200" dirty="0"/>
        </a:p>
      </dsp:txBody>
      <dsp:txXfrm>
        <a:off x="0" y="2796752"/>
        <a:ext cx="1947672" cy="443731"/>
      </dsp:txXfrm>
    </dsp:sp>
    <dsp:sp modelId="{5BA79669-F1C4-4A85-B8FC-B54F8ACC8096}">
      <dsp:nvSpPr>
        <dsp:cNvPr id="0" name=""/>
        <dsp:cNvSpPr/>
      </dsp:nvSpPr>
      <dsp:spPr>
        <a:xfrm rot="5400000">
          <a:off x="3501443" y="1753271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1.86%</a:t>
          </a:r>
          <a:endParaRPr lang="en-US" sz="1800" kern="1200" dirty="0"/>
        </a:p>
      </dsp:txBody>
      <dsp:txXfrm rot="5400000">
        <a:off x="3501443" y="1753271"/>
        <a:ext cx="354984" cy="3462528"/>
      </dsp:txXfrm>
    </dsp:sp>
    <dsp:sp modelId="{1A2757FE-B8A4-4F0F-AB15-498ECF43B7F8}">
      <dsp:nvSpPr>
        <dsp:cNvPr id="0" name=""/>
        <dsp:cNvSpPr/>
      </dsp:nvSpPr>
      <dsp:spPr>
        <a:xfrm>
          <a:off x="0" y="3262669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SCM</a:t>
          </a:r>
          <a:endParaRPr lang="en-US" sz="1700" kern="1200" dirty="0"/>
        </a:p>
      </dsp:txBody>
      <dsp:txXfrm>
        <a:off x="0" y="3262669"/>
        <a:ext cx="1947672" cy="443731"/>
      </dsp:txXfrm>
    </dsp:sp>
    <dsp:sp modelId="{64DE499A-4E00-4E1B-B0DA-BEC7BD5281DB}">
      <dsp:nvSpPr>
        <dsp:cNvPr id="0" name=""/>
        <dsp:cNvSpPr/>
      </dsp:nvSpPr>
      <dsp:spPr>
        <a:xfrm rot="5400000">
          <a:off x="3501443" y="2219188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1.80%</a:t>
          </a:r>
          <a:endParaRPr lang="en-US" sz="1800" kern="1200" dirty="0"/>
        </a:p>
      </dsp:txBody>
      <dsp:txXfrm rot="5400000">
        <a:off x="3501443" y="2219188"/>
        <a:ext cx="354984" cy="3462528"/>
      </dsp:txXfrm>
    </dsp:sp>
    <dsp:sp modelId="{D48F4063-D8FB-4825-9E5C-4EA836016AC0}">
      <dsp:nvSpPr>
        <dsp:cNvPr id="0" name=""/>
        <dsp:cNvSpPr/>
      </dsp:nvSpPr>
      <dsp:spPr>
        <a:xfrm>
          <a:off x="0" y="3728587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SQA</a:t>
          </a:r>
          <a:endParaRPr lang="en-US" sz="1700" kern="1200" dirty="0"/>
        </a:p>
      </dsp:txBody>
      <dsp:txXfrm>
        <a:off x="0" y="3728587"/>
        <a:ext cx="1947672" cy="443731"/>
      </dsp:txXfrm>
    </dsp:sp>
    <dsp:sp modelId="{CEF1E5FC-0C7F-4F3D-9FF2-6C2EFBCD92CA}">
      <dsp:nvSpPr>
        <dsp:cNvPr id="0" name=""/>
        <dsp:cNvSpPr/>
      </dsp:nvSpPr>
      <dsp:spPr>
        <a:xfrm rot="5400000">
          <a:off x="3501443" y="2685106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0.63%</a:t>
          </a:r>
          <a:endParaRPr lang="en-US" sz="1800" kern="1200" dirty="0"/>
        </a:p>
      </dsp:txBody>
      <dsp:txXfrm rot="5400000">
        <a:off x="3501443" y="2685106"/>
        <a:ext cx="354984" cy="3462528"/>
      </dsp:txXfrm>
    </dsp:sp>
    <dsp:sp modelId="{06FCCC2A-89B2-415B-92CC-2BE683277200}">
      <dsp:nvSpPr>
        <dsp:cNvPr id="0" name=""/>
        <dsp:cNvSpPr/>
      </dsp:nvSpPr>
      <dsp:spPr>
        <a:xfrm>
          <a:off x="0" y="4194504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Training</a:t>
          </a:r>
          <a:endParaRPr lang="en-US" sz="1700" kern="1200" dirty="0"/>
        </a:p>
      </dsp:txBody>
      <dsp:txXfrm>
        <a:off x="0" y="4194504"/>
        <a:ext cx="1947672" cy="443731"/>
      </dsp:txXfrm>
    </dsp:sp>
    <dsp:sp modelId="{C9AE483D-7CD2-4356-8E2D-1440CC5DC1A4}">
      <dsp:nvSpPr>
        <dsp:cNvPr id="0" name=""/>
        <dsp:cNvSpPr/>
      </dsp:nvSpPr>
      <dsp:spPr>
        <a:xfrm rot="5400000">
          <a:off x="3501443" y="3151024"/>
          <a:ext cx="354984" cy="34625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u="none" strike="noStrike" kern="1200" dirty="0" smtClean="0">
              <a:latin typeface="Arial"/>
            </a:rPr>
            <a:t>0.85%</a:t>
          </a:r>
          <a:endParaRPr lang="en-US" sz="1800" kern="1200" dirty="0"/>
        </a:p>
      </dsp:txBody>
      <dsp:txXfrm rot="5400000">
        <a:off x="3501443" y="3151024"/>
        <a:ext cx="354984" cy="3462528"/>
      </dsp:txXfrm>
    </dsp:sp>
    <dsp:sp modelId="{B9C86172-700B-4A0C-8E7C-723AA500E338}">
      <dsp:nvSpPr>
        <dsp:cNvPr id="0" name=""/>
        <dsp:cNvSpPr/>
      </dsp:nvSpPr>
      <dsp:spPr>
        <a:xfrm>
          <a:off x="0" y="4660422"/>
          <a:ext cx="1947672" cy="4437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u="none" strike="noStrike" kern="1200" dirty="0" smtClean="0">
              <a:latin typeface="Arial"/>
            </a:rPr>
            <a:t>Defect Prev.</a:t>
          </a:r>
          <a:endParaRPr lang="en-US" sz="1700" kern="1200" dirty="0"/>
        </a:p>
      </dsp:txBody>
      <dsp:txXfrm>
        <a:off x="0" y="4660422"/>
        <a:ext cx="1947672" cy="4437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B4F4D-6C5D-4965-A58D-E78D48F63A99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16AB0-2FEF-4126-A715-1561160751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22529-39FC-4975-958A-4A162E08D73C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CA250-B66A-4775-87DB-EB84800E6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63F24-EDC5-4AC1-BBF3-701D3265C0F0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560A-061B-48C0-B2CD-FD45B6758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93403-793B-4D8F-9FEC-4AF224D32E78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52C6E-46C0-4010-AC43-966BCA71FB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CB48A-600C-4DC1-8EA1-38AF658D4E02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78F6E-304B-4324-9D62-1A3EF0D7A2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D8F79-1B84-4F29-B6FA-DF19C047C80A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461C5-50A1-4CDC-90D9-3D427B387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4970A-2714-4C1E-A2D9-FE7C820A5F33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01BA5-5111-4FB4-92AF-33C9B5101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0F181-F5EA-4B67-ABF8-F46B162D92B9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2ADCB-9881-4AD1-8E5A-788724C20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EE503-6329-42EE-8AA9-553BB8A67012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F0719-B780-4517-A2D5-2E3679197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8CD9F-022A-4872-B248-C7180CF39A46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8C095-1FB0-4C9F-B915-3EB4E62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5558E-B21D-4E72-81D8-DC34A69E01FA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9B394-3996-4C2F-921A-95EC56296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68C9C-C8D3-4F12-A71E-AD2950F316E7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8AFC8-B97D-43DF-B91B-804C2307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483B94-EDE5-41AE-A637-95B0FFB8A1B6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D57FDE-E425-47BB-92C8-8977E8E90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Model-Based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 sz="3100" dirty="0" smtClean="0"/>
              <a:t>Lecturer: Ngo Huy Bien</a:t>
            </a:r>
          </a:p>
          <a:p>
            <a:pPr>
              <a:defRPr/>
            </a:pPr>
            <a:r>
              <a:rPr lang="en-US" sz="2600" dirty="0" smtClean="0"/>
              <a:t>Software Engineering Department</a:t>
            </a:r>
          </a:p>
          <a:p>
            <a:pPr>
              <a:defRPr/>
            </a:pPr>
            <a:r>
              <a:rPr lang="en-US" sz="2600" dirty="0" smtClean="0"/>
              <a:t>Faculty of Information Technology</a:t>
            </a:r>
          </a:p>
          <a:p>
            <a:pPr>
              <a:defRPr/>
            </a:pPr>
            <a:r>
              <a:rPr lang="en-US" sz="2600" dirty="0" smtClean="0"/>
              <a:t>VNUHCM - University of Science</a:t>
            </a:r>
          </a:p>
          <a:p>
            <a:pPr>
              <a:defRPr/>
            </a:pPr>
            <a:r>
              <a:rPr lang="en-US" sz="2600" dirty="0" smtClean="0"/>
              <a:t>Ho Chi Minh City, Vietnam</a:t>
            </a:r>
          </a:p>
          <a:p>
            <a:pPr>
              <a:defRPr/>
            </a:pPr>
            <a:r>
              <a:rPr lang="en-US" sz="2600" dirty="0" smtClean="0">
                <a:hlinkClick r:id="rId2"/>
              </a:rPr>
              <a:t>nhbien@fit.hcmus.edu.vn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562600" cy="41910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</a:t>
            </a:r>
            <a:r>
              <a:rPr lang="en-US" sz="2400" dirty="0" smtClean="0"/>
              <a:t> in function points.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</a:t>
            </a:r>
            <a:r>
              <a:rPr lang="en-US" sz="2400" dirty="0" smtClean="0"/>
              <a:t> in use case points.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</a:t>
            </a:r>
            <a:r>
              <a:rPr lang="en-US" sz="2400" dirty="0" smtClean="0"/>
              <a:t> in object points.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estimate </a:t>
            </a:r>
            <a:r>
              <a:rPr lang="en-US" sz="2400" i="1" dirty="0" smtClean="0">
                <a:solidFill>
                  <a:srgbClr val="C00000"/>
                </a:solidFill>
              </a:rPr>
              <a:t>size, cost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 using algorithmic models.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Function point analysis.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Use case points.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Object points.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Algorithmic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Linda M. Laird, M. Carol Brennan (2006). Software Measurement and Estimation A Practical Approach.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AJ Albrecht (1979). Measuring Application Development Productivity.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CR Symons (1988). Function Point Analysis: Difficulties and Improvements.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Mohammed A. </a:t>
            </a:r>
            <a:r>
              <a:rPr lang="en-US" sz="1800" dirty="0" err="1" smtClean="0"/>
              <a:t>Shayib</a:t>
            </a:r>
            <a:r>
              <a:rPr lang="en-US" sz="1800" dirty="0" smtClean="0"/>
              <a:t> (2013). Applied Statistics.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N.H. Bingham and John M. Fry. Regression (2010). Linear Models in Statistics.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Robert T. </a:t>
            </a:r>
            <a:r>
              <a:rPr lang="en-US" sz="1800" dirty="0" err="1" smtClean="0"/>
              <a:t>Futrell</a:t>
            </a:r>
            <a:r>
              <a:rPr lang="en-US" sz="1800" dirty="0" smtClean="0"/>
              <a:t> et al. (2002). Quality Software Project Management.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Daniel D. </a:t>
            </a:r>
            <a:r>
              <a:rPr lang="en-US" sz="1800" dirty="0" err="1" smtClean="0"/>
              <a:t>Galorath</a:t>
            </a:r>
            <a:r>
              <a:rPr lang="en-US" sz="1800" dirty="0" smtClean="0"/>
              <a:t> (2006). Software Sizing, Estimation, and Risk Management.</a:t>
            </a:r>
          </a:p>
          <a:p>
            <a:pPr eaLnBrk="1" hangingPunct="1">
              <a:buFont typeface="+mj-lt"/>
              <a:buAutoNum type="arabicPeriod"/>
            </a:pPr>
            <a:r>
              <a:rPr lang="en-US" sz="1800" dirty="0" smtClean="0"/>
              <a:t>Steve McConnell (2006). Software Estimation: Demystifying the Black Art. Microsoft Press.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Analysis [1, 2, 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Function points</a:t>
            </a:r>
            <a:r>
              <a:rPr lang="en-US" sz="2400" dirty="0" smtClean="0"/>
              <a:t> — FP is a software </a:t>
            </a:r>
            <a:r>
              <a:rPr lang="en-US" sz="2400" u="sng" dirty="0" smtClean="0"/>
              <a:t>metric</a:t>
            </a:r>
            <a:r>
              <a:rPr lang="en-US" sz="2400" dirty="0" smtClean="0"/>
              <a:t> used to measure the delivered functionality in a program from user perspective.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Function point analysis</a:t>
            </a:r>
            <a:r>
              <a:rPr lang="en-US" sz="2400" dirty="0" smtClean="0"/>
              <a:t> is a </a:t>
            </a:r>
            <a:r>
              <a:rPr lang="en-US" sz="2400" u="sng" dirty="0" smtClean="0"/>
              <a:t>standard method</a:t>
            </a:r>
            <a:r>
              <a:rPr lang="en-US" sz="2400" dirty="0" smtClean="0"/>
              <a:t> for measuring software development from the user’s point of view.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Step 1</a:t>
            </a:r>
            <a:r>
              <a:rPr lang="en-US" sz="3200" dirty="0" smtClean="0"/>
              <a:t>: Determine Type of Function Point Count</a:t>
            </a:r>
            <a:endParaRPr lang="en-US" sz="3200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762000" y="2286000"/>
          <a:ext cx="76962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Step 2</a:t>
            </a:r>
            <a:r>
              <a:rPr lang="en-US" sz="3200" dirty="0" smtClean="0"/>
              <a:t>: Determine Application Boundary</a:t>
            </a:r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5013" y="1190625"/>
            <a:ext cx="513397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/>
              <a:t>Step 3</a:t>
            </a:r>
            <a:r>
              <a:rPr lang="en-US" sz="3200" dirty="0" smtClean="0"/>
              <a:t>: Identify Data Functions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8534400" cy="2743200"/>
          </a:xfrm>
        </p:spPr>
        <p:txBody>
          <a:bodyPr/>
          <a:lstStyle/>
          <a:p>
            <a:pPr marL="514350" indent="-457200">
              <a:buNone/>
              <a:defRPr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Internal Logical File (ILF)</a:t>
            </a:r>
            <a:r>
              <a:rPr lang="en-US" sz="2200" dirty="0" smtClean="0">
                <a:latin typeface="+mj-lt"/>
              </a:rPr>
              <a:t> – A </a:t>
            </a:r>
            <a:r>
              <a:rPr lang="en-US" sz="2200" u="sng" dirty="0" smtClean="0">
                <a:latin typeface="+mj-lt"/>
              </a:rPr>
              <a:t>user-identifiable</a:t>
            </a:r>
            <a:r>
              <a:rPr lang="en-US" sz="2200" dirty="0" smtClean="0">
                <a:latin typeface="+mj-lt"/>
              </a:rPr>
              <a:t> group of logically related data or control information utilized and maintained by an application (tables, flat files, application control information).</a:t>
            </a:r>
          </a:p>
          <a:p>
            <a:pPr marL="514350" indent="-457200">
              <a:buNone/>
              <a:defRPr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External Interface File (EIF)</a:t>
            </a:r>
            <a:r>
              <a:rPr lang="en-US" sz="2200" dirty="0" smtClean="0">
                <a:latin typeface="+mj-lt"/>
              </a:rPr>
              <a:t> –  A </a:t>
            </a:r>
            <a:r>
              <a:rPr lang="en-US" sz="2200" u="sng" dirty="0" smtClean="0">
                <a:latin typeface="+mj-lt"/>
              </a:rPr>
              <a:t>user-identifiable</a:t>
            </a:r>
            <a:r>
              <a:rPr lang="en-US" sz="2200" dirty="0" smtClean="0">
                <a:latin typeface="+mj-lt"/>
              </a:rPr>
              <a:t> group of logically related data or control information utilized by the application but </a:t>
            </a:r>
            <a:r>
              <a:rPr lang="en-US" sz="2200" u="sng" dirty="0" smtClean="0">
                <a:latin typeface="+mj-lt"/>
              </a:rPr>
              <a:t>maintained by another application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smtClean="0"/>
              <a:t>(tables, flat files, application control information).</a:t>
            </a:r>
            <a:endParaRPr lang="en-US" sz="2200" dirty="0" smtClean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600575"/>
            <a:ext cx="74485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1219200"/>
            <a:ext cx="716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800" dirty="0" smtClean="0">
                <a:latin typeface="+mj-lt"/>
              </a:rPr>
              <a:t>The system’s functionality is decomposed into: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b="1" dirty="0" smtClean="0"/>
              <a:t>Step 4</a:t>
            </a:r>
            <a:r>
              <a:rPr lang="en-US" sz="3200" dirty="0" smtClean="0"/>
              <a:t>: Identify Transactional Functions</a:t>
            </a:r>
            <a:endParaRPr lang="en-US" sz="32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09600" y="1371600"/>
            <a:ext cx="7772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spcBef>
                <a:spcPct val="20000"/>
              </a:spcBef>
              <a:defRPr/>
            </a:pPr>
            <a:r>
              <a:rPr kumimoji="0" lang="en-US" sz="22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External Inputs (EIs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) </a:t>
            </a:r>
            <a:r>
              <a:rPr lang="en-US" sz="2200" dirty="0" smtClean="0">
                <a:latin typeface="+mj-lt"/>
              </a:rPr>
              <a:t>– Any function or transaction that moves data into an application (data entry by users, data or file feeds by external applications).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514350" indent="-514350">
              <a:spcBef>
                <a:spcPct val="20000"/>
              </a:spcBef>
              <a:defRPr/>
            </a:pPr>
            <a:r>
              <a:rPr kumimoji="0" lang="en-US" sz="22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External Outputs (EOs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)</a:t>
            </a:r>
            <a:r>
              <a:rPr lang="en-US" sz="2200" b="1" dirty="0" smtClean="0">
                <a:latin typeface="+mj-lt"/>
              </a:rPr>
              <a:t> </a:t>
            </a:r>
            <a:r>
              <a:rPr lang="en-US" sz="2200" dirty="0" smtClean="0">
                <a:latin typeface="+mj-lt"/>
              </a:rPr>
              <a:t>– Any function or transaction that manipulates data and presents it to a user (reports, images).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514350" indent="-514350">
              <a:spcBef>
                <a:spcPct val="20000"/>
              </a:spcBef>
              <a:defRPr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External Inquiries </a:t>
            </a:r>
            <a:r>
              <a:rPr kumimoji="0" lang="en-US" sz="22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(EQs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)</a:t>
            </a:r>
            <a:r>
              <a:rPr lang="en-US" sz="2200" b="1" dirty="0" smtClean="0">
                <a:latin typeface="+mj-lt"/>
              </a:rPr>
              <a:t> </a:t>
            </a:r>
            <a:r>
              <a:rPr lang="en-US" sz="2200" dirty="0" smtClean="0">
                <a:latin typeface="+mj-lt"/>
              </a:rPr>
              <a:t>– A unique request that results in the retrieval of data (reports, search).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114800"/>
            <a:ext cx="74485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Step 5</a:t>
            </a:r>
            <a:r>
              <a:rPr lang="en-US" sz="3200" dirty="0" smtClean="0"/>
              <a:t>: Identify ILF/EIF Complexity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438400"/>
          </a:xfrm>
        </p:spPr>
        <p:txBody>
          <a:bodyPr/>
          <a:lstStyle/>
          <a:p>
            <a:pPr marL="571500" indent="-514350">
              <a:buNone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Data Element Types (DETs)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– Unique, </a:t>
            </a:r>
            <a:r>
              <a:rPr lang="en-US" sz="2400" u="sng" dirty="0" smtClean="0">
                <a:latin typeface="+mj-lt"/>
              </a:rPr>
              <a:t>user-recognizable</a:t>
            </a:r>
            <a:r>
              <a:rPr lang="en-US" sz="2400" dirty="0" smtClean="0">
                <a:latin typeface="+mj-lt"/>
              </a:rPr>
              <a:t>, non-repeating fields or attributes, including foreign key attributes that enter the boundary of the subsystem or application (fields).</a:t>
            </a:r>
          </a:p>
          <a:p>
            <a:pPr marL="571500" indent="-514350">
              <a:buNone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Record Element Types (RETs)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– Logical sub-groupings based on the </a:t>
            </a:r>
            <a:r>
              <a:rPr lang="en-US" sz="2400" u="sng" dirty="0" smtClean="0">
                <a:latin typeface="+mj-lt"/>
              </a:rPr>
              <a:t>user’s view</a:t>
            </a:r>
            <a:r>
              <a:rPr lang="en-US" sz="2400" dirty="0" smtClean="0">
                <a:latin typeface="+mj-lt"/>
              </a:rPr>
              <a:t> of the data (0 RET =  1 RET).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457200" y="4495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ILF/EIF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1-19 DETs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20-50 DETs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51 + DETs</a:t>
                      </a:r>
                      <a:endParaRPr lang="en-US" sz="2400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RET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sz="2400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2-5 RETs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2400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6+ RETs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295400"/>
          <a:ext cx="4064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 as a DET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Password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AddressId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Total DETs: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Total RETs: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Complexity:  Low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0600" y="1295400"/>
          <a:ext cx="4064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 as a DET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AddressId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Country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Total DETs:</a:t>
                      </a:r>
                      <a:r>
                        <a:rPr lang="en-US" baseline="0" dirty="0" smtClean="0"/>
                        <a:t> 5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Total RETs:</a:t>
                      </a:r>
                      <a:r>
                        <a:rPr lang="en-US" baseline="0" dirty="0" smtClean="0"/>
                        <a:t> 0 (1)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Complexity:  Low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b="1" dirty="0" smtClean="0"/>
              <a:t>Step 6</a:t>
            </a:r>
            <a:r>
              <a:rPr lang="en-US" sz="3200" dirty="0" smtClean="0"/>
              <a:t>: Identify EIs/EOs/EQs Complexity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457200" y="333756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1-4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5-15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16 + DETs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0-1 FTR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3+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57200" y="501396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EO/EQ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1-5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6-19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19+ DETs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0-1 FTR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2-3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4+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1371600"/>
            <a:ext cx="8382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 eaLnBrk="0" hangingPunct="0">
              <a:spcBef>
                <a:spcPct val="20000"/>
              </a:spcBef>
            </a:pPr>
            <a:r>
              <a:rPr kumimoji="0" lang="en-US" sz="22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Element Types (DETs)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– </a:t>
            </a:r>
            <a:r>
              <a:rPr kumimoji="0" lang="en-US" sz="2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user-recognizable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data elements that are maintained as ILFs by the EIs, appear in the EIs, EQs (data 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fields, buttons, search)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  <a:p>
            <a:pPr marL="514350" indent="-514350" eaLnBrk="0" hangingPunct="0">
              <a:spcBef>
                <a:spcPct val="20000"/>
              </a:spcBef>
            </a:pPr>
            <a:r>
              <a:rPr kumimoji="0" lang="en-US" sz="22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File Types Referenced (FTRs)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– all ILFS and EIFs referenced or maintained during the processing of the EIs/EOs/EQs (tables, flat files).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275513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5638800"/>
          <a:ext cx="4114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EI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EI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Complexity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4400" y="5638800"/>
          <a:ext cx="4114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EO DETs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EO FTRs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Complexity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/>
              <a:t>Step 7</a:t>
            </a:r>
            <a:r>
              <a:rPr lang="en-US" sz="3200" dirty="0" smtClean="0"/>
              <a:t>: Calculate Unadjusted Function Point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533400" y="1295400"/>
          <a:ext cx="822960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76400"/>
                <a:gridCol w="1752600"/>
                <a:gridCol w="1600200"/>
              </a:tblGrid>
              <a:tr h="47409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Program Characteristic</a:t>
                      </a:r>
                      <a:r>
                        <a:rPr lang="en-US" sz="20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Low Complexity</a:t>
                      </a:r>
                      <a:r>
                        <a:rPr lang="en-US" sz="20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Medium Complexity</a:t>
                      </a:r>
                      <a:r>
                        <a:rPr lang="en-US" sz="200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High Complexity</a:t>
                      </a:r>
                      <a:r>
                        <a:rPr lang="en-US" sz="2000"/>
                        <a:t> </a:t>
                      </a:r>
                    </a:p>
                  </a:txBody>
                  <a:tcPr anchor="b"/>
                </a:tc>
              </a:tr>
              <a:tr h="27091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External Inputs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6</a:t>
                      </a:r>
                    </a:p>
                  </a:txBody>
                  <a:tcPr anchor="b"/>
                </a:tc>
              </a:tr>
              <a:tr h="270910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External Outputs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7</a:t>
                      </a:r>
                    </a:p>
                  </a:txBody>
                  <a:tcPr anchor="b"/>
                </a:tc>
              </a:tr>
              <a:tr h="27091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External Queries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__× 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6</a:t>
                      </a:r>
                    </a:p>
                  </a:txBody>
                  <a:tcPr anchor="b"/>
                </a:tc>
              </a:tr>
              <a:tr h="347189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Internal Logical Files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__ × 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10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15</a:t>
                      </a:r>
                    </a:p>
                  </a:txBody>
                  <a:tcPr anchor="b"/>
                </a:tc>
              </a:tr>
              <a:tr h="347189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External Interface Files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__ × 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__ × 10</a:t>
                      </a:r>
                    </a:p>
                  </a:txBody>
                  <a:tcPr anchor="b"/>
                </a:tc>
              </a:tr>
              <a:tr h="347189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Unadjusted Function Point (UPFs) = Sum of EI</a:t>
                      </a:r>
                      <a:r>
                        <a:rPr lang="en-US" sz="2000" b="1" baseline="0" dirty="0" smtClean="0"/>
                        <a:t> FP, EO FP, EQ FP, ILF FP, EIF FP</a:t>
                      </a:r>
                      <a:endParaRPr lang="en-US" sz="2000" dirty="0" smtClean="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b"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533400" y="44958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17526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Program Characteristic</a:t>
                      </a:r>
                      <a:r>
                        <a:rPr lang="en-US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Low Complexity</a:t>
                      </a:r>
                      <a:r>
                        <a:rPr lang="en-US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Medium Complexity</a:t>
                      </a:r>
                      <a:r>
                        <a:rPr lang="en-US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High Complexity</a:t>
                      </a:r>
                      <a:r>
                        <a:rPr lang="en-US"/>
                        <a:t> </a:t>
                      </a:r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External Inputs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1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3 = </a:t>
                      </a:r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0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4 = </a:t>
                      </a:r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0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6 = </a:t>
                      </a:r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External Outputs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1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4 = </a:t>
                      </a:r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 smtClean="0"/>
                        <a:t>0</a:t>
                      </a:r>
                      <a:r>
                        <a:rPr lang="en-US" dirty="0" smtClean="0"/>
                        <a:t>× </a:t>
                      </a:r>
                      <a:r>
                        <a:rPr lang="en-US" dirty="0"/>
                        <a:t>5 = </a:t>
                      </a:r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0</a:t>
                      </a:r>
                      <a:r>
                        <a:rPr lang="en-US" dirty="0"/>
                        <a:t> × 7 = 0</a:t>
                      </a:r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Internal Logical Files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3</a:t>
                      </a:r>
                      <a:r>
                        <a:rPr lang="en-US" smtClean="0"/>
                        <a:t> </a:t>
                      </a:r>
                      <a:r>
                        <a:rPr lang="en-US" dirty="0"/>
                        <a:t>× </a:t>
                      </a:r>
                      <a:r>
                        <a:rPr lang="en-US" smtClean="0"/>
                        <a:t>4 = 8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1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10 = </a:t>
                      </a:r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u="sng" dirty="0"/>
                        <a:t>0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× 15 = </a:t>
                      </a:r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Unadjusted Function </a:t>
                      </a:r>
                      <a:r>
                        <a:rPr lang="en-US" b="1" dirty="0" smtClean="0"/>
                        <a:t>Point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 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 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15</a:t>
                      </a:r>
                      <a:endParaRPr lang="en-US" dirty="0"/>
                    </a:p>
                  </a:txBody>
                  <a:tcPr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/>
              <a:t>Step 8</a:t>
            </a:r>
            <a:r>
              <a:rPr lang="en-US" sz="3200" dirty="0" smtClean="0"/>
              <a:t>: Evaluate General System Characteristic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54544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85800"/>
                <a:gridCol w="6324600"/>
                <a:gridCol w="1219200"/>
              </a:tblGrid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Reliable back-up and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communications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Distributed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Heavily used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Online data 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Operational 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Online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Complex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Complex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Installation 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Multiple sites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281856">
                <a:tc>
                  <a:txBody>
                    <a:bodyPr/>
                    <a:lstStyle/>
                    <a:p>
                      <a:r>
                        <a:rPr lang="en-US" sz="1600" dirty="0"/>
                        <a:t>F14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Facilitate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 – 5</a:t>
                      </a:r>
                      <a:endParaRPr lang="en-US" sz="1600" dirty="0"/>
                    </a:p>
                  </a:txBody>
                  <a:tcPr/>
                </a:tc>
              </a:tr>
              <a:tr h="3074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Value adjustment factor (VAF)  = 0.65 +</a:t>
                      </a:r>
                      <a:r>
                        <a:rPr lang="ru-RU" sz="1600" b="1" dirty="0" smtClean="0"/>
                        <a:t> 0.01 </a:t>
                      </a:r>
                      <a:r>
                        <a:rPr lang="en-US" sz="1600" b="1" dirty="0" smtClean="0"/>
                        <a:t>*</a:t>
                      </a:r>
                      <a:r>
                        <a:rPr lang="ru-RU" sz="1600" b="1" dirty="0" smtClean="0"/>
                        <a:t> </a:t>
                      </a:r>
                      <a:r>
                        <a:rPr lang="en-US" sz="1600" b="1" dirty="0" smtClean="0"/>
                        <a:t>Sum(F1,F14)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47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Adjusted function point (AFP) =</a:t>
                      </a:r>
                      <a:r>
                        <a:rPr lang="ru-RU" sz="1600" b="1" dirty="0" smtClean="0"/>
                        <a:t> </a:t>
                      </a:r>
                      <a:r>
                        <a:rPr lang="en-US" sz="1600" b="1" dirty="0" smtClean="0"/>
                        <a:t>UFPs * VAF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 Function Points To SLOC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4800" y="1305706"/>
          <a:ext cx="8534401" cy="5399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1676400"/>
                <a:gridCol w="1371600"/>
                <a:gridCol w="1676401"/>
              </a:tblGrid>
              <a:tr h="253544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 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Programming Statements per Function Point</a:t>
                      </a:r>
                      <a:r>
                        <a:rPr lang="en-US" sz="14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850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Language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Minimum (Minus 1 Standard Deviation)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Mode (Most Common Value)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Maximum (Plus 1 Standard Deviation)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Ada 83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45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80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125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Ada 95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30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50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70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60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128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170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C#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40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55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80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C++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40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55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140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Cobol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65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107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150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Fortran 90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45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80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125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Fortran 95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71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100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Java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40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55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80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Macro Assembly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130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213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300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Perl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20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30</a:t>
                      </a:r>
                    </a:p>
                  </a:txBody>
                  <a:tcPr anchor="b"/>
                </a:tc>
              </a:tr>
              <a:tr h="32305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Second generation default (Fortran 77, Cobol, Pascal, etc.)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65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160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Smalltalk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40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SQL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15</a:t>
                      </a:r>
                    </a:p>
                  </a:txBody>
                  <a:tcPr anchor="b"/>
                </a:tc>
              </a:tr>
              <a:tr h="32305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Third generation default (Fortran 90, Ada 83, etc.)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45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80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125</a:t>
                      </a:r>
                    </a:p>
                  </a:txBody>
                  <a:tcPr anchor="b"/>
                </a:tc>
              </a:tr>
              <a:tr h="253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Microsoft Visual Basic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41</a:t>
                      </a:r>
                    </a:p>
                  </a:txBody>
                  <a:tcPr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FPA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457200" y="1371600"/>
            <a:ext cx="8153400" cy="1752600"/>
            <a:chOff x="392430" y="531125"/>
            <a:chExt cx="7063716" cy="1230948"/>
          </a:xfrm>
        </p:grpSpPr>
        <p:sp>
          <p:nvSpPr>
            <p:cNvPr id="8" name="Rounded Rectangle 7"/>
            <p:cNvSpPr/>
            <p:nvPr/>
          </p:nvSpPr>
          <p:spPr>
            <a:xfrm>
              <a:off x="392430" y="531125"/>
              <a:ext cx="7063716" cy="123094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52520" y="591215"/>
              <a:ext cx="6943536" cy="11107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FPA is independent of language used, development platform.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FPA can be executed at the end of each phase/stage of a project.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ISO standard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457200" y="4876800"/>
            <a:ext cx="8290530" cy="1648320"/>
            <a:chOff x="396240" y="419"/>
            <a:chExt cx="7071330" cy="1800720"/>
          </a:xfrm>
        </p:grpSpPr>
        <p:sp>
          <p:nvSpPr>
            <p:cNvPr id="11" name="Rounded Rectangle 10"/>
            <p:cNvSpPr/>
            <p:nvPr/>
          </p:nvSpPr>
          <p:spPr>
            <a:xfrm>
              <a:off x="396240" y="419"/>
              <a:ext cx="7071330" cy="18007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84144" y="88323"/>
              <a:ext cx="6895521" cy="16249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Labor-intensive method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Requires significant training and experience to be proficient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itchFamily="34" charset="0"/>
                <a:buChar char="•"/>
              </a:pPr>
              <a:r>
                <a:rPr lang="en-US" sz="2200" kern="1200" dirty="0" smtClean="0"/>
                <a:t>Functional complexity weights and degrees of influence determined by trial and debate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9100" y="2590800"/>
            <a:ext cx="2095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Points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457200" y="1219200"/>
          <a:ext cx="8305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Unadjusted Use Case Weight – UUCW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476375"/>
          <a:ext cx="8610599" cy="527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4724400"/>
                <a:gridCol w="990600"/>
                <a:gridCol w="990600"/>
                <a:gridCol w="838199"/>
              </a:tblGrid>
              <a:tr h="1067285">
                <a:tc>
                  <a:txBody>
                    <a:bodyPr/>
                    <a:lstStyle/>
                    <a:p>
                      <a:r>
                        <a:rPr lang="en-US" b="1" dirty="0"/>
                        <a:t>Use Case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Weight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Number of Use Cases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Result</a:t>
                      </a:r>
                      <a:endParaRPr lang="en-US"/>
                    </a:p>
                  </a:txBody>
                  <a:tcPr/>
                </a:tc>
              </a:tr>
              <a:tr h="1067285">
                <a:tc>
                  <a:txBody>
                    <a:bodyPr/>
                    <a:lstStyle/>
                    <a:p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simple user interface and touches only a single database entity; its success scenario has 3 steps or less; its implementation involves less than 5 classes.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</a:tr>
              <a:tr h="995478">
                <a:tc>
                  <a:txBody>
                    <a:bodyPr/>
                    <a:lstStyle/>
                    <a:p>
                      <a:r>
                        <a:rPr lang="en-US"/>
                        <a:t>Average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More interface design and touches 2 or more database entities; between 4 to 7 steps; its implementation involves between 5 to 10 classes.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</a:t>
                      </a:r>
                    </a:p>
                  </a:txBody>
                  <a:tcPr/>
                </a:tc>
              </a:tr>
              <a:tr h="1067285">
                <a:tc>
                  <a:txBody>
                    <a:bodyPr/>
                    <a:lstStyle/>
                    <a:p>
                      <a:r>
                        <a:rPr lang="en-US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Involves a complex user interface or processing and touches 3 or more database entities; over seven steps; its implementation involves more than 10 classes.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</a:tr>
              <a:tr h="574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Total Unadjusted Use Case Weight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UUCW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Unadjusted Actor Weight – UAW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4884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Actor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Weight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Number of Actors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Result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Actor represents another system with a defined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Actor represents another system interacting through a protocol, like TCP/IP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Actor is a person interacting via an interface.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Total Unadjusted Actor Weight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UAW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Technical Factor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5044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3886200"/>
                <a:gridCol w="1143000"/>
                <a:gridCol w="914400"/>
                <a:gridCol w="1295400"/>
              </a:tblGrid>
              <a:tr h="408359">
                <a:tc>
                  <a:txBody>
                    <a:bodyPr/>
                    <a:lstStyle/>
                    <a:p>
                      <a:r>
                        <a:rPr lang="en-US" sz="1200" b="1" dirty="0"/>
                        <a:t>Technical Factor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Description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Weight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Project</a:t>
                      </a:r>
                    </a:p>
                    <a:p>
                      <a:r>
                        <a:rPr lang="en-US" sz="1200" b="1" dirty="0" smtClean="0"/>
                        <a:t>Perceived </a:t>
                      </a:r>
                      <a:r>
                        <a:rPr lang="en-US" sz="1200" b="1" dirty="0"/>
                        <a:t>Complexity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Calculated Factor (weight*perceived complexity</a:t>
                      </a:r>
                      <a:r>
                        <a:rPr lang="en-US" sz="1200" b="1" dirty="0" smtClean="0"/>
                        <a:t>)</a:t>
                      </a:r>
                      <a:endParaRPr lang="en-US" sz="1200" dirty="0"/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Distributed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End User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Complex internal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Easy to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Easy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Portable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Easy to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Special security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Provides direct access for third parties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r>
                        <a:rPr lang="en-US" sz="1200"/>
                        <a:t>T13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Special user training facilities are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</a:tr>
              <a:tr h="30828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TCF = 0.6 + (0.01*Total Factor).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0 - 5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47 (Total Factor)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Environment Complexity Factor – ECF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28601" y="1219200"/>
          <a:ext cx="86868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/>
                <a:gridCol w="2744406"/>
                <a:gridCol w="860807"/>
                <a:gridCol w="1120790"/>
                <a:gridCol w="2360598"/>
              </a:tblGrid>
              <a:tr h="1143000">
                <a:tc>
                  <a:txBody>
                    <a:bodyPr/>
                    <a:lstStyle/>
                    <a:p>
                      <a:r>
                        <a:rPr lang="en-US" b="1" dirty="0"/>
                        <a:t>Environmental Factor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Perceived Impact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Calculated Factor</a:t>
                      </a:r>
                      <a:endParaRPr lang="en-US" dirty="0"/>
                    </a:p>
                    <a:p>
                      <a:r>
                        <a:rPr lang="en-US" b="1" dirty="0"/>
                        <a:t>(weight*perceived complexity)</a:t>
                      </a:r>
                      <a:endParaRPr lang="en-US" dirty="0"/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Familiarity with UML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Application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Object Oriented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Lead analyst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Stable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</a:tr>
              <a:tr h="360505">
                <a:tc>
                  <a:txBody>
                    <a:bodyPr/>
                    <a:lstStyle/>
                    <a:p>
                      <a:r>
                        <a:rPr lang="en-US"/>
                        <a:t>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Part-time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</a:tr>
              <a:tr h="630883">
                <a:tc>
                  <a:txBody>
                    <a:bodyPr/>
                    <a:lstStyle/>
                    <a:p>
                      <a:r>
                        <a:rPr lang="en-US"/>
                        <a:t>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 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  <a:tr h="63088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Environment Complexity 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ECF = 1.4 + (-0.03*Total Factor)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Factor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Use Case Points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dirty="0" smtClean="0"/>
              <a:t> Adjusted Use Case Points</a:t>
            </a:r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AUCPs = UUCP *TCP * ECF</a:t>
            </a:r>
          </a:p>
          <a:p>
            <a:pPr eaLnBrk="1" hangingPunct="1">
              <a:buFont typeface="Arial" charset="0"/>
              <a:buNone/>
            </a:pPr>
            <a:r>
              <a:rPr lang="en-US" sz="2400" dirty="0" smtClean="0"/>
              <a:t>	</a:t>
            </a:r>
            <a:r>
              <a:rPr lang="en-US" sz="2000" dirty="0" smtClean="0"/>
              <a:t>where</a:t>
            </a:r>
          </a:p>
          <a:p>
            <a:pPr eaLnBrk="1" hangingPunct="1">
              <a:buFont typeface="Arial" charset="0"/>
              <a:buNone/>
            </a:pPr>
            <a:r>
              <a:rPr lang="en-US" sz="2000" dirty="0" smtClean="0"/>
              <a:t>	UUCP - Unadjusted Use Case Points = UUCW + UUCA </a:t>
            </a:r>
          </a:p>
          <a:p>
            <a:pPr eaLnBrk="1" hangingPunct="1">
              <a:buFont typeface="Arial" charset="0"/>
              <a:buNone/>
            </a:pPr>
            <a:r>
              <a:rPr lang="en-US" sz="2000" dirty="0" smtClean="0"/>
              <a:t>	TCF - Technical Complexity Factor. </a:t>
            </a:r>
          </a:p>
          <a:p>
            <a:pPr eaLnBrk="1" hangingPunct="1">
              <a:buFont typeface="Arial" charset="0"/>
              <a:buNone/>
            </a:pPr>
            <a:r>
              <a:rPr lang="en-US" sz="2000" dirty="0" smtClean="0"/>
              <a:t>	ECF  - Environment Complexity Factor. </a:t>
            </a:r>
          </a:p>
          <a:p>
            <a:pPr lvl="0">
              <a:defRPr/>
            </a:pPr>
            <a:r>
              <a:rPr lang="en-US" dirty="0" smtClean="0"/>
              <a:t>Effort (person-hours) = AUCPs*PF</a:t>
            </a:r>
          </a:p>
          <a:p>
            <a:pPr lvl="0"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where the Productivity Factor (PF) is a ratio of the number of man hours per use case point based on past projects. If no historical data has been collected, a figure between 15 and 30 is suggested by industry experts. A typical value is 20.</a:t>
            </a:r>
          </a:p>
          <a:p>
            <a:pPr eaLnBrk="1" hangingPunct="1">
              <a:buFont typeface="Arial" charset="0"/>
              <a:buNone/>
            </a:pPr>
            <a:endParaRPr lang="en-US" sz="2000" dirty="0" smtClean="0"/>
          </a:p>
          <a:p>
            <a:pPr eaLnBrk="1" hangingPunct="1">
              <a:buFont typeface="Arial" charset="0"/>
              <a:buNone/>
            </a:pPr>
            <a:r>
              <a:rPr lang="en-US" sz="2400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UC Point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6438" y="1671638"/>
            <a:ext cx="519112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6"/>
          <p:cNvGrpSpPr/>
          <p:nvPr/>
        </p:nvGrpSpPr>
        <p:grpSpPr>
          <a:xfrm>
            <a:off x="304800" y="2971800"/>
            <a:ext cx="3886200" cy="1676400"/>
            <a:chOff x="392430" y="419"/>
            <a:chExt cx="7063716" cy="1800720"/>
          </a:xfrm>
        </p:grpSpPr>
        <p:sp>
          <p:nvSpPr>
            <p:cNvPr id="8" name="Rounded Rectangle 7"/>
            <p:cNvSpPr/>
            <p:nvPr/>
          </p:nvSpPr>
          <p:spPr>
            <a:xfrm>
              <a:off x="392430" y="419"/>
              <a:ext cx="7063716" cy="180072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80334" y="88323"/>
              <a:ext cx="6887908" cy="16249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Can be done early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Simple, quick, and transparent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4800600" y="2971800"/>
            <a:ext cx="4092625" cy="1066800"/>
            <a:chOff x="395853" y="12059"/>
            <a:chExt cx="7064425" cy="826560"/>
          </a:xfrm>
        </p:grpSpPr>
        <p:sp>
          <p:nvSpPr>
            <p:cNvPr id="11" name="Rounded Rectangle 10"/>
            <p:cNvSpPr/>
            <p:nvPr/>
          </p:nvSpPr>
          <p:spPr>
            <a:xfrm>
              <a:off x="395853" y="12059"/>
              <a:ext cx="7064425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36202" y="52408"/>
              <a:ext cx="6983727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Courier New" pitchFamily="49" charset="0"/>
                <a:buChar char="o"/>
              </a:pPr>
              <a:r>
                <a:rPr lang="en-US" sz="2400" kern="1200" dirty="0" smtClean="0"/>
                <a:t>The lack of clearly accepted weights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Points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The system is decomposed into:</a:t>
            </a:r>
          </a:p>
          <a:p>
            <a:pPr lvl="1" eaLnBrk="1" hangingPunct="1">
              <a:defRPr/>
            </a:pPr>
            <a:r>
              <a:rPr lang="en-US" sz="2400" dirty="0" smtClean="0"/>
              <a:t>Screens that are displayed</a:t>
            </a:r>
          </a:p>
          <a:p>
            <a:pPr lvl="1" eaLnBrk="1" hangingPunct="1">
              <a:defRPr/>
            </a:pPr>
            <a:r>
              <a:rPr lang="en-US" sz="2400" dirty="0" smtClean="0"/>
              <a:t>Reports that are produced by the system</a:t>
            </a:r>
          </a:p>
          <a:p>
            <a:pPr lvl="1" eaLnBrk="1" hangingPunct="1">
              <a:defRPr/>
            </a:pPr>
            <a:r>
              <a:rPr lang="en-US" sz="2400" dirty="0" smtClean="0"/>
              <a:t>Third-generation language (3GL) modules - the number of program modules that must be developed</a:t>
            </a:r>
          </a:p>
          <a:p>
            <a:pPr algn="ctr" eaLnBrk="1" hangingPunct="1">
              <a:buFont typeface="Arial" charset="0"/>
              <a:buNone/>
              <a:defRPr/>
            </a:pPr>
            <a:endParaRPr lang="en-GB" sz="2800" dirty="0" smtClean="0">
              <a:solidFill>
                <a:srgbClr val="C00000"/>
              </a:solidFill>
            </a:endParaRPr>
          </a:p>
          <a:p>
            <a:pPr algn="ctr" eaLnBrk="1" hangingPunct="1">
              <a:buFont typeface="Arial" charset="0"/>
              <a:buNone/>
              <a:defRPr/>
            </a:pPr>
            <a:r>
              <a:rPr lang="en-GB" sz="2800" dirty="0" smtClean="0">
                <a:solidFill>
                  <a:srgbClr val="C00000"/>
                </a:solidFill>
              </a:rPr>
              <a:t>	</a:t>
            </a:r>
            <a:r>
              <a:rPr lang="en-GB" sz="2800" i="1" dirty="0" smtClean="0">
                <a:solidFill>
                  <a:srgbClr val="C00000"/>
                </a:solidFill>
              </a:rPr>
              <a:t>Object points are NOT the same as object classes.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Determine Complexity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Classify each element instance into simple, medium and difficult complexity levels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43200"/>
          <a:ext cx="723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1066800"/>
                <a:gridCol w="1905000"/>
                <a:gridCol w="1219200"/>
              </a:tblGrid>
              <a:tr h="221673">
                <a:tc>
                  <a:txBody>
                    <a:bodyPr/>
                    <a:lstStyle/>
                    <a:p>
                      <a:r>
                        <a:rPr lang="en-US" dirty="0" smtClean="0"/>
                        <a:t>Screens</a:t>
                      </a:r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Number and source of data tables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b="1" dirty="0"/>
                        <a:t>Number of views contained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Total &lt;4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&lt;8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8+</a:t>
                      </a:r>
                      <a:endParaRPr lang="en-US"/>
                    </a:p>
                  </a:txBody>
                  <a:tcPr anchor="ctr"/>
                </a:tc>
              </a:tr>
              <a:tr h="221673">
                <a:tc>
                  <a:txBody>
                    <a:bodyPr/>
                    <a:lstStyle/>
                    <a:p>
                      <a:r>
                        <a:rPr lang="en-US"/>
                        <a:t>&lt;3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</a:tr>
              <a:tr h="221673">
                <a:tc>
                  <a:txBody>
                    <a:bodyPr/>
                    <a:lstStyle/>
                    <a:p>
                      <a:r>
                        <a:rPr lang="en-US"/>
                        <a:t>3-7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</a:t>
                      </a:r>
                    </a:p>
                  </a:txBody>
                  <a:tcPr anchor="ctr"/>
                </a:tc>
              </a:tr>
              <a:tr h="221673">
                <a:tc>
                  <a:txBody>
                    <a:bodyPr/>
                    <a:lstStyle/>
                    <a:p>
                      <a:r>
                        <a:rPr lang="en-US"/>
                        <a:t>8+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914400" y="4572000"/>
          <a:ext cx="723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389"/>
                <a:gridCol w="1206500"/>
                <a:gridCol w="1273528"/>
                <a:gridCol w="1407583"/>
              </a:tblGrid>
              <a:tr h="213360">
                <a:tc>
                  <a:txBody>
                    <a:bodyPr/>
                    <a:lstStyle/>
                    <a:p>
                      <a:r>
                        <a:rPr lang="en-US" dirty="0" smtClean="0"/>
                        <a:t>Reports</a:t>
                      </a:r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Number and source of data tables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b="1"/>
                        <a:t>Number of views contained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&lt;4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&lt;8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8+</a:t>
                      </a:r>
                      <a:endParaRPr lang="en-US"/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/>
                        <a:t>&lt;3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/>
                        <a:t>3-7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</a:t>
                      </a:r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/>
                        <a:t>8+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New Object Points</a:t>
            </a:r>
          </a:p>
        </p:txBody>
      </p:sp>
      <p:sp>
        <p:nvSpPr>
          <p:cNvPr id="34819" name="Content Placeholder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Weight the number in each cell using the following 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76400" y="2667000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Object 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Simple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Medium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Difficult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3GL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Content Placeholder 7"/>
          <p:cNvSpPr txBox="1">
            <a:spLocks/>
          </p:cNvSpPr>
          <p:nvPr/>
        </p:nvSpPr>
        <p:spPr bwMode="auto">
          <a:xfrm>
            <a:off x="381000" y="4495800"/>
            <a:ext cx="8229600" cy="2110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all the weighted object instances to get one number, the object points (OP)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the New Object Points to be developed, NOP=(OP) (100-%reuse)/100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3352800"/>
          <a:ext cx="8229600" cy="273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Hello World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 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Weighting Simple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Sum</a:t>
                      </a:r>
                    </a:p>
                  </a:txBody>
                  <a:tcPr marL="38100" marR="38100" marT="38100" marB="381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GUI inputs / screen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38100" marR="381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GUI outputs / reports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</a:t>
                      </a:r>
                    </a:p>
                  </a:txBody>
                  <a:tcPr marL="38100" marR="381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 of 3 GL-Modules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marL="38100" marR="381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 </a:t>
                      </a:r>
                      <a:r>
                        <a:rPr lang="en-US" dirty="0"/>
                        <a:t>Points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 marL="38100" marR="381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Reuse</a:t>
                      </a:r>
                      <a:r>
                        <a:rPr lang="en-US" baseline="0" dirty="0" smtClean="0"/>
                        <a:t> 50%</a:t>
                      </a:r>
                      <a:endParaRPr lang="en-US" dirty="0"/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New Object Points</a:t>
                      </a:r>
                      <a:endParaRPr lang="en-US" dirty="0"/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 marL="38100" marR="38100" marT="38100" marB="38100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2057400"/>
            <a:ext cx="2514600" cy="762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Hello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2057400"/>
            <a:ext cx="2514600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Hello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2057400"/>
            <a:ext cx="2514600" cy="762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Hello world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Effort Estimation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COCOMO II - Application composition model:</a:t>
            </a:r>
            <a:endParaRPr lang="en-US" dirty="0" smtClean="0"/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Effort (person-month) = NOP/PROD</a:t>
            </a:r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where Productivity Rate</a:t>
            </a:r>
          </a:p>
          <a:p>
            <a:pPr eaLnBrk="1" hangingPunct="1">
              <a:buFont typeface="Arial" charset="0"/>
              <a:buNone/>
            </a:pPr>
            <a:r>
              <a:rPr lang="en-GB" dirty="0" smtClean="0"/>
              <a:t>	</a:t>
            </a:r>
            <a:endParaRPr lang="en-US" dirty="0" smtClean="0"/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3352800"/>
          <a:ext cx="7772400" cy="2150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1784508">
                <a:tc>
                  <a:txBody>
                    <a:bodyPr/>
                    <a:lstStyle/>
                    <a:p>
                      <a:r>
                        <a:rPr lang="en-US" b="1" dirty="0"/>
                        <a:t>Developers experience and </a:t>
                      </a:r>
                      <a:r>
                        <a:rPr lang="en-US" b="1" dirty="0" smtClean="0"/>
                        <a:t>maturity capability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Very low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Nominal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High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Very high</a:t>
                      </a:r>
                      <a:endParaRPr lang="en-US" dirty="0"/>
                    </a:p>
                  </a:txBody>
                  <a:tcPr anchor="ctr"/>
                </a:tc>
              </a:tr>
              <a:tr h="338932">
                <a:tc>
                  <a:txBody>
                    <a:bodyPr/>
                    <a:lstStyle/>
                    <a:p>
                      <a:r>
                        <a:rPr lang="en-US" dirty="0"/>
                        <a:t>PROD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Object Point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305050"/>
            <a:ext cx="60960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6"/>
          <p:cNvGrpSpPr/>
          <p:nvPr/>
        </p:nvGrpSpPr>
        <p:grpSpPr>
          <a:xfrm>
            <a:off x="457200" y="1600200"/>
            <a:ext cx="5257800" cy="1066800"/>
            <a:chOff x="392430" y="2279"/>
            <a:chExt cx="7063716" cy="1741680"/>
          </a:xfrm>
          <a:solidFill>
            <a:schemeClr val="accent3"/>
          </a:solidFill>
        </p:grpSpPr>
        <p:sp>
          <p:nvSpPr>
            <p:cNvPr id="8" name="Rounded Rectangle 7"/>
            <p:cNvSpPr/>
            <p:nvPr/>
          </p:nvSpPr>
          <p:spPr>
            <a:xfrm>
              <a:off x="392430" y="2279"/>
              <a:ext cx="7063716" cy="17416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77452" y="87301"/>
              <a:ext cx="6893672" cy="157163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Can be done early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Simple, quick, and transparent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2895600" y="6019800"/>
            <a:ext cx="5692825" cy="609600"/>
            <a:chOff x="395853" y="8339"/>
            <a:chExt cx="7064425" cy="944640"/>
          </a:xfrm>
        </p:grpSpPr>
        <p:sp>
          <p:nvSpPr>
            <p:cNvPr id="11" name="Rounded Rectangle 10"/>
            <p:cNvSpPr/>
            <p:nvPr/>
          </p:nvSpPr>
          <p:spPr>
            <a:xfrm>
              <a:off x="395853" y="8339"/>
              <a:ext cx="7064425" cy="9446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41968" y="54454"/>
              <a:ext cx="6972196" cy="85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Courier New" pitchFamily="49" charset="0"/>
                <a:buChar char="o"/>
              </a:pPr>
              <a:r>
                <a:rPr lang="en-US" sz="2400" kern="1200" dirty="0" smtClean="0"/>
                <a:t>The lack of clearly accepted weights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Analysis [4, 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828800"/>
          </a:xfrm>
        </p:spPr>
        <p:txBody>
          <a:bodyPr/>
          <a:lstStyle/>
          <a:p>
            <a:r>
              <a:rPr lang="en-US" sz="2400" dirty="0" smtClean="0"/>
              <a:t>The investigator likes to check </a:t>
            </a:r>
            <a:r>
              <a:rPr lang="en-US" sz="2400" i="1" dirty="0" smtClean="0">
                <a:solidFill>
                  <a:srgbClr val="C00000"/>
                </a:solidFill>
              </a:rPr>
              <a:t>how variables are related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Am I able to </a:t>
            </a:r>
            <a:r>
              <a:rPr lang="en-US" sz="2400" i="1" dirty="0" smtClean="0">
                <a:solidFill>
                  <a:srgbClr val="C00000"/>
                </a:solidFill>
              </a:rPr>
              <a:t>predict the value of a random variable</a:t>
            </a:r>
            <a:r>
              <a:rPr lang="en-US" sz="2400" dirty="0" smtClean="0"/>
              <a:t> if I have the value of one or more variables available?</a:t>
            </a:r>
          </a:p>
          <a:p>
            <a:r>
              <a:rPr lang="en-US" sz="2400" dirty="0" smtClean="0"/>
              <a:t>This kind of study is what we call </a:t>
            </a:r>
            <a:r>
              <a:rPr lang="en-US" sz="2400" i="1" dirty="0" smtClean="0">
                <a:solidFill>
                  <a:srgbClr val="C00000"/>
                </a:solidFill>
              </a:rPr>
              <a:t>regression analysis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0" y="2286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200525"/>
            <a:ext cx="47625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238250" y="6172200"/>
            <a:ext cx="150156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Scatter Plot</a:t>
            </a:r>
            <a:endParaRPr lang="en-US" sz="22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76650" y="6172200"/>
            <a:ext cx="13847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Fitted Line</a:t>
            </a:r>
            <a:endParaRPr lang="en-US" sz="22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67400" y="3886200"/>
            <a:ext cx="28280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linear regression</a:t>
            </a:r>
          </a:p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 = a + </a:t>
            </a:r>
            <a:r>
              <a:rPr lang="en-US" sz="2200" i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bx</a:t>
            </a:r>
            <a:endParaRPr lang="en-US" sz="2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91200" y="5029200"/>
            <a:ext cx="3124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In </a:t>
            </a:r>
            <a:r>
              <a:rPr lang="en-US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multiple regression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, the dependent variable is considered to depend on </a:t>
            </a:r>
            <a:r>
              <a:rPr lang="en-US" u="sng" dirty="0" smtClean="0">
                <a:latin typeface="Consolas" pitchFamily="49" charset="0"/>
                <a:cs typeface="Consolas" pitchFamily="49" charset="0"/>
              </a:rPr>
              <a:t>more than a single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independent variable.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6115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Estimate</a:t>
            </a:r>
            <a:r>
              <a:rPr lang="en-US" sz="2400" dirty="0" smtClean="0"/>
              <a:t> the </a:t>
            </a:r>
            <a:r>
              <a:rPr lang="en-US" sz="2400" u="sng" dirty="0" smtClean="0"/>
              <a:t>regression line</a:t>
            </a:r>
            <a:r>
              <a:rPr lang="en-US" sz="2400" dirty="0" smtClean="0"/>
              <a:t> of specific heat on temperature, and </a:t>
            </a:r>
            <a:r>
              <a:rPr lang="en-US" sz="2400" i="1" dirty="0" smtClean="0">
                <a:solidFill>
                  <a:srgbClr val="C00000"/>
                </a:solidFill>
              </a:rPr>
              <a:t>predict</a:t>
            </a:r>
            <a:r>
              <a:rPr lang="en-US" sz="2400" dirty="0" smtClean="0"/>
              <a:t> the value of the specific heat when the temperature is 25</a:t>
            </a:r>
            <a:r>
              <a:rPr lang="en-US" sz="2400" baseline="30000" dirty="0" smtClean="0"/>
              <a:t>0</a:t>
            </a:r>
            <a:r>
              <a:rPr lang="en-US" sz="2400" dirty="0" smtClean="0"/>
              <a:t>C.</a:t>
            </a:r>
          </a:p>
          <a:p>
            <a:endParaRPr lang="en-US" sz="2400" dirty="0" smtClean="0"/>
          </a:p>
          <a:p>
            <a:r>
              <a:rPr lang="en-US" sz="2400" dirty="0" smtClean="0"/>
              <a:t>n = 5, ⅀x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 = 100, mean of x = 20, ⅀</a:t>
            </a:r>
            <a:r>
              <a:rPr lang="en-US" sz="2400" dirty="0" err="1" smtClean="0"/>
              <a:t>y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= 2.85, mean of y = 0.57</a:t>
            </a:r>
          </a:p>
          <a:p>
            <a:pPr>
              <a:buNone/>
            </a:pPr>
            <a:r>
              <a:rPr lang="en-US" sz="2400" dirty="0" smtClean="0"/>
              <a:t>	⅀x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y</a:t>
            </a:r>
            <a:r>
              <a:rPr lang="en-US" sz="2400" baseline="-25000" dirty="0" err="1" smtClean="0"/>
              <a:t>i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= 59.8, b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0.0028, b</a:t>
            </a:r>
            <a:r>
              <a:rPr lang="en-US" sz="2400" baseline="-25000" dirty="0" smtClean="0"/>
              <a:t>0</a:t>
            </a:r>
            <a:r>
              <a:rPr lang="en-US" sz="2400" dirty="0" smtClean="0"/>
              <a:t> = 0.514</a:t>
            </a:r>
          </a:p>
          <a:p>
            <a:pPr>
              <a:buNone/>
            </a:pPr>
            <a:r>
              <a:rPr lang="en-US" sz="2400" dirty="0" smtClean="0"/>
              <a:t>	Hence the </a:t>
            </a:r>
            <a:r>
              <a:rPr lang="en-US" sz="2400" u="sng" dirty="0" smtClean="0"/>
              <a:t>fitted equation</a:t>
            </a:r>
            <a:r>
              <a:rPr lang="en-US" sz="2400" dirty="0" smtClean="0"/>
              <a:t> will be given by ŷ = 0.514 + 0.0028x.</a:t>
            </a:r>
          </a:p>
          <a:p>
            <a:pPr>
              <a:buNone/>
            </a:pPr>
            <a:r>
              <a:rPr lang="en-US" sz="2400" dirty="0" smtClean="0"/>
              <a:t>	When the temperature x = 25</a:t>
            </a:r>
            <a:r>
              <a:rPr lang="en-US" sz="2400" baseline="30000" dirty="0" smtClean="0"/>
              <a:t>0</a:t>
            </a:r>
            <a:r>
              <a:rPr lang="en-US" sz="2400" dirty="0" smtClean="0"/>
              <a:t>C, the predicted specific heat is 0.514+0.0028*25 = 0.584.</a:t>
            </a:r>
            <a:endParaRPr lang="en-US" sz="2400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1219200" y="1371600"/>
          <a:ext cx="6378893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0073"/>
                <a:gridCol w="789305"/>
                <a:gridCol w="789305"/>
                <a:gridCol w="789305"/>
                <a:gridCol w="789305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 </a:t>
                      </a:r>
                      <a:r>
                        <a:rPr lang="en-US" sz="24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Specific Heat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1965 System Development Corporation Cost Model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43000"/>
          </a:xfrm>
        </p:spPr>
        <p:txBody>
          <a:bodyPr/>
          <a:lstStyle/>
          <a:p>
            <a:r>
              <a:rPr lang="en-US" sz="2200" dirty="0" smtClean="0"/>
              <a:t>104 attributes of 169 software projects were collected and treated to extensive </a:t>
            </a:r>
            <a:r>
              <a:rPr lang="en-US" sz="2200" i="1" dirty="0" smtClean="0">
                <a:solidFill>
                  <a:srgbClr val="C00000"/>
                </a:solidFill>
              </a:rPr>
              <a:t>statistical analysis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13-</a:t>
            </a:r>
            <a:r>
              <a:rPr lang="en-US" sz="2200" i="1" dirty="0" smtClean="0">
                <a:solidFill>
                  <a:srgbClr val="C00000"/>
                </a:solidFill>
              </a:rPr>
              <a:t>parameter</a:t>
            </a:r>
            <a:r>
              <a:rPr lang="en-US" sz="2200" dirty="0" smtClean="0"/>
              <a:t> </a:t>
            </a:r>
            <a:r>
              <a:rPr lang="en-US" sz="2200" u="sng" dirty="0" smtClean="0"/>
              <a:t>linear</a:t>
            </a:r>
            <a:r>
              <a:rPr lang="en-US" sz="2200" dirty="0" smtClean="0"/>
              <a:t> estimation model: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1600200" y="2767548"/>
            <a:ext cx="6477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MM = -33.63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+ 9.15 (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Lack of Requirements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) (0-2)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+ 10.73 (Stability of Design) (0-3)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+ 0.51 (Percent Math Instructions)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+ 0.46 (Percent Storage/Retrieval Instructions)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+ 0.40 (Number of Subprograms)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+ 7.28 (Programming Language)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- 21.45 (Business Application)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+ 13.53 (Stand-Alone Program)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+ 12.35 (First Program on Computer)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+ 58.82 (Concurrent Hardware Development)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+ 30.61 (Random Access Device Used)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+ 29.55 (Difference Host, Target Hardware) (0-1)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+ 0.54 (Number of Personnel Trips)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- 25.20 (Developed by Military Organization) (0-1).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Putnam SLIM Model [6, 7]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With regression modeling, the emphasis is on </a:t>
            </a:r>
            <a:r>
              <a:rPr lang="en-US" sz="2200" i="1" dirty="0" smtClean="0">
                <a:solidFill>
                  <a:srgbClr val="C00000"/>
                </a:solidFill>
              </a:rPr>
              <a:t>constructing a formula</a:t>
            </a:r>
            <a:r>
              <a:rPr lang="en-US" sz="2200" dirty="0" smtClean="0"/>
              <a:t> that best represents scattered data points.</a:t>
            </a:r>
          </a:p>
          <a:p>
            <a:r>
              <a:rPr lang="en-US" sz="2200" dirty="0" smtClean="0"/>
              <a:t>In mathematical modeling, the emphasis is on matching the data to the form of an </a:t>
            </a:r>
            <a:r>
              <a:rPr lang="en-US" sz="2200" i="1" dirty="0" smtClean="0">
                <a:solidFill>
                  <a:srgbClr val="C00000"/>
                </a:solidFill>
              </a:rPr>
              <a:t>existing mathematical function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Based on statistical analysis of </a:t>
            </a:r>
            <a:r>
              <a:rPr lang="en-US" sz="2200" u="sng" dirty="0" smtClean="0"/>
              <a:t>several thousand projects</a:t>
            </a:r>
            <a:r>
              <a:rPr lang="en-US" sz="2200" dirty="0" smtClean="0"/>
              <a:t>, Putnam found that the relationship among the three principal elements of software estimating—size, schedule, and effort—matched the </a:t>
            </a:r>
            <a:r>
              <a:rPr lang="en-US" sz="2200" i="1" dirty="0" err="1" smtClean="0">
                <a:solidFill>
                  <a:srgbClr val="C00000"/>
                </a:solidFill>
              </a:rPr>
              <a:t>Norden</a:t>
            </a:r>
            <a:r>
              <a:rPr lang="en-US" sz="2200" i="1" dirty="0" smtClean="0">
                <a:solidFill>
                  <a:srgbClr val="C00000"/>
                </a:solidFill>
              </a:rPr>
              <a:t>/Rayleigh function</a:t>
            </a:r>
            <a:r>
              <a:rPr lang="en-US" sz="2200" dirty="0" smtClean="0"/>
              <a:t>.</a:t>
            </a:r>
          </a:p>
          <a:p>
            <a:pPr lvl="1">
              <a:buNone/>
            </a:pPr>
            <a:r>
              <a:rPr lang="en-US" sz="1800" dirty="0" smtClean="0"/>
              <a:t>						     where</a:t>
            </a:r>
          </a:p>
          <a:p>
            <a:pPr lvl="1">
              <a:buNone/>
            </a:pPr>
            <a:r>
              <a:rPr lang="en-US" sz="1800" dirty="0" smtClean="0"/>
              <a:t>S = software size in LOC</a:t>
            </a:r>
          </a:p>
          <a:p>
            <a:pPr lvl="1">
              <a:buNone/>
            </a:pPr>
            <a:r>
              <a:rPr lang="en-US" sz="1800" dirty="0" smtClean="0"/>
              <a:t>C = environmental factor (constant), dependent on the state of technology</a:t>
            </a:r>
          </a:p>
          <a:p>
            <a:pPr lvl="1">
              <a:buNone/>
            </a:pPr>
            <a:r>
              <a:rPr lang="en-US" sz="1800" dirty="0" smtClean="0"/>
              <a:t>K = total effort for the overall project</a:t>
            </a:r>
          </a:p>
          <a:p>
            <a:pPr lvl="1">
              <a:buNone/>
            </a:pPr>
            <a:r>
              <a:rPr lang="en-US" sz="1800" dirty="0" smtClean="0"/>
              <a:t>t</a:t>
            </a:r>
            <a:r>
              <a:rPr lang="en-US" sz="1800" baseline="-25000" dirty="0" smtClean="0"/>
              <a:t>d</a:t>
            </a:r>
            <a:r>
              <a:rPr lang="en-US" sz="1800" dirty="0" smtClean="0"/>
              <a:t> = delivery time constraint (schedule) in years (development time in years)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4514850"/>
            <a:ext cx="15621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CO</a:t>
            </a:r>
            <a:r>
              <a:rPr lang="en-US" dirty="0" err="1" smtClean="0"/>
              <a:t>nstructive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C00000"/>
                </a:solidFill>
              </a:rPr>
              <a:t>CO</a:t>
            </a:r>
            <a:r>
              <a:rPr lang="en-US" dirty="0" err="1" smtClean="0"/>
              <a:t>st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C00000"/>
                </a:solidFill>
              </a:rPr>
              <a:t>MO</a:t>
            </a:r>
            <a:r>
              <a:rPr lang="en-US" dirty="0" err="1" smtClean="0"/>
              <a:t>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/>
          <a:lstStyle/>
          <a:p>
            <a:r>
              <a:rPr lang="en-US" sz="2400" dirty="0" smtClean="0"/>
              <a:t>COCOMO is actually a hierarchy of </a:t>
            </a:r>
            <a:r>
              <a:rPr lang="en-US" sz="2400" i="1" dirty="0" smtClean="0">
                <a:solidFill>
                  <a:srgbClr val="C00000"/>
                </a:solidFill>
              </a:rPr>
              <a:t>three</a:t>
            </a:r>
            <a:r>
              <a:rPr lang="en-US" sz="2400" dirty="0" smtClean="0"/>
              <a:t> increasingly detailed </a:t>
            </a:r>
            <a:r>
              <a:rPr lang="en-US" sz="2400" i="1" dirty="0" smtClean="0">
                <a:solidFill>
                  <a:srgbClr val="C00000"/>
                </a:solidFill>
              </a:rPr>
              <a:t>models</a:t>
            </a:r>
            <a:r>
              <a:rPr lang="en-US" sz="2400" dirty="0" smtClean="0"/>
              <a:t> that range from</a:t>
            </a:r>
          </a:p>
          <a:p>
            <a:pPr lvl="1"/>
            <a:r>
              <a:rPr lang="en-US" sz="2000" dirty="0" smtClean="0"/>
              <a:t>a single macro-estimation scaling model as </a:t>
            </a:r>
            <a:r>
              <a:rPr lang="en-US" sz="2000" i="1" dirty="0" smtClean="0">
                <a:solidFill>
                  <a:srgbClr val="C00000"/>
                </a:solidFill>
              </a:rPr>
              <a:t>a function</a:t>
            </a:r>
            <a:r>
              <a:rPr lang="en-US" sz="2000" dirty="0" smtClean="0"/>
              <a:t> of </a:t>
            </a:r>
            <a:r>
              <a:rPr lang="en-US" sz="2000" i="1" dirty="0" smtClean="0">
                <a:solidFill>
                  <a:srgbClr val="C00000"/>
                </a:solidFill>
              </a:rPr>
              <a:t>product size</a:t>
            </a:r>
            <a:r>
              <a:rPr lang="en-US" sz="2000" dirty="0" smtClean="0"/>
              <a:t> to</a:t>
            </a:r>
          </a:p>
          <a:p>
            <a:pPr lvl="1"/>
            <a:r>
              <a:rPr lang="en-US" sz="2000" dirty="0" smtClean="0"/>
              <a:t>a micro-estimation model with a three-level work breakdown structure and a set of phase-sensitive multipliers for each </a:t>
            </a:r>
            <a:r>
              <a:rPr lang="en-US" sz="2000" i="1" dirty="0" smtClean="0">
                <a:solidFill>
                  <a:srgbClr val="C00000"/>
                </a:solidFill>
              </a:rPr>
              <a:t>cost driver</a:t>
            </a:r>
            <a:r>
              <a:rPr lang="en-US" sz="2000" dirty="0" smtClean="0"/>
              <a:t> attribute.</a:t>
            </a:r>
            <a:endParaRPr lang="en-US" sz="2000" dirty="0"/>
          </a:p>
        </p:txBody>
      </p:sp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981200"/>
            <a:ext cx="44862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Development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029200"/>
            <a:ext cx="8382000" cy="1409700"/>
          </a:xfrm>
        </p:spPr>
        <p:txBody>
          <a:bodyPr/>
          <a:lstStyle/>
          <a:p>
            <a:r>
              <a:rPr lang="en-US" sz="1600" i="1" dirty="0" smtClean="0">
                <a:solidFill>
                  <a:srgbClr val="C00000"/>
                </a:solidFill>
              </a:rPr>
              <a:t>The organic mode</a:t>
            </a:r>
            <a:r>
              <a:rPr lang="en-US" sz="1600" dirty="0" smtClean="0"/>
              <a:t> is typified by systems such as payroll, inventory, and scientific calculation.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The semidetached mode</a:t>
            </a:r>
            <a:r>
              <a:rPr lang="en-US" sz="1600" dirty="0" smtClean="0"/>
              <a:t> is typified by utility systems such as compilers, database systems, and editors. 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The embedded mode</a:t>
            </a:r>
            <a:r>
              <a:rPr lang="en-US" sz="1600" dirty="0" smtClean="0"/>
              <a:t> is typified by real-time systems such as those for air traffic control, ATMs, or weapon systems.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524000"/>
          <a:ext cx="8418187" cy="330909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219200"/>
                <a:gridCol w="1329242"/>
                <a:gridCol w="2438400"/>
                <a:gridCol w="992945"/>
                <a:gridCol w="1066800"/>
                <a:gridCol w="1371600"/>
              </a:tblGrid>
              <a:tr h="3961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Mode</a:t>
                      </a:r>
                    </a:p>
                  </a:txBody>
                  <a:tcPr marL="17397" marR="17397" marT="17397" marB="173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Product Size</a:t>
                      </a:r>
                    </a:p>
                  </a:txBody>
                  <a:tcPr marL="17397" marR="17397" marT="17397" marB="173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Project/Team Size</a:t>
                      </a:r>
                    </a:p>
                  </a:txBody>
                  <a:tcPr marL="17397" marR="17397" marT="17397" marB="173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Innovation</a:t>
                      </a:r>
                    </a:p>
                  </a:txBody>
                  <a:tcPr marL="17397" marR="17397" marT="17397" marB="173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Deadline and Constraints</a:t>
                      </a:r>
                    </a:p>
                  </a:txBody>
                  <a:tcPr marL="17397" marR="17397" marT="17397" marB="173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Development Environment</a:t>
                      </a:r>
                    </a:p>
                  </a:txBody>
                  <a:tcPr marL="17397" marR="17397" marT="17397" marB="17397" anchor="ctr"/>
                </a:tc>
              </a:tr>
              <a:tr h="757686">
                <a:tc>
                  <a:txBody>
                    <a:bodyPr/>
                    <a:lstStyle/>
                    <a:p>
                      <a:r>
                        <a:rPr lang="en-US" sz="1600" dirty="0"/>
                        <a:t>Organic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Typically</a:t>
                      </a:r>
                    </a:p>
                    <a:p>
                      <a:r>
                        <a:rPr lang="en-US" sz="1600" dirty="0" smtClean="0"/>
                        <a:t>2–50 </a:t>
                      </a:r>
                      <a:r>
                        <a:rPr lang="en-US" sz="1600" dirty="0"/>
                        <a:t>KLOC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project, small </a:t>
                      </a:r>
                      <a:r>
                        <a:rPr lang="en-US" sz="1600" dirty="0" smtClean="0"/>
                        <a:t>team—development </a:t>
                      </a:r>
                      <a:r>
                        <a:rPr lang="en-US" sz="1600" dirty="0"/>
                        <a:t>team is familiar with the application language and tools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Little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 Tight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Stable,</a:t>
                      </a:r>
                    </a:p>
                    <a:p>
                      <a:r>
                        <a:rPr lang="en-US" sz="1600" dirty="0" smtClean="0"/>
                        <a:t>In-House </a:t>
                      </a:r>
                      <a:endParaRPr lang="en-US" sz="1600" dirty="0"/>
                    </a:p>
                  </a:txBody>
                  <a:tcPr marL="17397" marR="17397" marT="17397" marB="17397"/>
                </a:tc>
              </a:tr>
              <a:tr h="762438">
                <a:tc>
                  <a:txBody>
                    <a:bodyPr/>
                    <a:lstStyle/>
                    <a:p>
                      <a:r>
                        <a:rPr lang="en-US" sz="1600"/>
                        <a:t>Semi–detached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Typically</a:t>
                      </a:r>
                    </a:p>
                    <a:p>
                      <a:r>
                        <a:rPr lang="en-US" sz="1600" dirty="0" smtClean="0"/>
                        <a:t>50–300 </a:t>
                      </a:r>
                      <a:r>
                        <a:rPr lang="en-US" sz="1600" dirty="0"/>
                        <a:t>KLOC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Medium project, medium </a:t>
                      </a:r>
                      <a:r>
                        <a:rPr lang="en-US" sz="1600" dirty="0" smtClean="0"/>
                        <a:t>team—team </a:t>
                      </a:r>
                      <a:r>
                        <a:rPr lang="en-US" sz="1600" dirty="0"/>
                        <a:t>is average in terms of abilities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 </a:t>
                      </a:r>
                    </a:p>
                  </a:txBody>
                  <a:tcPr marL="17397" marR="17397" marT="17397" marB="17397"/>
                </a:tc>
              </a:tr>
              <a:tr h="579295">
                <a:tc>
                  <a:txBody>
                    <a:bodyPr/>
                    <a:lstStyle/>
                    <a:p>
                      <a:r>
                        <a:rPr lang="en-US" sz="1600"/>
                        <a:t>Embedded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Typically</a:t>
                      </a:r>
                    </a:p>
                    <a:p>
                      <a:r>
                        <a:rPr lang="en-US" sz="1600" dirty="0" smtClean="0"/>
                        <a:t>over </a:t>
                      </a:r>
                      <a:r>
                        <a:rPr lang="en-US" sz="1600" dirty="0"/>
                        <a:t>300 KLOC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Large project requiring a large team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Greater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Severe Constraints </a:t>
                      </a:r>
                    </a:p>
                  </a:txBody>
                  <a:tcPr marL="17397" marR="17397" marT="17397" marB="17397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Complex</a:t>
                      </a:r>
                    </a:p>
                    <a:p>
                      <a:r>
                        <a:rPr lang="en-US" sz="1600" dirty="0" smtClean="0"/>
                        <a:t>HW/Customer </a:t>
                      </a:r>
                    </a:p>
                    <a:p>
                      <a:r>
                        <a:rPr lang="en-US" sz="1600" dirty="0" smtClean="0"/>
                        <a:t>Interfaces </a:t>
                      </a:r>
                      <a:endParaRPr lang="en-US" sz="1600" dirty="0"/>
                    </a:p>
                  </a:txBody>
                  <a:tcPr marL="17397" marR="17397" marT="17397" marB="17397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Effort and Schedule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0574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Boehm plotted his </a:t>
            </a:r>
            <a:r>
              <a:rPr lang="en-US" sz="2400" i="1" dirty="0" smtClean="0">
                <a:solidFill>
                  <a:srgbClr val="C00000"/>
                </a:solidFill>
              </a:rPr>
              <a:t>observed 63 projects</a:t>
            </a:r>
            <a:r>
              <a:rPr lang="en-US" sz="2400" dirty="0" smtClean="0"/>
              <a:t>.</a:t>
            </a:r>
          </a:p>
          <a:p>
            <a:pPr lvl="0" eaLnBrk="1" hangingPunct="1"/>
            <a:r>
              <a:rPr lang="en-US" sz="2400" i="1" dirty="0" smtClean="0">
                <a:solidFill>
                  <a:srgbClr val="C00000"/>
                </a:solidFill>
              </a:rPr>
              <a:t>Basic level</a:t>
            </a:r>
            <a:r>
              <a:rPr lang="en-US" sz="2400" dirty="0" smtClean="0"/>
              <a:t> of the </a:t>
            </a:r>
            <a:r>
              <a:rPr lang="en-US" sz="2400" dirty="0" err="1" smtClean="0"/>
              <a:t>COnstructive</a:t>
            </a:r>
            <a:r>
              <a:rPr lang="en-US" sz="2400" dirty="0" smtClean="0"/>
              <a:t> </a:t>
            </a:r>
            <a:r>
              <a:rPr lang="en-US" sz="2400" dirty="0" err="1" smtClean="0"/>
              <a:t>COst</a:t>
            </a:r>
            <a:r>
              <a:rPr lang="en-US" sz="2400" dirty="0" smtClean="0"/>
              <a:t> </a:t>
            </a:r>
            <a:r>
              <a:rPr lang="en-US" sz="2400" dirty="0" err="1" smtClean="0"/>
              <a:t>MOdel</a:t>
            </a:r>
            <a:r>
              <a:rPr lang="en-US" sz="2400" dirty="0" smtClean="0"/>
              <a:t> (COCOMO) uses only </a:t>
            </a:r>
            <a:r>
              <a:rPr lang="en-US" sz="2400" u="sng" dirty="0" smtClean="0"/>
              <a:t>mode</a:t>
            </a:r>
            <a:r>
              <a:rPr lang="en-US" sz="2400" dirty="0" smtClean="0"/>
              <a:t> and </a:t>
            </a:r>
            <a:r>
              <a:rPr lang="en-US" sz="2400" u="sng" dirty="0" smtClean="0"/>
              <a:t>size</a:t>
            </a:r>
            <a:r>
              <a:rPr lang="en-US" sz="2400" dirty="0" smtClean="0"/>
              <a:t> to determine the effort and schedule.</a:t>
            </a:r>
          </a:p>
          <a:p>
            <a:pPr lvl="0" eaLnBrk="1" hangingPunct="1"/>
            <a:r>
              <a:rPr lang="en-US" sz="2400" dirty="0" smtClean="0"/>
              <a:t>It is useful for fast, </a:t>
            </a:r>
            <a:r>
              <a:rPr lang="en-US" sz="2400" i="1" dirty="0" smtClean="0">
                <a:solidFill>
                  <a:srgbClr val="C00000"/>
                </a:solidFill>
              </a:rPr>
              <a:t>rough</a:t>
            </a:r>
            <a:r>
              <a:rPr lang="en-US" sz="2400" dirty="0" smtClean="0"/>
              <a:t> estimates of small to medium-size projects.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3438" y="4038600"/>
            <a:ext cx="74771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066800" y="5867400"/>
            <a:ext cx="46819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MM: man-months</a:t>
            </a:r>
          </a:p>
          <a:p>
            <a:pPr lvl="0"/>
            <a:r>
              <a:rPr lang="en-US" sz="2200" dirty="0" smtClean="0">
                <a:latin typeface="+mj-lt"/>
              </a:rPr>
              <a:t>Size = KDSI = thousands of lines of code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Suppose we are estimating the </a:t>
            </a:r>
            <a:r>
              <a:rPr lang="en-US" sz="2400" i="1" dirty="0" smtClean="0">
                <a:solidFill>
                  <a:srgbClr val="C00000"/>
                </a:solidFill>
              </a:rPr>
              <a:t>cost</a:t>
            </a:r>
            <a:r>
              <a:rPr lang="en-US" sz="2400" dirty="0" smtClean="0"/>
              <a:t> to develop the microprocessor-based communications processing software</a:t>
            </a:r>
          </a:p>
          <a:p>
            <a:pPr lvl="1"/>
            <a:r>
              <a:rPr lang="en-US" sz="2000" dirty="0" smtClean="0"/>
              <a:t>for a highly ambitious new electronic funds transfer network</a:t>
            </a:r>
          </a:p>
          <a:p>
            <a:pPr lvl="1"/>
            <a:r>
              <a:rPr lang="en-US" sz="2000" dirty="0" smtClean="0"/>
              <a:t>with high reliability, performance, development schedule, and interface requirements.</a:t>
            </a:r>
          </a:p>
          <a:p>
            <a:r>
              <a:rPr lang="en-US" sz="2400" dirty="0" smtClean="0"/>
              <a:t>We determine that these characteristics best fit the profile of an </a:t>
            </a:r>
            <a:r>
              <a:rPr lang="en-US" sz="2400" i="1" dirty="0" smtClean="0">
                <a:solidFill>
                  <a:srgbClr val="C00000"/>
                </a:solidFill>
              </a:rPr>
              <a:t>embedded-mode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/>
              <a:t>We next estimate the </a:t>
            </a:r>
            <a:r>
              <a:rPr lang="en-US" sz="2400" i="1" strike="sngStrike" dirty="0" smtClean="0">
                <a:solidFill>
                  <a:srgbClr val="C00000"/>
                </a:solidFill>
              </a:rPr>
              <a:t>size</a:t>
            </a:r>
            <a:r>
              <a:rPr lang="en-US" sz="2400" dirty="0" smtClean="0"/>
              <a:t> of the product as 10,000 delivered source instructions, or 10 KDSI.</a:t>
            </a:r>
          </a:p>
          <a:p>
            <a:r>
              <a:rPr lang="en-US" sz="2400" dirty="0" smtClean="0"/>
              <a:t>We then determine that the </a:t>
            </a:r>
            <a:r>
              <a:rPr lang="en-US" sz="2400" i="1" dirty="0" smtClean="0">
                <a:solidFill>
                  <a:srgbClr val="C00000"/>
                </a:solidFill>
              </a:rPr>
              <a:t>nominal development effort</a:t>
            </a:r>
            <a:r>
              <a:rPr lang="en-US" sz="2400" dirty="0" smtClean="0"/>
              <a:t> for this embedded mode project is</a:t>
            </a:r>
          </a:p>
          <a:p>
            <a:pPr algn="ctr">
              <a:buNone/>
            </a:pPr>
            <a:r>
              <a:rPr lang="en-US" sz="2400" dirty="0" smtClean="0"/>
              <a:t>	2.8(10)</a:t>
            </a:r>
            <a:r>
              <a:rPr lang="en-US" sz="2400" baseline="30000" dirty="0" smtClean="0"/>
              <a:t>1.20</a:t>
            </a:r>
            <a:r>
              <a:rPr lang="en-US" sz="2400" dirty="0" smtClean="0"/>
              <a:t> = 44 man-months (MM).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Intermediate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Intermediate level</a:t>
            </a:r>
            <a:r>
              <a:rPr lang="en-US" sz="2200" dirty="0" smtClean="0"/>
              <a:t> uses </a:t>
            </a:r>
            <a:r>
              <a:rPr lang="en-US" sz="2200" u="sng" dirty="0" smtClean="0"/>
              <a:t>size</a:t>
            </a:r>
            <a:r>
              <a:rPr lang="en-US" sz="2200" dirty="0" smtClean="0"/>
              <a:t>, </a:t>
            </a:r>
            <a:r>
              <a:rPr lang="en-US" sz="2200" u="sng" dirty="0" smtClean="0"/>
              <a:t>mode</a:t>
            </a:r>
            <a:r>
              <a:rPr lang="en-US" sz="2200" dirty="0" smtClean="0"/>
              <a:t>, and </a:t>
            </a:r>
            <a:r>
              <a:rPr lang="en-US" sz="2200" u="sng" dirty="0" smtClean="0"/>
              <a:t>15 additional variables</a:t>
            </a:r>
            <a:r>
              <a:rPr lang="en-US" sz="2200" dirty="0" smtClean="0"/>
              <a:t> to determine effort.</a:t>
            </a:r>
          </a:p>
          <a:p>
            <a:r>
              <a:rPr lang="en-US" sz="2200" dirty="0" smtClean="0"/>
              <a:t>The additional variables are called "</a:t>
            </a:r>
            <a:r>
              <a:rPr lang="en-US" sz="2200" i="1" dirty="0" smtClean="0">
                <a:solidFill>
                  <a:srgbClr val="C00000"/>
                </a:solidFill>
              </a:rPr>
              <a:t>cost drivers</a:t>
            </a:r>
            <a:r>
              <a:rPr lang="en-US" sz="2200" dirty="0" smtClean="0"/>
              <a:t>" and relate to product, personnel, computer, and project attributes that will result in more effort or less effort required for the software project.</a:t>
            </a:r>
          </a:p>
          <a:p>
            <a:r>
              <a:rPr lang="en-US" sz="2200" dirty="0" smtClean="0"/>
              <a:t>Effort (E) = a x (Size)</a:t>
            </a:r>
            <a:r>
              <a:rPr lang="en-US" sz="2200" baseline="30000" dirty="0" smtClean="0"/>
              <a:t>b</a:t>
            </a:r>
            <a:r>
              <a:rPr lang="en-US" sz="2200" dirty="0" smtClean="0"/>
              <a:t> x </a:t>
            </a:r>
            <a:r>
              <a:rPr lang="en-US" sz="2200" dirty="0" smtClean="0">
                <a:solidFill>
                  <a:srgbClr val="C00000"/>
                </a:solidFill>
              </a:rPr>
              <a:t>C</a:t>
            </a:r>
          </a:p>
          <a:p>
            <a:pPr>
              <a:buNone/>
            </a:pPr>
            <a:r>
              <a:rPr lang="en-US" sz="2200" dirty="0" smtClean="0"/>
              <a:t>	C: </a:t>
            </a:r>
            <a:r>
              <a:rPr lang="en-US" sz="2200" i="1" dirty="0" smtClean="0">
                <a:solidFill>
                  <a:srgbClr val="C00000"/>
                </a:solidFill>
              </a:rPr>
              <a:t>effort adjustment factor</a:t>
            </a:r>
            <a:r>
              <a:rPr lang="en-US" sz="2200" dirty="0" smtClean="0"/>
              <a:t> (EAF) There are two steps in determining this multiplying factor:</a:t>
            </a:r>
          </a:p>
          <a:p>
            <a:pPr lvl="1"/>
            <a:r>
              <a:rPr lang="en-US" sz="2000" dirty="0" smtClean="0"/>
              <a:t>Step 1. is to assign </a:t>
            </a:r>
            <a:r>
              <a:rPr lang="en-US" sz="2000" i="1" dirty="0" smtClean="0">
                <a:solidFill>
                  <a:srgbClr val="C00000"/>
                </a:solidFill>
              </a:rPr>
              <a:t>numerical values</a:t>
            </a:r>
            <a:r>
              <a:rPr lang="en-US" sz="2000" dirty="0" smtClean="0"/>
              <a:t> to the cost drivers.</a:t>
            </a:r>
          </a:p>
          <a:p>
            <a:pPr lvl="1"/>
            <a:r>
              <a:rPr lang="en-US" sz="2000" dirty="0" smtClean="0"/>
              <a:t>Step 2. is to </a:t>
            </a:r>
            <a:r>
              <a:rPr lang="en-US" sz="2000" i="1" dirty="0" smtClean="0">
                <a:solidFill>
                  <a:srgbClr val="C00000"/>
                </a:solidFill>
              </a:rPr>
              <a:t>multiply</a:t>
            </a:r>
            <a:r>
              <a:rPr lang="en-US" sz="2000" dirty="0" smtClean="0"/>
              <a:t> the cost drivers together to generate the effort adjustment factor, C.</a:t>
            </a:r>
          </a:p>
          <a:p>
            <a:pPr lvl="1"/>
            <a:r>
              <a:rPr lang="en-US" sz="2000" dirty="0" smtClean="0"/>
              <a:t>EAF = C1 x C2 x . . . x </a:t>
            </a:r>
            <a:r>
              <a:rPr lang="en-US" sz="2000" dirty="0" err="1" smtClean="0"/>
              <a:t>Cn</a:t>
            </a:r>
            <a:r>
              <a:rPr lang="en-US" sz="2000" dirty="0" smtClean="0"/>
              <a:t>, [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i</a:t>
            </a:r>
            <a:r>
              <a:rPr lang="en-US" sz="2000" dirty="0" smtClean="0"/>
              <a:t> </a:t>
            </a:r>
            <a:r>
              <a:rPr lang="en-US" sz="2000" baseline="-25000" dirty="0" smtClean="0"/>
              <a:t>=</a:t>
            </a:r>
            <a:r>
              <a:rPr lang="en-US" sz="2000" dirty="0" smtClean="0"/>
              <a:t> </a:t>
            </a:r>
            <a:r>
              <a:rPr lang="en-US" sz="2000" baseline="-25000" dirty="0" err="1" smtClean="0"/>
              <a:t>i</a:t>
            </a:r>
            <a:r>
              <a:rPr lang="en-US" sz="2000" baseline="30000" dirty="0" err="1" smtClean="0"/>
              <a:t>th</a:t>
            </a:r>
            <a:r>
              <a:rPr lang="en-US" sz="2000" baseline="30000" dirty="0" smtClean="0"/>
              <a:t> </a:t>
            </a:r>
            <a:r>
              <a:rPr lang="en-US" sz="2000" dirty="0" smtClean="0"/>
              <a:t>cost adjustment factor]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Detailed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Detailed level</a:t>
            </a:r>
            <a:r>
              <a:rPr lang="en-US" sz="2200" dirty="0" smtClean="0"/>
              <a:t> builds upon intermediate COCOMO by introducing the additional capabilities of phase-sensitive effort multipliers and a three-level product hierarchy.</a:t>
            </a:r>
          </a:p>
          <a:p>
            <a:r>
              <a:rPr lang="en-US" sz="2200" dirty="0" smtClean="0"/>
              <a:t>The program is </a:t>
            </a:r>
            <a:r>
              <a:rPr lang="en-US" sz="2200" i="1" dirty="0" smtClean="0">
                <a:solidFill>
                  <a:srgbClr val="C00000"/>
                </a:solidFill>
              </a:rPr>
              <a:t>decomposed</a:t>
            </a:r>
            <a:r>
              <a:rPr lang="en-US" sz="2200" dirty="0" smtClean="0"/>
              <a:t> into specific products and components of products.</a:t>
            </a:r>
          </a:p>
          <a:p>
            <a:r>
              <a:rPr lang="en-US" sz="2200" dirty="0" smtClean="0"/>
              <a:t>Boehm calls this the three-level </a:t>
            </a:r>
            <a:r>
              <a:rPr lang="en-US" sz="2200" i="1" dirty="0" smtClean="0">
                <a:solidFill>
                  <a:srgbClr val="C00000"/>
                </a:solidFill>
              </a:rPr>
              <a:t>product hierarchy</a:t>
            </a:r>
            <a:r>
              <a:rPr lang="en-US" sz="2200" dirty="0" smtClean="0"/>
              <a:t>:</a:t>
            </a:r>
          </a:p>
          <a:p>
            <a:pPr lvl="1"/>
            <a:r>
              <a:rPr lang="en-US" sz="1800" dirty="0" smtClean="0"/>
              <a:t>system, subsystem, and module. </a:t>
            </a:r>
          </a:p>
          <a:p>
            <a:pPr lvl="1"/>
            <a:r>
              <a:rPr lang="en-US" sz="1800" dirty="0" smtClean="0"/>
              <a:t>Cost drivers are analyzed separately for each component.</a:t>
            </a:r>
          </a:p>
          <a:p>
            <a:r>
              <a:rPr lang="en-US" sz="2200" dirty="0" smtClean="0"/>
              <a:t>The project development activities are partitioned into </a:t>
            </a:r>
            <a:r>
              <a:rPr lang="en-US" sz="2200" i="1" dirty="0" smtClean="0">
                <a:solidFill>
                  <a:srgbClr val="C00000"/>
                </a:solidFill>
              </a:rPr>
              <a:t>phases</a:t>
            </a:r>
            <a:r>
              <a:rPr lang="en-US" sz="2200" dirty="0" smtClean="0"/>
              <a:t>.</a:t>
            </a:r>
          </a:p>
          <a:p>
            <a:pPr lvl="1"/>
            <a:r>
              <a:rPr lang="en-US" sz="1800" dirty="0" smtClean="0"/>
              <a:t>Boehm used four major phases: requirements (RQ), product design (PD), detailed design (DD), and coding and unit test (CUT) for development. Integration and testing (IT) and maintenance (MN) describe the entire life cycle.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Phases</a:t>
            </a:r>
            <a:r>
              <a:rPr lang="en-US" sz="1800" dirty="0" smtClean="0"/>
              <a:t> may be used to partition systems, subsystems, and/or modules.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Drawbacks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Estimation of</a:t>
            </a:r>
          </a:p>
          <a:p>
            <a:pPr lvl="1"/>
            <a:r>
              <a:rPr lang="en-US" sz="3200" i="1" dirty="0" smtClean="0">
                <a:solidFill>
                  <a:srgbClr val="C00000"/>
                </a:solidFill>
              </a:rPr>
              <a:t>object-oriented </a:t>
            </a:r>
            <a:r>
              <a:rPr lang="en-US" sz="3200" dirty="0" smtClean="0"/>
              <a:t>software,</a:t>
            </a:r>
          </a:p>
          <a:p>
            <a:pPr lvl="1"/>
            <a:r>
              <a:rPr lang="en-US" sz="3200" dirty="0" smtClean="0"/>
              <a:t>software created via spiral or </a:t>
            </a:r>
            <a:r>
              <a:rPr lang="en-US" sz="3200" i="1" dirty="0" smtClean="0">
                <a:solidFill>
                  <a:srgbClr val="C00000"/>
                </a:solidFill>
              </a:rPr>
              <a:t>evolutionary models</a:t>
            </a:r>
            <a:r>
              <a:rPr lang="en-US" sz="3200" dirty="0" smtClean="0"/>
              <a:t>, and</a:t>
            </a:r>
          </a:p>
          <a:p>
            <a:pPr lvl="1"/>
            <a:r>
              <a:rPr lang="en-US" sz="3200" dirty="0" smtClean="0"/>
              <a:t>applications developed from </a:t>
            </a:r>
            <a:r>
              <a:rPr lang="en-US" sz="3200" i="1" dirty="0" smtClean="0">
                <a:solidFill>
                  <a:srgbClr val="C00000"/>
                </a:solidFill>
              </a:rPr>
              <a:t>commercial-off-the-shelf</a:t>
            </a:r>
            <a:r>
              <a:rPr lang="en-US" sz="3200" dirty="0" smtClean="0"/>
              <a:t> software.</a:t>
            </a:r>
          </a:p>
          <a:p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i="1" strike="sngStrike" dirty="0" smtClean="0">
                <a:solidFill>
                  <a:srgbClr val="C00000"/>
                </a:solidFill>
              </a:rPr>
              <a:t>size</a:t>
            </a:r>
            <a:r>
              <a:rPr lang="en-US" dirty="0" smtClean="0"/>
              <a:t> or project </a:t>
            </a:r>
            <a:r>
              <a:rPr lang="en-US" i="1" dirty="0" smtClean="0">
                <a:solidFill>
                  <a:srgbClr val="C00000"/>
                </a:solidFill>
              </a:rPr>
              <a:t>staff</a:t>
            </a:r>
            <a:r>
              <a:rPr lang="en-US" dirty="0" smtClean="0"/>
              <a:t> information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COCOMO II</a:t>
            </a:r>
            <a:r>
              <a:rPr lang="en-US" sz="2400" dirty="0" smtClean="0"/>
              <a:t> is a revised and extended version of the model, built upon the original COCOMO.</a:t>
            </a:r>
          </a:p>
          <a:p>
            <a:r>
              <a:rPr lang="en-US" sz="2400" dirty="0" smtClean="0"/>
              <a:t>During the earliest conceptual stages of a project, the model uses </a:t>
            </a:r>
            <a:r>
              <a:rPr lang="en-US" sz="2400" i="1" dirty="0" smtClean="0">
                <a:solidFill>
                  <a:srgbClr val="C00000"/>
                </a:solidFill>
              </a:rPr>
              <a:t>object point estimates</a:t>
            </a:r>
            <a:r>
              <a:rPr lang="en-US" sz="2400" dirty="0" smtClean="0"/>
              <a:t> to compute effort.</a:t>
            </a:r>
          </a:p>
          <a:p>
            <a:endParaRPr lang="en-US" sz="2400" dirty="0" smtClean="0"/>
          </a:p>
          <a:p>
            <a:r>
              <a:rPr lang="en-US" sz="2400" dirty="0" smtClean="0"/>
              <a:t>During the early design stages, when little is known about project size or project staff, </a:t>
            </a:r>
            <a:r>
              <a:rPr lang="en-US" sz="2400" i="1" dirty="0" smtClean="0">
                <a:solidFill>
                  <a:srgbClr val="C00000"/>
                </a:solidFill>
              </a:rPr>
              <a:t>unadjusted function points</a:t>
            </a:r>
            <a:r>
              <a:rPr lang="en-US" sz="2400" dirty="0" smtClean="0"/>
              <a:t> are used as an input to the model.</a:t>
            </a:r>
          </a:p>
          <a:p>
            <a:endParaRPr lang="en-US" sz="2400" dirty="0" smtClean="0"/>
          </a:p>
          <a:p>
            <a:r>
              <a:rPr lang="en-US" sz="2400" dirty="0" smtClean="0"/>
              <a:t>After an architecture has been selected, design and development begin with </a:t>
            </a:r>
            <a:r>
              <a:rPr lang="en-US" sz="2400" i="1" dirty="0" smtClean="0">
                <a:solidFill>
                  <a:srgbClr val="C00000"/>
                </a:solidFill>
              </a:rPr>
              <a:t>SLOC</a:t>
            </a:r>
            <a:r>
              <a:rPr lang="en-US" sz="2400" dirty="0" smtClean="0"/>
              <a:t> input to the model.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COCOMO II Models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COCOMO II – The </a:t>
            </a:r>
            <a:r>
              <a:rPr lang="en-US" i="1" dirty="0" smtClean="0">
                <a:solidFill>
                  <a:srgbClr val="C00000"/>
                </a:solidFill>
              </a:rPr>
              <a:t>Early Design Model</a:t>
            </a:r>
          </a:p>
          <a:p>
            <a:pPr>
              <a:buNone/>
            </a:pPr>
            <a:r>
              <a:rPr lang="en-US" dirty="0" smtClean="0"/>
              <a:t>	Converting FPs to KLOC then use</a:t>
            </a:r>
          </a:p>
          <a:p>
            <a:pPr algn="ctr">
              <a:buNone/>
            </a:pPr>
            <a:r>
              <a:rPr lang="en-US" dirty="0" smtClean="0"/>
              <a:t>	Effort = 2.45*KLOC*EAF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dirty="0" smtClean="0"/>
              <a:t>COCOMO II – The </a:t>
            </a:r>
            <a:r>
              <a:rPr lang="en-US" i="1" dirty="0" smtClean="0">
                <a:solidFill>
                  <a:srgbClr val="C00000"/>
                </a:solidFill>
              </a:rPr>
              <a:t>Post-Architecture Model</a:t>
            </a:r>
          </a:p>
          <a:p>
            <a:pPr>
              <a:buNone/>
            </a:pPr>
            <a:r>
              <a:rPr lang="en-US" dirty="0" smtClean="0"/>
              <a:t>	Converting FPs to KLOC then use</a:t>
            </a:r>
          </a:p>
          <a:p>
            <a:pPr algn="ctr">
              <a:buNone/>
            </a:pPr>
            <a:r>
              <a:rPr lang="en-US" i="1" dirty="0" smtClean="0"/>
              <a:t>	</a:t>
            </a:r>
            <a:r>
              <a:rPr lang="en-US" dirty="0" smtClean="0"/>
              <a:t>Effort = 2.55*KLOC</a:t>
            </a:r>
            <a:r>
              <a:rPr lang="en-US" baseline="30000" dirty="0" smtClean="0"/>
              <a:t>B</a:t>
            </a:r>
            <a:r>
              <a:rPr lang="en-US" dirty="0" smtClean="0"/>
              <a:t>*EAF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Calibration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Calibration</a:t>
            </a:r>
            <a:r>
              <a:rPr lang="en-US" sz="2400" dirty="0" smtClean="0"/>
              <a:t> is the process of determining the deviation from a standard in order to compute the correction factors.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Items</a:t>
            </a:r>
            <a:r>
              <a:rPr lang="en-US" sz="2400" dirty="0" smtClean="0"/>
              <a:t> which can be calibrated in a model include:</a:t>
            </a:r>
          </a:p>
          <a:p>
            <a:pPr lvl="1"/>
            <a:r>
              <a:rPr lang="en-US" sz="2000" dirty="0" smtClean="0"/>
              <a:t>product types,</a:t>
            </a:r>
          </a:p>
          <a:p>
            <a:pPr lvl="1"/>
            <a:r>
              <a:rPr lang="en-US" sz="2000" dirty="0" smtClean="0"/>
              <a:t>operating environments,</a:t>
            </a:r>
          </a:p>
          <a:p>
            <a:pPr lvl="1"/>
            <a:r>
              <a:rPr lang="en-US" sz="2000" dirty="0" smtClean="0"/>
              <a:t>labor rates and factors,</a:t>
            </a:r>
          </a:p>
          <a:p>
            <a:pPr lvl="1"/>
            <a:r>
              <a:rPr lang="en-US" sz="2000" dirty="0" smtClean="0"/>
              <a:t>various relationships between functional cost items.</a:t>
            </a:r>
          </a:p>
          <a:p>
            <a:r>
              <a:rPr lang="en-US" sz="2400" dirty="0" smtClean="0"/>
              <a:t>Calibration is to </a:t>
            </a:r>
          </a:p>
          <a:p>
            <a:pPr lvl="1"/>
            <a:r>
              <a:rPr lang="en-US" sz="2000" dirty="0" smtClean="0"/>
              <a:t>run the model with </a:t>
            </a:r>
            <a:r>
              <a:rPr lang="en-US" sz="2000" i="1" dirty="0" smtClean="0">
                <a:solidFill>
                  <a:srgbClr val="C00000"/>
                </a:solidFill>
              </a:rPr>
              <a:t>normal inputs</a:t>
            </a:r>
            <a:r>
              <a:rPr lang="en-US" sz="2000" dirty="0" smtClean="0"/>
              <a:t> (known parameters such as software lines of code) against items for which the actual cost are known.</a:t>
            </a:r>
          </a:p>
          <a:p>
            <a:pPr lvl="1"/>
            <a:r>
              <a:rPr lang="en-US" sz="2000" dirty="0" smtClean="0"/>
              <a:t>These estimates are then compared with the actual costs and the average deviation becomes a </a:t>
            </a:r>
            <a:r>
              <a:rPr lang="en-US" sz="2000" i="1" dirty="0" smtClean="0">
                <a:solidFill>
                  <a:srgbClr val="C00000"/>
                </a:solidFill>
              </a:rPr>
              <a:t>correction factor</a:t>
            </a:r>
            <a:r>
              <a:rPr lang="en-US" sz="2000" dirty="0" smtClean="0"/>
              <a:t> for the model.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Other Models [8]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err="1" smtClean="0"/>
              <a:t>Albrect</a:t>
            </a:r>
            <a:r>
              <a:rPr lang="en-US" sz="2400" dirty="0" smtClean="0"/>
              <a:t>–Gaffney: Effort = 13.39 + 0.0545*FP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err="1" smtClean="0"/>
              <a:t>Kemerer</a:t>
            </a:r>
            <a:r>
              <a:rPr lang="en-US" sz="2400" dirty="0" smtClean="0"/>
              <a:t>: Effort = 60.62 + 7.728*(10</a:t>
            </a:r>
            <a:r>
              <a:rPr lang="en-US" sz="2400" baseline="30000" dirty="0" smtClean="0"/>
              <a:t>-8</a:t>
            </a:r>
            <a:r>
              <a:rPr lang="en-US" sz="2400" dirty="0" smtClean="0"/>
              <a:t>)*FP</a:t>
            </a:r>
            <a:r>
              <a:rPr lang="en-US" sz="2400" baseline="30000" dirty="0" smtClean="0"/>
              <a:t>3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Matson–</a:t>
            </a:r>
            <a:r>
              <a:rPr lang="en-US" sz="2400" dirty="0" err="1" smtClean="0"/>
              <a:t>Barret</a:t>
            </a:r>
            <a:r>
              <a:rPr lang="en-US" sz="2400" dirty="0" smtClean="0"/>
              <a:t>–</a:t>
            </a:r>
            <a:r>
              <a:rPr lang="en-US" sz="2400" dirty="0" err="1" smtClean="0"/>
              <a:t>Meltichamp</a:t>
            </a:r>
            <a:r>
              <a:rPr lang="en-US" sz="2400" dirty="0" smtClean="0"/>
              <a:t>: Effort = 585.7 + 15.12*FP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Benchmark: Effort = FP / Delivery Rate.</a:t>
            </a:r>
          </a:p>
          <a:p>
            <a:pPr eaLnBrk="1" hangingPunct="1">
              <a:buFont typeface="Arial" charset="0"/>
              <a:buNone/>
            </a:pPr>
            <a:r>
              <a:rPr lang="en-US" sz="2400" dirty="0" smtClean="0"/>
              <a:t>	where Delivery Rate - based on the most recent 600 projects.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Effort Activities Estimation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828800" y="1371600"/>
          <a:ext cx="54102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Schedule Estimation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209800"/>
          </a:xfrm>
        </p:spPr>
        <p:txBody>
          <a:bodyPr/>
          <a:lstStyle/>
          <a:p>
            <a:r>
              <a:rPr lang="en-US" sz="2400" dirty="0" smtClean="0"/>
              <a:t>Schedule = 3*Effort</a:t>
            </a:r>
            <a:r>
              <a:rPr lang="en-US" sz="2400" baseline="30000" dirty="0" smtClean="0"/>
              <a:t>1/3</a:t>
            </a:r>
          </a:p>
          <a:p>
            <a:r>
              <a:rPr lang="en-US" sz="2400" dirty="0" smtClean="0"/>
              <a:t>Past schedule:</a:t>
            </a:r>
          </a:p>
          <a:p>
            <a:pPr algn="ctr">
              <a:buNone/>
            </a:pPr>
            <a:r>
              <a:rPr lang="en-US" sz="2400" dirty="0" smtClean="0"/>
              <a:t>	Schedule = </a:t>
            </a:r>
            <a:r>
              <a:rPr lang="en-US" sz="2400" dirty="0" err="1" smtClean="0"/>
              <a:t>PastSchedule</a:t>
            </a:r>
            <a:r>
              <a:rPr lang="en-US" sz="2400" dirty="0" smtClean="0"/>
              <a:t>*(</a:t>
            </a:r>
            <a:r>
              <a:rPr lang="en-US" sz="2400" dirty="0" err="1" smtClean="0"/>
              <a:t>EstimatedEffort</a:t>
            </a:r>
            <a:r>
              <a:rPr lang="en-US" sz="2400" dirty="0" smtClean="0"/>
              <a:t>/</a:t>
            </a:r>
            <a:r>
              <a:rPr lang="en-US" sz="2400" dirty="0" err="1" smtClean="0"/>
              <a:t>PastEffort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1/3</a:t>
            </a:r>
          </a:p>
          <a:p>
            <a:r>
              <a:rPr lang="en-US" sz="2400" dirty="0" smtClean="0"/>
              <a:t>Jones's First-Order estimation practice:</a:t>
            </a:r>
          </a:p>
          <a:p>
            <a:pPr algn="ctr">
              <a:buFont typeface="Arial" charset="0"/>
              <a:buNone/>
            </a:pPr>
            <a:r>
              <a:rPr lang="en-US" sz="2400" dirty="0" smtClean="0"/>
              <a:t>	Schedule = </a:t>
            </a:r>
            <a:r>
              <a:rPr lang="en-US" sz="2400" dirty="0" err="1" smtClean="0"/>
              <a:t>FPs</a:t>
            </a:r>
            <a:r>
              <a:rPr lang="en-US" sz="2400" baseline="30000" dirty="0" err="1" smtClean="0"/>
              <a:t>X</a:t>
            </a:r>
            <a:r>
              <a:rPr lang="en-US" sz="2400" baseline="30000" dirty="0" smtClean="0"/>
              <a:t>	</a:t>
            </a:r>
            <a:r>
              <a:rPr lang="en-US" sz="2400" dirty="0" smtClean="0"/>
              <a:t>where 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3886200"/>
          <a:ext cx="8686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1200"/>
                <a:gridCol w="990600"/>
                <a:gridCol w="990600"/>
                <a:gridCol w="914400"/>
              </a:tblGrid>
              <a:tr h="19642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Kind of software</a:t>
                      </a:r>
                      <a:r>
                        <a:rPr lang="en-US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Better</a:t>
                      </a:r>
                      <a:r>
                        <a:rPr lang="en-US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Average</a:t>
                      </a:r>
                      <a:r>
                        <a:rPr lang="en-US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Worse</a:t>
                      </a:r>
                      <a:r>
                        <a:rPr lang="en-US"/>
                        <a:t> </a:t>
                      </a:r>
                    </a:p>
                  </a:txBody>
                  <a:tcPr anchor="b"/>
                </a:tc>
              </a:tr>
              <a:tr h="196427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Object-oriented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0.39</a:t>
                      </a:r>
                    </a:p>
                  </a:txBody>
                  <a:tcPr/>
                </a:tc>
              </a:tr>
              <a:tr h="196427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Client-server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0.40</a:t>
                      </a:r>
                    </a:p>
                  </a:txBody>
                  <a:tcPr/>
                </a:tc>
              </a:tr>
              <a:tr h="196427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Business systems, internal intranet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0.42</a:t>
                      </a:r>
                    </a:p>
                  </a:txBody>
                  <a:tcPr/>
                </a:tc>
              </a:tr>
              <a:tr h="343747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Shrink-wrapped, scientific systems, engineering systems, public internet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0.43</a:t>
                      </a:r>
                    </a:p>
                  </a:txBody>
                  <a:tcPr/>
                </a:tc>
              </a:tr>
              <a:tr h="3437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Embedded systems, telecommunications, device drivers, systems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Algorithmic Models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1096582" y="1332002"/>
            <a:ext cx="7056818" cy="2249398"/>
            <a:chOff x="392046" y="36600"/>
            <a:chExt cx="7056818" cy="725398"/>
          </a:xfrm>
        </p:grpSpPr>
        <p:sp>
          <p:nvSpPr>
            <p:cNvPr id="8" name="Rounded Rectangle 7"/>
            <p:cNvSpPr/>
            <p:nvPr/>
          </p:nvSpPr>
          <p:spPr>
            <a:xfrm>
              <a:off x="392046" y="36600"/>
              <a:ext cx="7056818" cy="725398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27457" y="72011"/>
              <a:ext cx="6985996" cy="654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dirty="0" smtClean="0">
                  <a:solidFill>
                    <a:schemeClr val="bg1"/>
                  </a:solidFill>
                </a:rPr>
                <a:t>Repeatable estimations</a:t>
              </a:r>
            </a:p>
            <a:p>
              <a:pPr marL="457200" lvl="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dirty="0" smtClean="0">
                  <a:solidFill>
                    <a:schemeClr val="bg1"/>
                  </a:solidFill>
                </a:rPr>
                <a:t>Objectively calibrated to previous experience</a:t>
              </a:r>
            </a:p>
            <a:p>
              <a:pPr marL="457200" lvl="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dirty="0" smtClean="0">
                  <a:solidFill>
                    <a:schemeClr val="bg1"/>
                  </a:solidFill>
                </a:rPr>
                <a:t>Various extensions for almost every purpose</a:t>
              </a:r>
            </a:p>
            <a:p>
              <a:pPr marL="457200" lvl="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dirty="0" smtClean="0">
                  <a:solidFill>
                    <a:schemeClr val="bg1"/>
                  </a:solidFill>
                </a:rPr>
                <a:t>Tool support</a:t>
              </a:r>
              <a:endParaRPr lang="en-US" sz="2400" kern="1200" dirty="0" smtClean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1143000" y="5486400"/>
            <a:ext cx="7064425" cy="990600"/>
            <a:chOff x="395853" y="13979"/>
            <a:chExt cx="7064425" cy="649440"/>
          </a:xfrm>
        </p:grpSpPr>
        <p:sp>
          <p:nvSpPr>
            <p:cNvPr id="11" name="Rounded Rectangle 10"/>
            <p:cNvSpPr/>
            <p:nvPr/>
          </p:nvSpPr>
          <p:spPr>
            <a:xfrm>
              <a:off x="395853" y="13979"/>
              <a:ext cx="7064425" cy="6494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27556" y="45682"/>
              <a:ext cx="7001019" cy="586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400" dirty="0" smtClean="0">
                  <a:solidFill>
                    <a:schemeClr val="bg1"/>
                  </a:solidFill>
                </a:rPr>
                <a:t>Poor sizing inputs and inaccurate cost driver rating will result in inaccurate estimation.</a:t>
              </a:r>
              <a:endParaRPr lang="en-US" sz="2400" kern="1200" dirty="0" smtClean="0">
                <a:solidFill>
                  <a:schemeClr val="bg1"/>
                </a:solidFill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3657600"/>
            <a:ext cx="19050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Halstead's Software Science (I)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measurable and countable properties are : </a:t>
            </a:r>
          </a:p>
          <a:p>
            <a:pPr marL="914400" lvl="1" indent="-457200">
              <a:buFont typeface="Calibri" pitchFamily="34" charset="0"/>
              <a:buAutoNum type="arabicParenR"/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number of unique or distinct operators appearing in that implementation </a:t>
            </a:r>
          </a:p>
          <a:p>
            <a:pPr marL="914400" lvl="1" indent="-457200">
              <a:buFont typeface="Calibri" pitchFamily="34" charset="0"/>
              <a:buAutoNum type="arabicParenR"/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number of unique or distinct operands appearing in that implementation </a:t>
            </a:r>
          </a:p>
          <a:p>
            <a:pPr marL="914400" lvl="1" indent="-457200">
              <a:buFont typeface="Calibri" pitchFamily="34" charset="0"/>
              <a:buAutoNum type="arabicParenR"/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total usage of all of the operators appearing in that implementation </a:t>
            </a:r>
          </a:p>
          <a:p>
            <a:pPr marL="914400" lvl="1" indent="-457200">
              <a:buFont typeface="Calibri" pitchFamily="34" charset="0"/>
              <a:buAutoNum type="arabicParenR"/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total usage of all of the operands appearing in that implementation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Halstead's Software Science (II)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The vocabulary </a:t>
            </a:r>
            <a:r>
              <a:rPr lang="en-US" sz="2400" dirty="0" smtClean="0">
                <a:latin typeface="+mj-lt"/>
                <a:ea typeface="Cambria" pitchFamily="18" charset="0"/>
              </a:rPr>
              <a:t>n = n</a:t>
            </a:r>
            <a:r>
              <a:rPr lang="en-US" sz="2400" baseline="-25000" dirty="0" smtClean="0">
                <a:latin typeface="+mj-lt"/>
                <a:ea typeface="Cambria" pitchFamily="18" charset="0"/>
              </a:rPr>
              <a:t>1</a:t>
            </a:r>
            <a:r>
              <a:rPr lang="en-US" sz="2400" dirty="0" smtClean="0">
                <a:latin typeface="+mj-lt"/>
                <a:ea typeface="Cambria" pitchFamily="18" charset="0"/>
              </a:rPr>
              <a:t> + n</a:t>
            </a:r>
            <a:r>
              <a:rPr lang="en-US" sz="2400" baseline="-25000" dirty="0" smtClean="0">
                <a:latin typeface="+mj-lt"/>
                <a:ea typeface="Cambria" pitchFamily="18" charset="0"/>
              </a:rPr>
              <a:t>2</a:t>
            </a:r>
            <a:r>
              <a:rPr lang="en-US" sz="2400" dirty="0" smtClean="0">
                <a:latin typeface="+mj-lt"/>
              </a:rPr>
              <a:t> </a:t>
            </a:r>
          </a:p>
          <a:p>
            <a:r>
              <a:rPr lang="en-US" sz="2400" dirty="0" smtClean="0">
                <a:latin typeface="+mj-lt"/>
              </a:rPr>
              <a:t>The implementation length N = 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dirty="0" smtClean="0">
                <a:latin typeface="+mj-lt"/>
              </a:rPr>
              <a:t> + 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 </a:t>
            </a:r>
          </a:p>
          <a:p>
            <a:r>
              <a:rPr lang="en-US" sz="2400" dirty="0" smtClean="0">
                <a:latin typeface="+mj-lt"/>
              </a:rPr>
              <a:t>Volume V = 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i="1" dirty="0" smtClean="0">
                <a:latin typeface="+mj-lt"/>
              </a:rPr>
              <a:t>log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dirty="0" smtClean="0">
                <a:latin typeface="+mj-lt"/>
              </a:rPr>
              <a:t> + 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i="1" dirty="0" smtClean="0">
                <a:latin typeface="+mj-lt"/>
              </a:rPr>
              <a:t>log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n</a:t>
            </a:r>
            <a:r>
              <a:rPr lang="en-US" sz="2400" baseline="-25000" dirty="0" smtClean="0">
                <a:latin typeface="+mj-lt"/>
              </a:rPr>
              <a:t>2</a:t>
            </a:r>
          </a:p>
          <a:p>
            <a:r>
              <a:rPr lang="en-US" sz="2400" dirty="0" err="1" smtClean="0">
                <a:latin typeface="+mj-lt"/>
              </a:rPr>
              <a:t>Difficulity</a:t>
            </a:r>
            <a:r>
              <a:rPr lang="en-US" sz="2400" dirty="0" smtClean="0">
                <a:latin typeface="+mj-lt"/>
              </a:rPr>
              <a:t> D = (n1/2) * (N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 / n2)</a:t>
            </a:r>
          </a:p>
          <a:p>
            <a:r>
              <a:rPr lang="en-US" sz="2400" dirty="0" smtClean="0">
                <a:latin typeface="+mj-lt"/>
              </a:rPr>
              <a:t>Effort E = D*V</a:t>
            </a:r>
          </a:p>
          <a:p>
            <a:r>
              <a:rPr lang="en-US" sz="2400" dirty="0" smtClean="0">
                <a:latin typeface="+mj-lt"/>
              </a:rPr>
              <a:t>Schedules S = ( 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dirty="0" smtClean="0">
                <a:latin typeface="+mj-lt"/>
              </a:rPr>
              <a:t>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( 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i="1" dirty="0" smtClean="0">
                <a:latin typeface="+mj-lt"/>
              </a:rPr>
              <a:t>log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n</a:t>
            </a:r>
            <a:r>
              <a:rPr lang="en-US" sz="2400" baseline="-25000" dirty="0" smtClean="0">
                <a:latin typeface="+mj-lt"/>
              </a:rPr>
              <a:t>1</a:t>
            </a:r>
            <a:r>
              <a:rPr lang="en-US" sz="2400" dirty="0" smtClean="0">
                <a:latin typeface="+mj-lt"/>
              </a:rPr>
              <a:t> + 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i="1" dirty="0" smtClean="0">
                <a:latin typeface="+mj-lt"/>
              </a:rPr>
              <a:t>log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) </a:t>
            </a:r>
            <a:r>
              <a:rPr lang="en-US" sz="2400" i="1" dirty="0" smtClean="0">
                <a:latin typeface="+mj-lt"/>
              </a:rPr>
              <a:t>log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n) / 2n</a:t>
            </a:r>
            <a:r>
              <a:rPr lang="en-US" sz="2400" baseline="-25000" dirty="0" smtClean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S, where S from 5 to 20.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</a:t>
            </a:r>
            <a:r>
              <a:rPr lang="en-US" sz="4000" smtClean="0"/>
              <a:t>of Halstead's Method</a:t>
            </a:r>
            <a:endParaRPr lang="en-US" sz="4000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0425" y="2257425"/>
            <a:ext cx="295275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" name="Group 9"/>
          <p:cNvGrpSpPr/>
          <p:nvPr/>
        </p:nvGrpSpPr>
        <p:grpSpPr>
          <a:xfrm>
            <a:off x="5943600" y="3033712"/>
            <a:ext cx="2362200" cy="1766888"/>
            <a:chOff x="396240" y="419"/>
            <a:chExt cx="7071330" cy="1800720"/>
          </a:xfrm>
        </p:grpSpPr>
        <p:sp>
          <p:nvSpPr>
            <p:cNvPr id="11" name="Rounded Rectangle 10"/>
            <p:cNvSpPr/>
            <p:nvPr/>
          </p:nvSpPr>
          <p:spPr>
            <a:xfrm>
              <a:off x="396240" y="419"/>
              <a:ext cx="7071330" cy="18007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84143" y="88323"/>
              <a:ext cx="6895521" cy="16249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200" kern="1200" dirty="0" smtClean="0">
                  <a:solidFill>
                    <a:schemeClr val="bg1"/>
                  </a:solidFill>
                </a:rPr>
                <a:t> Depends on completed code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200" kern="1200" dirty="0" smtClean="0">
                  <a:solidFill>
                    <a:schemeClr val="bg1"/>
                  </a:solidFill>
                </a:rPr>
                <a:t> No predictive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09600" y="2438400"/>
            <a:ext cx="2819400" cy="2195512"/>
            <a:chOff x="392430" y="16679"/>
            <a:chExt cx="7063716" cy="1889280"/>
          </a:xfrm>
        </p:grpSpPr>
        <p:sp>
          <p:nvSpPr>
            <p:cNvPr id="8" name="Rounded Rectangle 7"/>
            <p:cNvSpPr/>
            <p:nvPr/>
          </p:nvSpPr>
          <p:spPr>
            <a:xfrm>
              <a:off x="392430" y="16679"/>
              <a:ext cx="7063716" cy="1889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84657" y="108906"/>
              <a:ext cx="6879262" cy="17048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200" kern="1200" dirty="0" smtClean="0">
                  <a:solidFill>
                    <a:schemeClr val="bg1"/>
                  </a:solidFill>
                </a:rPr>
                <a:t> Simple to calculate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200" kern="1200" dirty="0" smtClean="0">
                  <a:solidFill>
                    <a:schemeClr val="bg1"/>
                  </a:solidFill>
                </a:rPr>
                <a:t> Can be used for any programming language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vs. Rating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measurement</a:t>
            </a:r>
            <a:r>
              <a:rPr lang="en-US" sz="2600" dirty="0" smtClean="0"/>
              <a:t> is objective and can be manipulated mathematically. 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rating</a:t>
            </a:r>
            <a:r>
              <a:rPr lang="en-US" sz="2600" dirty="0" smtClean="0"/>
              <a:t> is subjective and cannot be manipulated mathematically.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600" dirty="0" smtClean="0"/>
              <a:t>FPs, UCPs, OPs are a rating, not a measurement.</a:t>
            </a:r>
          </a:p>
          <a:p>
            <a:pPr lvl="1"/>
            <a:r>
              <a:rPr lang="fr-FR" sz="2200" dirty="0" smtClean="0"/>
              <a:t>1 (2000 </a:t>
            </a:r>
            <a:r>
              <a:rPr lang="fr-FR" sz="2200" dirty="0" err="1" smtClean="0"/>
              <a:t>FPs</a:t>
            </a:r>
            <a:r>
              <a:rPr lang="fr-FR" sz="2200" dirty="0" smtClean="0"/>
              <a:t> Application) = 2 * (1000 </a:t>
            </a:r>
            <a:r>
              <a:rPr lang="fr-FR" sz="2200" dirty="0" err="1" smtClean="0"/>
              <a:t>FPs</a:t>
            </a:r>
            <a:r>
              <a:rPr lang="fr-FR" sz="2200" dirty="0" smtClean="0"/>
              <a:t> Application)???</a:t>
            </a:r>
          </a:p>
          <a:p>
            <a:pPr lvl="1"/>
            <a:r>
              <a:rPr lang="en-US" sz="2200" dirty="0" smtClean="0"/>
              <a:t>If a team completes an application of 250 FP in 10 weeks, then they can complete an application 500 FPs in 20 weeks???</a:t>
            </a:r>
          </a:p>
          <a:p>
            <a:pPr lvl="1"/>
            <a:r>
              <a:rPr lang="en-US" sz="2200" dirty="0" smtClean="0"/>
              <a:t>How about complexity between 100 FPs application and 50 FPs application??? 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McCabe's </a:t>
            </a:r>
            <a:r>
              <a:rPr lang="en-US" sz="2400" dirty="0" err="1" smtClean="0"/>
              <a:t>Cyclomatic</a:t>
            </a:r>
            <a:r>
              <a:rPr lang="en-US" sz="2400" dirty="0" smtClean="0"/>
              <a:t> Number.</a:t>
            </a:r>
          </a:p>
          <a:p>
            <a:pPr eaLnBrk="1" hangingPunct="1"/>
            <a:r>
              <a:rPr lang="en-US" sz="2400" dirty="0" smtClean="0"/>
              <a:t>Fan-In Fan-Out Complexity - Henry's and </a:t>
            </a:r>
            <a:r>
              <a:rPr lang="en-US" sz="2400" dirty="0" err="1" smtClean="0"/>
              <a:t>Kafura's</a:t>
            </a:r>
            <a:r>
              <a:rPr lang="en-US" sz="2400" dirty="0" smtClean="0"/>
              <a:t>.</a:t>
            </a:r>
            <a:endParaRPr lang="en-US" sz="2400" b="1" dirty="0" smtClean="0"/>
          </a:p>
          <a:p>
            <a:pPr eaLnBrk="1" hangingPunct="1"/>
            <a:r>
              <a:rPr lang="en-US" sz="2400" dirty="0" smtClean="0"/>
              <a:t>Defects Estimation.</a:t>
            </a:r>
          </a:p>
          <a:p>
            <a:pPr eaLnBrk="1" hangingPunct="1"/>
            <a:r>
              <a:rPr lang="en-US" sz="2400" dirty="0" smtClean="0"/>
              <a:t>Reliability Estimation.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77825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8010</TotalTime>
  <Words>3442</Words>
  <Application>Microsoft Office PowerPoint</Application>
  <PresentationFormat>On-screen Show (4:3)</PresentationFormat>
  <Paragraphs>878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Model-Based Estimation</vt:lpstr>
      <vt:lpstr>Objectives</vt:lpstr>
      <vt:lpstr>Contents</vt:lpstr>
      <vt:lpstr>References</vt:lpstr>
      <vt:lpstr>Function Point Analysis [1, 2, 3]</vt:lpstr>
      <vt:lpstr>Step 1: Determine Type of Function Point Count</vt:lpstr>
      <vt:lpstr>Step 2: Determine Application Boundary</vt:lpstr>
      <vt:lpstr>Step 3: Identify Data Functions</vt:lpstr>
      <vt:lpstr>Step 4: Identify Transactional Functions</vt:lpstr>
      <vt:lpstr>Step 5: Identify ILF/EIF Complexity</vt:lpstr>
      <vt:lpstr>Example</vt:lpstr>
      <vt:lpstr>Step 6: Identify EIs/EOs/EQs Complexity</vt:lpstr>
      <vt:lpstr>Example</vt:lpstr>
      <vt:lpstr>Step 7: Calculate Unadjusted Function Point</vt:lpstr>
      <vt:lpstr>Step 8: Evaluate General System Characteristic</vt:lpstr>
      <vt:lpstr>Convert Function Points To SLOC</vt:lpstr>
      <vt:lpstr>Pros &amp; Cons of FPA</vt:lpstr>
      <vt:lpstr>Slide 18</vt:lpstr>
      <vt:lpstr>Use Case Points</vt:lpstr>
      <vt:lpstr>Unadjusted Use Case Weight – UUCW</vt:lpstr>
      <vt:lpstr>Unadjusted Actor Weight – UAW</vt:lpstr>
      <vt:lpstr>Technical Factor</vt:lpstr>
      <vt:lpstr>Environment Complexity Factor – ECF</vt:lpstr>
      <vt:lpstr>Use Case Points</vt:lpstr>
      <vt:lpstr>Pros &amp; Cons of UC Point</vt:lpstr>
      <vt:lpstr>Slide 26</vt:lpstr>
      <vt:lpstr>Object Points</vt:lpstr>
      <vt:lpstr>Determine Complexity</vt:lpstr>
      <vt:lpstr>New Object Points</vt:lpstr>
      <vt:lpstr>Example</vt:lpstr>
      <vt:lpstr>Effort Estimation</vt:lpstr>
      <vt:lpstr>Pros &amp; Cons of Object Point</vt:lpstr>
      <vt:lpstr>Slide 33</vt:lpstr>
      <vt:lpstr>Regression Analysis [4, 5]</vt:lpstr>
      <vt:lpstr>Example</vt:lpstr>
      <vt:lpstr>1965 System Development Corporation Cost Model [6]</vt:lpstr>
      <vt:lpstr>The Putnam SLIM Model [6, 7]</vt:lpstr>
      <vt:lpstr>COnstructive COst MOdel</vt:lpstr>
      <vt:lpstr>Project Development Modes</vt:lpstr>
      <vt:lpstr>Nominal Effort and Schedule Estimation</vt:lpstr>
      <vt:lpstr>COCOMO Example</vt:lpstr>
      <vt:lpstr>Intermediate Level</vt:lpstr>
      <vt:lpstr>Detailed Level</vt:lpstr>
      <vt:lpstr>COCOMO Drawbacks</vt:lpstr>
      <vt:lpstr>COCOMO II</vt:lpstr>
      <vt:lpstr>COCOMO II Models</vt:lpstr>
      <vt:lpstr>Model Calibration</vt:lpstr>
      <vt:lpstr>Other Models [8]</vt:lpstr>
      <vt:lpstr>Effort Activities Estimation</vt:lpstr>
      <vt:lpstr>Schedule Estimation</vt:lpstr>
      <vt:lpstr>Pros &amp; Cons of Algorithmic Models</vt:lpstr>
      <vt:lpstr>Slide 52</vt:lpstr>
      <vt:lpstr>Halstead's Software Science (I)</vt:lpstr>
      <vt:lpstr>Halstead's Software Science (II)</vt:lpstr>
      <vt:lpstr>Pros &amp; Cons of Halstead's Method</vt:lpstr>
      <vt:lpstr>Slide 56</vt:lpstr>
      <vt:lpstr>Measurement vs. Rating</vt:lpstr>
      <vt:lpstr>Slide 58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4364</cp:revision>
  <dcterms:created xsi:type="dcterms:W3CDTF">2007-10-06T08:25:13Z</dcterms:created>
  <dcterms:modified xsi:type="dcterms:W3CDTF">2023-06-29T11:35:05Z</dcterms:modified>
</cp:coreProperties>
</file>