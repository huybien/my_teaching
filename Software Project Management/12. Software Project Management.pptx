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47"/>
  </p:notesMasterIdLst>
  <p:handoutMasterIdLst>
    <p:handoutMasterId r:id="rId48"/>
  </p:handoutMasterIdLst>
  <p:sldIdLst>
    <p:sldId id="256" r:id="rId2"/>
    <p:sldId id="513" r:id="rId3"/>
    <p:sldId id="675" r:id="rId4"/>
    <p:sldId id="514" r:id="rId5"/>
    <p:sldId id="718" r:id="rId6"/>
    <p:sldId id="744" r:id="rId7"/>
    <p:sldId id="712" r:id="rId8"/>
    <p:sldId id="716" r:id="rId9"/>
    <p:sldId id="714" r:id="rId10"/>
    <p:sldId id="715" r:id="rId11"/>
    <p:sldId id="698" r:id="rId12"/>
    <p:sldId id="736" r:id="rId13"/>
    <p:sldId id="731" r:id="rId14"/>
    <p:sldId id="717" r:id="rId15"/>
    <p:sldId id="738" r:id="rId16"/>
    <p:sldId id="733" r:id="rId17"/>
    <p:sldId id="739" r:id="rId18"/>
    <p:sldId id="740" r:id="rId19"/>
    <p:sldId id="766" r:id="rId20"/>
    <p:sldId id="745" r:id="rId21"/>
    <p:sldId id="762" r:id="rId22"/>
    <p:sldId id="763" r:id="rId23"/>
    <p:sldId id="764" r:id="rId24"/>
    <p:sldId id="752" r:id="rId25"/>
    <p:sldId id="765" r:id="rId26"/>
    <p:sldId id="753" r:id="rId27"/>
    <p:sldId id="754" r:id="rId28"/>
    <p:sldId id="755" r:id="rId29"/>
    <p:sldId id="756" r:id="rId30"/>
    <p:sldId id="757" r:id="rId31"/>
    <p:sldId id="758" r:id="rId32"/>
    <p:sldId id="759" r:id="rId33"/>
    <p:sldId id="691" r:id="rId34"/>
    <p:sldId id="670" r:id="rId35"/>
    <p:sldId id="747" r:id="rId36"/>
    <p:sldId id="750" r:id="rId37"/>
    <p:sldId id="751" r:id="rId38"/>
    <p:sldId id="748" r:id="rId39"/>
    <p:sldId id="671" r:id="rId40"/>
    <p:sldId id="749" r:id="rId41"/>
    <p:sldId id="672" r:id="rId42"/>
    <p:sldId id="673" r:id="rId43"/>
    <p:sldId id="663" r:id="rId44"/>
    <p:sldId id="674" r:id="rId45"/>
    <p:sldId id="343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3" autoAdjust="0"/>
    <p:restoredTop sz="81860" autoAdjust="0"/>
  </p:normalViewPr>
  <p:slideViewPr>
    <p:cSldViewPr>
      <p:cViewPr>
        <p:scale>
          <a:sx n="50" d="100"/>
          <a:sy n="50" d="100"/>
        </p:scale>
        <p:origin x="-1484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1D5C75-F897-403B-A0F6-6F42ADBCDAF5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B106F3E8-EC03-4E37-90F5-4ED64CFC25FD}">
      <dgm:prSet phldrT="[Text]" custT="1"/>
      <dgm:spPr/>
      <dgm:t>
        <a:bodyPr/>
        <a:lstStyle/>
        <a:p>
          <a:r>
            <a:rPr lang="en-US" sz="2000" dirty="0" smtClean="0"/>
            <a:t>Starting the project</a:t>
          </a:r>
          <a:endParaRPr lang="en-US" sz="2000" dirty="0"/>
        </a:p>
      </dgm:t>
    </dgm:pt>
    <dgm:pt modelId="{4CBD7980-9384-4BF0-B716-49D0F84240C3}" type="parTrans" cxnId="{5F1721FE-49F8-4F3C-9B79-FEC074B78C0A}">
      <dgm:prSet/>
      <dgm:spPr/>
      <dgm:t>
        <a:bodyPr/>
        <a:lstStyle/>
        <a:p>
          <a:endParaRPr lang="en-US"/>
        </a:p>
      </dgm:t>
    </dgm:pt>
    <dgm:pt modelId="{551AF764-AFEA-4BDC-A497-7BECA7CBD2F5}" type="sibTrans" cxnId="{5F1721FE-49F8-4F3C-9B79-FEC074B78C0A}">
      <dgm:prSet/>
      <dgm:spPr/>
      <dgm:t>
        <a:bodyPr/>
        <a:lstStyle/>
        <a:p>
          <a:endParaRPr lang="en-US"/>
        </a:p>
      </dgm:t>
    </dgm:pt>
    <dgm:pt modelId="{AE5A2A2E-CC81-45A3-940D-E975DDF7AD2F}">
      <dgm:prSet custT="1"/>
      <dgm:spPr/>
      <dgm:t>
        <a:bodyPr/>
        <a:lstStyle/>
        <a:p>
          <a:r>
            <a:rPr lang="en-US" sz="2000" dirty="0" smtClean="0"/>
            <a:t>Organizing and preparing</a:t>
          </a:r>
          <a:endParaRPr lang="en-US" sz="2000" dirty="0"/>
        </a:p>
      </dgm:t>
    </dgm:pt>
    <dgm:pt modelId="{2241131C-AA76-4EEC-9D8D-8442E3BCD31F}" type="parTrans" cxnId="{60B9A6D2-49E1-46A2-BD79-1A72F2BE0676}">
      <dgm:prSet/>
      <dgm:spPr/>
      <dgm:t>
        <a:bodyPr/>
        <a:lstStyle/>
        <a:p>
          <a:endParaRPr lang="en-US"/>
        </a:p>
      </dgm:t>
    </dgm:pt>
    <dgm:pt modelId="{466B4690-4672-418E-B9CE-4C235F88ECD1}" type="sibTrans" cxnId="{60B9A6D2-49E1-46A2-BD79-1A72F2BE0676}">
      <dgm:prSet/>
      <dgm:spPr/>
      <dgm:t>
        <a:bodyPr/>
        <a:lstStyle/>
        <a:p>
          <a:endParaRPr lang="en-US"/>
        </a:p>
      </dgm:t>
    </dgm:pt>
    <dgm:pt modelId="{07793A81-89E5-4120-B404-6610A4B5861D}">
      <dgm:prSet custT="1"/>
      <dgm:spPr/>
      <dgm:t>
        <a:bodyPr/>
        <a:lstStyle/>
        <a:p>
          <a:r>
            <a:rPr lang="en-US" sz="2000" dirty="0" smtClean="0"/>
            <a:t>Carrying out the work</a:t>
          </a:r>
          <a:endParaRPr lang="en-US" sz="2000" dirty="0"/>
        </a:p>
      </dgm:t>
    </dgm:pt>
    <dgm:pt modelId="{FC1569B7-15A6-4981-9D92-681A2C15AF3A}" type="parTrans" cxnId="{0031575E-F43A-4C22-B2D1-C09751416A0E}">
      <dgm:prSet/>
      <dgm:spPr/>
      <dgm:t>
        <a:bodyPr/>
        <a:lstStyle/>
        <a:p>
          <a:endParaRPr lang="en-US"/>
        </a:p>
      </dgm:t>
    </dgm:pt>
    <dgm:pt modelId="{A3CC9F35-E756-4B50-B23C-DAA7634DC218}" type="sibTrans" cxnId="{0031575E-F43A-4C22-B2D1-C09751416A0E}">
      <dgm:prSet/>
      <dgm:spPr/>
      <dgm:t>
        <a:bodyPr/>
        <a:lstStyle/>
        <a:p>
          <a:endParaRPr lang="en-US"/>
        </a:p>
      </dgm:t>
    </dgm:pt>
    <dgm:pt modelId="{F86346F3-0572-4292-9FED-6A79B7C55FFB}">
      <dgm:prSet custT="1"/>
      <dgm:spPr/>
      <dgm:t>
        <a:bodyPr/>
        <a:lstStyle/>
        <a:p>
          <a:r>
            <a:rPr lang="en-US" sz="2000" dirty="0" smtClean="0"/>
            <a:t>Closing the project</a:t>
          </a:r>
          <a:endParaRPr lang="en-US" sz="2000" dirty="0"/>
        </a:p>
      </dgm:t>
    </dgm:pt>
    <dgm:pt modelId="{0DA1726B-3B53-4D3C-80D7-10C72B3743DE}" type="parTrans" cxnId="{1DDE5D1E-5A57-4E67-B9B0-0E2E2047CE58}">
      <dgm:prSet/>
      <dgm:spPr/>
      <dgm:t>
        <a:bodyPr/>
        <a:lstStyle/>
        <a:p>
          <a:endParaRPr lang="en-US"/>
        </a:p>
      </dgm:t>
    </dgm:pt>
    <dgm:pt modelId="{D2702E22-4556-4703-BA60-A7F8876B9F36}" type="sibTrans" cxnId="{1DDE5D1E-5A57-4E67-B9B0-0E2E2047CE58}">
      <dgm:prSet/>
      <dgm:spPr/>
      <dgm:t>
        <a:bodyPr/>
        <a:lstStyle/>
        <a:p>
          <a:endParaRPr lang="en-US"/>
        </a:p>
      </dgm:t>
    </dgm:pt>
    <dgm:pt modelId="{79628638-7B8E-4368-8958-A0352F4B2D7A}" type="pres">
      <dgm:prSet presAssocID="{6C1D5C75-F897-403B-A0F6-6F42ADBCDAF5}" presName="Name0" presStyleCnt="0">
        <dgm:presLayoutVars>
          <dgm:dir/>
          <dgm:animLvl val="lvl"/>
          <dgm:resizeHandles val="exact"/>
        </dgm:presLayoutVars>
      </dgm:prSet>
      <dgm:spPr/>
    </dgm:pt>
    <dgm:pt modelId="{C11A4AC3-45A5-47AE-B8AC-6CC519ECA834}" type="pres">
      <dgm:prSet presAssocID="{B106F3E8-EC03-4E37-90F5-4ED64CFC25FD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D6290E-F9B5-4671-86C2-61D1C623DE55}" type="pres">
      <dgm:prSet presAssocID="{551AF764-AFEA-4BDC-A497-7BECA7CBD2F5}" presName="parTxOnlySpace" presStyleCnt="0"/>
      <dgm:spPr/>
    </dgm:pt>
    <dgm:pt modelId="{A7EAAC2A-C103-4086-97DB-1B01E90D817A}" type="pres">
      <dgm:prSet presAssocID="{AE5A2A2E-CC81-45A3-940D-E975DDF7AD2F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EEE325-9708-483E-9EB9-08820CA85DE9}" type="pres">
      <dgm:prSet presAssocID="{466B4690-4672-418E-B9CE-4C235F88ECD1}" presName="parTxOnlySpace" presStyleCnt="0"/>
      <dgm:spPr/>
    </dgm:pt>
    <dgm:pt modelId="{1C27AC44-C6E2-403D-B6EA-D37E0095A5F7}" type="pres">
      <dgm:prSet presAssocID="{07793A81-89E5-4120-B404-6610A4B5861D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E560F3-3038-4A3D-8430-39430F6C2E1A}" type="pres">
      <dgm:prSet presAssocID="{A3CC9F35-E756-4B50-B23C-DAA7634DC218}" presName="parTxOnlySpace" presStyleCnt="0"/>
      <dgm:spPr/>
    </dgm:pt>
    <dgm:pt modelId="{3126ABEE-D52F-4FAB-BE91-128520615A2A}" type="pres">
      <dgm:prSet presAssocID="{F86346F3-0572-4292-9FED-6A79B7C55FFB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DDE5D1E-5A57-4E67-B9B0-0E2E2047CE58}" srcId="{6C1D5C75-F897-403B-A0F6-6F42ADBCDAF5}" destId="{F86346F3-0572-4292-9FED-6A79B7C55FFB}" srcOrd="3" destOrd="0" parTransId="{0DA1726B-3B53-4D3C-80D7-10C72B3743DE}" sibTransId="{D2702E22-4556-4703-BA60-A7F8876B9F36}"/>
    <dgm:cxn modelId="{DFB9A6DB-DF4B-460B-9FD6-7779D1862470}" type="presOf" srcId="{F86346F3-0572-4292-9FED-6A79B7C55FFB}" destId="{3126ABEE-D52F-4FAB-BE91-128520615A2A}" srcOrd="0" destOrd="0" presId="urn:microsoft.com/office/officeart/2005/8/layout/chevron1"/>
    <dgm:cxn modelId="{CB41C5A1-0FCE-4C71-86ED-D824238AF689}" type="presOf" srcId="{B106F3E8-EC03-4E37-90F5-4ED64CFC25FD}" destId="{C11A4AC3-45A5-47AE-B8AC-6CC519ECA834}" srcOrd="0" destOrd="0" presId="urn:microsoft.com/office/officeart/2005/8/layout/chevron1"/>
    <dgm:cxn modelId="{0031575E-F43A-4C22-B2D1-C09751416A0E}" srcId="{6C1D5C75-F897-403B-A0F6-6F42ADBCDAF5}" destId="{07793A81-89E5-4120-B404-6610A4B5861D}" srcOrd="2" destOrd="0" parTransId="{FC1569B7-15A6-4981-9D92-681A2C15AF3A}" sibTransId="{A3CC9F35-E756-4B50-B23C-DAA7634DC218}"/>
    <dgm:cxn modelId="{D3EAD49C-8C13-48D8-8592-DCD530AC089D}" type="presOf" srcId="{6C1D5C75-F897-403B-A0F6-6F42ADBCDAF5}" destId="{79628638-7B8E-4368-8958-A0352F4B2D7A}" srcOrd="0" destOrd="0" presId="urn:microsoft.com/office/officeart/2005/8/layout/chevron1"/>
    <dgm:cxn modelId="{55482C2F-B329-4D87-A353-73BF8351554D}" type="presOf" srcId="{AE5A2A2E-CC81-45A3-940D-E975DDF7AD2F}" destId="{A7EAAC2A-C103-4086-97DB-1B01E90D817A}" srcOrd="0" destOrd="0" presId="urn:microsoft.com/office/officeart/2005/8/layout/chevron1"/>
    <dgm:cxn modelId="{5F1721FE-49F8-4F3C-9B79-FEC074B78C0A}" srcId="{6C1D5C75-F897-403B-A0F6-6F42ADBCDAF5}" destId="{B106F3E8-EC03-4E37-90F5-4ED64CFC25FD}" srcOrd="0" destOrd="0" parTransId="{4CBD7980-9384-4BF0-B716-49D0F84240C3}" sibTransId="{551AF764-AFEA-4BDC-A497-7BECA7CBD2F5}"/>
    <dgm:cxn modelId="{60B9A6D2-49E1-46A2-BD79-1A72F2BE0676}" srcId="{6C1D5C75-F897-403B-A0F6-6F42ADBCDAF5}" destId="{AE5A2A2E-CC81-45A3-940D-E975DDF7AD2F}" srcOrd="1" destOrd="0" parTransId="{2241131C-AA76-4EEC-9D8D-8442E3BCD31F}" sibTransId="{466B4690-4672-418E-B9CE-4C235F88ECD1}"/>
    <dgm:cxn modelId="{8ECE05E5-BEA3-4A52-B825-0382D9AA6E1C}" type="presOf" srcId="{07793A81-89E5-4120-B404-6610A4B5861D}" destId="{1C27AC44-C6E2-403D-B6EA-D37E0095A5F7}" srcOrd="0" destOrd="0" presId="urn:microsoft.com/office/officeart/2005/8/layout/chevron1"/>
    <dgm:cxn modelId="{EE55A086-AC5A-47F8-9FC6-94629847F5C9}" type="presParOf" srcId="{79628638-7B8E-4368-8958-A0352F4B2D7A}" destId="{C11A4AC3-45A5-47AE-B8AC-6CC519ECA834}" srcOrd="0" destOrd="0" presId="urn:microsoft.com/office/officeart/2005/8/layout/chevron1"/>
    <dgm:cxn modelId="{5F9ED63C-4338-4E54-B8D5-5B724DA1F0CB}" type="presParOf" srcId="{79628638-7B8E-4368-8958-A0352F4B2D7A}" destId="{09D6290E-F9B5-4671-86C2-61D1C623DE55}" srcOrd="1" destOrd="0" presId="urn:microsoft.com/office/officeart/2005/8/layout/chevron1"/>
    <dgm:cxn modelId="{20AE4670-F2E3-44BE-8C8F-EFA2FEA3985C}" type="presParOf" srcId="{79628638-7B8E-4368-8958-A0352F4B2D7A}" destId="{A7EAAC2A-C103-4086-97DB-1B01E90D817A}" srcOrd="2" destOrd="0" presId="urn:microsoft.com/office/officeart/2005/8/layout/chevron1"/>
    <dgm:cxn modelId="{ED760111-AC4F-4DAD-B70C-6F739E2FF24A}" type="presParOf" srcId="{79628638-7B8E-4368-8958-A0352F4B2D7A}" destId="{09EEE325-9708-483E-9EB9-08820CA85DE9}" srcOrd="3" destOrd="0" presId="urn:microsoft.com/office/officeart/2005/8/layout/chevron1"/>
    <dgm:cxn modelId="{E533474F-ABF1-4822-BC81-C181A7EE9391}" type="presParOf" srcId="{79628638-7B8E-4368-8958-A0352F4B2D7A}" destId="{1C27AC44-C6E2-403D-B6EA-D37E0095A5F7}" srcOrd="4" destOrd="0" presId="urn:microsoft.com/office/officeart/2005/8/layout/chevron1"/>
    <dgm:cxn modelId="{1CB89342-0491-4434-B397-D9856272981D}" type="presParOf" srcId="{79628638-7B8E-4368-8958-A0352F4B2D7A}" destId="{E5E560F3-3038-4A3D-8430-39430F6C2E1A}" srcOrd="5" destOrd="0" presId="urn:microsoft.com/office/officeart/2005/8/layout/chevron1"/>
    <dgm:cxn modelId="{115ACE8A-897E-46DC-AA0C-767B469000DF}" type="presParOf" srcId="{79628638-7B8E-4368-8958-A0352F4B2D7A}" destId="{3126ABEE-D52F-4FAB-BE91-128520615A2A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52C2F1-969B-47B9-BB46-84B11F3B82CE}" type="doc">
      <dgm:prSet loTypeId="urn:microsoft.com/office/officeart/2005/8/layout/lProcess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6601CD7-2E25-42DC-A12B-50F8CB024967}">
      <dgm:prSet phldrT="[Text]"/>
      <dgm:spPr/>
      <dgm:t>
        <a:bodyPr/>
        <a:lstStyle/>
        <a:p>
          <a:r>
            <a:rPr lang="en-US" dirty="0" smtClean="0"/>
            <a:t>Week 1</a:t>
          </a:r>
          <a:endParaRPr lang="en-US" dirty="0"/>
        </a:p>
      </dgm:t>
    </dgm:pt>
    <dgm:pt modelId="{2FDC5C59-5F88-4E3A-BB13-8F38C0502A67}" type="parTrans" cxnId="{98BB6B34-B0B0-48D7-AC3B-2694EAF6ED04}">
      <dgm:prSet/>
      <dgm:spPr/>
      <dgm:t>
        <a:bodyPr/>
        <a:lstStyle/>
        <a:p>
          <a:endParaRPr lang="en-US"/>
        </a:p>
      </dgm:t>
    </dgm:pt>
    <dgm:pt modelId="{A8B183EE-50E1-4616-A8EF-99675709FE66}" type="sibTrans" cxnId="{98BB6B34-B0B0-48D7-AC3B-2694EAF6ED04}">
      <dgm:prSet/>
      <dgm:spPr/>
      <dgm:t>
        <a:bodyPr/>
        <a:lstStyle/>
        <a:p>
          <a:endParaRPr lang="en-US"/>
        </a:p>
      </dgm:t>
    </dgm:pt>
    <dgm:pt modelId="{39DF872F-11B2-4E23-956E-F14284A32707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2A3ACB12-1073-4E07-B057-6748689D2DCB}" type="parTrans" cxnId="{CC4D59F3-F7E3-4663-846F-350AB99BC8F7}">
      <dgm:prSet/>
      <dgm:spPr/>
      <dgm:t>
        <a:bodyPr/>
        <a:lstStyle/>
        <a:p>
          <a:endParaRPr lang="en-US"/>
        </a:p>
      </dgm:t>
    </dgm:pt>
    <dgm:pt modelId="{EDFD1C1C-DB3D-4171-8E96-91FECF72CBC4}" type="sibTrans" cxnId="{CC4D59F3-F7E3-4663-846F-350AB99BC8F7}">
      <dgm:prSet/>
      <dgm:spPr/>
      <dgm:t>
        <a:bodyPr/>
        <a:lstStyle/>
        <a:p>
          <a:endParaRPr lang="en-US"/>
        </a:p>
      </dgm:t>
    </dgm:pt>
    <dgm:pt modelId="{2883F3D8-6306-4598-A606-ADC55576AA6D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FFF8A808-3D26-4297-9B41-74D9E07A353C}" type="parTrans" cxnId="{9735B925-101D-43B5-9C98-26F7E4EE755E}">
      <dgm:prSet/>
      <dgm:spPr/>
      <dgm:t>
        <a:bodyPr/>
        <a:lstStyle/>
        <a:p>
          <a:endParaRPr lang="en-US"/>
        </a:p>
      </dgm:t>
    </dgm:pt>
    <dgm:pt modelId="{FA1EAAED-A163-4EC1-AD8A-038A24A0FDCF}" type="sibTrans" cxnId="{9735B925-101D-43B5-9C98-26F7E4EE755E}">
      <dgm:prSet/>
      <dgm:spPr/>
      <dgm:t>
        <a:bodyPr/>
        <a:lstStyle/>
        <a:p>
          <a:endParaRPr lang="en-US"/>
        </a:p>
      </dgm:t>
    </dgm:pt>
    <dgm:pt modelId="{5F364CFF-F2E1-41FA-93D2-F552245A33A5}">
      <dgm:prSet phldrT="[Text]"/>
      <dgm:spPr/>
      <dgm:t>
        <a:bodyPr/>
        <a:lstStyle/>
        <a:p>
          <a:r>
            <a:rPr lang="en-US" dirty="0" smtClean="0"/>
            <a:t>Week 2</a:t>
          </a:r>
          <a:endParaRPr lang="en-US" dirty="0"/>
        </a:p>
      </dgm:t>
    </dgm:pt>
    <dgm:pt modelId="{8EFB1BED-4A00-4944-AE29-3277D4D95768}" type="parTrans" cxnId="{48A9AEAF-6739-414F-B718-A1C0051D4203}">
      <dgm:prSet/>
      <dgm:spPr/>
      <dgm:t>
        <a:bodyPr/>
        <a:lstStyle/>
        <a:p>
          <a:endParaRPr lang="en-US"/>
        </a:p>
      </dgm:t>
    </dgm:pt>
    <dgm:pt modelId="{FDF0C342-D8B1-46C9-B1A6-39A38A39C03F}" type="sibTrans" cxnId="{48A9AEAF-6739-414F-B718-A1C0051D4203}">
      <dgm:prSet/>
      <dgm:spPr/>
      <dgm:t>
        <a:bodyPr/>
        <a:lstStyle/>
        <a:p>
          <a:endParaRPr lang="en-US"/>
        </a:p>
      </dgm:t>
    </dgm:pt>
    <dgm:pt modelId="{008306C5-AB91-4945-A536-389E983CB407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F570622D-8859-47CF-A893-3A5EEE7F17F6}" type="parTrans" cxnId="{D5486A2E-3CDD-460A-89AA-FE0B2A251955}">
      <dgm:prSet/>
      <dgm:spPr/>
      <dgm:t>
        <a:bodyPr/>
        <a:lstStyle/>
        <a:p>
          <a:endParaRPr lang="en-US"/>
        </a:p>
      </dgm:t>
    </dgm:pt>
    <dgm:pt modelId="{65CEA749-B580-4E54-B66C-A7872D851573}" type="sibTrans" cxnId="{D5486A2E-3CDD-460A-89AA-FE0B2A251955}">
      <dgm:prSet/>
      <dgm:spPr/>
      <dgm:t>
        <a:bodyPr/>
        <a:lstStyle/>
        <a:p>
          <a:endParaRPr lang="en-US"/>
        </a:p>
      </dgm:t>
    </dgm:pt>
    <dgm:pt modelId="{1B560786-8FFC-4AD6-87AC-1EDAB5D2F947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4B8205F3-BE21-4C31-AA10-02E7EB088BE2}" type="parTrans" cxnId="{5664B7AB-F68D-4C75-84D1-343894B039C4}">
      <dgm:prSet/>
      <dgm:spPr/>
      <dgm:t>
        <a:bodyPr/>
        <a:lstStyle/>
        <a:p>
          <a:endParaRPr lang="en-US"/>
        </a:p>
      </dgm:t>
    </dgm:pt>
    <dgm:pt modelId="{C59DE04C-33FE-477D-AB51-F6067AE5CCC7}" type="sibTrans" cxnId="{5664B7AB-F68D-4C75-84D1-343894B039C4}">
      <dgm:prSet/>
      <dgm:spPr/>
      <dgm:t>
        <a:bodyPr/>
        <a:lstStyle/>
        <a:p>
          <a:endParaRPr lang="en-US"/>
        </a:p>
      </dgm:t>
    </dgm:pt>
    <dgm:pt modelId="{FCB7140F-1753-4585-83EE-7DAC725AD288}">
      <dgm:prSet phldrT="[Text]"/>
      <dgm:spPr/>
      <dgm:t>
        <a:bodyPr/>
        <a:lstStyle/>
        <a:p>
          <a:r>
            <a:rPr lang="en-US" dirty="0" smtClean="0"/>
            <a:t>Week 3</a:t>
          </a:r>
          <a:endParaRPr lang="en-US" dirty="0"/>
        </a:p>
      </dgm:t>
    </dgm:pt>
    <dgm:pt modelId="{2A5DB8DA-757D-4290-A23A-6355CC3B0043}" type="parTrans" cxnId="{5C67EF07-B1E8-454C-8762-359CBE0D8778}">
      <dgm:prSet/>
      <dgm:spPr/>
      <dgm:t>
        <a:bodyPr/>
        <a:lstStyle/>
        <a:p>
          <a:endParaRPr lang="en-US"/>
        </a:p>
      </dgm:t>
    </dgm:pt>
    <dgm:pt modelId="{82BFA63E-B6BE-456F-9491-4318FB614597}" type="sibTrans" cxnId="{5C67EF07-B1E8-454C-8762-359CBE0D8778}">
      <dgm:prSet/>
      <dgm:spPr/>
      <dgm:t>
        <a:bodyPr/>
        <a:lstStyle/>
        <a:p>
          <a:endParaRPr lang="en-US"/>
        </a:p>
      </dgm:t>
    </dgm:pt>
    <dgm:pt modelId="{C499B135-13C5-4AFF-BF92-A34D3328D6C5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8B8EC7E4-CAE2-4008-8173-449430825596}" type="parTrans" cxnId="{6547F27F-42DC-4376-A6DC-C8BAAAC10835}">
      <dgm:prSet/>
      <dgm:spPr/>
      <dgm:t>
        <a:bodyPr/>
        <a:lstStyle/>
        <a:p>
          <a:endParaRPr lang="en-US"/>
        </a:p>
      </dgm:t>
    </dgm:pt>
    <dgm:pt modelId="{40F288E2-08DC-47CC-B170-0648F7D7FC5D}" type="sibTrans" cxnId="{6547F27F-42DC-4376-A6DC-C8BAAAC10835}">
      <dgm:prSet/>
      <dgm:spPr/>
      <dgm:t>
        <a:bodyPr/>
        <a:lstStyle/>
        <a:p>
          <a:endParaRPr lang="en-US"/>
        </a:p>
      </dgm:t>
    </dgm:pt>
    <dgm:pt modelId="{91E3F4EA-9037-472D-A046-69C28E180334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D21FF3D8-E5ED-434E-B3AC-6736ED2B3270}" type="parTrans" cxnId="{D247D25B-93D7-4541-8A77-613D1142C8B5}">
      <dgm:prSet/>
      <dgm:spPr/>
      <dgm:t>
        <a:bodyPr/>
        <a:lstStyle/>
        <a:p>
          <a:endParaRPr lang="en-US"/>
        </a:p>
      </dgm:t>
    </dgm:pt>
    <dgm:pt modelId="{6A7124AC-0D03-4023-A8F7-9FBBBE35D632}" type="sibTrans" cxnId="{D247D25B-93D7-4541-8A77-613D1142C8B5}">
      <dgm:prSet/>
      <dgm:spPr/>
      <dgm:t>
        <a:bodyPr/>
        <a:lstStyle/>
        <a:p>
          <a:endParaRPr lang="en-US"/>
        </a:p>
      </dgm:t>
    </dgm:pt>
    <dgm:pt modelId="{0EA01349-2A07-424B-A8EA-31DAB2D187D4}">
      <dgm:prSet phldrT="[Text]"/>
      <dgm:spPr/>
      <dgm:t>
        <a:bodyPr/>
        <a:lstStyle/>
        <a:p>
          <a:r>
            <a:rPr lang="en-US" dirty="0" smtClean="0"/>
            <a:t>Week 4</a:t>
          </a:r>
          <a:endParaRPr lang="en-US" dirty="0"/>
        </a:p>
      </dgm:t>
    </dgm:pt>
    <dgm:pt modelId="{21AED61D-93C8-4E2E-BFF6-1E1BAADB787A}" type="parTrans" cxnId="{06E6197D-D7B0-47F1-8E14-9777299C359D}">
      <dgm:prSet/>
      <dgm:spPr/>
      <dgm:t>
        <a:bodyPr/>
        <a:lstStyle/>
        <a:p>
          <a:endParaRPr lang="en-US"/>
        </a:p>
      </dgm:t>
    </dgm:pt>
    <dgm:pt modelId="{922C7163-A805-4897-9CF8-DBF05490830D}" type="sibTrans" cxnId="{06E6197D-D7B0-47F1-8E14-9777299C359D}">
      <dgm:prSet/>
      <dgm:spPr/>
      <dgm:t>
        <a:bodyPr/>
        <a:lstStyle/>
        <a:p>
          <a:endParaRPr lang="en-US"/>
        </a:p>
      </dgm:t>
    </dgm:pt>
    <dgm:pt modelId="{AEDD7E9B-17A4-4DD3-B9D7-66BD0A02C5D8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56C41E6A-CC43-454F-8F2E-B458B718BDDD}" type="parTrans" cxnId="{683529D5-F046-4D0F-A91B-65D573D5FE8E}">
      <dgm:prSet/>
      <dgm:spPr/>
      <dgm:t>
        <a:bodyPr/>
        <a:lstStyle/>
        <a:p>
          <a:endParaRPr lang="en-US"/>
        </a:p>
      </dgm:t>
    </dgm:pt>
    <dgm:pt modelId="{90D86542-3088-45B7-8777-32F7DD06B56B}" type="sibTrans" cxnId="{683529D5-F046-4D0F-A91B-65D573D5FE8E}">
      <dgm:prSet/>
      <dgm:spPr/>
      <dgm:t>
        <a:bodyPr/>
        <a:lstStyle/>
        <a:p>
          <a:endParaRPr lang="en-US"/>
        </a:p>
      </dgm:t>
    </dgm:pt>
    <dgm:pt modelId="{FDED2D3F-7385-4E52-9D2F-4124325920AD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73D44A48-4944-4831-A760-03AD8CE5A5E7}" type="parTrans" cxnId="{336FF78C-9A15-4465-AE06-11747EA14C72}">
      <dgm:prSet/>
      <dgm:spPr/>
      <dgm:t>
        <a:bodyPr/>
        <a:lstStyle/>
        <a:p>
          <a:endParaRPr lang="en-US"/>
        </a:p>
      </dgm:t>
    </dgm:pt>
    <dgm:pt modelId="{1174364A-D6A1-4B6D-A9AE-76F4B10D2C28}" type="sibTrans" cxnId="{336FF78C-9A15-4465-AE06-11747EA14C72}">
      <dgm:prSet/>
      <dgm:spPr/>
      <dgm:t>
        <a:bodyPr/>
        <a:lstStyle/>
        <a:p>
          <a:endParaRPr lang="en-US"/>
        </a:p>
      </dgm:t>
    </dgm:pt>
    <dgm:pt modelId="{656A655B-5306-4644-A9F0-05DCE64B0DFB}" type="pres">
      <dgm:prSet presAssocID="{2252C2F1-969B-47B9-BB46-84B11F3B82C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CC646A9-4B2C-457B-9584-AB7FAE61772E}" type="pres">
      <dgm:prSet presAssocID="{F6601CD7-2E25-42DC-A12B-50F8CB024967}" presName="compNode" presStyleCnt="0"/>
      <dgm:spPr/>
    </dgm:pt>
    <dgm:pt modelId="{52BD57AB-7983-4089-A394-B385C9A78F8D}" type="pres">
      <dgm:prSet presAssocID="{F6601CD7-2E25-42DC-A12B-50F8CB024967}" presName="aNode" presStyleLbl="bgShp" presStyleIdx="0" presStyleCnt="4"/>
      <dgm:spPr/>
      <dgm:t>
        <a:bodyPr/>
        <a:lstStyle/>
        <a:p>
          <a:endParaRPr lang="en-US"/>
        </a:p>
      </dgm:t>
    </dgm:pt>
    <dgm:pt modelId="{CC0B335A-E880-4933-A296-69DC9AE775A8}" type="pres">
      <dgm:prSet presAssocID="{F6601CD7-2E25-42DC-A12B-50F8CB024967}" presName="textNode" presStyleLbl="bgShp" presStyleIdx="0" presStyleCnt="4"/>
      <dgm:spPr/>
      <dgm:t>
        <a:bodyPr/>
        <a:lstStyle/>
        <a:p>
          <a:endParaRPr lang="en-US"/>
        </a:p>
      </dgm:t>
    </dgm:pt>
    <dgm:pt modelId="{DE8C1E00-0BDB-4007-9023-0723394D10FF}" type="pres">
      <dgm:prSet presAssocID="{F6601CD7-2E25-42DC-A12B-50F8CB024967}" presName="compChildNode" presStyleCnt="0"/>
      <dgm:spPr/>
    </dgm:pt>
    <dgm:pt modelId="{C757C731-8ABA-4D4D-9694-6BFF1A30AFD3}" type="pres">
      <dgm:prSet presAssocID="{F6601CD7-2E25-42DC-A12B-50F8CB024967}" presName="theInnerList" presStyleCnt="0"/>
      <dgm:spPr/>
    </dgm:pt>
    <dgm:pt modelId="{A77A151A-8A91-44F8-BFF3-D10CFB962783}" type="pres">
      <dgm:prSet presAssocID="{39DF872F-11B2-4E23-956E-F14284A32707}" presName="child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CD6C58-4BF1-4A57-AEEB-39DA5534DDBA}" type="pres">
      <dgm:prSet presAssocID="{39DF872F-11B2-4E23-956E-F14284A32707}" presName="aSpace2" presStyleCnt="0"/>
      <dgm:spPr/>
    </dgm:pt>
    <dgm:pt modelId="{19DC8281-298B-46CE-9C64-4E167A57B791}" type="pres">
      <dgm:prSet presAssocID="{2883F3D8-6306-4598-A606-ADC55576AA6D}" presName="child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B91AB7-D61E-42BC-A426-1E5AC1225F3E}" type="pres">
      <dgm:prSet presAssocID="{F6601CD7-2E25-42DC-A12B-50F8CB024967}" presName="aSpace" presStyleCnt="0"/>
      <dgm:spPr/>
    </dgm:pt>
    <dgm:pt modelId="{287FA9DD-A235-4667-9F15-5A0E1801EA21}" type="pres">
      <dgm:prSet presAssocID="{5F364CFF-F2E1-41FA-93D2-F552245A33A5}" presName="compNode" presStyleCnt="0"/>
      <dgm:spPr/>
    </dgm:pt>
    <dgm:pt modelId="{419CCC35-CFB0-4BD0-8066-BE3FB843CEF1}" type="pres">
      <dgm:prSet presAssocID="{5F364CFF-F2E1-41FA-93D2-F552245A33A5}" presName="aNode" presStyleLbl="bgShp" presStyleIdx="1" presStyleCnt="4"/>
      <dgm:spPr/>
      <dgm:t>
        <a:bodyPr/>
        <a:lstStyle/>
        <a:p>
          <a:endParaRPr lang="en-US"/>
        </a:p>
      </dgm:t>
    </dgm:pt>
    <dgm:pt modelId="{A3849073-4C24-4DC9-A071-8C06C5F949F6}" type="pres">
      <dgm:prSet presAssocID="{5F364CFF-F2E1-41FA-93D2-F552245A33A5}" presName="textNode" presStyleLbl="bgShp" presStyleIdx="1" presStyleCnt="4"/>
      <dgm:spPr/>
      <dgm:t>
        <a:bodyPr/>
        <a:lstStyle/>
        <a:p>
          <a:endParaRPr lang="en-US"/>
        </a:p>
      </dgm:t>
    </dgm:pt>
    <dgm:pt modelId="{99815F11-37B2-4EB2-BCB0-6C285A734409}" type="pres">
      <dgm:prSet presAssocID="{5F364CFF-F2E1-41FA-93D2-F552245A33A5}" presName="compChildNode" presStyleCnt="0"/>
      <dgm:spPr/>
    </dgm:pt>
    <dgm:pt modelId="{39A765F7-A92E-4292-810C-23825E950D09}" type="pres">
      <dgm:prSet presAssocID="{5F364CFF-F2E1-41FA-93D2-F552245A33A5}" presName="theInnerList" presStyleCnt="0"/>
      <dgm:spPr/>
    </dgm:pt>
    <dgm:pt modelId="{17F5EEC5-2205-45DB-AF4A-9324C118766A}" type="pres">
      <dgm:prSet presAssocID="{008306C5-AB91-4945-A536-389E983CB407}" presName="child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E296DF-C26C-4DA9-B4A8-C94520ABF5B0}" type="pres">
      <dgm:prSet presAssocID="{008306C5-AB91-4945-A536-389E983CB407}" presName="aSpace2" presStyleCnt="0"/>
      <dgm:spPr/>
    </dgm:pt>
    <dgm:pt modelId="{10A256A9-CE1D-4439-8C95-251CE676D73F}" type="pres">
      <dgm:prSet presAssocID="{1B560786-8FFC-4AD6-87AC-1EDAB5D2F947}" presName="child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2968E1-45D7-4784-9A88-AD3BBE94959C}" type="pres">
      <dgm:prSet presAssocID="{5F364CFF-F2E1-41FA-93D2-F552245A33A5}" presName="aSpace" presStyleCnt="0"/>
      <dgm:spPr/>
    </dgm:pt>
    <dgm:pt modelId="{072083A9-AAB4-485E-BB71-474D2419B46B}" type="pres">
      <dgm:prSet presAssocID="{FCB7140F-1753-4585-83EE-7DAC725AD288}" presName="compNode" presStyleCnt="0"/>
      <dgm:spPr/>
    </dgm:pt>
    <dgm:pt modelId="{8246343C-5198-48B3-84AA-2093BA224E81}" type="pres">
      <dgm:prSet presAssocID="{FCB7140F-1753-4585-83EE-7DAC725AD288}" presName="aNode" presStyleLbl="bgShp" presStyleIdx="2" presStyleCnt="4"/>
      <dgm:spPr/>
      <dgm:t>
        <a:bodyPr/>
        <a:lstStyle/>
        <a:p>
          <a:endParaRPr lang="en-US"/>
        </a:p>
      </dgm:t>
    </dgm:pt>
    <dgm:pt modelId="{74CBD6E1-8D52-4BB1-A532-99892B76F58D}" type="pres">
      <dgm:prSet presAssocID="{FCB7140F-1753-4585-83EE-7DAC725AD288}" presName="textNode" presStyleLbl="bgShp" presStyleIdx="2" presStyleCnt="4"/>
      <dgm:spPr/>
      <dgm:t>
        <a:bodyPr/>
        <a:lstStyle/>
        <a:p>
          <a:endParaRPr lang="en-US"/>
        </a:p>
      </dgm:t>
    </dgm:pt>
    <dgm:pt modelId="{C0782078-5DF0-4A01-911C-7001776386DD}" type="pres">
      <dgm:prSet presAssocID="{FCB7140F-1753-4585-83EE-7DAC725AD288}" presName="compChildNode" presStyleCnt="0"/>
      <dgm:spPr/>
    </dgm:pt>
    <dgm:pt modelId="{7E301746-E8F0-4E54-8330-F85D96FBE4D5}" type="pres">
      <dgm:prSet presAssocID="{FCB7140F-1753-4585-83EE-7DAC725AD288}" presName="theInnerList" presStyleCnt="0"/>
      <dgm:spPr/>
    </dgm:pt>
    <dgm:pt modelId="{6B07ABFA-69DA-4840-B462-A1A5A7AA000A}" type="pres">
      <dgm:prSet presAssocID="{C499B135-13C5-4AFF-BF92-A34D3328D6C5}" presName="child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63AD31-8799-4829-BB27-926B26FFC284}" type="pres">
      <dgm:prSet presAssocID="{C499B135-13C5-4AFF-BF92-A34D3328D6C5}" presName="aSpace2" presStyleCnt="0"/>
      <dgm:spPr/>
    </dgm:pt>
    <dgm:pt modelId="{DF4A2631-EFAA-4B91-A6AB-B4F4B31003E9}" type="pres">
      <dgm:prSet presAssocID="{91E3F4EA-9037-472D-A046-69C28E180334}" presName="child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21DD19-58D4-4A53-8AD3-77DBE8EEC861}" type="pres">
      <dgm:prSet presAssocID="{FCB7140F-1753-4585-83EE-7DAC725AD288}" presName="aSpace" presStyleCnt="0"/>
      <dgm:spPr/>
    </dgm:pt>
    <dgm:pt modelId="{CA967ED3-0F11-4C79-95B9-1723B0396F08}" type="pres">
      <dgm:prSet presAssocID="{0EA01349-2A07-424B-A8EA-31DAB2D187D4}" presName="compNode" presStyleCnt="0"/>
      <dgm:spPr/>
    </dgm:pt>
    <dgm:pt modelId="{48851D02-9F02-4FA4-AB21-6915631FBBE6}" type="pres">
      <dgm:prSet presAssocID="{0EA01349-2A07-424B-A8EA-31DAB2D187D4}" presName="aNode" presStyleLbl="bgShp" presStyleIdx="3" presStyleCnt="4"/>
      <dgm:spPr/>
      <dgm:t>
        <a:bodyPr/>
        <a:lstStyle/>
        <a:p>
          <a:endParaRPr lang="en-US"/>
        </a:p>
      </dgm:t>
    </dgm:pt>
    <dgm:pt modelId="{784EF412-B28A-4111-99B8-E0DB87B8579A}" type="pres">
      <dgm:prSet presAssocID="{0EA01349-2A07-424B-A8EA-31DAB2D187D4}" presName="textNode" presStyleLbl="bgShp" presStyleIdx="3" presStyleCnt="4"/>
      <dgm:spPr/>
      <dgm:t>
        <a:bodyPr/>
        <a:lstStyle/>
        <a:p>
          <a:endParaRPr lang="en-US"/>
        </a:p>
      </dgm:t>
    </dgm:pt>
    <dgm:pt modelId="{AC9CE4D4-7A83-4398-9095-C8BD3C384F8B}" type="pres">
      <dgm:prSet presAssocID="{0EA01349-2A07-424B-A8EA-31DAB2D187D4}" presName="compChildNode" presStyleCnt="0"/>
      <dgm:spPr/>
    </dgm:pt>
    <dgm:pt modelId="{FDAFB4DE-7564-43B4-872A-A36997D137C4}" type="pres">
      <dgm:prSet presAssocID="{0EA01349-2A07-424B-A8EA-31DAB2D187D4}" presName="theInnerList" presStyleCnt="0"/>
      <dgm:spPr/>
    </dgm:pt>
    <dgm:pt modelId="{6B42CC01-71D2-469F-9531-1927FA7CDADF}" type="pres">
      <dgm:prSet presAssocID="{AEDD7E9B-17A4-4DD3-B9D7-66BD0A02C5D8}" presName="child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657822-8002-42BE-B05E-59B09EB6352A}" type="pres">
      <dgm:prSet presAssocID="{AEDD7E9B-17A4-4DD3-B9D7-66BD0A02C5D8}" presName="aSpace2" presStyleCnt="0"/>
      <dgm:spPr/>
    </dgm:pt>
    <dgm:pt modelId="{BB05C373-9E76-47DE-8A44-65F0921C12CB}" type="pres">
      <dgm:prSet presAssocID="{FDED2D3F-7385-4E52-9D2F-4124325920AD}" presName="child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67EF07-B1E8-454C-8762-359CBE0D8778}" srcId="{2252C2F1-969B-47B9-BB46-84B11F3B82CE}" destId="{FCB7140F-1753-4585-83EE-7DAC725AD288}" srcOrd="2" destOrd="0" parTransId="{2A5DB8DA-757D-4290-A23A-6355CC3B0043}" sibTransId="{82BFA63E-B6BE-456F-9491-4318FB614597}"/>
    <dgm:cxn modelId="{6E20FB2C-EC75-4BB2-BE27-41E3C9391FAE}" type="presOf" srcId="{2252C2F1-969B-47B9-BB46-84B11F3B82CE}" destId="{656A655B-5306-4644-A9F0-05DCE64B0DFB}" srcOrd="0" destOrd="0" presId="urn:microsoft.com/office/officeart/2005/8/layout/lProcess2"/>
    <dgm:cxn modelId="{98BB6B34-B0B0-48D7-AC3B-2694EAF6ED04}" srcId="{2252C2F1-969B-47B9-BB46-84B11F3B82CE}" destId="{F6601CD7-2E25-42DC-A12B-50F8CB024967}" srcOrd="0" destOrd="0" parTransId="{2FDC5C59-5F88-4E3A-BB13-8F38C0502A67}" sibTransId="{A8B183EE-50E1-4616-A8EF-99675709FE66}"/>
    <dgm:cxn modelId="{28A54977-0BAE-40BE-840F-7D04DB67A437}" type="presOf" srcId="{C499B135-13C5-4AFF-BF92-A34D3328D6C5}" destId="{6B07ABFA-69DA-4840-B462-A1A5A7AA000A}" srcOrd="0" destOrd="0" presId="urn:microsoft.com/office/officeart/2005/8/layout/lProcess2"/>
    <dgm:cxn modelId="{9C7111DD-203B-44FD-B8F3-04AE79769139}" type="presOf" srcId="{0EA01349-2A07-424B-A8EA-31DAB2D187D4}" destId="{784EF412-B28A-4111-99B8-E0DB87B8579A}" srcOrd="1" destOrd="0" presId="urn:microsoft.com/office/officeart/2005/8/layout/lProcess2"/>
    <dgm:cxn modelId="{D5486A2E-3CDD-460A-89AA-FE0B2A251955}" srcId="{5F364CFF-F2E1-41FA-93D2-F552245A33A5}" destId="{008306C5-AB91-4945-A536-389E983CB407}" srcOrd="0" destOrd="0" parTransId="{F570622D-8859-47CF-A893-3A5EEE7F17F6}" sibTransId="{65CEA749-B580-4E54-B66C-A7872D851573}"/>
    <dgm:cxn modelId="{001A9A2C-D57A-43CC-B914-E660AB155A71}" type="presOf" srcId="{91E3F4EA-9037-472D-A046-69C28E180334}" destId="{DF4A2631-EFAA-4B91-A6AB-B4F4B31003E9}" srcOrd="0" destOrd="0" presId="urn:microsoft.com/office/officeart/2005/8/layout/lProcess2"/>
    <dgm:cxn modelId="{9735B925-101D-43B5-9C98-26F7E4EE755E}" srcId="{F6601CD7-2E25-42DC-A12B-50F8CB024967}" destId="{2883F3D8-6306-4598-A606-ADC55576AA6D}" srcOrd="1" destOrd="0" parTransId="{FFF8A808-3D26-4297-9B41-74D9E07A353C}" sibTransId="{FA1EAAED-A163-4EC1-AD8A-038A24A0FDCF}"/>
    <dgm:cxn modelId="{4B97F09F-0CC9-462D-A5C0-C708FD5D7414}" type="presOf" srcId="{FCB7140F-1753-4585-83EE-7DAC725AD288}" destId="{74CBD6E1-8D52-4BB1-A532-99892B76F58D}" srcOrd="1" destOrd="0" presId="urn:microsoft.com/office/officeart/2005/8/layout/lProcess2"/>
    <dgm:cxn modelId="{516B7630-CC15-47F1-901E-DFF895A27EAD}" type="presOf" srcId="{2883F3D8-6306-4598-A606-ADC55576AA6D}" destId="{19DC8281-298B-46CE-9C64-4E167A57B791}" srcOrd="0" destOrd="0" presId="urn:microsoft.com/office/officeart/2005/8/layout/lProcess2"/>
    <dgm:cxn modelId="{7F13B230-347D-47B4-893E-F428824982C4}" type="presOf" srcId="{FCB7140F-1753-4585-83EE-7DAC725AD288}" destId="{8246343C-5198-48B3-84AA-2093BA224E81}" srcOrd="0" destOrd="0" presId="urn:microsoft.com/office/officeart/2005/8/layout/lProcess2"/>
    <dgm:cxn modelId="{CC4D59F3-F7E3-4663-846F-350AB99BC8F7}" srcId="{F6601CD7-2E25-42DC-A12B-50F8CB024967}" destId="{39DF872F-11B2-4E23-956E-F14284A32707}" srcOrd="0" destOrd="0" parTransId="{2A3ACB12-1073-4E07-B057-6748689D2DCB}" sibTransId="{EDFD1C1C-DB3D-4171-8E96-91FECF72CBC4}"/>
    <dgm:cxn modelId="{3BEF7EC3-80CA-469A-8258-18FA3D1159A9}" type="presOf" srcId="{008306C5-AB91-4945-A536-389E983CB407}" destId="{17F5EEC5-2205-45DB-AF4A-9324C118766A}" srcOrd="0" destOrd="0" presId="urn:microsoft.com/office/officeart/2005/8/layout/lProcess2"/>
    <dgm:cxn modelId="{CAAA2A2C-D86A-4955-BCFA-BA7988866993}" type="presOf" srcId="{F6601CD7-2E25-42DC-A12B-50F8CB024967}" destId="{CC0B335A-E880-4933-A296-69DC9AE775A8}" srcOrd="1" destOrd="0" presId="urn:microsoft.com/office/officeart/2005/8/layout/lProcess2"/>
    <dgm:cxn modelId="{10FF1060-4D78-4E8F-9CBA-5F41342E31C8}" type="presOf" srcId="{1B560786-8FFC-4AD6-87AC-1EDAB5D2F947}" destId="{10A256A9-CE1D-4439-8C95-251CE676D73F}" srcOrd="0" destOrd="0" presId="urn:microsoft.com/office/officeart/2005/8/layout/lProcess2"/>
    <dgm:cxn modelId="{48A9AEAF-6739-414F-B718-A1C0051D4203}" srcId="{2252C2F1-969B-47B9-BB46-84B11F3B82CE}" destId="{5F364CFF-F2E1-41FA-93D2-F552245A33A5}" srcOrd="1" destOrd="0" parTransId="{8EFB1BED-4A00-4944-AE29-3277D4D95768}" sibTransId="{FDF0C342-D8B1-46C9-B1A6-39A38A39C03F}"/>
    <dgm:cxn modelId="{CD373AFC-18BC-4CF3-BE78-15D086FDF4B3}" type="presOf" srcId="{0EA01349-2A07-424B-A8EA-31DAB2D187D4}" destId="{48851D02-9F02-4FA4-AB21-6915631FBBE6}" srcOrd="0" destOrd="0" presId="urn:microsoft.com/office/officeart/2005/8/layout/lProcess2"/>
    <dgm:cxn modelId="{6547F27F-42DC-4376-A6DC-C8BAAAC10835}" srcId="{FCB7140F-1753-4585-83EE-7DAC725AD288}" destId="{C499B135-13C5-4AFF-BF92-A34D3328D6C5}" srcOrd="0" destOrd="0" parTransId="{8B8EC7E4-CAE2-4008-8173-449430825596}" sibTransId="{40F288E2-08DC-47CC-B170-0648F7D7FC5D}"/>
    <dgm:cxn modelId="{06E6197D-D7B0-47F1-8E14-9777299C359D}" srcId="{2252C2F1-969B-47B9-BB46-84B11F3B82CE}" destId="{0EA01349-2A07-424B-A8EA-31DAB2D187D4}" srcOrd="3" destOrd="0" parTransId="{21AED61D-93C8-4E2E-BFF6-1E1BAADB787A}" sibTransId="{922C7163-A805-4897-9CF8-DBF05490830D}"/>
    <dgm:cxn modelId="{683529D5-F046-4D0F-A91B-65D573D5FE8E}" srcId="{0EA01349-2A07-424B-A8EA-31DAB2D187D4}" destId="{AEDD7E9B-17A4-4DD3-B9D7-66BD0A02C5D8}" srcOrd="0" destOrd="0" parTransId="{56C41E6A-CC43-454F-8F2E-B458B718BDDD}" sibTransId="{90D86542-3088-45B7-8777-32F7DD06B56B}"/>
    <dgm:cxn modelId="{ACD4530B-11DA-43DB-9DD6-162AD948E5DD}" type="presOf" srcId="{39DF872F-11B2-4E23-956E-F14284A32707}" destId="{A77A151A-8A91-44F8-BFF3-D10CFB962783}" srcOrd="0" destOrd="0" presId="urn:microsoft.com/office/officeart/2005/8/layout/lProcess2"/>
    <dgm:cxn modelId="{D247D25B-93D7-4541-8A77-613D1142C8B5}" srcId="{FCB7140F-1753-4585-83EE-7DAC725AD288}" destId="{91E3F4EA-9037-472D-A046-69C28E180334}" srcOrd="1" destOrd="0" parTransId="{D21FF3D8-E5ED-434E-B3AC-6736ED2B3270}" sibTransId="{6A7124AC-0D03-4023-A8F7-9FBBBE35D632}"/>
    <dgm:cxn modelId="{1569794F-D872-425F-9DD0-918CCC2AD9D6}" type="presOf" srcId="{AEDD7E9B-17A4-4DD3-B9D7-66BD0A02C5D8}" destId="{6B42CC01-71D2-469F-9531-1927FA7CDADF}" srcOrd="0" destOrd="0" presId="urn:microsoft.com/office/officeart/2005/8/layout/lProcess2"/>
    <dgm:cxn modelId="{D5D781EE-CC0F-44B4-9E71-82D1BDF07B36}" type="presOf" srcId="{FDED2D3F-7385-4E52-9D2F-4124325920AD}" destId="{BB05C373-9E76-47DE-8A44-65F0921C12CB}" srcOrd="0" destOrd="0" presId="urn:microsoft.com/office/officeart/2005/8/layout/lProcess2"/>
    <dgm:cxn modelId="{6078354B-8D40-4683-BF6C-FE74FAB332EB}" type="presOf" srcId="{F6601CD7-2E25-42DC-A12B-50F8CB024967}" destId="{52BD57AB-7983-4089-A394-B385C9A78F8D}" srcOrd="0" destOrd="0" presId="urn:microsoft.com/office/officeart/2005/8/layout/lProcess2"/>
    <dgm:cxn modelId="{9CE7934D-6D5B-4D29-9663-72AE836B3328}" type="presOf" srcId="{5F364CFF-F2E1-41FA-93D2-F552245A33A5}" destId="{419CCC35-CFB0-4BD0-8066-BE3FB843CEF1}" srcOrd="0" destOrd="0" presId="urn:microsoft.com/office/officeart/2005/8/layout/lProcess2"/>
    <dgm:cxn modelId="{E79C8878-C10B-483B-9A04-E51B9B2C6EE0}" type="presOf" srcId="{5F364CFF-F2E1-41FA-93D2-F552245A33A5}" destId="{A3849073-4C24-4DC9-A071-8C06C5F949F6}" srcOrd="1" destOrd="0" presId="urn:microsoft.com/office/officeart/2005/8/layout/lProcess2"/>
    <dgm:cxn modelId="{336FF78C-9A15-4465-AE06-11747EA14C72}" srcId="{0EA01349-2A07-424B-A8EA-31DAB2D187D4}" destId="{FDED2D3F-7385-4E52-9D2F-4124325920AD}" srcOrd="1" destOrd="0" parTransId="{73D44A48-4944-4831-A760-03AD8CE5A5E7}" sibTransId="{1174364A-D6A1-4B6D-A9AE-76F4B10D2C28}"/>
    <dgm:cxn modelId="{5664B7AB-F68D-4C75-84D1-343894B039C4}" srcId="{5F364CFF-F2E1-41FA-93D2-F552245A33A5}" destId="{1B560786-8FFC-4AD6-87AC-1EDAB5D2F947}" srcOrd="1" destOrd="0" parTransId="{4B8205F3-BE21-4C31-AA10-02E7EB088BE2}" sibTransId="{C59DE04C-33FE-477D-AB51-F6067AE5CCC7}"/>
    <dgm:cxn modelId="{EAB7B928-063B-4FA2-888B-BD69E37515E3}" type="presParOf" srcId="{656A655B-5306-4644-A9F0-05DCE64B0DFB}" destId="{DCC646A9-4B2C-457B-9584-AB7FAE61772E}" srcOrd="0" destOrd="0" presId="urn:microsoft.com/office/officeart/2005/8/layout/lProcess2"/>
    <dgm:cxn modelId="{21A8887F-BC46-44F4-8772-BB4524100871}" type="presParOf" srcId="{DCC646A9-4B2C-457B-9584-AB7FAE61772E}" destId="{52BD57AB-7983-4089-A394-B385C9A78F8D}" srcOrd="0" destOrd="0" presId="urn:microsoft.com/office/officeart/2005/8/layout/lProcess2"/>
    <dgm:cxn modelId="{DA43B473-B882-41F2-9A4D-08E948D16B10}" type="presParOf" srcId="{DCC646A9-4B2C-457B-9584-AB7FAE61772E}" destId="{CC0B335A-E880-4933-A296-69DC9AE775A8}" srcOrd="1" destOrd="0" presId="urn:microsoft.com/office/officeart/2005/8/layout/lProcess2"/>
    <dgm:cxn modelId="{DE8D8A98-2A96-40E5-A230-15F29C158894}" type="presParOf" srcId="{DCC646A9-4B2C-457B-9584-AB7FAE61772E}" destId="{DE8C1E00-0BDB-4007-9023-0723394D10FF}" srcOrd="2" destOrd="0" presId="urn:microsoft.com/office/officeart/2005/8/layout/lProcess2"/>
    <dgm:cxn modelId="{6C68EBCF-7D2E-4D4A-8C21-140BCDEE861C}" type="presParOf" srcId="{DE8C1E00-0BDB-4007-9023-0723394D10FF}" destId="{C757C731-8ABA-4D4D-9694-6BFF1A30AFD3}" srcOrd="0" destOrd="0" presId="urn:microsoft.com/office/officeart/2005/8/layout/lProcess2"/>
    <dgm:cxn modelId="{7DD79BDE-E450-40C3-8FB9-37A9A6E3DD43}" type="presParOf" srcId="{C757C731-8ABA-4D4D-9694-6BFF1A30AFD3}" destId="{A77A151A-8A91-44F8-BFF3-D10CFB962783}" srcOrd="0" destOrd="0" presId="urn:microsoft.com/office/officeart/2005/8/layout/lProcess2"/>
    <dgm:cxn modelId="{23681FF8-B786-4773-ACF0-F5C9CD13B243}" type="presParOf" srcId="{C757C731-8ABA-4D4D-9694-6BFF1A30AFD3}" destId="{81CD6C58-4BF1-4A57-AEEB-39DA5534DDBA}" srcOrd="1" destOrd="0" presId="urn:microsoft.com/office/officeart/2005/8/layout/lProcess2"/>
    <dgm:cxn modelId="{E19D7FC9-C820-4DF6-B464-5E714445F391}" type="presParOf" srcId="{C757C731-8ABA-4D4D-9694-6BFF1A30AFD3}" destId="{19DC8281-298B-46CE-9C64-4E167A57B791}" srcOrd="2" destOrd="0" presId="urn:microsoft.com/office/officeart/2005/8/layout/lProcess2"/>
    <dgm:cxn modelId="{37947AC4-B2DF-4CC5-9C03-5A6B4C8A1740}" type="presParOf" srcId="{656A655B-5306-4644-A9F0-05DCE64B0DFB}" destId="{96B91AB7-D61E-42BC-A426-1E5AC1225F3E}" srcOrd="1" destOrd="0" presId="urn:microsoft.com/office/officeart/2005/8/layout/lProcess2"/>
    <dgm:cxn modelId="{0E4D84F7-F61A-409D-A6C8-C26ED581BA79}" type="presParOf" srcId="{656A655B-5306-4644-A9F0-05DCE64B0DFB}" destId="{287FA9DD-A235-4667-9F15-5A0E1801EA21}" srcOrd="2" destOrd="0" presId="urn:microsoft.com/office/officeart/2005/8/layout/lProcess2"/>
    <dgm:cxn modelId="{7484E265-983D-4A2A-AD78-EF025267C37A}" type="presParOf" srcId="{287FA9DD-A235-4667-9F15-5A0E1801EA21}" destId="{419CCC35-CFB0-4BD0-8066-BE3FB843CEF1}" srcOrd="0" destOrd="0" presId="urn:microsoft.com/office/officeart/2005/8/layout/lProcess2"/>
    <dgm:cxn modelId="{BD2B046D-3E3B-4CC3-9EA3-BE0E120D07AA}" type="presParOf" srcId="{287FA9DD-A235-4667-9F15-5A0E1801EA21}" destId="{A3849073-4C24-4DC9-A071-8C06C5F949F6}" srcOrd="1" destOrd="0" presId="urn:microsoft.com/office/officeart/2005/8/layout/lProcess2"/>
    <dgm:cxn modelId="{4FBAF9D1-2CDB-42EB-BAA6-5015EC82AA35}" type="presParOf" srcId="{287FA9DD-A235-4667-9F15-5A0E1801EA21}" destId="{99815F11-37B2-4EB2-BCB0-6C285A734409}" srcOrd="2" destOrd="0" presId="urn:microsoft.com/office/officeart/2005/8/layout/lProcess2"/>
    <dgm:cxn modelId="{ADCB94F3-3A8C-42E3-9006-DF77D89BD536}" type="presParOf" srcId="{99815F11-37B2-4EB2-BCB0-6C285A734409}" destId="{39A765F7-A92E-4292-810C-23825E950D09}" srcOrd="0" destOrd="0" presId="urn:microsoft.com/office/officeart/2005/8/layout/lProcess2"/>
    <dgm:cxn modelId="{46CDE1EA-1F6D-4D79-9FDC-396A1A8D3925}" type="presParOf" srcId="{39A765F7-A92E-4292-810C-23825E950D09}" destId="{17F5EEC5-2205-45DB-AF4A-9324C118766A}" srcOrd="0" destOrd="0" presId="urn:microsoft.com/office/officeart/2005/8/layout/lProcess2"/>
    <dgm:cxn modelId="{F13E70EA-B277-47CA-844F-8638EFD2BA23}" type="presParOf" srcId="{39A765F7-A92E-4292-810C-23825E950D09}" destId="{32E296DF-C26C-4DA9-B4A8-C94520ABF5B0}" srcOrd="1" destOrd="0" presId="urn:microsoft.com/office/officeart/2005/8/layout/lProcess2"/>
    <dgm:cxn modelId="{7F3DBF84-79AF-4B4D-BBC5-ED9496D5BA87}" type="presParOf" srcId="{39A765F7-A92E-4292-810C-23825E950D09}" destId="{10A256A9-CE1D-4439-8C95-251CE676D73F}" srcOrd="2" destOrd="0" presId="urn:microsoft.com/office/officeart/2005/8/layout/lProcess2"/>
    <dgm:cxn modelId="{076DE047-13C1-4463-A9D2-E49C592E10A5}" type="presParOf" srcId="{656A655B-5306-4644-A9F0-05DCE64B0DFB}" destId="{532968E1-45D7-4784-9A88-AD3BBE94959C}" srcOrd="3" destOrd="0" presId="urn:microsoft.com/office/officeart/2005/8/layout/lProcess2"/>
    <dgm:cxn modelId="{A1F55B93-614D-4A0C-9364-AF41DCF915EB}" type="presParOf" srcId="{656A655B-5306-4644-A9F0-05DCE64B0DFB}" destId="{072083A9-AAB4-485E-BB71-474D2419B46B}" srcOrd="4" destOrd="0" presId="urn:microsoft.com/office/officeart/2005/8/layout/lProcess2"/>
    <dgm:cxn modelId="{0A0FB407-1991-4B50-8ECE-2F7293D10A9A}" type="presParOf" srcId="{072083A9-AAB4-485E-BB71-474D2419B46B}" destId="{8246343C-5198-48B3-84AA-2093BA224E81}" srcOrd="0" destOrd="0" presId="urn:microsoft.com/office/officeart/2005/8/layout/lProcess2"/>
    <dgm:cxn modelId="{411E981F-9F6F-4548-99CD-47518AA5E17F}" type="presParOf" srcId="{072083A9-AAB4-485E-BB71-474D2419B46B}" destId="{74CBD6E1-8D52-4BB1-A532-99892B76F58D}" srcOrd="1" destOrd="0" presId="urn:microsoft.com/office/officeart/2005/8/layout/lProcess2"/>
    <dgm:cxn modelId="{E14234E8-AA6B-4688-99A8-211EDCCEE180}" type="presParOf" srcId="{072083A9-AAB4-485E-BB71-474D2419B46B}" destId="{C0782078-5DF0-4A01-911C-7001776386DD}" srcOrd="2" destOrd="0" presId="urn:microsoft.com/office/officeart/2005/8/layout/lProcess2"/>
    <dgm:cxn modelId="{60B81D9D-D406-49E3-9F99-125A7E8A8B44}" type="presParOf" srcId="{C0782078-5DF0-4A01-911C-7001776386DD}" destId="{7E301746-E8F0-4E54-8330-F85D96FBE4D5}" srcOrd="0" destOrd="0" presId="urn:microsoft.com/office/officeart/2005/8/layout/lProcess2"/>
    <dgm:cxn modelId="{A426F514-8582-4646-A16A-E66E776B7AA6}" type="presParOf" srcId="{7E301746-E8F0-4E54-8330-F85D96FBE4D5}" destId="{6B07ABFA-69DA-4840-B462-A1A5A7AA000A}" srcOrd="0" destOrd="0" presId="urn:microsoft.com/office/officeart/2005/8/layout/lProcess2"/>
    <dgm:cxn modelId="{53030280-E627-4085-ABAB-3266BCE01DCD}" type="presParOf" srcId="{7E301746-E8F0-4E54-8330-F85D96FBE4D5}" destId="{F463AD31-8799-4829-BB27-926B26FFC284}" srcOrd="1" destOrd="0" presId="urn:microsoft.com/office/officeart/2005/8/layout/lProcess2"/>
    <dgm:cxn modelId="{DA9D1E5F-0326-4D55-B60D-B86A67D2637A}" type="presParOf" srcId="{7E301746-E8F0-4E54-8330-F85D96FBE4D5}" destId="{DF4A2631-EFAA-4B91-A6AB-B4F4B31003E9}" srcOrd="2" destOrd="0" presId="urn:microsoft.com/office/officeart/2005/8/layout/lProcess2"/>
    <dgm:cxn modelId="{EEDE61BF-42A1-46D2-A617-879DB347B6C7}" type="presParOf" srcId="{656A655B-5306-4644-A9F0-05DCE64B0DFB}" destId="{8921DD19-58D4-4A53-8AD3-77DBE8EEC861}" srcOrd="5" destOrd="0" presId="urn:microsoft.com/office/officeart/2005/8/layout/lProcess2"/>
    <dgm:cxn modelId="{2EBC7F2E-6613-475C-9E1D-0C6EEEFE6C6E}" type="presParOf" srcId="{656A655B-5306-4644-A9F0-05DCE64B0DFB}" destId="{CA967ED3-0F11-4C79-95B9-1723B0396F08}" srcOrd="6" destOrd="0" presId="urn:microsoft.com/office/officeart/2005/8/layout/lProcess2"/>
    <dgm:cxn modelId="{9A81C1D9-7710-4CE4-9F8A-B65E72D38A5B}" type="presParOf" srcId="{CA967ED3-0F11-4C79-95B9-1723B0396F08}" destId="{48851D02-9F02-4FA4-AB21-6915631FBBE6}" srcOrd="0" destOrd="0" presId="urn:microsoft.com/office/officeart/2005/8/layout/lProcess2"/>
    <dgm:cxn modelId="{A3C68CF6-A6A3-4815-A338-22FF6DD51F39}" type="presParOf" srcId="{CA967ED3-0F11-4C79-95B9-1723B0396F08}" destId="{784EF412-B28A-4111-99B8-E0DB87B8579A}" srcOrd="1" destOrd="0" presId="urn:microsoft.com/office/officeart/2005/8/layout/lProcess2"/>
    <dgm:cxn modelId="{024C9C1C-18EF-4E97-9B11-13536380D1EF}" type="presParOf" srcId="{CA967ED3-0F11-4C79-95B9-1723B0396F08}" destId="{AC9CE4D4-7A83-4398-9095-C8BD3C384F8B}" srcOrd="2" destOrd="0" presId="urn:microsoft.com/office/officeart/2005/8/layout/lProcess2"/>
    <dgm:cxn modelId="{EBDE7AC9-20CE-4451-9D4F-9162F00556FB}" type="presParOf" srcId="{AC9CE4D4-7A83-4398-9095-C8BD3C384F8B}" destId="{FDAFB4DE-7564-43B4-872A-A36997D137C4}" srcOrd="0" destOrd="0" presId="urn:microsoft.com/office/officeart/2005/8/layout/lProcess2"/>
    <dgm:cxn modelId="{D590BA6E-4032-4232-B537-DC827D8D259B}" type="presParOf" srcId="{FDAFB4DE-7564-43B4-872A-A36997D137C4}" destId="{6B42CC01-71D2-469F-9531-1927FA7CDADF}" srcOrd="0" destOrd="0" presId="urn:microsoft.com/office/officeart/2005/8/layout/lProcess2"/>
    <dgm:cxn modelId="{50686ED4-7567-4A5C-B415-7DD4DE82F4D6}" type="presParOf" srcId="{FDAFB4DE-7564-43B4-872A-A36997D137C4}" destId="{8A657822-8002-42BE-B05E-59B09EB6352A}" srcOrd="1" destOrd="0" presId="urn:microsoft.com/office/officeart/2005/8/layout/lProcess2"/>
    <dgm:cxn modelId="{C2474B1E-40FC-49FB-A2B2-CEC9179923C3}" type="presParOf" srcId="{FDAFB4DE-7564-43B4-872A-A36997D137C4}" destId="{BB05C373-9E76-47DE-8A44-65F0921C12CB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0EF6AB-B24C-4D2C-BAC6-C1813088AECE}" type="doc">
      <dgm:prSet loTypeId="urn:microsoft.com/office/officeart/2005/8/layout/lProcess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293F535-806A-4FDA-8B14-4577CD399179}">
      <dgm:prSet phldrT="[Text]"/>
      <dgm:spPr/>
      <dgm:t>
        <a:bodyPr/>
        <a:lstStyle/>
        <a:p>
          <a:r>
            <a:rPr lang="en-US" smtClean="0"/>
            <a:t>Week </a:t>
          </a:r>
          <a:r>
            <a:rPr lang="en-US" dirty="0" smtClean="0"/>
            <a:t>1</a:t>
          </a:r>
          <a:endParaRPr lang="en-US" dirty="0"/>
        </a:p>
      </dgm:t>
    </dgm:pt>
    <dgm:pt modelId="{16685901-3E2D-44A6-8C31-D0DB126BEA79}" type="parTrans" cxnId="{C2D55723-AEF7-43DF-A482-8FE6BD3C1838}">
      <dgm:prSet/>
      <dgm:spPr/>
      <dgm:t>
        <a:bodyPr/>
        <a:lstStyle/>
        <a:p>
          <a:endParaRPr lang="en-US"/>
        </a:p>
      </dgm:t>
    </dgm:pt>
    <dgm:pt modelId="{6E2189C7-B171-4973-AF08-8DD9E9F62DD0}" type="sibTrans" cxnId="{C2D55723-AEF7-43DF-A482-8FE6BD3C1838}">
      <dgm:prSet/>
      <dgm:spPr/>
      <dgm:t>
        <a:bodyPr/>
        <a:lstStyle/>
        <a:p>
          <a:endParaRPr lang="en-US"/>
        </a:p>
      </dgm:t>
    </dgm:pt>
    <dgm:pt modelId="{5492114E-FBC8-4ABA-A4CF-3C26762F87EF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5864B9A9-72C3-4538-818A-3F8AFB7A14BD}" type="parTrans" cxnId="{0865E793-28EB-457D-8485-8D49A17E0D3C}">
      <dgm:prSet/>
      <dgm:spPr/>
      <dgm:t>
        <a:bodyPr/>
        <a:lstStyle/>
        <a:p>
          <a:endParaRPr lang="en-US"/>
        </a:p>
      </dgm:t>
    </dgm:pt>
    <dgm:pt modelId="{25124375-FEA6-4A46-BD38-40F412AF334A}" type="sibTrans" cxnId="{0865E793-28EB-457D-8485-8D49A17E0D3C}">
      <dgm:prSet/>
      <dgm:spPr/>
      <dgm:t>
        <a:bodyPr/>
        <a:lstStyle/>
        <a:p>
          <a:endParaRPr lang="en-US"/>
        </a:p>
      </dgm:t>
    </dgm:pt>
    <dgm:pt modelId="{B2C16F8B-1E13-4CB2-A93A-36944AD6AB95}">
      <dgm:prSet phldrT="[Text]"/>
      <dgm:spPr/>
      <dgm:t>
        <a:bodyPr/>
        <a:lstStyle/>
        <a:p>
          <a:r>
            <a:rPr lang="en-US" dirty="0" smtClean="0"/>
            <a:t>Week 2</a:t>
          </a:r>
          <a:endParaRPr lang="en-US" dirty="0"/>
        </a:p>
      </dgm:t>
    </dgm:pt>
    <dgm:pt modelId="{F1A454AA-5713-4F32-905F-1B2AEF4F49B8}" type="parTrans" cxnId="{A13DDA76-0B5B-45D4-B2F5-64A6CED36D49}">
      <dgm:prSet/>
      <dgm:spPr/>
      <dgm:t>
        <a:bodyPr/>
        <a:lstStyle/>
        <a:p>
          <a:endParaRPr lang="en-US"/>
        </a:p>
      </dgm:t>
    </dgm:pt>
    <dgm:pt modelId="{5C4E3BFD-D517-4D07-85B4-C28CC8FD7AAA}" type="sibTrans" cxnId="{A13DDA76-0B5B-45D4-B2F5-64A6CED36D49}">
      <dgm:prSet/>
      <dgm:spPr/>
      <dgm:t>
        <a:bodyPr/>
        <a:lstStyle/>
        <a:p>
          <a:endParaRPr lang="en-US"/>
        </a:p>
      </dgm:t>
    </dgm:pt>
    <dgm:pt modelId="{43DD8D57-8579-407F-AD6C-328D747D6BB7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2F5E4A8B-8511-43CE-8311-03570691010E}" type="parTrans" cxnId="{49F4AD18-E386-4EC4-B498-EED4B0A2801D}">
      <dgm:prSet/>
      <dgm:spPr/>
      <dgm:t>
        <a:bodyPr/>
        <a:lstStyle/>
        <a:p>
          <a:endParaRPr lang="en-US"/>
        </a:p>
      </dgm:t>
    </dgm:pt>
    <dgm:pt modelId="{ACD14396-9849-42DA-AFE6-B77E94704296}" type="sibTrans" cxnId="{49F4AD18-E386-4EC4-B498-EED4B0A2801D}">
      <dgm:prSet/>
      <dgm:spPr/>
      <dgm:t>
        <a:bodyPr/>
        <a:lstStyle/>
        <a:p>
          <a:endParaRPr lang="en-US"/>
        </a:p>
      </dgm:t>
    </dgm:pt>
    <dgm:pt modelId="{10DE989A-55A6-4C72-A932-A09FBAF924E7}">
      <dgm:prSet phldrT="[Text]"/>
      <dgm:spPr/>
      <dgm:t>
        <a:bodyPr/>
        <a:lstStyle/>
        <a:p>
          <a:r>
            <a:rPr lang="en-US" dirty="0" smtClean="0"/>
            <a:t>Week 3</a:t>
          </a:r>
          <a:endParaRPr lang="en-US" dirty="0"/>
        </a:p>
      </dgm:t>
    </dgm:pt>
    <dgm:pt modelId="{9285E1BC-4795-4C8F-9FDD-F67F0FFC9E79}" type="parTrans" cxnId="{45C0C991-6F1D-4F3E-965C-AF10CDD5297D}">
      <dgm:prSet/>
      <dgm:spPr/>
      <dgm:t>
        <a:bodyPr/>
        <a:lstStyle/>
        <a:p>
          <a:endParaRPr lang="en-US"/>
        </a:p>
      </dgm:t>
    </dgm:pt>
    <dgm:pt modelId="{3E5598F9-9F99-4531-AA34-D76B22D4E80C}" type="sibTrans" cxnId="{45C0C991-6F1D-4F3E-965C-AF10CDD5297D}">
      <dgm:prSet/>
      <dgm:spPr/>
      <dgm:t>
        <a:bodyPr/>
        <a:lstStyle/>
        <a:p>
          <a:endParaRPr lang="en-US"/>
        </a:p>
      </dgm:t>
    </dgm:pt>
    <dgm:pt modelId="{B57CB364-8366-4DD0-B406-9C27331DA938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26747943-4ECD-4561-8F99-A32CA77269D0}" type="parTrans" cxnId="{B0DF94D0-D7A9-46F2-9230-6F5DFBDC3AEA}">
      <dgm:prSet/>
      <dgm:spPr/>
      <dgm:t>
        <a:bodyPr/>
        <a:lstStyle/>
        <a:p>
          <a:endParaRPr lang="en-US"/>
        </a:p>
      </dgm:t>
    </dgm:pt>
    <dgm:pt modelId="{97FA629F-4840-410E-B5B5-7CB4AD4E6CD3}" type="sibTrans" cxnId="{B0DF94D0-D7A9-46F2-9230-6F5DFBDC3AEA}">
      <dgm:prSet/>
      <dgm:spPr/>
      <dgm:t>
        <a:bodyPr/>
        <a:lstStyle/>
        <a:p>
          <a:endParaRPr lang="en-US"/>
        </a:p>
      </dgm:t>
    </dgm:pt>
    <dgm:pt modelId="{F75F65E1-59C1-41F2-AD9E-3F3D06EF5F96}">
      <dgm:prSet phldrT="[Text]"/>
      <dgm:spPr/>
      <dgm:t>
        <a:bodyPr/>
        <a:lstStyle/>
        <a:p>
          <a:r>
            <a:rPr lang="en-US" dirty="0" smtClean="0"/>
            <a:t>Week 4</a:t>
          </a:r>
          <a:endParaRPr lang="en-US" dirty="0"/>
        </a:p>
      </dgm:t>
    </dgm:pt>
    <dgm:pt modelId="{12C6AA78-8E21-4D81-9536-BA68AAB91385}" type="parTrans" cxnId="{F382159F-34CD-47F0-90EB-CF6E2F88F779}">
      <dgm:prSet/>
      <dgm:spPr/>
      <dgm:t>
        <a:bodyPr/>
        <a:lstStyle/>
        <a:p>
          <a:endParaRPr lang="en-US"/>
        </a:p>
      </dgm:t>
    </dgm:pt>
    <dgm:pt modelId="{8AF92348-B1C3-4BD1-BAC2-5D7BCB23BE23}" type="sibTrans" cxnId="{F382159F-34CD-47F0-90EB-CF6E2F88F779}">
      <dgm:prSet/>
      <dgm:spPr/>
      <dgm:t>
        <a:bodyPr/>
        <a:lstStyle/>
        <a:p>
          <a:endParaRPr lang="en-US"/>
        </a:p>
      </dgm:t>
    </dgm:pt>
    <dgm:pt modelId="{D75E5A25-8205-4F3D-97C3-ED4DE1009A3F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0EA05BE7-B903-4D0B-A318-7A45B785BBA7}" type="parTrans" cxnId="{6832FB3B-028A-4473-AE11-66496D4D114E}">
      <dgm:prSet/>
      <dgm:spPr/>
      <dgm:t>
        <a:bodyPr/>
        <a:lstStyle/>
        <a:p>
          <a:endParaRPr lang="en-US"/>
        </a:p>
      </dgm:t>
    </dgm:pt>
    <dgm:pt modelId="{0B0F7586-5089-4B25-B003-7B16C20D4517}" type="sibTrans" cxnId="{6832FB3B-028A-4473-AE11-66496D4D114E}">
      <dgm:prSet/>
      <dgm:spPr/>
      <dgm:t>
        <a:bodyPr/>
        <a:lstStyle/>
        <a:p>
          <a:endParaRPr lang="en-US"/>
        </a:p>
      </dgm:t>
    </dgm:pt>
    <dgm:pt modelId="{3ABA99D3-84FE-4D28-8AC3-3C521FBF3C80}" type="pres">
      <dgm:prSet presAssocID="{7D0EF6AB-B24C-4D2C-BAC6-C1813088AEC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7A4108A-6090-448B-97B6-F7EF665FEAF0}" type="pres">
      <dgm:prSet presAssocID="{3293F535-806A-4FDA-8B14-4577CD399179}" presName="compNode" presStyleCnt="0"/>
      <dgm:spPr/>
    </dgm:pt>
    <dgm:pt modelId="{FF32E977-049A-4CA1-9199-35B353F58736}" type="pres">
      <dgm:prSet presAssocID="{3293F535-806A-4FDA-8B14-4577CD399179}" presName="aNode" presStyleLbl="bgShp" presStyleIdx="0" presStyleCnt="4"/>
      <dgm:spPr/>
      <dgm:t>
        <a:bodyPr/>
        <a:lstStyle/>
        <a:p>
          <a:endParaRPr lang="en-US"/>
        </a:p>
      </dgm:t>
    </dgm:pt>
    <dgm:pt modelId="{572559CB-61B7-455A-AB8F-D989BC81B427}" type="pres">
      <dgm:prSet presAssocID="{3293F535-806A-4FDA-8B14-4577CD399179}" presName="textNode" presStyleLbl="bgShp" presStyleIdx="0" presStyleCnt="4"/>
      <dgm:spPr/>
      <dgm:t>
        <a:bodyPr/>
        <a:lstStyle/>
        <a:p>
          <a:endParaRPr lang="en-US"/>
        </a:p>
      </dgm:t>
    </dgm:pt>
    <dgm:pt modelId="{5DA55938-338D-4554-AA9C-B50E1053CC21}" type="pres">
      <dgm:prSet presAssocID="{3293F535-806A-4FDA-8B14-4577CD399179}" presName="compChildNode" presStyleCnt="0"/>
      <dgm:spPr/>
    </dgm:pt>
    <dgm:pt modelId="{020BA72B-6558-4C2B-BF2B-1B72C21B3A1F}" type="pres">
      <dgm:prSet presAssocID="{3293F535-806A-4FDA-8B14-4577CD399179}" presName="theInnerList" presStyleCnt="0"/>
      <dgm:spPr/>
    </dgm:pt>
    <dgm:pt modelId="{D2AB6A51-C1D8-4CEA-94C4-6E645253F9B3}" type="pres">
      <dgm:prSet presAssocID="{5492114E-FBC8-4ABA-A4CF-3C26762F87EF}" presName="child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4EED31-6F06-4A6F-A191-25CA2D479F42}" type="pres">
      <dgm:prSet presAssocID="{3293F535-806A-4FDA-8B14-4577CD399179}" presName="aSpace" presStyleCnt="0"/>
      <dgm:spPr/>
    </dgm:pt>
    <dgm:pt modelId="{3F9BB051-A572-4B03-9AF9-CB61F82C2339}" type="pres">
      <dgm:prSet presAssocID="{B2C16F8B-1E13-4CB2-A93A-36944AD6AB95}" presName="compNode" presStyleCnt="0"/>
      <dgm:spPr/>
    </dgm:pt>
    <dgm:pt modelId="{AC23F8F6-1775-4EC4-96AE-48BDB99786AF}" type="pres">
      <dgm:prSet presAssocID="{B2C16F8B-1E13-4CB2-A93A-36944AD6AB95}" presName="aNode" presStyleLbl="bgShp" presStyleIdx="1" presStyleCnt="4"/>
      <dgm:spPr/>
      <dgm:t>
        <a:bodyPr/>
        <a:lstStyle/>
        <a:p>
          <a:endParaRPr lang="en-US"/>
        </a:p>
      </dgm:t>
    </dgm:pt>
    <dgm:pt modelId="{2F43C946-689A-4E24-803F-D5104D1FBE4F}" type="pres">
      <dgm:prSet presAssocID="{B2C16F8B-1E13-4CB2-A93A-36944AD6AB95}" presName="textNode" presStyleLbl="bgShp" presStyleIdx="1" presStyleCnt="4"/>
      <dgm:spPr/>
      <dgm:t>
        <a:bodyPr/>
        <a:lstStyle/>
        <a:p>
          <a:endParaRPr lang="en-US"/>
        </a:p>
      </dgm:t>
    </dgm:pt>
    <dgm:pt modelId="{4F8E1B03-E865-4282-A741-61CE105A48EA}" type="pres">
      <dgm:prSet presAssocID="{B2C16F8B-1E13-4CB2-A93A-36944AD6AB95}" presName="compChildNode" presStyleCnt="0"/>
      <dgm:spPr/>
    </dgm:pt>
    <dgm:pt modelId="{D7785D33-59F5-48CF-A475-4578E19BF5D4}" type="pres">
      <dgm:prSet presAssocID="{B2C16F8B-1E13-4CB2-A93A-36944AD6AB95}" presName="theInnerList" presStyleCnt="0"/>
      <dgm:spPr/>
    </dgm:pt>
    <dgm:pt modelId="{E81ACA0D-DEA2-4656-A733-8923B82227B5}" type="pres">
      <dgm:prSet presAssocID="{43DD8D57-8579-407F-AD6C-328D747D6BB7}" presName="child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2CA95D-EB91-42BB-BDBA-18D6A95F5609}" type="pres">
      <dgm:prSet presAssocID="{B2C16F8B-1E13-4CB2-A93A-36944AD6AB95}" presName="aSpace" presStyleCnt="0"/>
      <dgm:spPr/>
    </dgm:pt>
    <dgm:pt modelId="{19E2A616-8C0E-48B2-84EB-1F637055F959}" type="pres">
      <dgm:prSet presAssocID="{10DE989A-55A6-4C72-A932-A09FBAF924E7}" presName="compNode" presStyleCnt="0"/>
      <dgm:spPr/>
    </dgm:pt>
    <dgm:pt modelId="{46837115-EB75-4D12-B36C-0CDCAC17F9C3}" type="pres">
      <dgm:prSet presAssocID="{10DE989A-55A6-4C72-A932-A09FBAF924E7}" presName="aNode" presStyleLbl="bgShp" presStyleIdx="2" presStyleCnt="4"/>
      <dgm:spPr/>
      <dgm:t>
        <a:bodyPr/>
        <a:lstStyle/>
        <a:p>
          <a:endParaRPr lang="en-US"/>
        </a:p>
      </dgm:t>
    </dgm:pt>
    <dgm:pt modelId="{A3D09173-4517-444E-8808-DB821F7466DF}" type="pres">
      <dgm:prSet presAssocID="{10DE989A-55A6-4C72-A932-A09FBAF924E7}" presName="textNode" presStyleLbl="bgShp" presStyleIdx="2" presStyleCnt="4"/>
      <dgm:spPr/>
      <dgm:t>
        <a:bodyPr/>
        <a:lstStyle/>
        <a:p>
          <a:endParaRPr lang="en-US"/>
        </a:p>
      </dgm:t>
    </dgm:pt>
    <dgm:pt modelId="{6E77859B-B0C3-4EF5-B597-F001A7752E93}" type="pres">
      <dgm:prSet presAssocID="{10DE989A-55A6-4C72-A932-A09FBAF924E7}" presName="compChildNode" presStyleCnt="0"/>
      <dgm:spPr/>
    </dgm:pt>
    <dgm:pt modelId="{F0017049-C8EE-4F92-AA6C-B3354D6323D1}" type="pres">
      <dgm:prSet presAssocID="{10DE989A-55A6-4C72-A932-A09FBAF924E7}" presName="theInnerList" presStyleCnt="0"/>
      <dgm:spPr/>
    </dgm:pt>
    <dgm:pt modelId="{2BEB50C4-2ED5-403E-BD19-8F356D4A5EDF}" type="pres">
      <dgm:prSet presAssocID="{B57CB364-8366-4DD0-B406-9C27331DA938}" presName="child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F2F4E2-71CB-48FC-9B87-BECF4C331E0E}" type="pres">
      <dgm:prSet presAssocID="{10DE989A-55A6-4C72-A932-A09FBAF924E7}" presName="aSpace" presStyleCnt="0"/>
      <dgm:spPr/>
    </dgm:pt>
    <dgm:pt modelId="{03D9809C-681B-4618-A05A-8B965789550A}" type="pres">
      <dgm:prSet presAssocID="{F75F65E1-59C1-41F2-AD9E-3F3D06EF5F96}" presName="compNode" presStyleCnt="0"/>
      <dgm:spPr/>
    </dgm:pt>
    <dgm:pt modelId="{E0B3A749-A705-49EB-B689-18170EC7B0BE}" type="pres">
      <dgm:prSet presAssocID="{F75F65E1-59C1-41F2-AD9E-3F3D06EF5F96}" presName="aNode" presStyleLbl="bgShp" presStyleIdx="3" presStyleCnt="4"/>
      <dgm:spPr/>
      <dgm:t>
        <a:bodyPr/>
        <a:lstStyle/>
        <a:p>
          <a:endParaRPr lang="en-US"/>
        </a:p>
      </dgm:t>
    </dgm:pt>
    <dgm:pt modelId="{B760AFED-87B1-4129-9859-9AF6C585C414}" type="pres">
      <dgm:prSet presAssocID="{F75F65E1-59C1-41F2-AD9E-3F3D06EF5F96}" presName="textNode" presStyleLbl="bgShp" presStyleIdx="3" presStyleCnt="4"/>
      <dgm:spPr/>
      <dgm:t>
        <a:bodyPr/>
        <a:lstStyle/>
        <a:p>
          <a:endParaRPr lang="en-US"/>
        </a:p>
      </dgm:t>
    </dgm:pt>
    <dgm:pt modelId="{7F812D15-825C-4038-849B-1E6538049010}" type="pres">
      <dgm:prSet presAssocID="{F75F65E1-59C1-41F2-AD9E-3F3D06EF5F96}" presName="compChildNode" presStyleCnt="0"/>
      <dgm:spPr/>
    </dgm:pt>
    <dgm:pt modelId="{3531852A-DE12-4159-980F-0D0CF0A2464B}" type="pres">
      <dgm:prSet presAssocID="{F75F65E1-59C1-41F2-AD9E-3F3D06EF5F96}" presName="theInnerList" presStyleCnt="0"/>
      <dgm:spPr/>
    </dgm:pt>
    <dgm:pt modelId="{E3D06676-9BFF-46EF-AAEB-E711C846A770}" type="pres">
      <dgm:prSet presAssocID="{D75E5A25-8205-4F3D-97C3-ED4DE1009A3F}" presName="child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C28CF0E-9288-417D-8A53-2F1D08DC2490}" type="presOf" srcId="{10DE989A-55A6-4C72-A932-A09FBAF924E7}" destId="{A3D09173-4517-444E-8808-DB821F7466DF}" srcOrd="1" destOrd="0" presId="urn:microsoft.com/office/officeart/2005/8/layout/lProcess2"/>
    <dgm:cxn modelId="{02785137-5D69-47E0-9F42-22A279012A2E}" type="presOf" srcId="{F75F65E1-59C1-41F2-AD9E-3F3D06EF5F96}" destId="{E0B3A749-A705-49EB-B689-18170EC7B0BE}" srcOrd="0" destOrd="0" presId="urn:microsoft.com/office/officeart/2005/8/layout/lProcess2"/>
    <dgm:cxn modelId="{45C0C991-6F1D-4F3E-965C-AF10CDD5297D}" srcId="{7D0EF6AB-B24C-4D2C-BAC6-C1813088AECE}" destId="{10DE989A-55A6-4C72-A932-A09FBAF924E7}" srcOrd="2" destOrd="0" parTransId="{9285E1BC-4795-4C8F-9FDD-F67F0FFC9E79}" sibTransId="{3E5598F9-9F99-4531-AA34-D76B22D4E80C}"/>
    <dgm:cxn modelId="{C2D55723-AEF7-43DF-A482-8FE6BD3C1838}" srcId="{7D0EF6AB-B24C-4D2C-BAC6-C1813088AECE}" destId="{3293F535-806A-4FDA-8B14-4577CD399179}" srcOrd="0" destOrd="0" parTransId="{16685901-3E2D-44A6-8C31-D0DB126BEA79}" sibTransId="{6E2189C7-B171-4973-AF08-8DD9E9F62DD0}"/>
    <dgm:cxn modelId="{0865E793-28EB-457D-8485-8D49A17E0D3C}" srcId="{3293F535-806A-4FDA-8B14-4577CD399179}" destId="{5492114E-FBC8-4ABA-A4CF-3C26762F87EF}" srcOrd="0" destOrd="0" parTransId="{5864B9A9-72C3-4538-818A-3F8AFB7A14BD}" sibTransId="{25124375-FEA6-4A46-BD38-40F412AF334A}"/>
    <dgm:cxn modelId="{F382159F-34CD-47F0-90EB-CF6E2F88F779}" srcId="{7D0EF6AB-B24C-4D2C-BAC6-C1813088AECE}" destId="{F75F65E1-59C1-41F2-AD9E-3F3D06EF5F96}" srcOrd="3" destOrd="0" parTransId="{12C6AA78-8E21-4D81-9536-BA68AAB91385}" sibTransId="{8AF92348-B1C3-4BD1-BAC2-5D7BCB23BE23}"/>
    <dgm:cxn modelId="{B5D2D665-D9C5-4279-B8CE-8F067B2B3864}" type="presOf" srcId="{F75F65E1-59C1-41F2-AD9E-3F3D06EF5F96}" destId="{B760AFED-87B1-4129-9859-9AF6C585C414}" srcOrd="1" destOrd="0" presId="urn:microsoft.com/office/officeart/2005/8/layout/lProcess2"/>
    <dgm:cxn modelId="{7C568D3B-DF91-4F32-9C50-5C8A8C71D8E1}" type="presOf" srcId="{D75E5A25-8205-4F3D-97C3-ED4DE1009A3F}" destId="{E3D06676-9BFF-46EF-AAEB-E711C846A770}" srcOrd="0" destOrd="0" presId="urn:microsoft.com/office/officeart/2005/8/layout/lProcess2"/>
    <dgm:cxn modelId="{BBD0E5E0-2D3D-499E-9894-F5EA29C2C54F}" type="presOf" srcId="{3293F535-806A-4FDA-8B14-4577CD399179}" destId="{572559CB-61B7-455A-AB8F-D989BC81B427}" srcOrd="1" destOrd="0" presId="urn:microsoft.com/office/officeart/2005/8/layout/lProcess2"/>
    <dgm:cxn modelId="{725D2234-519B-4ED3-8E05-8AFEB96E4111}" type="presOf" srcId="{3293F535-806A-4FDA-8B14-4577CD399179}" destId="{FF32E977-049A-4CA1-9199-35B353F58736}" srcOrd="0" destOrd="0" presId="urn:microsoft.com/office/officeart/2005/8/layout/lProcess2"/>
    <dgm:cxn modelId="{49F4AD18-E386-4EC4-B498-EED4B0A2801D}" srcId="{B2C16F8B-1E13-4CB2-A93A-36944AD6AB95}" destId="{43DD8D57-8579-407F-AD6C-328D747D6BB7}" srcOrd="0" destOrd="0" parTransId="{2F5E4A8B-8511-43CE-8311-03570691010E}" sibTransId="{ACD14396-9849-42DA-AFE6-B77E94704296}"/>
    <dgm:cxn modelId="{E431BA06-42A4-4E01-ABA8-AA5AF145C83C}" type="presOf" srcId="{10DE989A-55A6-4C72-A932-A09FBAF924E7}" destId="{46837115-EB75-4D12-B36C-0CDCAC17F9C3}" srcOrd="0" destOrd="0" presId="urn:microsoft.com/office/officeart/2005/8/layout/lProcess2"/>
    <dgm:cxn modelId="{15B2FA27-C514-40DE-850D-0E5F56BEF3BD}" type="presOf" srcId="{B2C16F8B-1E13-4CB2-A93A-36944AD6AB95}" destId="{AC23F8F6-1775-4EC4-96AE-48BDB99786AF}" srcOrd="0" destOrd="0" presId="urn:microsoft.com/office/officeart/2005/8/layout/lProcess2"/>
    <dgm:cxn modelId="{295AC005-B3D6-4F2C-8E00-7EA8FD9ABA09}" type="presOf" srcId="{43DD8D57-8579-407F-AD6C-328D747D6BB7}" destId="{E81ACA0D-DEA2-4656-A733-8923B82227B5}" srcOrd="0" destOrd="0" presId="urn:microsoft.com/office/officeart/2005/8/layout/lProcess2"/>
    <dgm:cxn modelId="{40C52A35-E5BA-4ABC-A1B1-90547833DB79}" type="presOf" srcId="{7D0EF6AB-B24C-4D2C-BAC6-C1813088AECE}" destId="{3ABA99D3-84FE-4D28-8AC3-3C521FBF3C80}" srcOrd="0" destOrd="0" presId="urn:microsoft.com/office/officeart/2005/8/layout/lProcess2"/>
    <dgm:cxn modelId="{4E2AC8E8-7EE9-4AF8-A4D0-C0FEB8C002D9}" type="presOf" srcId="{B57CB364-8366-4DD0-B406-9C27331DA938}" destId="{2BEB50C4-2ED5-403E-BD19-8F356D4A5EDF}" srcOrd="0" destOrd="0" presId="urn:microsoft.com/office/officeart/2005/8/layout/lProcess2"/>
    <dgm:cxn modelId="{6832FB3B-028A-4473-AE11-66496D4D114E}" srcId="{F75F65E1-59C1-41F2-AD9E-3F3D06EF5F96}" destId="{D75E5A25-8205-4F3D-97C3-ED4DE1009A3F}" srcOrd="0" destOrd="0" parTransId="{0EA05BE7-B903-4D0B-A318-7A45B785BBA7}" sibTransId="{0B0F7586-5089-4B25-B003-7B16C20D4517}"/>
    <dgm:cxn modelId="{D4F435AF-A42A-4686-ACD9-064274108437}" type="presOf" srcId="{5492114E-FBC8-4ABA-A4CF-3C26762F87EF}" destId="{D2AB6A51-C1D8-4CEA-94C4-6E645253F9B3}" srcOrd="0" destOrd="0" presId="urn:microsoft.com/office/officeart/2005/8/layout/lProcess2"/>
    <dgm:cxn modelId="{44CDE509-AF90-49E1-827F-4BC775B6FC4C}" type="presOf" srcId="{B2C16F8B-1E13-4CB2-A93A-36944AD6AB95}" destId="{2F43C946-689A-4E24-803F-D5104D1FBE4F}" srcOrd="1" destOrd="0" presId="urn:microsoft.com/office/officeart/2005/8/layout/lProcess2"/>
    <dgm:cxn modelId="{A13DDA76-0B5B-45D4-B2F5-64A6CED36D49}" srcId="{7D0EF6AB-B24C-4D2C-BAC6-C1813088AECE}" destId="{B2C16F8B-1E13-4CB2-A93A-36944AD6AB95}" srcOrd="1" destOrd="0" parTransId="{F1A454AA-5713-4F32-905F-1B2AEF4F49B8}" sibTransId="{5C4E3BFD-D517-4D07-85B4-C28CC8FD7AAA}"/>
    <dgm:cxn modelId="{B0DF94D0-D7A9-46F2-9230-6F5DFBDC3AEA}" srcId="{10DE989A-55A6-4C72-A932-A09FBAF924E7}" destId="{B57CB364-8366-4DD0-B406-9C27331DA938}" srcOrd="0" destOrd="0" parTransId="{26747943-4ECD-4561-8F99-A32CA77269D0}" sibTransId="{97FA629F-4840-410E-B5B5-7CB4AD4E6CD3}"/>
    <dgm:cxn modelId="{7CD4A027-4D79-4B56-A86B-B2B60E9FAE30}" type="presParOf" srcId="{3ABA99D3-84FE-4D28-8AC3-3C521FBF3C80}" destId="{B7A4108A-6090-448B-97B6-F7EF665FEAF0}" srcOrd="0" destOrd="0" presId="urn:microsoft.com/office/officeart/2005/8/layout/lProcess2"/>
    <dgm:cxn modelId="{A10CC29B-68C5-4B19-95CB-1D3604BAAC02}" type="presParOf" srcId="{B7A4108A-6090-448B-97B6-F7EF665FEAF0}" destId="{FF32E977-049A-4CA1-9199-35B353F58736}" srcOrd="0" destOrd="0" presId="urn:microsoft.com/office/officeart/2005/8/layout/lProcess2"/>
    <dgm:cxn modelId="{30E58D80-CD13-4B66-B90C-A16014FBB627}" type="presParOf" srcId="{B7A4108A-6090-448B-97B6-F7EF665FEAF0}" destId="{572559CB-61B7-455A-AB8F-D989BC81B427}" srcOrd="1" destOrd="0" presId="urn:microsoft.com/office/officeart/2005/8/layout/lProcess2"/>
    <dgm:cxn modelId="{DE2DB21D-7709-4BB2-BAE1-6354143594A1}" type="presParOf" srcId="{B7A4108A-6090-448B-97B6-F7EF665FEAF0}" destId="{5DA55938-338D-4554-AA9C-B50E1053CC21}" srcOrd="2" destOrd="0" presId="urn:microsoft.com/office/officeart/2005/8/layout/lProcess2"/>
    <dgm:cxn modelId="{106D9B0A-2E75-4018-9E3B-138721F80433}" type="presParOf" srcId="{5DA55938-338D-4554-AA9C-B50E1053CC21}" destId="{020BA72B-6558-4C2B-BF2B-1B72C21B3A1F}" srcOrd="0" destOrd="0" presId="urn:microsoft.com/office/officeart/2005/8/layout/lProcess2"/>
    <dgm:cxn modelId="{EEB54AA9-46A4-4611-9924-5E99C0FCB805}" type="presParOf" srcId="{020BA72B-6558-4C2B-BF2B-1B72C21B3A1F}" destId="{D2AB6A51-C1D8-4CEA-94C4-6E645253F9B3}" srcOrd="0" destOrd="0" presId="urn:microsoft.com/office/officeart/2005/8/layout/lProcess2"/>
    <dgm:cxn modelId="{8C670498-2BFA-45EE-9C58-C50217EB15CF}" type="presParOf" srcId="{3ABA99D3-84FE-4D28-8AC3-3C521FBF3C80}" destId="{474EED31-6F06-4A6F-A191-25CA2D479F42}" srcOrd="1" destOrd="0" presId="urn:microsoft.com/office/officeart/2005/8/layout/lProcess2"/>
    <dgm:cxn modelId="{15495B84-2C36-4728-9807-DA6E0641AEB2}" type="presParOf" srcId="{3ABA99D3-84FE-4D28-8AC3-3C521FBF3C80}" destId="{3F9BB051-A572-4B03-9AF9-CB61F82C2339}" srcOrd="2" destOrd="0" presId="urn:microsoft.com/office/officeart/2005/8/layout/lProcess2"/>
    <dgm:cxn modelId="{8CCB8774-C84B-4A4C-B513-44280816CC8E}" type="presParOf" srcId="{3F9BB051-A572-4B03-9AF9-CB61F82C2339}" destId="{AC23F8F6-1775-4EC4-96AE-48BDB99786AF}" srcOrd="0" destOrd="0" presId="urn:microsoft.com/office/officeart/2005/8/layout/lProcess2"/>
    <dgm:cxn modelId="{4B7E49EE-69FB-4636-84FD-B2711BD3E6C4}" type="presParOf" srcId="{3F9BB051-A572-4B03-9AF9-CB61F82C2339}" destId="{2F43C946-689A-4E24-803F-D5104D1FBE4F}" srcOrd="1" destOrd="0" presId="urn:microsoft.com/office/officeart/2005/8/layout/lProcess2"/>
    <dgm:cxn modelId="{80F356EC-6C91-4386-8446-19665F7244A0}" type="presParOf" srcId="{3F9BB051-A572-4B03-9AF9-CB61F82C2339}" destId="{4F8E1B03-E865-4282-A741-61CE105A48EA}" srcOrd="2" destOrd="0" presId="urn:microsoft.com/office/officeart/2005/8/layout/lProcess2"/>
    <dgm:cxn modelId="{A5B690C0-FA72-4972-BD95-6EA6297E1C04}" type="presParOf" srcId="{4F8E1B03-E865-4282-A741-61CE105A48EA}" destId="{D7785D33-59F5-48CF-A475-4578E19BF5D4}" srcOrd="0" destOrd="0" presId="urn:microsoft.com/office/officeart/2005/8/layout/lProcess2"/>
    <dgm:cxn modelId="{4920B658-C509-483C-B270-ADEA4D78AC74}" type="presParOf" srcId="{D7785D33-59F5-48CF-A475-4578E19BF5D4}" destId="{E81ACA0D-DEA2-4656-A733-8923B82227B5}" srcOrd="0" destOrd="0" presId="urn:microsoft.com/office/officeart/2005/8/layout/lProcess2"/>
    <dgm:cxn modelId="{E959641A-D004-4CD4-BB65-4115EB363968}" type="presParOf" srcId="{3ABA99D3-84FE-4D28-8AC3-3C521FBF3C80}" destId="{DB2CA95D-EB91-42BB-BDBA-18D6A95F5609}" srcOrd="3" destOrd="0" presId="urn:microsoft.com/office/officeart/2005/8/layout/lProcess2"/>
    <dgm:cxn modelId="{274939EF-11B1-4267-BEEE-C2FD28BA609B}" type="presParOf" srcId="{3ABA99D3-84FE-4D28-8AC3-3C521FBF3C80}" destId="{19E2A616-8C0E-48B2-84EB-1F637055F959}" srcOrd="4" destOrd="0" presId="urn:microsoft.com/office/officeart/2005/8/layout/lProcess2"/>
    <dgm:cxn modelId="{186EF109-4254-4D84-B619-FB52B1C3B3BD}" type="presParOf" srcId="{19E2A616-8C0E-48B2-84EB-1F637055F959}" destId="{46837115-EB75-4D12-B36C-0CDCAC17F9C3}" srcOrd="0" destOrd="0" presId="urn:microsoft.com/office/officeart/2005/8/layout/lProcess2"/>
    <dgm:cxn modelId="{4536A4D5-E6D4-4A07-8E2A-48939E3D6E80}" type="presParOf" srcId="{19E2A616-8C0E-48B2-84EB-1F637055F959}" destId="{A3D09173-4517-444E-8808-DB821F7466DF}" srcOrd="1" destOrd="0" presId="urn:microsoft.com/office/officeart/2005/8/layout/lProcess2"/>
    <dgm:cxn modelId="{AC965CDC-FCF2-430F-9764-4CF38C7E181E}" type="presParOf" srcId="{19E2A616-8C0E-48B2-84EB-1F637055F959}" destId="{6E77859B-B0C3-4EF5-B597-F001A7752E93}" srcOrd="2" destOrd="0" presId="urn:microsoft.com/office/officeart/2005/8/layout/lProcess2"/>
    <dgm:cxn modelId="{DB4EDBF5-FC37-4FD6-914C-E868CDA2626A}" type="presParOf" srcId="{6E77859B-B0C3-4EF5-B597-F001A7752E93}" destId="{F0017049-C8EE-4F92-AA6C-B3354D6323D1}" srcOrd="0" destOrd="0" presId="urn:microsoft.com/office/officeart/2005/8/layout/lProcess2"/>
    <dgm:cxn modelId="{43F77DFA-7199-4B86-A3B0-DAEF948D4BD9}" type="presParOf" srcId="{F0017049-C8EE-4F92-AA6C-B3354D6323D1}" destId="{2BEB50C4-2ED5-403E-BD19-8F356D4A5EDF}" srcOrd="0" destOrd="0" presId="urn:microsoft.com/office/officeart/2005/8/layout/lProcess2"/>
    <dgm:cxn modelId="{8EAC2C80-DB31-4D9A-ADE7-23D6E82AC8F2}" type="presParOf" srcId="{3ABA99D3-84FE-4D28-8AC3-3C521FBF3C80}" destId="{CEF2F4E2-71CB-48FC-9B87-BECF4C331E0E}" srcOrd="5" destOrd="0" presId="urn:microsoft.com/office/officeart/2005/8/layout/lProcess2"/>
    <dgm:cxn modelId="{E3752570-1957-4D4C-931F-0C46378651FB}" type="presParOf" srcId="{3ABA99D3-84FE-4D28-8AC3-3C521FBF3C80}" destId="{03D9809C-681B-4618-A05A-8B965789550A}" srcOrd="6" destOrd="0" presId="urn:microsoft.com/office/officeart/2005/8/layout/lProcess2"/>
    <dgm:cxn modelId="{8F6EB53F-A947-4606-80C2-5A12DE32D7F1}" type="presParOf" srcId="{03D9809C-681B-4618-A05A-8B965789550A}" destId="{E0B3A749-A705-49EB-B689-18170EC7B0BE}" srcOrd="0" destOrd="0" presId="urn:microsoft.com/office/officeart/2005/8/layout/lProcess2"/>
    <dgm:cxn modelId="{5132C9B1-E900-4E01-AA38-C28D2FADB80F}" type="presParOf" srcId="{03D9809C-681B-4618-A05A-8B965789550A}" destId="{B760AFED-87B1-4129-9859-9AF6C585C414}" srcOrd="1" destOrd="0" presId="urn:microsoft.com/office/officeart/2005/8/layout/lProcess2"/>
    <dgm:cxn modelId="{DACC1530-2689-4123-9111-BE525D1B084A}" type="presParOf" srcId="{03D9809C-681B-4618-A05A-8B965789550A}" destId="{7F812D15-825C-4038-849B-1E6538049010}" srcOrd="2" destOrd="0" presId="urn:microsoft.com/office/officeart/2005/8/layout/lProcess2"/>
    <dgm:cxn modelId="{88A795A0-0C6B-4C00-9D43-51D09C1B7CAC}" type="presParOf" srcId="{7F812D15-825C-4038-849B-1E6538049010}" destId="{3531852A-DE12-4159-980F-0D0CF0A2464B}" srcOrd="0" destOrd="0" presId="urn:microsoft.com/office/officeart/2005/8/layout/lProcess2"/>
    <dgm:cxn modelId="{06A0988F-24E7-44AC-A4C8-FCB0E180015C}" type="presParOf" srcId="{3531852A-DE12-4159-980F-0D0CF0A2464B}" destId="{E3D06676-9BFF-46EF-AAEB-E711C846A770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52C2F1-969B-47B9-BB46-84B11F3B82CE}" type="doc">
      <dgm:prSet loTypeId="urn:microsoft.com/office/officeart/2005/8/layout/lProcess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6601CD7-2E25-42DC-A12B-50F8CB024967}">
      <dgm:prSet phldrT="[Text]"/>
      <dgm:spPr/>
      <dgm:t>
        <a:bodyPr/>
        <a:lstStyle/>
        <a:p>
          <a:r>
            <a:rPr lang="en-US" dirty="0" smtClean="0"/>
            <a:t>Week 1</a:t>
          </a:r>
          <a:endParaRPr lang="en-US" dirty="0"/>
        </a:p>
      </dgm:t>
    </dgm:pt>
    <dgm:pt modelId="{2FDC5C59-5F88-4E3A-BB13-8F38C0502A67}" type="parTrans" cxnId="{98BB6B34-B0B0-48D7-AC3B-2694EAF6ED04}">
      <dgm:prSet/>
      <dgm:spPr/>
      <dgm:t>
        <a:bodyPr/>
        <a:lstStyle/>
        <a:p>
          <a:endParaRPr lang="en-US"/>
        </a:p>
      </dgm:t>
    </dgm:pt>
    <dgm:pt modelId="{A8B183EE-50E1-4616-A8EF-99675709FE66}" type="sibTrans" cxnId="{98BB6B34-B0B0-48D7-AC3B-2694EAF6ED04}">
      <dgm:prSet/>
      <dgm:spPr/>
      <dgm:t>
        <a:bodyPr/>
        <a:lstStyle/>
        <a:p>
          <a:endParaRPr lang="en-US"/>
        </a:p>
      </dgm:t>
    </dgm:pt>
    <dgm:pt modelId="{39DF872F-11B2-4E23-956E-F14284A32707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2A3ACB12-1073-4E07-B057-6748689D2DCB}" type="parTrans" cxnId="{CC4D59F3-F7E3-4663-846F-350AB99BC8F7}">
      <dgm:prSet/>
      <dgm:spPr/>
      <dgm:t>
        <a:bodyPr/>
        <a:lstStyle/>
        <a:p>
          <a:endParaRPr lang="en-US"/>
        </a:p>
      </dgm:t>
    </dgm:pt>
    <dgm:pt modelId="{EDFD1C1C-DB3D-4171-8E96-91FECF72CBC4}" type="sibTrans" cxnId="{CC4D59F3-F7E3-4663-846F-350AB99BC8F7}">
      <dgm:prSet/>
      <dgm:spPr/>
      <dgm:t>
        <a:bodyPr/>
        <a:lstStyle/>
        <a:p>
          <a:endParaRPr lang="en-US"/>
        </a:p>
      </dgm:t>
    </dgm:pt>
    <dgm:pt modelId="{5F364CFF-F2E1-41FA-93D2-F552245A33A5}">
      <dgm:prSet phldrT="[Text]"/>
      <dgm:spPr/>
      <dgm:t>
        <a:bodyPr/>
        <a:lstStyle/>
        <a:p>
          <a:r>
            <a:rPr lang="en-US" dirty="0" smtClean="0"/>
            <a:t>Week 2</a:t>
          </a:r>
          <a:endParaRPr lang="en-US" dirty="0"/>
        </a:p>
      </dgm:t>
    </dgm:pt>
    <dgm:pt modelId="{8EFB1BED-4A00-4944-AE29-3277D4D95768}" type="parTrans" cxnId="{48A9AEAF-6739-414F-B718-A1C0051D4203}">
      <dgm:prSet/>
      <dgm:spPr/>
      <dgm:t>
        <a:bodyPr/>
        <a:lstStyle/>
        <a:p>
          <a:endParaRPr lang="en-US"/>
        </a:p>
      </dgm:t>
    </dgm:pt>
    <dgm:pt modelId="{FDF0C342-D8B1-46C9-B1A6-39A38A39C03F}" type="sibTrans" cxnId="{48A9AEAF-6739-414F-B718-A1C0051D4203}">
      <dgm:prSet/>
      <dgm:spPr/>
      <dgm:t>
        <a:bodyPr/>
        <a:lstStyle/>
        <a:p>
          <a:endParaRPr lang="en-US"/>
        </a:p>
      </dgm:t>
    </dgm:pt>
    <dgm:pt modelId="{008306C5-AB91-4945-A536-389E983CB407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F570622D-8859-47CF-A893-3A5EEE7F17F6}" type="parTrans" cxnId="{D5486A2E-3CDD-460A-89AA-FE0B2A251955}">
      <dgm:prSet/>
      <dgm:spPr/>
      <dgm:t>
        <a:bodyPr/>
        <a:lstStyle/>
        <a:p>
          <a:endParaRPr lang="en-US"/>
        </a:p>
      </dgm:t>
    </dgm:pt>
    <dgm:pt modelId="{65CEA749-B580-4E54-B66C-A7872D851573}" type="sibTrans" cxnId="{D5486A2E-3CDD-460A-89AA-FE0B2A251955}">
      <dgm:prSet/>
      <dgm:spPr/>
      <dgm:t>
        <a:bodyPr/>
        <a:lstStyle/>
        <a:p>
          <a:endParaRPr lang="en-US"/>
        </a:p>
      </dgm:t>
    </dgm:pt>
    <dgm:pt modelId="{1B560786-8FFC-4AD6-87AC-1EDAB5D2F947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4B8205F3-BE21-4C31-AA10-02E7EB088BE2}" type="parTrans" cxnId="{5664B7AB-F68D-4C75-84D1-343894B039C4}">
      <dgm:prSet/>
      <dgm:spPr/>
      <dgm:t>
        <a:bodyPr/>
        <a:lstStyle/>
        <a:p>
          <a:endParaRPr lang="en-US"/>
        </a:p>
      </dgm:t>
    </dgm:pt>
    <dgm:pt modelId="{C59DE04C-33FE-477D-AB51-F6067AE5CCC7}" type="sibTrans" cxnId="{5664B7AB-F68D-4C75-84D1-343894B039C4}">
      <dgm:prSet/>
      <dgm:spPr/>
      <dgm:t>
        <a:bodyPr/>
        <a:lstStyle/>
        <a:p>
          <a:endParaRPr lang="en-US"/>
        </a:p>
      </dgm:t>
    </dgm:pt>
    <dgm:pt modelId="{FCB7140F-1753-4585-83EE-7DAC725AD288}">
      <dgm:prSet phldrT="[Text]"/>
      <dgm:spPr/>
      <dgm:t>
        <a:bodyPr/>
        <a:lstStyle/>
        <a:p>
          <a:r>
            <a:rPr lang="en-US" dirty="0" smtClean="0"/>
            <a:t>Week 3</a:t>
          </a:r>
          <a:endParaRPr lang="en-US" dirty="0"/>
        </a:p>
      </dgm:t>
    </dgm:pt>
    <dgm:pt modelId="{2A5DB8DA-757D-4290-A23A-6355CC3B0043}" type="parTrans" cxnId="{5C67EF07-B1E8-454C-8762-359CBE0D8778}">
      <dgm:prSet/>
      <dgm:spPr/>
      <dgm:t>
        <a:bodyPr/>
        <a:lstStyle/>
        <a:p>
          <a:endParaRPr lang="en-US"/>
        </a:p>
      </dgm:t>
    </dgm:pt>
    <dgm:pt modelId="{82BFA63E-B6BE-456F-9491-4318FB614597}" type="sibTrans" cxnId="{5C67EF07-B1E8-454C-8762-359CBE0D8778}">
      <dgm:prSet/>
      <dgm:spPr/>
      <dgm:t>
        <a:bodyPr/>
        <a:lstStyle/>
        <a:p>
          <a:endParaRPr lang="en-US"/>
        </a:p>
      </dgm:t>
    </dgm:pt>
    <dgm:pt modelId="{C499B135-13C5-4AFF-BF92-A34D3328D6C5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8B8EC7E4-CAE2-4008-8173-449430825596}" type="parTrans" cxnId="{6547F27F-42DC-4376-A6DC-C8BAAAC10835}">
      <dgm:prSet/>
      <dgm:spPr/>
      <dgm:t>
        <a:bodyPr/>
        <a:lstStyle/>
        <a:p>
          <a:endParaRPr lang="en-US"/>
        </a:p>
      </dgm:t>
    </dgm:pt>
    <dgm:pt modelId="{40F288E2-08DC-47CC-B170-0648F7D7FC5D}" type="sibTrans" cxnId="{6547F27F-42DC-4376-A6DC-C8BAAAC10835}">
      <dgm:prSet/>
      <dgm:spPr/>
      <dgm:t>
        <a:bodyPr/>
        <a:lstStyle/>
        <a:p>
          <a:endParaRPr lang="en-US"/>
        </a:p>
      </dgm:t>
    </dgm:pt>
    <dgm:pt modelId="{91E3F4EA-9037-472D-A046-69C28E180334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D21FF3D8-E5ED-434E-B3AC-6736ED2B3270}" type="parTrans" cxnId="{D247D25B-93D7-4541-8A77-613D1142C8B5}">
      <dgm:prSet/>
      <dgm:spPr/>
      <dgm:t>
        <a:bodyPr/>
        <a:lstStyle/>
        <a:p>
          <a:endParaRPr lang="en-US"/>
        </a:p>
      </dgm:t>
    </dgm:pt>
    <dgm:pt modelId="{6A7124AC-0D03-4023-A8F7-9FBBBE35D632}" type="sibTrans" cxnId="{D247D25B-93D7-4541-8A77-613D1142C8B5}">
      <dgm:prSet/>
      <dgm:spPr/>
      <dgm:t>
        <a:bodyPr/>
        <a:lstStyle/>
        <a:p>
          <a:endParaRPr lang="en-US"/>
        </a:p>
      </dgm:t>
    </dgm:pt>
    <dgm:pt modelId="{0EA01349-2A07-424B-A8EA-31DAB2D187D4}">
      <dgm:prSet phldrT="[Text]"/>
      <dgm:spPr/>
      <dgm:t>
        <a:bodyPr/>
        <a:lstStyle/>
        <a:p>
          <a:r>
            <a:rPr lang="en-US" dirty="0" smtClean="0"/>
            <a:t>Week 4</a:t>
          </a:r>
          <a:endParaRPr lang="en-US" dirty="0"/>
        </a:p>
      </dgm:t>
    </dgm:pt>
    <dgm:pt modelId="{21AED61D-93C8-4E2E-BFF6-1E1BAADB787A}" type="parTrans" cxnId="{06E6197D-D7B0-47F1-8E14-9777299C359D}">
      <dgm:prSet/>
      <dgm:spPr/>
      <dgm:t>
        <a:bodyPr/>
        <a:lstStyle/>
        <a:p>
          <a:endParaRPr lang="en-US"/>
        </a:p>
      </dgm:t>
    </dgm:pt>
    <dgm:pt modelId="{922C7163-A805-4897-9CF8-DBF05490830D}" type="sibTrans" cxnId="{06E6197D-D7B0-47F1-8E14-9777299C359D}">
      <dgm:prSet/>
      <dgm:spPr/>
      <dgm:t>
        <a:bodyPr/>
        <a:lstStyle/>
        <a:p>
          <a:endParaRPr lang="en-US"/>
        </a:p>
      </dgm:t>
    </dgm:pt>
    <dgm:pt modelId="{FDED2D3F-7385-4E52-9D2F-4124325920AD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73D44A48-4944-4831-A760-03AD8CE5A5E7}" type="parTrans" cxnId="{336FF78C-9A15-4465-AE06-11747EA14C72}">
      <dgm:prSet/>
      <dgm:spPr/>
      <dgm:t>
        <a:bodyPr/>
        <a:lstStyle/>
        <a:p>
          <a:endParaRPr lang="en-US"/>
        </a:p>
      </dgm:t>
    </dgm:pt>
    <dgm:pt modelId="{1174364A-D6A1-4B6D-A9AE-76F4B10D2C28}" type="sibTrans" cxnId="{336FF78C-9A15-4465-AE06-11747EA14C72}">
      <dgm:prSet/>
      <dgm:spPr/>
      <dgm:t>
        <a:bodyPr/>
        <a:lstStyle/>
        <a:p>
          <a:endParaRPr lang="en-US"/>
        </a:p>
      </dgm:t>
    </dgm:pt>
    <dgm:pt modelId="{656A655B-5306-4644-A9F0-05DCE64B0DFB}" type="pres">
      <dgm:prSet presAssocID="{2252C2F1-969B-47B9-BB46-84B11F3B82C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CC646A9-4B2C-457B-9584-AB7FAE61772E}" type="pres">
      <dgm:prSet presAssocID="{F6601CD7-2E25-42DC-A12B-50F8CB024967}" presName="compNode" presStyleCnt="0"/>
      <dgm:spPr/>
    </dgm:pt>
    <dgm:pt modelId="{52BD57AB-7983-4089-A394-B385C9A78F8D}" type="pres">
      <dgm:prSet presAssocID="{F6601CD7-2E25-42DC-A12B-50F8CB024967}" presName="aNode" presStyleLbl="bgShp" presStyleIdx="0" presStyleCnt="4"/>
      <dgm:spPr/>
      <dgm:t>
        <a:bodyPr/>
        <a:lstStyle/>
        <a:p>
          <a:endParaRPr lang="en-US"/>
        </a:p>
      </dgm:t>
    </dgm:pt>
    <dgm:pt modelId="{CC0B335A-E880-4933-A296-69DC9AE775A8}" type="pres">
      <dgm:prSet presAssocID="{F6601CD7-2E25-42DC-A12B-50F8CB024967}" presName="textNode" presStyleLbl="bgShp" presStyleIdx="0" presStyleCnt="4"/>
      <dgm:spPr/>
      <dgm:t>
        <a:bodyPr/>
        <a:lstStyle/>
        <a:p>
          <a:endParaRPr lang="en-US"/>
        </a:p>
      </dgm:t>
    </dgm:pt>
    <dgm:pt modelId="{DE8C1E00-0BDB-4007-9023-0723394D10FF}" type="pres">
      <dgm:prSet presAssocID="{F6601CD7-2E25-42DC-A12B-50F8CB024967}" presName="compChildNode" presStyleCnt="0"/>
      <dgm:spPr/>
    </dgm:pt>
    <dgm:pt modelId="{C757C731-8ABA-4D4D-9694-6BFF1A30AFD3}" type="pres">
      <dgm:prSet presAssocID="{F6601CD7-2E25-42DC-A12B-50F8CB024967}" presName="theInnerList" presStyleCnt="0"/>
      <dgm:spPr/>
    </dgm:pt>
    <dgm:pt modelId="{A77A151A-8A91-44F8-BFF3-D10CFB962783}" type="pres">
      <dgm:prSet presAssocID="{39DF872F-11B2-4E23-956E-F14284A32707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B91AB7-D61E-42BC-A426-1E5AC1225F3E}" type="pres">
      <dgm:prSet presAssocID="{F6601CD7-2E25-42DC-A12B-50F8CB024967}" presName="aSpace" presStyleCnt="0"/>
      <dgm:spPr/>
    </dgm:pt>
    <dgm:pt modelId="{287FA9DD-A235-4667-9F15-5A0E1801EA21}" type="pres">
      <dgm:prSet presAssocID="{5F364CFF-F2E1-41FA-93D2-F552245A33A5}" presName="compNode" presStyleCnt="0"/>
      <dgm:spPr/>
    </dgm:pt>
    <dgm:pt modelId="{419CCC35-CFB0-4BD0-8066-BE3FB843CEF1}" type="pres">
      <dgm:prSet presAssocID="{5F364CFF-F2E1-41FA-93D2-F552245A33A5}" presName="aNode" presStyleLbl="bgShp" presStyleIdx="1" presStyleCnt="4"/>
      <dgm:spPr/>
      <dgm:t>
        <a:bodyPr/>
        <a:lstStyle/>
        <a:p>
          <a:endParaRPr lang="en-US"/>
        </a:p>
      </dgm:t>
    </dgm:pt>
    <dgm:pt modelId="{A3849073-4C24-4DC9-A071-8C06C5F949F6}" type="pres">
      <dgm:prSet presAssocID="{5F364CFF-F2E1-41FA-93D2-F552245A33A5}" presName="textNode" presStyleLbl="bgShp" presStyleIdx="1" presStyleCnt="4"/>
      <dgm:spPr/>
      <dgm:t>
        <a:bodyPr/>
        <a:lstStyle/>
        <a:p>
          <a:endParaRPr lang="en-US"/>
        </a:p>
      </dgm:t>
    </dgm:pt>
    <dgm:pt modelId="{99815F11-37B2-4EB2-BCB0-6C285A734409}" type="pres">
      <dgm:prSet presAssocID="{5F364CFF-F2E1-41FA-93D2-F552245A33A5}" presName="compChildNode" presStyleCnt="0"/>
      <dgm:spPr/>
    </dgm:pt>
    <dgm:pt modelId="{39A765F7-A92E-4292-810C-23825E950D09}" type="pres">
      <dgm:prSet presAssocID="{5F364CFF-F2E1-41FA-93D2-F552245A33A5}" presName="theInnerList" presStyleCnt="0"/>
      <dgm:spPr/>
    </dgm:pt>
    <dgm:pt modelId="{17F5EEC5-2205-45DB-AF4A-9324C118766A}" type="pres">
      <dgm:prSet presAssocID="{008306C5-AB91-4945-A536-389E983CB407}" presName="childNode" presStyleLbl="node1" presStyleIdx="1" presStyleCnt="6" custScaleY="2170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E296DF-C26C-4DA9-B4A8-C94520ABF5B0}" type="pres">
      <dgm:prSet presAssocID="{008306C5-AB91-4945-A536-389E983CB407}" presName="aSpace2" presStyleCnt="0"/>
      <dgm:spPr/>
    </dgm:pt>
    <dgm:pt modelId="{10A256A9-CE1D-4439-8C95-251CE676D73F}" type="pres">
      <dgm:prSet presAssocID="{1B560786-8FFC-4AD6-87AC-1EDAB5D2F947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2968E1-45D7-4784-9A88-AD3BBE94959C}" type="pres">
      <dgm:prSet presAssocID="{5F364CFF-F2E1-41FA-93D2-F552245A33A5}" presName="aSpace" presStyleCnt="0"/>
      <dgm:spPr/>
    </dgm:pt>
    <dgm:pt modelId="{072083A9-AAB4-485E-BB71-474D2419B46B}" type="pres">
      <dgm:prSet presAssocID="{FCB7140F-1753-4585-83EE-7DAC725AD288}" presName="compNode" presStyleCnt="0"/>
      <dgm:spPr/>
    </dgm:pt>
    <dgm:pt modelId="{8246343C-5198-48B3-84AA-2093BA224E81}" type="pres">
      <dgm:prSet presAssocID="{FCB7140F-1753-4585-83EE-7DAC725AD288}" presName="aNode" presStyleLbl="bgShp" presStyleIdx="2" presStyleCnt="4"/>
      <dgm:spPr/>
      <dgm:t>
        <a:bodyPr/>
        <a:lstStyle/>
        <a:p>
          <a:endParaRPr lang="en-US"/>
        </a:p>
      </dgm:t>
    </dgm:pt>
    <dgm:pt modelId="{74CBD6E1-8D52-4BB1-A532-99892B76F58D}" type="pres">
      <dgm:prSet presAssocID="{FCB7140F-1753-4585-83EE-7DAC725AD288}" presName="textNode" presStyleLbl="bgShp" presStyleIdx="2" presStyleCnt="4"/>
      <dgm:spPr/>
      <dgm:t>
        <a:bodyPr/>
        <a:lstStyle/>
        <a:p>
          <a:endParaRPr lang="en-US"/>
        </a:p>
      </dgm:t>
    </dgm:pt>
    <dgm:pt modelId="{C0782078-5DF0-4A01-911C-7001776386DD}" type="pres">
      <dgm:prSet presAssocID="{FCB7140F-1753-4585-83EE-7DAC725AD288}" presName="compChildNode" presStyleCnt="0"/>
      <dgm:spPr/>
    </dgm:pt>
    <dgm:pt modelId="{7E301746-E8F0-4E54-8330-F85D96FBE4D5}" type="pres">
      <dgm:prSet presAssocID="{FCB7140F-1753-4585-83EE-7DAC725AD288}" presName="theInnerList" presStyleCnt="0"/>
      <dgm:spPr/>
    </dgm:pt>
    <dgm:pt modelId="{6B07ABFA-69DA-4840-B462-A1A5A7AA000A}" type="pres">
      <dgm:prSet presAssocID="{C499B135-13C5-4AFF-BF92-A34D3328D6C5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63AD31-8799-4829-BB27-926B26FFC284}" type="pres">
      <dgm:prSet presAssocID="{C499B135-13C5-4AFF-BF92-A34D3328D6C5}" presName="aSpace2" presStyleCnt="0"/>
      <dgm:spPr/>
    </dgm:pt>
    <dgm:pt modelId="{DF4A2631-EFAA-4B91-A6AB-B4F4B31003E9}" type="pres">
      <dgm:prSet presAssocID="{91E3F4EA-9037-472D-A046-69C28E180334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21DD19-58D4-4A53-8AD3-77DBE8EEC861}" type="pres">
      <dgm:prSet presAssocID="{FCB7140F-1753-4585-83EE-7DAC725AD288}" presName="aSpace" presStyleCnt="0"/>
      <dgm:spPr/>
    </dgm:pt>
    <dgm:pt modelId="{CA967ED3-0F11-4C79-95B9-1723B0396F08}" type="pres">
      <dgm:prSet presAssocID="{0EA01349-2A07-424B-A8EA-31DAB2D187D4}" presName="compNode" presStyleCnt="0"/>
      <dgm:spPr/>
    </dgm:pt>
    <dgm:pt modelId="{48851D02-9F02-4FA4-AB21-6915631FBBE6}" type="pres">
      <dgm:prSet presAssocID="{0EA01349-2A07-424B-A8EA-31DAB2D187D4}" presName="aNode" presStyleLbl="bgShp" presStyleIdx="3" presStyleCnt="4"/>
      <dgm:spPr/>
      <dgm:t>
        <a:bodyPr/>
        <a:lstStyle/>
        <a:p>
          <a:endParaRPr lang="en-US"/>
        </a:p>
      </dgm:t>
    </dgm:pt>
    <dgm:pt modelId="{784EF412-B28A-4111-99B8-E0DB87B8579A}" type="pres">
      <dgm:prSet presAssocID="{0EA01349-2A07-424B-A8EA-31DAB2D187D4}" presName="textNode" presStyleLbl="bgShp" presStyleIdx="3" presStyleCnt="4"/>
      <dgm:spPr/>
      <dgm:t>
        <a:bodyPr/>
        <a:lstStyle/>
        <a:p>
          <a:endParaRPr lang="en-US"/>
        </a:p>
      </dgm:t>
    </dgm:pt>
    <dgm:pt modelId="{AC9CE4D4-7A83-4398-9095-C8BD3C384F8B}" type="pres">
      <dgm:prSet presAssocID="{0EA01349-2A07-424B-A8EA-31DAB2D187D4}" presName="compChildNode" presStyleCnt="0"/>
      <dgm:spPr/>
    </dgm:pt>
    <dgm:pt modelId="{FDAFB4DE-7564-43B4-872A-A36997D137C4}" type="pres">
      <dgm:prSet presAssocID="{0EA01349-2A07-424B-A8EA-31DAB2D187D4}" presName="theInnerList" presStyleCnt="0"/>
      <dgm:spPr/>
    </dgm:pt>
    <dgm:pt modelId="{BB05C373-9E76-47DE-8A44-65F0921C12CB}" type="pres">
      <dgm:prSet presAssocID="{FDED2D3F-7385-4E52-9D2F-4124325920AD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67EF07-B1E8-454C-8762-359CBE0D8778}" srcId="{2252C2F1-969B-47B9-BB46-84B11F3B82CE}" destId="{FCB7140F-1753-4585-83EE-7DAC725AD288}" srcOrd="2" destOrd="0" parTransId="{2A5DB8DA-757D-4290-A23A-6355CC3B0043}" sibTransId="{82BFA63E-B6BE-456F-9491-4318FB614597}"/>
    <dgm:cxn modelId="{D629489F-6A3D-439B-8051-036C24DD5254}" type="presOf" srcId="{FDED2D3F-7385-4E52-9D2F-4124325920AD}" destId="{BB05C373-9E76-47DE-8A44-65F0921C12CB}" srcOrd="0" destOrd="0" presId="urn:microsoft.com/office/officeart/2005/8/layout/lProcess2"/>
    <dgm:cxn modelId="{205F4D35-0665-46D4-9368-75C1117E817E}" type="presOf" srcId="{F6601CD7-2E25-42DC-A12B-50F8CB024967}" destId="{52BD57AB-7983-4089-A394-B385C9A78F8D}" srcOrd="0" destOrd="0" presId="urn:microsoft.com/office/officeart/2005/8/layout/lProcess2"/>
    <dgm:cxn modelId="{98BB6B34-B0B0-48D7-AC3B-2694EAF6ED04}" srcId="{2252C2F1-969B-47B9-BB46-84B11F3B82CE}" destId="{F6601CD7-2E25-42DC-A12B-50F8CB024967}" srcOrd="0" destOrd="0" parTransId="{2FDC5C59-5F88-4E3A-BB13-8F38C0502A67}" sibTransId="{A8B183EE-50E1-4616-A8EF-99675709FE66}"/>
    <dgm:cxn modelId="{0991FDB3-FB7C-4B13-9156-7A25186EE1DC}" type="presOf" srcId="{2252C2F1-969B-47B9-BB46-84B11F3B82CE}" destId="{656A655B-5306-4644-A9F0-05DCE64B0DFB}" srcOrd="0" destOrd="0" presId="urn:microsoft.com/office/officeart/2005/8/layout/lProcess2"/>
    <dgm:cxn modelId="{93D2E526-8472-42AD-877C-7E90C469E2DF}" type="presOf" srcId="{0EA01349-2A07-424B-A8EA-31DAB2D187D4}" destId="{48851D02-9F02-4FA4-AB21-6915631FBBE6}" srcOrd="0" destOrd="0" presId="urn:microsoft.com/office/officeart/2005/8/layout/lProcess2"/>
    <dgm:cxn modelId="{D5486A2E-3CDD-460A-89AA-FE0B2A251955}" srcId="{5F364CFF-F2E1-41FA-93D2-F552245A33A5}" destId="{008306C5-AB91-4945-A536-389E983CB407}" srcOrd="0" destOrd="0" parTransId="{F570622D-8859-47CF-A893-3A5EEE7F17F6}" sibTransId="{65CEA749-B580-4E54-B66C-A7872D851573}"/>
    <dgm:cxn modelId="{0EF2D53F-3056-4414-B690-AD9961D37F46}" type="presOf" srcId="{FCB7140F-1753-4585-83EE-7DAC725AD288}" destId="{74CBD6E1-8D52-4BB1-A532-99892B76F58D}" srcOrd="1" destOrd="0" presId="urn:microsoft.com/office/officeart/2005/8/layout/lProcess2"/>
    <dgm:cxn modelId="{F5E125EB-FA67-4E6B-9DD0-EB95FE651113}" type="presOf" srcId="{008306C5-AB91-4945-A536-389E983CB407}" destId="{17F5EEC5-2205-45DB-AF4A-9324C118766A}" srcOrd="0" destOrd="0" presId="urn:microsoft.com/office/officeart/2005/8/layout/lProcess2"/>
    <dgm:cxn modelId="{CC4D59F3-F7E3-4663-846F-350AB99BC8F7}" srcId="{F6601CD7-2E25-42DC-A12B-50F8CB024967}" destId="{39DF872F-11B2-4E23-956E-F14284A32707}" srcOrd="0" destOrd="0" parTransId="{2A3ACB12-1073-4E07-B057-6748689D2DCB}" sibTransId="{EDFD1C1C-DB3D-4171-8E96-91FECF72CBC4}"/>
    <dgm:cxn modelId="{948AEAD6-DA25-45F0-BC4A-161141854D6E}" type="presOf" srcId="{F6601CD7-2E25-42DC-A12B-50F8CB024967}" destId="{CC0B335A-E880-4933-A296-69DC9AE775A8}" srcOrd="1" destOrd="0" presId="urn:microsoft.com/office/officeart/2005/8/layout/lProcess2"/>
    <dgm:cxn modelId="{48A9AEAF-6739-414F-B718-A1C0051D4203}" srcId="{2252C2F1-969B-47B9-BB46-84B11F3B82CE}" destId="{5F364CFF-F2E1-41FA-93D2-F552245A33A5}" srcOrd="1" destOrd="0" parTransId="{8EFB1BED-4A00-4944-AE29-3277D4D95768}" sibTransId="{FDF0C342-D8B1-46C9-B1A6-39A38A39C03F}"/>
    <dgm:cxn modelId="{CC3535B8-2255-4BF3-B8EF-22B7E40BF389}" type="presOf" srcId="{0EA01349-2A07-424B-A8EA-31DAB2D187D4}" destId="{784EF412-B28A-4111-99B8-E0DB87B8579A}" srcOrd="1" destOrd="0" presId="urn:microsoft.com/office/officeart/2005/8/layout/lProcess2"/>
    <dgm:cxn modelId="{9F092086-01B7-4594-B5FA-2C88A5363888}" type="presOf" srcId="{91E3F4EA-9037-472D-A046-69C28E180334}" destId="{DF4A2631-EFAA-4B91-A6AB-B4F4B31003E9}" srcOrd="0" destOrd="0" presId="urn:microsoft.com/office/officeart/2005/8/layout/lProcess2"/>
    <dgm:cxn modelId="{6547F27F-42DC-4376-A6DC-C8BAAAC10835}" srcId="{FCB7140F-1753-4585-83EE-7DAC725AD288}" destId="{C499B135-13C5-4AFF-BF92-A34D3328D6C5}" srcOrd="0" destOrd="0" parTransId="{8B8EC7E4-CAE2-4008-8173-449430825596}" sibTransId="{40F288E2-08DC-47CC-B170-0648F7D7FC5D}"/>
    <dgm:cxn modelId="{06E6197D-D7B0-47F1-8E14-9777299C359D}" srcId="{2252C2F1-969B-47B9-BB46-84B11F3B82CE}" destId="{0EA01349-2A07-424B-A8EA-31DAB2D187D4}" srcOrd="3" destOrd="0" parTransId="{21AED61D-93C8-4E2E-BFF6-1E1BAADB787A}" sibTransId="{922C7163-A805-4897-9CF8-DBF05490830D}"/>
    <dgm:cxn modelId="{6611EA17-63C0-4B15-AB52-5E6868C5AFE9}" type="presOf" srcId="{5F364CFF-F2E1-41FA-93D2-F552245A33A5}" destId="{419CCC35-CFB0-4BD0-8066-BE3FB843CEF1}" srcOrd="0" destOrd="0" presId="urn:microsoft.com/office/officeart/2005/8/layout/lProcess2"/>
    <dgm:cxn modelId="{4313511E-11A2-4836-BAF0-24003E355106}" type="presOf" srcId="{5F364CFF-F2E1-41FA-93D2-F552245A33A5}" destId="{A3849073-4C24-4DC9-A071-8C06C5F949F6}" srcOrd="1" destOrd="0" presId="urn:microsoft.com/office/officeart/2005/8/layout/lProcess2"/>
    <dgm:cxn modelId="{F94580D7-408A-4FB9-9B62-CA990CDC8D07}" type="presOf" srcId="{FCB7140F-1753-4585-83EE-7DAC725AD288}" destId="{8246343C-5198-48B3-84AA-2093BA224E81}" srcOrd="0" destOrd="0" presId="urn:microsoft.com/office/officeart/2005/8/layout/lProcess2"/>
    <dgm:cxn modelId="{701E7246-2BD6-42C0-AEE6-B6EA262BD2E4}" type="presOf" srcId="{39DF872F-11B2-4E23-956E-F14284A32707}" destId="{A77A151A-8A91-44F8-BFF3-D10CFB962783}" srcOrd="0" destOrd="0" presId="urn:microsoft.com/office/officeart/2005/8/layout/lProcess2"/>
    <dgm:cxn modelId="{9C6888AD-E9F8-44A0-90E3-149B9D52FA2B}" type="presOf" srcId="{1B560786-8FFC-4AD6-87AC-1EDAB5D2F947}" destId="{10A256A9-CE1D-4439-8C95-251CE676D73F}" srcOrd="0" destOrd="0" presId="urn:microsoft.com/office/officeart/2005/8/layout/lProcess2"/>
    <dgm:cxn modelId="{D247D25B-93D7-4541-8A77-613D1142C8B5}" srcId="{FCB7140F-1753-4585-83EE-7DAC725AD288}" destId="{91E3F4EA-9037-472D-A046-69C28E180334}" srcOrd="1" destOrd="0" parTransId="{D21FF3D8-E5ED-434E-B3AC-6736ED2B3270}" sibTransId="{6A7124AC-0D03-4023-A8F7-9FBBBE35D632}"/>
    <dgm:cxn modelId="{90D3A625-D274-4E60-86AC-7BA8188797D7}" type="presOf" srcId="{C499B135-13C5-4AFF-BF92-A34D3328D6C5}" destId="{6B07ABFA-69DA-4840-B462-A1A5A7AA000A}" srcOrd="0" destOrd="0" presId="urn:microsoft.com/office/officeart/2005/8/layout/lProcess2"/>
    <dgm:cxn modelId="{336FF78C-9A15-4465-AE06-11747EA14C72}" srcId="{0EA01349-2A07-424B-A8EA-31DAB2D187D4}" destId="{FDED2D3F-7385-4E52-9D2F-4124325920AD}" srcOrd="0" destOrd="0" parTransId="{73D44A48-4944-4831-A760-03AD8CE5A5E7}" sibTransId="{1174364A-D6A1-4B6D-A9AE-76F4B10D2C28}"/>
    <dgm:cxn modelId="{5664B7AB-F68D-4C75-84D1-343894B039C4}" srcId="{5F364CFF-F2E1-41FA-93D2-F552245A33A5}" destId="{1B560786-8FFC-4AD6-87AC-1EDAB5D2F947}" srcOrd="1" destOrd="0" parTransId="{4B8205F3-BE21-4C31-AA10-02E7EB088BE2}" sibTransId="{C59DE04C-33FE-477D-AB51-F6067AE5CCC7}"/>
    <dgm:cxn modelId="{94E9FB5A-DC27-4466-8748-D7A5425179D1}" type="presParOf" srcId="{656A655B-5306-4644-A9F0-05DCE64B0DFB}" destId="{DCC646A9-4B2C-457B-9584-AB7FAE61772E}" srcOrd="0" destOrd="0" presId="urn:microsoft.com/office/officeart/2005/8/layout/lProcess2"/>
    <dgm:cxn modelId="{270A8EF8-8DF0-4B54-91CF-9421C37C309E}" type="presParOf" srcId="{DCC646A9-4B2C-457B-9584-AB7FAE61772E}" destId="{52BD57AB-7983-4089-A394-B385C9A78F8D}" srcOrd="0" destOrd="0" presId="urn:microsoft.com/office/officeart/2005/8/layout/lProcess2"/>
    <dgm:cxn modelId="{9E97276E-E816-4FAC-B5BF-00E6E5CEAFCF}" type="presParOf" srcId="{DCC646A9-4B2C-457B-9584-AB7FAE61772E}" destId="{CC0B335A-E880-4933-A296-69DC9AE775A8}" srcOrd="1" destOrd="0" presId="urn:microsoft.com/office/officeart/2005/8/layout/lProcess2"/>
    <dgm:cxn modelId="{C1EEB624-2B00-4217-B038-4A882B946CE9}" type="presParOf" srcId="{DCC646A9-4B2C-457B-9584-AB7FAE61772E}" destId="{DE8C1E00-0BDB-4007-9023-0723394D10FF}" srcOrd="2" destOrd="0" presId="urn:microsoft.com/office/officeart/2005/8/layout/lProcess2"/>
    <dgm:cxn modelId="{2576D020-173E-474C-8A78-1C06A7BBC907}" type="presParOf" srcId="{DE8C1E00-0BDB-4007-9023-0723394D10FF}" destId="{C757C731-8ABA-4D4D-9694-6BFF1A30AFD3}" srcOrd="0" destOrd="0" presId="urn:microsoft.com/office/officeart/2005/8/layout/lProcess2"/>
    <dgm:cxn modelId="{55704174-51F0-4DDA-AC6E-72007C51C345}" type="presParOf" srcId="{C757C731-8ABA-4D4D-9694-6BFF1A30AFD3}" destId="{A77A151A-8A91-44F8-BFF3-D10CFB962783}" srcOrd="0" destOrd="0" presId="urn:microsoft.com/office/officeart/2005/8/layout/lProcess2"/>
    <dgm:cxn modelId="{76BE23D3-9AE2-4557-880D-CB9A3DB6DBE2}" type="presParOf" srcId="{656A655B-5306-4644-A9F0-05DCE64B0DFB}" destId="{96B91AB7-D61E-42BC-A426-1E5AC1225F3E}" srcOrd="1" destOrd="0" presId="urn:microsoft.com/office/officeart/2005/8/layout/lProcess2"/>
    <dgm:cxn modelId="{AF2D575C-4A08-4FF7-B456-497331768F26}" type="presParOf" srcId="{656A655B-5306-4644-A9F0-05DCE64B0DFB}" destId="{287FA9DD-A235-4667-9F15-5A0E1801EA21}" srcOrd="2" destOrd="0" presId="urn:microsoft.com/office/officeart/2005/8/layout/lProcess2"/>
    <dgm:cxn modelId="{283BE763-9C25-4CD5-96CE-7AA8F7D38B99}" type="presParOf" srcId="{287FA9DD-A235-4667-9F15-5A0E1801EA21}" destId="{419CCC35-CFB0-4BD0-8066-BE3FB843CEF1}" srcOrd="0" destOrd="0" presId="urn:microsoft.com/office/officeart/2005/8/layout/lProcess2"/>
    <dgm:cxn modelId="{C41371DD-B09B-4C62-9102-ECCDDFA8C77E}" type="presParOf" srcId="{287FA9DD-A235-4667-9F15-5A0E1801EA21}" destId="{A3849073-4C24-4DC9-A071-8C06C5F949F6}" srcOrd="1" destOrd="0" presId="urn:microsoft.com/office/officeart/2005/8/layout/lProcess2"/>
    <dgm:cxn modelId="{A2827FFE-75DB-491D-A043-90FE64F9B7F4}" type="presParOf" srcId="{287FA9DD-A235-4667-9F15-5A0E1801EA21}" destId="{99815F11-37B2-4EB2-BCB0-6C285A734409}" srcOrd="2" destOrd="0" presId="urn:microsoft.com/office/officeart/2005/8/layout/lProcess2"/>
    <dgm:cxn modelId="{C7FD809E-E807-4958-8AC3-FFE583E68F5E}" type="presParOf" srcId="{99815F11-37B2-4EB2-BCB0-6C285A734409}" destId="{39A765F7-A92E-4292-810C-23825E950D09}" srcOrd="0" destOrd="0" presId="urn:microsoft.com/office/officeart/2005/8/layout/lProcess2"/>
    <dgm:cxn modelId="{6F2898C2-55FD-4579-B300-8B44EF7B7995}" type="presParOf" srcId="{39A765F7-A92E-4292-810C-23825E950D09}" destId="{17F5EEC5-2205-45DB-AF4A-9324C118766A}" srcOrd="0" destOrd="0" presId="urn:microsoft.com/office/officeart/2005/8/layout/lProcess2"/>
    <dgm:cxn modelId="{735AE7B6-AA1C-4DA1-B76C-FBABA89DB6C0}" type="presParOf" srcId="{39A765F7-A92E-4292-810C-23825E950D09}" destId="{32E296DF-C26C-4DA9-B4A8-C94520ABF5B0}" srcOrd="1" destOrd="0" presId="urn:microsoft.com/office/officeart/2005/8/layout/lProcess2"/>
    <dgm:cxn modelId="{A58766B5-AE09-4662-8C36-350D9C2A46E3}" type="presParOf" srcId="{39A765F7-A92E-4292-810C-23825E950D09}" destId="{10A256A9-CE1D-4439-8C95-251CE676D73F}" srcOrd="2" destOrd="0" presId="urn:microsoft.com/office/officeart/2005/8/layout/lProcess2"/>
    <dgm:cxn modelId="{8A3F5342-DA16-4248-98E9-172BADCF227E}" type="presParOf" srcId="{656A655B-5306-4644-A9F0-05DCE64B0DFB}" destId="{532968E1-45D7-4784-9A88-AD3BBE94959C}" srcOrd="3" destOrd="0" presId="urn:microsoft.com/office/officeart/2005/8/layout/lProcess2"/>
    <dgm:cxn modelId="{6133215E-3FBA-45AC-8D9E-235C699D464B}" type="presParOf" srcId="{656A655B-5306-4644-A9F0-05DCE64B0DFB}" destId="{072083A9-AAB4-485E-BB71-474D2419B46B}" srcOrd="4" destOrd="0" presId="urn:microsoft.com/office/officeart/2005/8/layout/lProcess2"/>
    <dgm:cxn modelId="{FCA36467-E584-4DC1-8495-62E802C5C4B5}" type="presParOf" srcId="{072083A9-AAB4-485E-BB71-474D2419B46B}" destId="{8246343C-5198-48B3-84AA-2093BA224E81}" srcOrd="0" destOrd="0" presId="urn:microsoft.com/office/officeart/2005/8/layout/lProcess2"/>
    <dgm:cxn modelId="{7A1D4CEF-CCC8-43D7-8806-1FD8BB19FFE3}" type="presParOf" srcId="{072083A9-AAB4-485E-BB71-474D2419B46B}" destId="{74CBD6E1-8D52-4BB1-A532-99892B76F58D}" srcOrd="1" destOrd="0" presId="urn:microsoft.com/office/officeart/2005/8/layout/lProcess2"/>
    <dgm:cxn modelId="{D013EC41-FBF7-4CC4-86F0-680FC6F738DA}" type="presParOf" srcId="{072083A9-AAB4-485E-BB71-474D2419B46B}" destId="{C0782078-5DF0-4A01-911C-7001776386DD}" srcOrd="2" destOrd="0" presId="urn:microsoft.com/office/officeart/2005/8/layout/lProcess2"/>
    <dgm:cxn modelId="{FD1BFC4D-1ADF-498F-9102-36BA3EFD6AA5}" type="presParOf" srcId="{C0782078-5DF0-4A01-911C-7001776386DD}" destId="{7E301746-E8F0-4E54-8330-F85D96FBE4D5}" srcOrd="0" destOrd="0" presId="urn:microsoft.com/office/officeart/2005/8/layout/lProcess2"/>
    <dgm:cxn modelId="{63A28ED4-F504-4917-9F29-94B86500DF76}" type="presParOf" srcId="{7E301746-E8F0-4E54-8330-F85D96FBE4D5}" destId="{6B07ABFA-69DA-4840-B462-A1A5A7AA000A}" srcOrd="0" destOrd="0" presId="urn:microsoft.com/office/officeart/2005/8/layout/lProcess2"/>
    <dgm:cxn modelId="{3D85E4C2-05AC-4F18-875D-124FCA9825A0}" type="presParOf" srcId="{7E301746-E8F0-4E54-8330-F85D96FBE4D5}" destId="{F463AD31-8799-4829-BB27-926B26FFC284}" srcOrd="1" destOrd="0" presId="urn:microsoft.com/office/officeart/2005/8/layout/lProcess2"/>
    <dgm:cxn modelId="{042A4E63-793D-47F7-B500-620572C1C5A6}" type="presParOf" srcId="{7E301746-E8F0-4E54-8330-F85D96FBE4D5}" destId="{DF4A2631-EFAA-4B91-A6AB-B4F4B31003E9}" srcOrd="2" destOrd="0" presId="urn:microsoft.com/office/officeart/2005/8/layout/lProcess2"/>
    <dgm:cxn modelId="{9776853E-B3C3-4A2A-BB44-1440222CCBFB}" type="presParOf" srcId="{656A655B-5306-4644-A9F0-05DCE64B0DFB}" destId="{8921DD19-58D4-4A53-8AD3-77DBE8EEC861}" srcOrd="5" destOrd="0" presId="urn:microsoft.com/office/officeart/2005/8/layout/lProcess2"/>
    <dgm:cxn modelId="{BFBC3CF1-CA6A-482D-AF97-01D343D281E7}" type="presParOf" srcId="{656A655B-5306-4644-A9F0-05DCE64B0DFB}" destId="{CA967ED3-0F11-4C79-95B9-1723B0396F08}" srcOrd="6" destOrd="0" presId="urn:microsoft.com/office/officeart/2005/8/layout/lProcess2"/>
    <dgm:cxn modelId="{BA3B2A8F-E2A5-4B20-98FF-9715C6E91E3B}" type="presParOf" srcId="{CA967ED3-0F11-4C79-95B9-1723B0396F08}" destId="{48851D02-9F02-4FA4-AB21-6915631FBBE6}" srcOrd="0" destOrd="0" presId="urn:microsoft.com/office/officeart/2005/8/layout/lProcess2"/>
    <dgm:cxn modelId="{318CA1B0-2F9D-41D9-BEF7-2B23B8FAA625}" type="presParOf" srcId="{CA967ED3-0F11-4C79-95B9-1723B0396F08}" destId="{784EF412-B28A-4111-99B8-E0DB87B8579A}" srcOrd="1" destOrd="0" presId="urn:microsoft.com/office/officeart/2005/8/layout/lProcess2"/>
    <dgm:cxn modelId="{3605FD55-8884-4F94-BE7C-3D88C64A0C42}" type="presParOf" srcId="{CA967ED3-0F11-4C79-95B9-1723B0396F08}" destId="{AC9CE4D4-7A83-4398-9095-C8BD3C384F8B}" srcOrd="2" destOrd="0" presId="urn:microsoft.com/office/officeart/2005/8/layout/lProcess2"/>
    <dgm:cxn modelId="{AA1CC457-90F5-4EDB-A053-8BA0C22DECAC}" type="presParOf" srcId="{AC9CE4D4-7A83-4398-9095-C8BD3C384F8B}" destId="{FDAFB4DE-7564-43B4-872A-A36997D137C4}" srcOrd="0" destOrd="0" presId="urn:microsoft.com/office/officeart/2005/8/layout/lProcess2"/>
    <dgm:cxn modelId="{533B3A58-B057-41A4-B226-975D88DDA92D}" type="presParOf" srcId="{FDAFB4DE-7564-43B4-872A-A36997D137C4}" destId="{BB05C373-9E76-47DE-8A44-65F0921C12CB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0EF6AB-B24C-4D2C-BAC6-C1813088AECE}" type="doc">
      <dgm:prSet loTypeId="urn:microsoft.com/office/officeart/2005/8/layout/lProcess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293F535-806A-4FDA-8B14-4577CD399179}">
      <dgm:prSet phldrT="[Text]"/>
      <dgm:spPr/>
      <dgm:t>
        <a:bodyPr/>
        <a:lstStyle/>
        <a:p>
          <a:r>
            <a:rPr lang="en-US" dirty="0" smtClean="0"/>
            <a:t>Week 1</a:t>
          </a:r>
          <a:endParaRPr lang="en-US" dirty="0"/>
        </a:p>
      </dgm:t>
    </dgm:pt>
    <dgm:pt modelId="{16685901-3E2D-44A6-8C31-D0DB126BEA79}" type="parTrans" cxnId="{C2D55723-AEF7-43DF-A482-8FE6BD3C1838}">
      <dgm:prSet/>
      <dgm:spPr/>
      <dgm:t>
        <a:bodyPr/>
        <a:lstStyle/>
        <a:p>
          <a:endParaRPr lang="en-US"/>
        </a:p>
      </dgm:t>
    </dgm:pt>
    <dgm:pt modelId="{6E2189C7-B171-4973-AF08-8DD9E9F62DD0}" type="sibTrans" cxnId="{C2D55723-AEF7-43DF-A482-8FE6BD3C1838}">
      <dgm:prSet/>
      <dgm:spPr/>
      <dgm:t>
        <a:bodyPr/>
        <a:lstStyle/>
        <a:p>
          <a:endParaRPr lang="en-US"/>
        </a:p>
      </dgm:t>
    </dgm:pt>
    <dgm:pt modelId="{5492114E-FBC8-4ABA-A4CF-3C26762F87EF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5864B9A9-72C3-4538-818A-3F8AFB7A14BD}" type="parTrans" cxnId="{0865E793-28EB-457D-8485-8D49A17E0D3C}">
      <dgm:prSet/>
      <dgm:spPr/>
      <dgm:t>
        <a:bodyPr/>
        <a:lstStyle/>
        <a:p>
          <a:endParaRPr lang="en-US"/>
        </a:p>
      </dgm:t>
    </dgm:pt>
    <dgm:pt modelId="{25124375-FEA6-4A46-BD38-40F412AF334A}" type="sibTrans" cxnId="{0865E793-28EB-457D-8485-8D49A17E0D3C}">
      <dgm:prSet/>
      <dgm:spPr/>
      <dgm:t>
        <a:bodyPr/>
        <a:lstStyle/>
        <a:p>
          <a:endParaRPr lang="en-US"/>
        </a:p>
      </dgm:t>
    </dgm:pt>
    <dgm:pt modelId="{B2C16F8B-1E13-4CB2-A93A-36944AD6AB95}">
      <dgm:prSet phldrT="[Text]"/>
      <dgm:spPr/>
      <dgm:t>
        <a:bodyPr/>
        <a:lstStyle/>
        <a:p>
          <a:r>
            <a:rPr lang="en-US" dirty="0" smtClean="0"/>
            <a:t>Week 2</a:t>
          </a:r>
          <a:endParaRPr lang="en-US" dirty="0"/>
        </a:p>
      </dgm:t>
    </dgm:pt>
    <dgm:pt modelId="{F1A454AA-5713-4F32-905F-1B2AEF4F49B8}" type="parTrans" cxnId="{A13DDA76-0B5B-45D4-B2F5-64A6CED36D49}">
      <dgm:prSet/>
      <dgm:spPr/>
      <dgm:t>
        <a:bodyPr/>
        <a:lstStyle/>
        <a:p>
          <a:endParaRPr lang="en-US"/>
        </a:p>
      </dgm:t>
    </dgm:pt>
    <dgm:pt modelId="{5C4E3BFD-D517-4D07-85B4-C28CC8FD7AAA}" type="sibTrans" cxnId="{A13DDA76-0B5B-45D4-B2F5-64A6CED36D49}">
      <dgm:prSet/>
      <dgm:spPr/>
      <dgm:t>
        <a:bodyPr/>
        <a:lstStyle/>
        <a:p>
          <a:endParaRPr lang="en-US"/>
        </a:p>
      </dgm:t>
    </dgm:pt>
    <dgm:pt modelId="{43DD8D57-8579-407F-AD6C-328D747D6BB7}">
      <dgm:prSet phldrT="[Text]"/>
      <dgm:spPr/>
      <dgm:t>
        <a:bodyPr/>
        <a:lstStyle/>
        <a:p>
          <a:r>
            <a:rPr lang="en-US" dirty="0" smtClean="0"/>
            <a:t>Requirements</a:t>
          </a:r>
          <a:endParaRPr lang="en-US" dirty="0"/>
        </a:p>
      </dgm:t>
    </dgm:pt>
    <dgm:pt modelId="{2F5E4A8B-8511-43CE-8311-03570691010E}" type="parTrans" cxnId="{49F4AD18-E386-4EC4-B498-EED4B0A2801D}">
      <dgm:prSet/>
      <dgm:spPr/>
      <dgm:t>
        <a:bodyPr/>
        <a:lstStyle/>
        <a:p>
          <a:endParaRPr lang="en-US"/>
        </a:p>
      </dgm:t>
    </dgm:pt>
    <dgm:pt modelId="{ACD14396-9849-42DA-AFE6-B77E94704296}" type="sibTrans" cxnId="{49F4AD18-E386-4EC4-B498-EED4B0A2801D}">
      <dgm:prSet/>
      <dgm:spPr/>
      <dgm:t>
        <a:bodyPr/>
        <a:lstStyle/>
        <a:p>
          <a:endParaRPr lang="en-US"/>
        </a:p>
      </dgm:t>
    </dgm:pt>
    <dgm:pt modelId="{10DE989A-55A6-4C72-A932-A09FBAF924E7}">
      <dgm:prSet phldrT="[Text]"/>
      <dgm:spPr/>
      <dgm:t>
        <a:bodyPr/>
        <a:lstStyle/>
        <a:p>
          <a:r>
            <a:rPr lang="en-US" dirty="0" smtClean="0"/>
            <a:t>Week 3</a:t>
          </a:r>
          <a:endParaRPr lang="en-US" dirty="0"/>
        </a:p>
      </dgm:t>
    </dgm:pt>
    <dgm:pt modelId="{9285E1BC-4795-4C8F-9FDD-F67F0FFC9E79}" type="parTrans" cxnId="{45C0C991-6F1D-4F3E-965C-AF10CDD5297D}">
      <dgm:prSet/>
      <dgm:spPr/>
      <dgm:t>
        <a:bodyPr/>
        <a:lstStyle/>
        <a:p>
          <a:endParaRPr lang="en-US"/>
        </a:p>
      </dgm:t>
    </dgm:pt>
    <dgm:pt modelId="{3E5598F9-9F99-4531-AA34-D76B22D4E80C}" type="sibTrans" cxnId="{45C0C991-6F1D-4F3E-965C-AF10CDD5297D}">
      <dgm:prSet/>
      <dgm:spPr/>
      <dgm:t>
        <a:bodyPr/>
        <a:lstStyle/>
        <a:p>
          <a:endParaRPr lang="en-US"/>
        </a:p>
      </dgm:t>
    </dgm:pt>
    <dgm:pt modelId="{B57CB364-8366-4DD0-B406-9C27331DA938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26747943-4ECD-4561-8F99-A32CA77269D0}" type="parTrans" cxnId="{B0DF94D0-D7A9-46F2-9230-6F5DFBDC3AEA}">
      <dgm:prSet/>
      <dgm:spPr/>
      <dgm:t>
        <a:bodyPr/>
        <a:lstStyle/>
        <a:p>
          <a:endParaRPr lang="en-US"/>
        </a:p>
      </dgm:t>
    </dgm:pt>
    <dgm:pt modelId="{97FA629F-4840-410E-B5B5-7CB4AD4E6CD3}" type="sibTrans" cxnId="{B0DF94D0-D7A9-46F2-9230-6F5DFBDC3AEA}">
      <dgm:prSet/>
      <dgm:spPr/>
      <dgm:t>
        <a:bodyPr/>
        <a:lstStyle/>
        <a:p>
          <a:endParaRPr lang="en-US"/>
        </a:p>
      </dgm:t>
    </dgm:pt>
    <dgm:pt modelId="{F75F65E1-59C1-41F2-AD9E-3F3D06EF5F96}">
      <dgm:prSet phldrT="[Text]"/>
      <dgm:spPr/>
      <dgm:t>
        <a:bodyPr/>
        <a:lstStyle/>
        <a:p>
          <a:r>
            <a:rPr lang="en-US" dirty="0" smtClean="0"/>
            <a:t>Week 4</a:t>
          </a:r>
          <a:endParaRPr lang="en-US" dirty="0"/>
        </a:p>
      </dgm:t>
    </dgm:pt>
    <dgm:pt modelId="{12C6AA78-8E21-4D81-9536-BA68AAB91385}" type="parTrans" cxnId="{F382159F-34CD-47F0-90EB-CF6E2F88F779}">
      <dgm:prSet/>
      <dgm:spPr/>
      <dgm:t>
        <a:bodyPr/>
        <a:lstStyle/>
        <a:p>
          <a:endParaRPr lang="en-US"/>
        </a:p>
      </dgm:t>
    </dgm:pt>
    <dgm:pt modelId="{8AF92348-B1C3-4BD1-BAC2-5D7BCB23BE23}" type="sibTrans" cxnId="{F382159F-34CD-47F0-90EB-CF6E2F88F779}">
      <dgm:prSet/>
      <dgm:spPr/>
      <dgm:t>
        <a:bodyPr/>
        <a:lstStyle/>
        <a:p>
          <a:endParaRPr lang="en-US"/>
        </a:p>
      </dgm:t>
    </dgm:pt>
    <dgm:pt modelId="{D75E5A25-8205-4F3D-97C3-ED4DE1009A3F}">
      <dgm:prSet phldrT="[Text]"/>
      <dgm:spPr/>
      <dgm:t>
        <a:bodyPr/>
        <a:lstStyle/>
        <a:p>
          <a:r>
            <a:rPr lang="en-US" dirty="0" smtClean="0"/>
            <a:t>Solutions</a:t>
          </a:r>
          <a:endParaRPr lang="en-US" dirty="0"/>
        </a:p>
      </dgm:t>
    </dgm:pt>
    <dgm:pt modelId="{0EA05BE7-B903-4D0B-A318-7A45B785BBA7}" type="parTrans" cxnId="{6832FB3B-028A-4473-AE11-66496D4D114E}">
      <dgm:prSet/>
      <dgm:spPr/>
      <dgm:t>
        <a:bodyPr/>
        <a:lstStyle/>
        <a:p>
          <a:endParaRPr lang="en-US"/>
        </a:p>
      </dgm:t>
    </dgm:pt>
    <dgm:pt modelId="{0B0F7586-5089-4B25-B003-7B16C20D4517}" type="sibTrans" cxnId="{6832FB3B-028A-4473-AE11-66496D4D114E}">
      <dgm:prSet/>
      <dgm:spPr/>
      <dgm:t>
        <a:bodyPr/>
        <a:lstStyle/>
        <a:p>
          <a:endParaRPr lang="en-US"/>
        </a:p>
      </dgm:t>
    </dgm:pt>
    <dgm:pt modelId="{3ABA99D3-84FE-4D28-8AC3-3C521FBF3C80}" type="pres">
      <dgm:prSet presAssocID="{7D0EF6AB-B24C-4D2C-BAC6-C1813088AEC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7A4108A-6090-448B-97B6-F7EF665FEAF0}" type="pres">
      <dgm:prSet presAssocID="{3293F535-806A-4FDA-8B14-4577CD399179}" presName="compNode" presStyleCnt="0"/>
      <dgm:spPr/>
    </dgm:pt>
    <dgm:pt modelId="{FF32E977-049A-4CA1-9199-35B353F58736}" type="pres">
      <dgm:prSet presAssocID="{3293F535-806A-4FDA-8B14-4577CD399179}" presName="aNode" presStyleLbl="bgShp" presStyleIdx="0" presStyleCnt="4"/>
      <dgm:spPr/>
      <dgm:t>
        <a:bodyPr/>
        <a:lstStyle/>
        <a:p>
          <a:endParaRPr lang="en-US"/>
        </a:p>
      </dgm:t>
    </dgm:pt>
    <dgm:pt modelId="{572559CB-61B7-455A-AB8F-D989BC81B427}" type="pres">
      <dgm:prSet presAssocID="{3293F535-806A-4FDA-8B14-4577CD399179}" presName="textNode" presStyleLbl="bgShp" presStyleIdx="0" presStyleCnt="4"/>
      <dgm:spPr/>
      <dgm:t>
        <a:bodyPr/>
        <a:lstStyle/>
        <a:p>
          <a:endParaRPr lang="en-US"/>
        </a:p>
      </dgm:t>
    </dgm:pt>
    <dgm:pt modelId="{5DA55938-338D-4554-AA9C-B50E1053CC21}" type="pres">
      <dgm:prSet presAssocID="{3293F535-806A-4FDA-8B14-4577CD399179}" presName="compChildNode" presStyleCnt="0"/>
      <dgm:spPr/>
    </dgm:pt>
    <dgm:pt modelId="{020BA72B-6558-4C2B-BF2B-1B72C21B3A1F}" type="pres">
      <dgm:prSet presAssocID="{3293F535-806A-4FDA-8B14-4577CD399179}" presName="theInnerList" presStyleCnt="0"/>
      <dgm:spPr/>
    </dgm:pt>
    <dgm:pt modelId="{D2AB6A51-C1D8-4CEA-94C4-6E645253F9B3}" type="pres">
      <dgm:prSet presAssocID="{5492114E-FBC8-4ABA-A4CF-3C26762F87EF}" presName="child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4EED31-6F06-4A6F-A191-25CA2D479F42}" type="pres">
      <dgm:prSet presAssocID="{3293F535-806A-4FDA-8B14-4577CD399179}" presName="aSpace" presStyleCnt="0"/>
      <dgm:spPr/>
    </dgm:pt>
    <dgm:pt modelId="{3F9BB051-A572-4B03-9AF9-CB61F82C2339}" type="pres">
      <dgm:prSet presAssocID="{B2C16F8B-1E13-4CB2-A93A-36944AD6AB95}" presName="compNode" presStyleCnt="0"/>
      <dgm:spPr/>
    </dgm:pt>
    <dgm:pt modelId="{AC23F8F6-1775-4EC4-96AE-48BDB99786AF}" type="pres">
      <dgm:prSet presAssocID="{B2C16F8B-1E13-4CB2-A93A-36944AD6AB95}" presName="aNode" presStyleLbl="bgShp" presStyleIdx="1" presStyleCnt="4"/>
      <dgm:spPr/>
      <dgm:t>
        <a:bodyPr/>
        <a:lstStyle/>
        <a:p>
          <a:endParaRPr lang="en-US"/>
        </a:p>
      </dgm:t>
    </dgm:pt>
    <dgm:pt modelId="{2F43C946-689A-4E24-803F-D5104D1FBE4F}" type="pres">
      <dgm:prSet presAssocID="{B2C16F8B-1E13-4CB2-A93A-36944AD6AB95}" presName="textNode" presStyleLbl="bgShp" presStyleIdx="1" presStyleCnt="4"/>
      <dgm:spPr/>
      <dgm:t>
        <a:bodyPr/>
        <a:lstStyle/>
        <a:p>
          <a:endParaRPr lang="en-US"/>
        </a:p>
      </dgm:t>
    </dgm:pt>
    <dgm:pt modelId="{4F8E1B03-E865-4282-A741-61CE105A48EA}" type="pres">
      <dgm:prSet presAssocID="{B2C16F8B-1E13-4CB2-A93A-36944AD6AB95}" presName="compChildNode" presStyleCnt="0"/>
      <dgm:spPr/>
    </dgm:pt>
    <dgm:pt modelId="{D7785D33-59F5-48CF-A475-4578E19BF5D4}" type="pres">
      <dgm:prSet presAssocID="{B2C16F8B-1E13-4CB2-A93A-36944AD6AB95}" presName="theInnerList" presStyleCnt="0"/>
      <dgm:spPr/>
    </dgm:pt>
    <dgm:pt modelId="{E81ACA0D-DEA2-4656-A733-8923B82227B5}" type="pres">
      <dgm:prSet presAssocID="{43DD8D57-8579-407F-AD6C-328D747D6BB7}" presName="child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2CA95D-EB91-42BB-BDBA-18D6A95F5609}" type="pres">
      <dgm:prSet presAssocID="{B2C16F8B-1E13-4CB2-A93A-36944AD6AB95}" presName="aSpace" presStyleCnt="0"/>
      <dgm:spPr/>
    </dgm:pt>
    <dgm:pt modelId="{19E2A616-8C0E-48B2-84EB-1F637055F959}" type="pres">
      <dgm:prSet presAssocID="{10DE989A-55A6-4C72-A932-A09FBAF924E7}" presName="compNode" presStyleCnt="0"/>
      <dgm:spPr/>
    </dgm:pt>
    <dgm:pt modelId="{46837115-EB75-4D12-B36C-0CDCAC17F9C3}" type="pres">
      <dgm:prSet presAssocID="{10DE989A-55A6-4C72-A932-A09FBAF924E7}" presName="aNode" presStyleLbl="bgShp" presStyleIdx="2" presStyleCnt="4"/>
      <dgm:spPr/>
      <dgm:t>
        <a:bodyPr/>
        <a:lstStyle/>
        <a:p>
          <a:endParaRPr lang="en-US"/>
        </a:p>
      </dgm:t>
    </dgm:pt>
    <dgm:pt modelId="{A3D09173-4517-444E-8808-DB821F7466DF}" type="pres">
      <dgm:prSet presAssocID="{10DE989A-55A6-4C72-A932-A09FBAF924E7}" presName="textNode" presStyleLbl="bgShp" presStyleIdx="2" presStyleCnt="4"/>
      <dgm:spPr/>
      <dgm:t>
        <a:bodyPr/>
        <a:lstStyle/>
        <a:p>
          <a:endParaRPr lang="en-US"/>
        </a:p>
      </dgm:t>
    </dgm:pt>
    <dgm:pt modelId="{6E77859B-B0C3-4EF5-B597-F001A7752E93}" type="pres">
      <dgm:prSet presAssocID="{10DE989A-55A6-4C72-A932-A09FBAF924E7}" presName="compChildNode" presStyleCnt="0"/>
      <dgm:spPr/>
    </dgm:pt>
    <dgm:pt modelId="{F0017049-C8EE-4F92-AA6C-B3354D6323D1}" type="pres">
      <dgm:prSet presAssocID="{10DE989A-55A6-4C72-A932-A09FBAF924E7}" presName="theInnerList" presStyleCnt="0"/>
      <dgm:spPr/>
    </dgm:pt>
    <dgm:pt modelId="{2BEB50C4-2ED5-403E-BD19-8F356D4A5EDF}" type="pres">
      <dgm:prSet presAssocID="{B57CB364-8366-4DD0-B406-9C27331DA938}" presName="child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F2F4E2-71CB-48FC-9B87-BECF4C331E0E}" type="pres">
      <dgm:prSet presAssocID="{10DE989A-55A6-4C72-A932-A09FBAF924E7}" presName="aSpace" presStyleCnt="0"/>
      <dgm:spPr/>
    </dgm:pt>
    <dgm:pt modelId="{03D9809C-681B-4618-A05A-8B965789550A}" type="pres">
      <dgm:prSet presAssocID="{F75F65E1-59C1-41F2-AD9E-3F3D06EF5F96}" presName="compNode" presStyleCnt="0"/>
      <dgm:spPr/>
    </dgm:pt>
    <dgm:pt modelId="{E0B3A749-A705-49EB-B689-18170EC7B0BE}" type="pres">
      <dgm:prSet presAssocID="{F75F65E1-59C1-41F2-AD9E-3F3D06EF5F96}" presName="aNode" presStyleLbl="bgShp" presStyleIdx="3" presStyleCnt="4"/>
      <dgm:spPr/>
      <dgm:t>
        <a:bodyPr/>
        <a:lstStyle/>
        <a:p>
          <a:endParaRPr lang="en-US"/>
        </a:p>
      </dgm:t>
    </dgm:pt>
    <dgm:pt modelId="{B760AFED-87B1-4129-9859-9AF6C585C414}" type="pres">
      <dgm:prSet presAssocID="{F75F65E1-59C1-41F2-AD9E-3F3D06EF5F96}" presName="textNode" presStyleLbl="bgShp" presStyleIdx="3" presStyleCnt="4"/>
      <dgm:spPr/>
      <dgm:t>
        <a:bodyPr/>
        <a:lstStyle/>
        <a:p>
          <a:endParaRPr lang="en-US"/>
        </a:p>
      </dgm:t>
    </dgm:pt>
    <dgm:pt modelId="{7F812D15-825C-4038-849B-1E6538049010}" type="pres">
      <dgm:prSet presAssocID="{F75F65E1-59C1-41F2-AD9E-3F3D06EF5F96}" presName="compChildNode" presStyleCnt="0"/>
      <dgm:spPr/>
    </dgm:pt>
    <dgm:pt modelId="{3531852A-DE12-4159-980F-0D0CF0A2464B}" type="pres">
      <dgm:prSet presAssocID="{F75F65E1-59C1-41F2-AD9E-3F3D06EF5F96}" presName="theInnerList" presStyleCnt="0"/>
      <dgm:spPr/>
    </dgm:pt>
    <dgm:pt modelId="{E3D06676-9BFF-46EF-AAEB-E711C846A770}" type="pres">
      <dgm:prSet presAssocID="{D75E5A25-8205-4F3D-97C3-ED4DE1009A3F}" presName="child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1862E4C-03F2-4E54-8238-166D73BEF7D5}" type="presOf" srcId="{10DE989A-55A6-4C72-A932-A09FBAF924E7}" destId="{46837115-EB75-4D12-B36C-0CDCAC17F9C3}" srcOrd="0" destOrd="0" presId="urn:microsoft.com/office/officeart/2005/8/layout/lProcess2"/>
    <dgm:cxn modelId="{A8297B3C-80EB-417B-A654-7AD3B17441AC}" type="presOf" srcId="{3293F535-806A-4FDA-8B14-4577CD399179}" destId="{FF32E977-049A-4CA1-9199-35B353F58736}" srcOrd="0" destOrd="0" presId="urn:microsoft.com/office/officeart/2005/8/layout/lProcess2"/>
    <dgm:cxn modelId="{6832FB3B-028A-4473-AE11-66496D4D114E}" srcId="{F75F65E1-59C1-41F2-AD9E-3F3D06EF5F96}" destId="{D75E5A25-8205-4F3D-97C3-ED4DE1009A3F}" srcOrd="0" destOrd="0" parTransId="{0EA05BE7-B903-4D0B-A318-7A45B785BBA7}" sibTransId="{0B0F7586-5089-4B25-B003-7B16C20D4517}"/>
    <dgm:cxn modelId="{CD792ECA-E01A-4CCE-A676-7F97646F24BB}" type="presOf" srcId="{7D0EF6AB-B24C-4D2C-BAC6-C1813088AECE}" destId="{3ABA99D3-84FE-4D28-8AC3-3C521FBF3C80}" srcOrd="0" destOrd="0" presId="urn:microsoft.com/office/officeart/2005/8/layout/lProcess2"/>
    <dgm:cxn modelId="{94C9C132-4DC3-4DA1-B18D-E1C0078F9FA8}" type="presOf" srcId="{B2C16F8B-1E13-4CB2-A93A-36944AD6AB95}" destId="{2F43C946-689A-4E24-803F-D5104D1FBE4F}" srcOrd="1" destOrd="0" presId="urn:microsoft.com/office/officeart/2005/8/layout/lProcess2"/>
    <dgm:cxn modelId="{C2D55723-AEF7-43DF-A482-8FE6BD3C1838}" srcId="{7D0EF6AB-B24C-4D2C-BAC6-C1813088AECE}" destId="{3293F535-806A-4FDA-8B14-4577CD399179}" srcOrd="0" destOrd="0" parTransId="{16685901-3E2D-44A6-8C31-D0DB126BEA79}" sibTransId="{6E2189C7-B171-4973-AF08-8DD9E9F62DD0}"/>
    <dgm:cxn modelId="{6F9BFAA3-5A8A-4652-96DD-E98727622664}" type="presOf" srcId="{B57CB364-8366-4DD0-B406-9C27331DA938}" destId="{2BEB50C4-2ED5-403E-BD19-8F356D4A5EDF}" srcOrd="0" destOrd="0" presId="urn:microsoft.com/office/officeart/2005/8/layout/lProcess2"/>
    <dgm:cxn modelId="{0865E793-28EB-457D-8485-8D49A17E0D3C}" srcId="{3293F535-806A-4FDA-8B14-4577CD399179}" destId="{5492114E-FBC8-4ABA-A4CF-3C26762F87EF}" srcOrd="0" destOrd="0" parTransId="{5864B9A9-72C3-4538-818A-3F8AFB7A14BD}" sibTransId="{25124375-FEA6-4A46-BD38-40F412AF334A}"/>
    <dgm:cxn modelId="{49F4AD18-E386-4EC4-B498-EED4B0A2801D}" srcId="{B2C16F8B-1E13-4CB2-A93A-36944AD6AB95}" destId="{43DD8D57-8579-407F-AD6C-328D747D6BB7}" srcOrd="0" destOrd="0" parTransId="{2F5E4A8B-8511-43CE-8311-03570691010E}" sibTransId="{ACD14396-9849-42DA-AFE6-B77E94704296}"/>
    <dgm:cxn modelId="{26FBA863-02C6-4EC6-BCEE-8F6A996997F3}" type="presOf" srcId="{B2C16F8B-1E13-4CB2-A93A-36944AD6AB95}" destId="{AC23F8F6-1775-4EC4-96AE-48BDB99786AF}" srcOrd="0" destOrd="0" presId="urn:microsoft.com/office/officeart/2005/8/layout/lProcess2"/>
    <dgm:cxn modelId="{4757DFFB-ABA1-4711-A1BF-B3B9A9848ABC}" type="presOf" srcId="{F75F65E1-59C1-41F2-AD9E-3F3D06EF5F96}" destId="{B760AFED-87B1-4129-9859-9AF6C585C414}" srcOrd="1" destOrd="0" presId="urn:microsoft.com/office/officeart/2005/8/layout/lProcess2"/>
    <dgm:cxn modelId="{8E1CADC2-9520-43FA-BA1A-D5B1C84F7064}" type="presOf" srcId="{43DD8D57-8579-407F-AD6C-328D747D6BB7}" destId="{E81ACA0D-DEA2-4656-A733-8923B82227B5}" srcOrd="0" destOrd="0" presId="urn:microsoft.com/office/officeart/2005/8/layout/lProcess2"/>
    <dgm:cxn modelId="{A13DDA76-0B5B-45D4-B2F5-64A6CED36D49}" srcId="{7D0EF6AB-B24C-4D2C-BAC6-C1813088AECE}" destId="{B2C16F8B-1E13-4CB2-A93A-36944AD6AB95}" srcOrd="1" destOrd="0" parTransId="{F1A454AA-5713-4F32-905F-1B2AEF4F49B8}" sibTransId="{5C4E3BFD-D517-4D07-85B4-C28CC8FD7AAA}"/>
    <dgm:cxn modelId="{D4351591-88DD-4E06-8531-E2B15A70816A}" type="presOf" srcId="{3293F535-806A-4FDA-8B14-4577CD399179}" destId="{572559CB-61B7-455A-AB8F-D989BC81B427}" srcOrd="1" destOrd="0" presId="urn:microsoft.com/office/officeart/2005/8/layout/lProcess2"/>
    <dgm:cxn modelId="{B0DF94D0-D7A9-46F2-9230-6F5DFBDC3AEA}" srcId="{10DE989A-55A6-4C72-A932-A09FBAF924E7}" destId="{B57CB364-8366-4DD0-B406-9C27331DA938}" srcOrd="0" destOrd="0" parTransId="{26747943-4ECD-4561-8F99-A32CA77269D0}" sibTransId="{97FA629F-4840-410E-B5B5-7CB4AD4E6CD3}"/>
    <dgm:cxn modelId="{45C0C991-6F1D-4F3E-965C-AF10CDD5297D}" srcId="{7D0EF6AB-B24C-4D2C-BAC6-C1813088AECE}" destId="{10DE989A-55A6-4C72-A932-A09FBAF924E7}" srcOrd="2" destOrd="0" parTransId="{9285E1BC-4795-4C8F-9FDD-F67F0FFC9E79}" sibTransId="{3E5598F9-9F99-4531-AA34-D76B22D4E80C}"/>
    <dgm:cxn modelId="{355D2015-FF57-4BCC-B3B7-5E305A0DFD5F}" type="presOf" srcId="{D75E5A25-8205-4F3D-97C3-ED4DE1009A3F}" destId="{E3D06676-9BFF-46EF-AAEB-E711C846A770}" srcOrd="0" destOrd="0" presId="urn:microsoft.com/office/officeart/2005/8/layout/lProcess2"/>
    <dgm:cxn modelId="{498D9FC0-6BA9-40F2-BB6A-2678AF931F03}" type="presOf" srcId="{10DE989A-55A6-4C72-A932-A09FBAF924E7}" destId="{A3D09173-4517-444E-8808-DB821F7466DF}" srcOrd="1" destOrd="0" presId="urn:microsoft.com/office/officeart/2005/8/layout/lProcess2"/>
    <dgm:cxn modelId="{F382159F-34CD-47F0-90EB-CF6E2F88F779}" srcId="{7D0EF6AB-B24C-4D2C-BAC6-C1813088AECE}" destId="{F75F65E1-59C1-41F2-AD9E-3F3D06EF5F96}" srcOrd="3" destOrd="0" parTransId="{12C6AA78-8E21-4D81-9536-BA68AAB91385}" sibTransId="{8AF92348-B1C3-4BD1-BAC2-5D7BCB23BE23}"/>
    <dgm:cxn modelId="{40227C49-CF7D-43B0-BC02-2C20C4CA7AD2}" type="presOf" srcId="{5492114E-FBC8-4ABA-A4CF-3C26762F87EF}" destId="{D2AB6A51-C1D8-4CEA-94C4-6E645253F9B3}" srcOrd="0" destOrd="0" presId="urn:microsoft.com/office/officeart/2005/8/layout/lProcess2"/>
    <dgm:cxn modelId="{693FA8B1-27D9-4C78-9BC3-4D5819042A48}" type="presOf" srcId="{F75F65E1-59C1-41F2-AD9E-3F3D06EF5F96}" destId="{E0B3A749-A705-49EB-B689-18170EC7B0BE}" srcOrd="0" destOrd="0" presId="urn:microsoft.com/office/officeart/2005/8/layout/lProcess2"/>
    <dgm:cxn modelId="{1CB83C57-761B-47DB-BF72-F783E2B30CCC}" type="presParOf" srcId="{3ABA99D3-84FE-4D28-8AC3-3C521FBF3C80}" destId="{B7A4108A-6090-448B-97B6-F7EF665FEAF0}" srcOrd="0" destOrd="0" presId="urn:microsoft.com/office/officeart/2005/8/layout/lProcess2"/>
    <dgm:cxn modelId="{740B82B5-4E3D-423F-90B4-887246CD62A8}" type="presParOf" srcId="{B7A4108A-6090-448B-97B6-F7EF665FEAF0}" destId="{FF32E977-049A-4CA1-9199-35B353F58736}" srcOrd="0" destOrd="0" presId="urn:microsoft.com/office/officeart/2005/8/layout/lProcess2"/>
    <dgm:cxn modelId="{8B434C02-A573-4B7D-A27A-4B963D469BAC}" type="presParOf" srcId="{B7A4108A-6090-448B-97B6-F7EF665FEAF0}" destId="{572559CB-61B7-455A-AB8F-D989BC81B427}" srcOrd="1" destOrd="0" presId="urn:microsoft.com/office/officeart/2005/8/layout/lProcess2"/>
    <dgm:cxn modelId="{55253E2A-2D23-44A3-9070-F6A2C02C688E}" type="presParOf" srcId="{B7A4108A-6090-448B-97B6-F7EF665FEAF0}" destId="{5DA55938-338D-4554-AA9C-B50E1053CC21}" srcOrd="2" destOrd="0" presId="urn:microsoft.com/office/officeart/2005/8/layout/lProcess2"/>
    <dgm:cxn modelId="{8197853F-B7BD-48C3-B649-6D5AF96AB218}" type="presParOf" srcId="{5DA55938-338D-4554-AA9C-B50E1053CC21}" destId="{020BA72B-6558-4C2B-BF2B-1B72C21B3A1F}" srcOrd="0" destOrd="0" presId="urn:microsoft.com/office/officeart/2005/8/layout/lProcess2"/>
    <dgm:cxn modelId="{F4CA5735-74F2-4021-B748-BA45D78E935F}" type="presParOf" srcId="{020BA72B-6558-4C2B-BF2B-1B72C21B3A1F}" destId="{D2AB6A51-C1D8-4CEA-94C4-6E645253F9B3}" srcOrd="0" destOrd="0" presId="urn:microsoft.com/office/officeart/2005/8/layout/lProcess2"/>
    <dgm:cxn modelId="{618B2C25-6128-4151-AC9C-6E138B92BD63}" type="presParOf" srcId="{3ABA99D3-84FE-4D28-8AC3-3C521FBF3C80}" destId="{474EED31-6F06-4A6F-A191-25CA2D479F42}" srcOrd="1" destOrd="0" presId="urn:microsoft.com/office/officeart/2005/8/layout/lProcess2"/>
    <dgm:cxn modelId="{989C67D5-C5F7-47DE-AC13-38D88FB7E2F8}" type="presParOf" srcId="{3ABA99D3-84FE-4D28-8AC3-3C521FBF3C80}" destId="{3F9BB051-A572-4B03-9AF9-CB61F82C2339}" srcOrd="2" destOrd="0" presId="urn:microsoft.com/office/officeart/2005/8/layout/lProcess2"/>
    <dgm:cxn modelId="{7076C393-B2B5-4F1B-BFB9-48C6C8EEF0F6}" type="presParOf" srcId="{3F9BB051-A572-4B03-9AF9-CB61F82C2339}" destId="{AC23F8F6-1775-4EC4-96AE-48BDB99786AF}" srcOrd="0" destOrd="0" presId="urn:microsoft.com/office/officeart/2005/8/layout/lProcess2"/>
    <dgm:cxn modelId="{3AB18F3B-737A-4E03-A7AD-91575D0903B2}" type="presParOf" srcId="{3F9BB051-A572-4B03-9AF9-CB61F82C2339}" destId="{2F43C946-689A-4E24-803F-D5104D1FBE4F}" srcOrd="1" destOrd="0" presId="urn:microsoft.com/office/officeart/2005/8/layout/lProcess2"/>
    <dgm:cxn modelId="{32005CA5-FE7F-4823-82DB-A48C6EE0EF06}" type="presParOf" srcId="{3F9BB051-A572-4B03-9AF9-CB61F82C2339}" destId="{4F8E1B03-E865-4282-A741-61CE105A48EA}" srcOrd="2" destOrd="0" presId="urn:microsoft.com/office/officeart/2005/8/layout/lProcess2"/>
    <dgm:cxn modelId="{9066FEEC-4FA3-4005-993C-665F2BB6815F}" type="presParOf" srcId="{4F8E1B03-E865-4282-A741-61CE105A48EA}" destId="{D7785D33-59F5-48CF-A475-4578E19BF5D4}" srcOrd="0" destOrd="0" presId="urn:microsoft.com/office/officeart/2005/8/layout/lProcess2"/>
    <dgm:cxn modelId="{6C1A66F6-DE5C-46B1-B9C0-2B27E8FD6B08}" type="presParOf" srcId="{D7785D33-59F5-48CF-A475-4578E19BF5D4}" destId="{E81ACA0D-DEA2-4656-A733-8923B82227B5}" srcOrd="0" destOrd="0" presId="urn:microsoft.com/office/officeart/2005/8/layout/lProcess2"/>
    <dgm:cxn modelId="{0685682F-A185-492E-9F63-0D0B4E363BD2}" type="presParOf" srcId="{3ABA99D3-84FE-4D28-8AC3-3C521FBF3C80}" destId="{DB2CA95D-EB91-42BB-BDBA-18D6A95F5609}" srcOrd="3" destOrd="0" presId="urn:microsoft.com/office/officeart/2005/8/layout/lProcess2"/>
    <dgm:cxn modelId="{50B4E666-B5FB-4651-9DC0-0DD45B31C405}" type="presParOf" srcId="{3ABA99D3-84FE-4D28-8AC3-3C521FBF3C80}" destId="{19E2A616-8C0E-48B2-84EB-1F637055F959}" srcOrd="4" destOrd="0" presId="urn:microsoft.com/office/officeart/2005/8/layout/lProcess2"/>
    <dgm:cxn modelId="{4523AA50-791D-41BA-AD5F-5E1DBC10BB85}" type="presParOf" srcId="{19E2A616-8C0E-48B2-84EB-1F637055F959}" destId="{46837115-EB75-4D12-B36C-0CDCAC17F9C3}" srcOrd="0" destOrd="0" presId="urn:microsoft.com/office/officeart/2005/8/layout/lProcess2"/>
    <dgm:cxn modelId="{FCE095D2-1197-4DFA-937C-B4375F9B622E}" type="presParOf" srcId="{19E2A616-8C0E-48B2-84EB-1F637055F959}" destId="{A3D09173-4517-444E-8808-DB821F7466DF}" srcOrd="1" destOrd="0" presId="urn:microsoft.com/office/officeart/2005/8/layout/lProcess2"/>
    <dgm:cxn modelId="{F6C0A47D-D2B4-4B46-8F4A-BE001BA3FC63}" type="presParOf" srcId="{19E2A616-8C0E-48B2-84EB-1F637055F959}" destId="{6E77859B-B0C3-4EF5-B597-F001A7752E93}" srcOrd="2" destOrd="0" presId="urn:microsoft.com/office/officeart/2005/8/layout/lProcess2"/>
    <dgm:cxn modelId="{A7771560-7020-4774-A92D-EE9B940679D5}" type="presParOf" srcId="{6E77859B-B0C3-4EF5-B597-F001A7752E93}" destId="{F0017049-C8EE-4F92-AA6C-B3354D6323D1}" srcOrd="0" destOrd="0" presId="urn:microsoft.com/office/officeart/2005/8/layout/lProcess2"/>
    <dgm:cxn modelId="{4A8520D2-17DC-40BC-8021-5E3872233D99}" type="presParOf" srcId="{F0017049-C8EE-4F92-AA6C-B3354D6323D1}" destId="{2BEB50C4-2ED5-403E-BD19-8F356D4A5EDF}" srcOrd="0" destOrd="0" presId="urn:microsoft.com/office/officeart/2005/8/layout/lProcess2"/>
    <dgm:cxn modelId="{4CAB92D5-2B28-46DD-AD3F-1A1AE9F20DDE}" type="presParOf" srcId="{3ABA99D3-84FE-4D28-8AC3-3C521FBF3C80}" destId="{CEF2F4E2-71CB-48FC-9B87-BECF4C331E0E}" srcOrd="5" destOrd="0" presId="urn:microsoft.com/office/officeart/2005/8/layout/lProcess2"/>
    <dgm:cxn modelId="{9B0BA0B1-267F-46A1-A255-BE38FB62F9DF}" type="presParOf" srcId="{3ABA99D3-84FE-4D28-8AC3-3C521FBF3C80}" destId="{03D9809C-681B-4618-A05A-8B965789550A}" srcOrd="6" destOrd="0" presId="urn:microsoft.com/office/officeart/2005/8/layout/lProcess2"/>
    <dgm:cxn modelId="{4EA0A490-B4CB-4F36-BFDF-9240A3B90ADF}" type="presParOf" srcId="{03D9809C-681B-4618-A05A-8B965789550A}" destId="{E0B3A749-A705-49EB-B689-18170EC7B0BE}" srcOrd="0" destOrd="0" presId="urn:microsoft.com/office/officeart/2005/8/layout/lProcess2"/>
    <dgm:cxn modelId="{A6271B27-B221-43F2-BD03-2C0C8B493277}" type="presParOf" srcId="{03D9809C-681B-4618-A05A-8B965789550A}" destId="{B760AFED-87B1-4129-9859-9AF6C585C414}" srcOrd="1" destOrd="0" presId="urn:microsoft.com/office/officeart/2005/8/layout/lProcess2"/>
    <dgm:cxn modelId="{A4ECB6A8-4322-496E-AB65-471067CBBE50}" type="presParOf" srcId="{03D9809C-681B-4618-A05A-8B965789550A}" destId="{7F812D15-825C-4038-849B-1E6538049010}" srcOrd="2" destOrd="0" presId="urn:microsoft.com/office/officeart/2005/8/layout/lProcess2"/>
    <dgm:cxn modelId="{5ACB372E-0969-4CB4-9BB2-B14E650D90DB}" type="presParOf" srcId="{7F812D15-825C-4038-849B-1E6538049010}" destId="{3531852A-DE12-4159-980F-0D0CF0A2464B}" srcOrd="0" destOrd="0" presId="urn:microsoft.com/office/officeart/2005/8/layout/lProcess2"/>
    <dgm:cxn modelId="{81D6B78B-6B60-4111-8F9D-DF674B00158E}" type="presParOf" srcId="{3531852A-DE12-4159-980F-0D0CF0A2464B}" destId="{E3D06676-9BFF-46EF-AAEB-E711C846A770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1A4AC3-45A5-47AE-B8AC-6CC519ECA834}">
      <dsp:nvSpPr>
        <dsp:cNvPr id="0" name=""/>
        <dsp:cNvSpPr/>
      </dsp:nvSpPr>
      <dsp:spPr>
        <a:xfrm>
          <a:off x="3746" y="478199"/>
          <a:ext cx="2181001" cy="87240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Starting the project</a:t>
          </a:r>
          <a:endParaRPr lang="en-US" sz="2000" kern="1200" dirty="0"/>
        </a:p>
      </dsp:txBody>
      <dsp:txXfrm>
        <a:off x="3746" y="478199"/>
        <a:ext cx="2181001" cy="872400"/>
      </dsp:txXfrm>
    </dsp:sp>
    <dsp:sp modelId="{A7EAAC2A-C103-4086-97DB-1B01E90D817A}">
      <dsp:nvSpPr>
        <dsp:cNvPr id="0" name=""/>
        <dsp:cNvSpPr/>
      </dsp:nvSpPr>
      <dsp:spPr>
        <a:xfrm>
          <a:off x="1966648" y="478199"/>
          <a:ext cx="2181001" cy="87240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Organizing and preparing</a:t>
          </a:r>
          <a:endParaRPr lang="en-US" sz="2000" kern="1200" dirty="0"/>
        </a:p>
      </dsp:txBody>
      <dsp:txXfrm>
        <a:off x="1966648" y="478199"/>
        <a:ext cx="2181001" cy="872400"/>
      </dsp:txXfrm>
    </dsp:sp>
    <dsp:sp modelId="{1C27AC44-C6E2-403D-B6EA-D37E0095A5F7}">
      <dsp:nvSpPr>
        <dsp:cNvPr id="0" name=""/>
        <dsp:cNvSpPr/>
      </dsp:nvSpPr>
      <dsp:spPr>
        <a:xfrm>
          <a:off x="3929549" y="478199"/>
          <a:ext cx="2181001" cy="8724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Carrying out the work</a:t>
          </a:r>
          <a:endParaRPr lang="en-US" sz="2000" kern="1200" dirty="0"/>
        </a:p>
      </dsp:txBody>
      <dsp:txXfrm>
        <a:off x="3929549" y="478199"/>
        <a:ext cx="2181001" cy="872400"/>
      </dsp:txXfrm>
    </dsp:sp>
    <dsp:sp modelId="{3126ABEE-D52F-4FAB-BE91-128520615A2A}">
      <dsp:nvSpPr>
        <dsp:cNvPr id="0" name=""/>
        <dsp:cNvSpPr/>
      </dsp:nvSpPr>
      <dsp:spPr>
        <a:xfrm>
          <a:off x="5892451" y="478199"/>
          <a:ext cx="2181001" cy="87240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Closing the project</a:t>
          </a:r>
          <a:endParaRPr lang="en-US" sz="2000" kern="1200" dirty="0"/>
        </a:p>
      </dsp:txBody>
      <dsp:txXfrm>
        <a:off x="5892451" y="478199"/>
        <a:ext cx="2181001" cy="87240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2BD57AB-7983-4089-A394-B385C9A78F8D}">
      <dsp:nvSpPr>
        <dsp:cNvPr id="0" name=""/>
        <dsp:cNvSpPr/>
      </dsp:nvSpPr>
      <dsp:spPr>
        <a:xfrm>
          <a:off x="1892" y="0"/>
          <a:ext cx="1856761" cy="2489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Week 1</a:t>
          </a:r>
          <a:endParaRPr lang="en-US" sz="3400" kern="1200" dirty="0"/>
        </a:p>
      </dsp:txBody>
      <dsp:txXfrm>
        <a:off x="1892" y="0"/>
        <a:ext cx="1856761" cy="746760"/>
      </dsp:txXfrm>
    </dsp:sp>
    <dsp:sp modelId="{A77A151A-8A91-44F8-BFF3-D10CFB962783}">
      <dsp:nvSpPr>
        <dsp:cNvPr id="0" name=""/>
        <dsp:cNvSpPr/>
      </dsp:nvSpPr>
      <dsp:spPr>
        <a:xfrm>
          <a:off x="187568" y="747489"/>
          <a:ext cx="1485408" cy="7505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187568" y="747489"/>
        <a:ext cx="1485408" cy="750527"/>
      </dsp:txXfrm>
    </dsp:sp>
    <dsp:sp modelId="{19DC8281-298B-46CE-9C64-4E167A57B791}">
      <dsp:nvSpPr>
        <dsp:cNvPr id="0" name=""/>
        <dsp:cNvSpPr/>
      </dsp:nvSpPr>
      <dsp:spPr>
        <a:xfrm>
          <a:off x="187568" y="1613482"/>
          <a:ext cx="1485408" cy="7505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187568" y="1613482"/>
        <a:ext cx="1485408" cy="750527"/>
      </dsp:txXfrm>
    </dsp:sp>
    <dsp:sp modelId="{419CCC35-CFB0-4BD0-8066-BE3FB843CEF1}">
      <dsp:nvSpPr>
        <dsp:cNvPr id="0" name=""/>
        <dsp:cNvSpPr/>
      </dsp:nvSpPr>
      <dsp:spPr>
        <a:xfrm>
          <a:off x="1997910" y="0"/>
          <a:ext cx="1856761" cy="2489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Week 2</a:t>
          </a:r>
          <a:endParaRPr lang="en-US" sz="3400" kern="1200" dirty="0"/>
        </a:p>
      </dsp:txBody>
      <dsp:txXfrm>
        <a:off x="1997910" y="0"/>
        <a:ext cx="1856761" cy="746760"/>
      </dsp:txXfrm>
    </dsp:sp>
    <dsp:sp modelId="{17F5EEC5-2205-45DB-AF4A-9324C118766A}">
      <dsp:nvSpPr>
        <dsp:cNvPr id="0" name=""/>
        <dsp:cNvSpPr/>
      </dsp:nvSpPr>
      <dsp:spPr>
        <a:xfrm>
          <a:off x="2183586" y="747489"/>
          <a:ext cx="1485408" cy="7505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2183586" y="747489"/>
        <a:ext cx="1485408" cy="750527"/>
      </dsp:txXfrm>
    </dsp:sp>
    <dsp:sp modelId="{10A256A9-CE1D-4439-8C95-251CE676D73F}">
      <dsp:nvSpPr>
        <dsp:cNvPr id="0" name=""/>
        <dsp:cNvSpPr/>
      </dsp:nvSpPr>
      <dsp:spPr>
        <a:xfrm>
          <a:off x="2183586" y="1613482"/>
          <a:ext cx="1485408" cy="7505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2183586" y="1613482"/>
        <a:ext cx="1485408" cy="750527"/>
      </dsp:txXfrm>
    </dsp:sp>
    <dsp:sp modelId="{8246343C-5198-48B3-84AA-2093BA224E81}">
      <dsp:nvSpPr>
        <dsp:cNvPr id="0" name=""/>
        <dsp:cNvSpPr/>
      </dsp:nvSpPr>
      <dsp:spPr>
        <a:xfrm>
          <a:off x="3993928" y="0"/>
          <a:ext cx="1856761" cy="2489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Week 3</a:t>
          </a:r>
          <a:endParaRPr lang="en-US" sz="3400" kern="1200" dirty="0"/>
        </a:p>
      </dsp:txBody>
      <dsp:txXfrm>
        <a:off x="3993928" y="0"/>
        <a:ext cx="1856761" cy="746760"/>
      </dsp:txXfrm>
    </dsp:sp>
    <dsp:sp modelId="{6B07ABFA-69DA-4840-B462-A1A5A7AA000A}">
      <dsp:nvSpPr>
        <dsp:cNvPr id="0" name=""/>
        <dsp:cNvSpPr/>
      </dsp:nvSpPr>
      <dsp:spPr>
        <a:xfrm>
          <a:off x="4179604" y="747489"/>
          <a:ext cx="1485408" cy="75052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4179604" y="747489"/>
        <a:ext cx="1485408" cy="750527"/>
      </dsp:txXfrm>
    </dsp:sp>
    <dsp:sp modelId="{DF4A2631-EFAA-4B91-A6AB-B4F4B31003E9}">
      <dsp:nvSpPr>
        <dsp:cNvPr id="0" name=""/>
        <dsp:cNvSpPr/>
      </dsp:nvSpPr>
      <dsp:spPr>
        <a:xfrm>
          <a:off x="4179604" y="1613482"/>
          <a:ext cx="1485408" cy="7505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4179604" y="1613482"/>
        <a:ext cx="1485408" cy="750527"/>
      </dsp:txXfrm>
    </dsp:sp>
    <dsp:sp modelId="{48851D02-9F02-4FA4-AB21-6915631FBBE6}">
      <dsp:nvSpPr>
        <dsp:cNvPr id="0" name=""/>
        <dsp:cNvSpPr/>
      </dsp:nvSpPr>
      <dsp:spPr>
        <a:xfrm>
          <a:off x="5989946" y="0"/>
          <a:ext cx="1856761" cy="2489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Week 4</a:t>
          </a:r>
          <a:endParaRPr lang="en-US" sz="3400" kern="1200" dirty="0"/>
        </a:p>
      </dsp:txBody>
      <dsp:txXfrm>
        <a:off x="5989946" y="0"/>
        <a:ext cx="1856761" cy="746760"/>
      </dsp:txXfrm>
    </dsp:sp>
    <dsp:sp modelId="{6B42CC01-71D2-469F-9531-1927FA7CDADF}">
      <dsp:nvSpPr>
        <dsp:cNvPr id="0" name=""/>
        <dsp:cNvSpPr/>
      </dsp:nvSpPr>
      <dsp:spPr>
        <a:xfrm>
          <a:off x="6175622" y="747489"/>
          <a:ext cx="1485408" cy="7505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6175622" y="747489"/>
        <a:ext cx="1485408" cy="750527"/>
      </dsp:txXfrm>
    </dsp:sp>
    <dsp:sp modelId="{BB05C373-9E76-47DE-8A44-65F0921C12CB}">
      <dsp:nvSpPr>
        <dsp:cNvPr id="0" name=""/>
        <dsp:cNvSpPr/>
      </dsp:nvSpPr>
      <dsp:spPr>
        <a:xfrm>
          <a:off x="6175622" y="1613482"/>
          <a:ext cx="1485408" cy="7505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6175622" y="1613482"/>
        <a:ext cx="1485408" cy="750527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F32E977-049A-4CA1-9199-35B353F58736}">
      <dsp:nvSpPr>
        <dsp:cNvPr id="0" name=""/>
        <dsp:cNvSpPr/>
      </dsp:nvSpPr>
      <dsp:spPr>
        <a:xfrm>
          <a:off x="1910" y="0"/>
          <a:ext cx="1874787" cy="1981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smtClean="0"/>
            <a:t>Week </a:t>
          </a:r>
          <a:r>
            <a:rPr lang="en-US" sz="2700" kern="1200" dirty="0" smtClean="0"/>
            <a:t>1</a:t>
          </a:r>
          <a:endParaRPr lang="en-US" sz="2700" kern="1200" dirty="0"/>
        </a:p>
      </dsp:txBody>
      <dsp:txXfrm>
        <a:off x="1910" y="0"/>
        <a:ext cx="1874787" cy="594360"/>
      </dsp:txXfrm>
    </dsp:sp>
    <dsp:sp modelId="{D2AB6A51-C1D8-4CEA-94C4-6E645253F9B3}">
      <dsp:nvSpPr>
        <dsp:cNvPr id="0" name=""/>
        <dsp:cNvSpPr/>
      </dsp:nvSpPr>
      <dsp:spPr>
        <a:xfrm>
          <a:off x="189389" y="594360"/>
          <a:ext cx="1499830" cy="12877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189389" y="594360"/>
        <a:ext cx="1499830" cy="1287780"/>
      </dsp:txXfrm>
    </dsp:sp>
    <dsp:sp modelId="{AC23F8F6-1775-4EC4-96AE-48BDB99786AF}">
      <dsp:nvSpPr>
        <dsp:cNvPr id="0" name=""/>
        <dsp:cNvSpPr/>
      </dsp:nvSpPr>
      <dsp:spPr>
        <a:xfrm>
          <a:off x="2017307" y="0"/>
          <a:ext cx="1874787" cy="1981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Week 2</a:t>
          </a:r>
          <a:endParaRPr lang="en-US" sz="2700" kern="1200" dirty="0"/>
        </a:p>
      </dsp:txBody>
      <dsp:txXfrm>
        <a:off x="2017307" y="0"/>
        <a:ext cx="1874787" cy="594360"/>
      </dsp:txXfrm>
    </dsp:sp>
    <dsp:sp modelId="{E81ACA0D-DEA2-4656-A733-8923B82227B5}">
      <dsp:nvSpPr>
        <dsp:cNvPr id="0" name=""/>
        <dsp:cNvSpPr/>
      </dsp:nvSpPr>
      <dsp:spPr>
        <a:xfrm>
          <a:off x="2204786" y="594360"/>
          <a:ext cx="1499830" cy="12877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2204786" y="594360"/>
        <a:ext cx="1499830" cy="1287780"/>
      </dsp:txXfrm>
    </dsp:sp>
    <dsp:sp modelId="{46837115-EB75-4D12-B36C-0CDCAC17F9C3}">
      <dsp:nvSpPr>
        <dsp:cNvPr id="0" name=""/>
        <dsp:cNvSpPr/>
      </dsp:nvSpPr>
      <dsp:spPr>
        <a:xfrm>
          <a:off x="4032704" y="0"/>
          <a:ext cx="1874787" cy="1981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Week 3</a:t>
          </a:r>
          <a:endParaRPr lang="en-US" sz="2700" kern="1200" dirty="0"/>
        </a:p>
      </dsp:txBody>
      <dsp:txXfrm>
        <a:off x="4032704" y="0"/>
        <a:ext cx="1874787" cy="594360"/>
      </dsp:txXfrm>
    </dsp:sp>
    <dsp:sp modelId="{2BEB50C4-2ED5-403E-BD19-8F356D4A5EDF}">
      <dsp:nvSpPr>
        <dsp:cNvPr id="0" name=""/>
        <dsp:cNvSpPr/>
      </dsp:nvSpPr>
      <dsp:spPr>
        <a:xfrm>
          <a:off x="4220183" y="594360"/>
          <a:ext cx="1499830" cy="12877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4220183" y="594360"/>
        <a:ext cx="1499830" cy="1287780"/>
      </dsp:txXfrm>
    </dsp:sp>
    <dsp:sp modelId="{E0B3A749-A705-49EB-B689-18170EC7B0BE}">
      <dsp:nvSpPr>
        <dsp:cNvPr id="0" name=""/>
        <dsp:cNvSpPr/>
      </dsp:nvSpPr>
      <dsp:spPr>
        <a:xfrm>
          <a:off x="6048101" y="0"/>
          <a:ext cx="1874787" cy="1981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Week 4</a:t>
          </a:r>
          <a:endParaRPr lang="en-US" sz="2700" kern="1200" dirty="0"/>
        </a:p>
      </dsp:txBody>
      <dsp:txXfrm>
        <a:off x="6048101" y="0"/>
        <a:ext cx="1874787" cy="594360"/>
      </dsp:txXfrm>
    </dsp:sp>
    <dsp:sp modelId="{E3D06676-9BFF-46EF-AAEB-E711C846A770}">
      <dsp:nvSpPr>
        <dsp:cNvPr id="0" name=""/>
        <dsp:cNvSpPr/>
      </dsp:nvSpPr>
      <dsp:spPr>
        <a:xfrm>
          <a:off x="6235580" y="594360"/>
          <a:ext cx="1499830" cy="12877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6235580" y="594360"/>
        <a:ext cx="1499830" cy="128778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2BD57AB-7983-4089-A394-B385C9A78F8D}">
      <dsp:nvSpPr>
        <dsp:cNvPr id="0" name=""/>
        <dsp:cNvSpPr/>
      </dsp:nvSpPr>
      <dsp:spPr>
        <a:xfrm>
          <a:off x="1892" y="0"/>
          <a:ext cx="1856761" cy="2489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Week 1</a:t>
          </a:r>
          <a:endParaRPr lang="en-US" sz="3400" kern="1200" dirty="0"/>
        </a:p>
      </dsp:txBody>
      <dsp:txXfrm>
        <a:off x="1892" y="0"/>
        <a:ext cx="1856761" cy="746760"/>
      </dsp:txXfrm>
    </dsp:sp>
    <dsp:sp modelId="{A77A151A-8A91-44F8-BFF3-D10CFB962783}">
      <dsp:nvSpPr>
        <dsp:cNvPr id="0" name=""/>
        <dsp:cNvSpPr/>
      </dsp:nvSpPr>
      <dsp:spPr>
        <a:xfrm>
          <a:off x="187568" y="746760"/>
          <a:ext cx="1485408" cy="16179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187568" y="746760"/>
        <a:ext cx="1485408" cy="1617980"/>
      </dsp:txXfrm>
    </dsp:sp>
    <dsp:sp modelId="{419CCC35-CFB0-4BD0-8066-BE3FB843CEF1}">
      <dsp:nvSpPr>
        <dsp:cNvPr id="0" name=""/>
        <dsp:cNvSpPr/>
      </dsp:nvSpPr>
      <dsp:spPr>
        <a:xfrm>
          <a:off x="1997910" y="0"/>
          <a:ext cx="1856761" cy="2489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Week 2</a:t>
          </a:r>
          <a:endParaRPr lang="en-US" sz="3400" kern="1200" dirty="0"/>
        </a:p>
      </dsp:txBody>
      <dsp:txXfrm>
        <a:off x="1997910" y="0"/>
        <a:ext cx="1856761" cy="746760"/>
      </dsp:txXfrm>
    </dsp:sp>
    <dsp:sp modelId="{17F5EEC5-2205-45DB-AF4A-9324C118766A}">
      <dsp:nvSpPr>
        <dsp:cNvPr id="0" name=""/>
        <dsp:cNvSpPr/>
      </dsp:nvSpPr>
      <dsp:spPr>
        <a:xfrm>
          <a:off x="2183586" y="746837"/>
          <a:ext cx="1485408" cy="105629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2183586" y="746837"/>
        <a:ext cx="1485408" cy="1056296"/>
      </dsp:txXfrm>
    </dsp:sp>
    <dsp:sp modelId="{10A256A9-CE1D-4439-8C95-251CE676D73F}">
      <dsp:nvSpPr>
        <dsp:cNvPr id="0" name=""/>
        <dsp:cNvSpPr/>
      </dsp:nvSpPr>
      <dsp:spPr>
        <a:xfrm>
          <a:off x="2183586" y="1878004"/>
          <a:ext cx="1485408" cy="4866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2183586" y="1878004"/>
        <a:ext cx="1485408" cy="486658"/>
      </dsp:txXfrm>
    </dsp:sp>
    <dsp:sp modelId="{8246343C-5198-48B3-84AA-2093BA224E81}">
      <dsp:nvSpPr>
        <dsp:cNvPr id="0" name=""/>
        <dsp:cNvSpPr/>
      </dsp:nvSpPr>
      <dsp:spPr>
        <a:xfrm>
          <a:off x="3993928" y="0"/>
          <a:ext cx="1856761" cy="2489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Week 3</a:t>
          </a:r>
          <a:endParaRPr lang="en-US" sz="3400" kern="1200" dirty="0"/>
        </a:p>
      </dsp:txBody>
      <dsp:txXfrm>
        <a:off x="3993928" y="0"/>
        <a:ext cx="1856761" cy="746760"/>
      </dsp:txXfrm>
    </dsp:sp>
    <dsp:sp modelId="{6B07ABFA-69DA-4840-B462-A1A5A7AA000A}">
      <dsp:nvSpPr>
        <dsp:cNvPr id="0" name=""/>
        <dsp:cNvSpPr/>
      </dsp:nvSpPr>
      <dsp:spPr>
        <a:xfrm>
          <a:off x="4179604" y="747489"/>
          <a:ext cx="1485408" cy="7505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4179604" y="747489"/>
        <a:ext cx="1485408" cy="750527"/>
      </dsp:txXfrm>
    </dsp:sp>
    <dsp:sp modelId="{DF4A2631-EFAA-4B91-A6AB-B4F4B31003E9}">
      <dsp:nvSpPr>
        <dsp:cNvPr id="0" name=""/>
        <dsp:cNvSpPr/>
      </dsp:nvSpPr>
      <dsp:spPr>
        <a:xfrm>
          <a:off x="4179604" y="1613482"/>
          <a:ext cx="1485408" cy="75052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4179604" y="1613482"/>
        <a:ext cx="1485408" cy="750527"/>
      </dsp:txXfrm>
    </dsp:sp>
    <dsp:sp modelId="{48851D02-9F02-4FA4-AB21-6915631FBBE6}">
      <dsp:nvSpPr>
        <dsp:cNvPr id="0" name=""/>
        <dsp:cNvSpPr/>
      </dsp:nvSpPr>
      <dsp:spPr>
        <a:xfrm>
          <a:off x="5989946" y="0"/>
          <a:ext cx="1856761" cy="2489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Week 4</a:t>
          </a:r>
          <a:endParaRPr lang="en-US" sz="3400" kern="1200" dirty="0"/>
        </a:p>
      </dsp:txBody>
      <dsp:txXfrm>
        <a:off x="5989946" y="0"/>
        <a:ext cx="1856761" cy="746760"/>
      </dsp:txXfrm>
    </dsp:sp>
    <dsp:sp modelId="{BB05C373-9E76-47DE-8A44-65F0921C12CB}">
      <dsp:nvSpPr>
        <dsp:cNvPr id="0" name=""/>
        <dsp:cNvSpPr/>
      </dsp:nvSpPr>
      <dsp:spPr>
        <a:xfrm>
          <a:off x="6175622" y="746760"/>
          <a:ext cx="1485408" cy="16179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6175622" y="746760"/>
        <a:ext cx="1485408" cy="161798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F32E977-049A-4CA1-9199-35B353F58736}">
      <dsp:nvSpPr>
        <dsp:cNvPr id="0" name=""/>
        <dsp:cNvSpPr/>
      </dsp:nvSpPr>
      <dsp:spPr>
        <a:xfrm>
          <a:off x="1910" y="0"/>
          <a:ext cx="1874787" cy="1981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Week 1</a:t>
          </a:r>
          <a:endParaRPr lang="en-US" sz="2700" kern="1200" dirty="0"/>
        </a:p>
      </dsp:txBody>
      <dsp:txXfrm>
        <a:off x="1910" y="0"/>
        <a:ext cx="1874787" cy="594360"/>
      </dsp:txXfrm>
    </dsp:sp>
    <dsp:sp modelId="{D2AB6A51-C1D8-4CEA-94C4-6E645253F9B3}">
      <dsp:nvSpPr>
        <dsp:cNvPr id="0" name=""/>
        <dsp:cNvSpPr/>
      </dsp:nvSpPr>
      <dsp:spPr>
        <a:xfrm>
          <a:off x="189389" y="594360"/>
          <a:ext cx="1499830" cy="12877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189389" y="594360"/>
        <a:ext cx="1499830" cy="1287780"/>
      </dsp:txXfrm>
    </dsp:sp>
    <dsp:sp modelId="{AC23F8F6-1775-4EC4-96AE-48BDB99786AF}">
      <dsp:nvSpPr>
        <dsp:cNvPr id="0" name=""/>
        <dsp:cNvSpPr/>
      </dsp:nvSpPr>
      <dsp:spPr>
        <a:xfrm>
          <a:off x="2017307" y="0"/>
          <a:ext cx="1874787" cy="1981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Week 2</a:t>
          </a:r>
          <a:endParaRPr lang="en-US" sz="2700" kern="1200" dirty="0"/>
        </a:p>
      </dsp:txBody>
      <dsp:txXfrm>
        <a:off x="2017307" y="0"/>
        <a:ext cx="1874787" cy="594360"/>
      </dsp:txXfrm>
    </dsp:sp>
    <dsp:sp modelId="{E81ACA0D-DEA2-4656-A733-8923B82227B5}">
      <dsp:nvSpPr>
        <dsp:cNvPr id="0" name=""/>
        <dsp:cNvSpPr/>
      </dsp:nvSpPr>
      <dsp:spPr>
        <a:xfrm>
          <a:off x="2204786" y="594360"/>
          <a:ext cx="1499830" cy="12877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Requirements</a:t>
          </a:r>
          <a:endParaRPr lang="en-US" sz="1800" kern="1200" dirty="0"/>
        </a:p>
      </dsp:txBody>
      <dsp:txXfrm>
        <a:off x="2204786" y="594360"/>
        <a:ext cx="1499830" cy="1287780"/>
      </dsp:txXfrm>
    </dsp:sp>
    <dsp:sp modelId="{46837115-EB75-4D12-B36C-0CDCAC17F9C3}">
      <dsp:nvSpPr>
        <dsp:cNvPr id="0" name=""/>
        <dsp:cNvSpPr/>
      </dsp:nvSpPr>
      <dsp:spPr>
        <a:xfrm>
          <a:off x="4032704" y="0"/>
          <a:ext cx="1874787" cy="1981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Week 3</a:t>
          </a:r>
          <a:endParaRPr lang="en-US" sz="2700" kern="1200" dirty="0"/>
        </a:p>
      </dsp:txBody>
      <dsp:txXfrm>
        <a:off x="4032704" y="0"/>
        <a:ext cx="1874787" cy="594360"/>
      </dsp:txXfrm>
    </dsp:sp>
    <dsp:sp modelId="{2BEB50C4-2ED5-403E-BD19-8F356D4A5EDF}">
      <dsp:nvSpPr>
        <dsp:cNvPr id="0" name=""/>
        <dsp:cNvSpPr/>
      </dsp:nvSpPr>
      <dsp:spPr>
        <a:xfrm>
          <a:off x="4220183" y="594360"/>
          <a:ext cx="1499830" cy="12877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4220183" y="594360"/>
        <a:ext cx="1499830" cy="1287780"/>
      </dsp:txXfrm>
    </dsp:sp>
    <dsp:sp modelId="{E0B3A749-A705-49EB-B689-18170EC7B0BE}">
      <dsp:nvSpPr>
        <dsp:cNvPr id="0" name=""/>
        <dsp:cNvSpPr/>
      </dsp:nvSpPr>
      <dsp:spPr>
        <a:xfrm>
          <a:off x="6048101" y="0"/>
          <a:ext cx="1874787" cy="1981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Week 4</a:t>
          </a:r>
          <a:endParaRPr lang="en-US" sz="2700" kern="1200" dirty="0"/>
        </a:p>
      </dsp:txBody>
      <dsp:txXfrm>
        <a:off x="6048101" y="0"/>
        <a:ext cx="1874787" cy="594360"/>
      </dsp:txXfrm>
    </dsp:sp>
    <dsp:sp modelId="{E3D06676-9BFF-46EF-AAEB-E711C846A770}">
      <dsp:nvSpPr>
        <dsp:cNvPr id="0" name=""/>
        <dsp:cNvSpPr/>
      </dsp:nvSpPr>
      <dsp:spPr>
        <a:xfrm>
          <a:off x="6235580" y="594360"/>
          <a:ext cx="1499830" cy="12877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Solutions</a:t>
          </a:r>
          <a:endParaRPr lang="en-US" sz="1800" kern="1200" dirty="0"/>
        </a:p>
      </dsp:txBody>
      <dsp:txXfrm>
        <a:off x="6235580" y="594360"/>
        <a:ext cx="1499830" cy="12877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1E422-FB89-4775-A8B2-5B125B77E1CF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D7B66-6963-4741-9F0A-D150F05301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E95B1-5ED0-4005-B293-784E4C93134E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E95B1-5ED0-4005-B293-784E4C93134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PMO is usually a centralized organizational unit that oversees the management of projects and programs</a:t>
            </a:r>
          </a:p>
          <a:p>
            <a:r>
              <a:rPr lang="en-US" dirty="0" smtClean="0"/>
              <a:t>throughout the organization. </a:t>
            </a:r>
          </a:p>
          <a:p>
            <a:r>
              <a:rPr lang="en-US" dirty="0" smtClean="0"/>
              <a:t>The most common reason a company starts a project management office is to establish and maintain procedures and standards for project management methodologies.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E95B1-5ED0-4005-B293-784E4C93134E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Software Project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5257800" cy="40385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is software project management.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software project management.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select PMI </a:t>
            </a:r>
            <a:r>
              <a:rPr lang="en-US" sz="2400" i="1" dirty="0" smtClean="0">
                <a:solidFill>
                  <a:srgbClr val="C00000"/>
                </a:solidFill>
              </a:rPr>
              <a:t>tools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techniques</a:t>
            </a:r>
            <a:r>
              <a:rPr lang="en-US" sz="2400" dirty="0" smtClean="0"/>
              <a:t> for software project management.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select software project management </a:t>
            </a:r>
            <a:r>
              <a:rPr lang="en-US" sz="2400" i="1" dirty="0" smtClean="0">
                <a:solidFill>
                  <a:srgbClr val="C00000"/>
                </a:solidFill>
              </a:rPr>
              <a:t>approach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management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manager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PMI methodology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management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648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Project Management Institute (2017). A Guide to the Project Management Body of Knowledge. 6th Edition.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Kim </a:t>
            </a:r>
            <a:r>
              <a:rPr lang="en-US" sz="1800" dirty="0" err="1" smtClean="0"/>
              <a:t>Heldman</a:t>
            </a:r>
            <a:r>
              <a:rPr lang="en-US" sz="1800" dirty="0" smtClean="0"/>
              <a:t> (2018). PMP Project Management Professional Study Guide. </a:t>
            </a:r>
            <a:r>
              <a:rPr lang="en-US" sz="1800" dirty="0" err="1" smtClean="0"/>
              <a:t>Sybex</a:t>
            </a:r>
            <a:r>
              <a:rPr lang="en-US" sz="18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err="1" smtClean="0"/>
              <a:t>Murali</a:t>
            </a:r>
            <a:r>
              <a:rPr lang="en-US" sz="1800" dirty="0" smtClean="0"/>
              <a:t> K. </a:t>
            </a:r>
            <a:r>
              <a:rPr lang="en-US" sz="1800" dirty="0" err="1" smtClean="0"/>
              <a:t>Chemuturi</a:t>
            </a:r>
            <a:r>
              <a:rPr lang="en-US" sz="1800" dirty="0" smtClean="0"/>
              <a:t> and Thomas M. </a:t>
            </a:r>
            <a:r>
              <a:rPr lang="en-US" sz="1800" dirty="0" err="1" smtClean="0"/>
              <a:t>Cagley</a:t>
            </a:r>
            <a:r>
              <a:rPr lang="en-US" sz="1800" dirty="0" smtClean="0"/>
              <a:t> Jr. (2010). Mastering Software Project Management - Best Practices, Tools and Techniques. J. Ross Publishing.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Kathy </a:t>
            </a:r>
            <a:r>
              <a:rPr lang="en-US" sz="1800" dirty="0" err="1" smtClean="0"/>
              <a:t>Schwalbe</a:t>
            </a:r>
            <a:r>
              <a:rPr lang="en-US" sz="1800" dirty="0" smtClean="0"/>
              <a:t> (2017). An Introduction to Project Management. 6th Edition.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Scott </a:t>
            </a:r>
            <a:r>
              <a:rPr lang="en-US" sz="1800" dirty="0" err="1" smtClean="0"/>
              <a:t>Berkun</a:t>
            </a:r>
            <a:r>
              <a:rPr lang="en-US" sz="1800" dirty="0" smtClean="0"/>
              <a:t> (2008). Making Things Happen: Mastering Project Management.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Roger S. Pressman (2010). Software Engineering: A Practitioner's Approach.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Do We Really Need Project Management?</a:t>
            </a:r>
            <a:endParaRPr lang="en-US" sz="3600" dirty="0"/>
          </a:p>
        </p:txBody>
      </p:sp>
      <p:pic>
        <p:nvPicPr>
          <p:cNvPr id="6451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797050"/>
            <a:ext cx="6383020" cy="4222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267200"/>
            <a:ext cx="28575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Have to Ensure That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2133600"/>
          </a:xfrm>
        </p:spPr>
        <p:txBody>
          <a:bodyPr/>
          <a:lstStyle/>
          <a:p>
            <a:r>
              <a:rPr lang="en-US" sz="2800" dirty="0" smtClean="0"/>
              <a:t>Projects will be </a:t>
            </a:r>
            <a:r>
              <a:rPr lang="en-US" sz="2800" i="1" dirty="0" smtClean="0">
                <a:solidFill>
                  <a:srgbClr val="C00000"/>
                </a:solidFill>
              </a:rPr>
              <a:t>within cost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Projects will be delivered </a:t>
            </a:r>
            <a:r>
              <a:rPr lang="en-US" sz="2800" i="1" dirty="0" smtClean="0">
                <a:solidFill>
                  <a:srgbClr val="C00000"/>
                </a:solidFill>
              </a:rPr>
              <a:t>on time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Projects will be </a:t>
            </a:r>
            <a:r>
              <a:rPr lang="en-US" sz="2800" i="1" dirty="0" smtClean="0">
                <a:solidFill>
                  <a:srgbClr val="C00000"/>
                </a:solidFill>
              </a:rPr>
              <a:t>within scope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Projects will meet customer </a:t>
            </a:r>
            <a:r>
              <a:rPr lang="en-US" sz="2800" i="1" dirty="0" smtClean="0">
                <a:solidFill>
                  <a:srgbClr val="C00000"/>
                </a:solidFill>
              </a:rPr>
              <a:t>quality requirements</a:t>
            </a:r>
            <a:r>
              <a:rPr lang="en-US" sz="2800" dirty="0" smtClean="0"/>
              <a:t>.</a:t>
            </a:r>
          </a:p>
        </p:txBody>
      </p:sp>
      <p:pic>
        <p:nvPicPr>
          <p:cNvPr id="5" name="Picture 4" descr="https://qph.ec.quoracdn.net/main-custom-t-7249-600x315-lusxrkycuejsfvmmkfygfxnqzfvkqcvy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143375"/>
            <a:ext cx="3429000" cy="18002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447800"/>
            <a:ext cx="8305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Project management</a:t>
            </a:r>
            <a:r>
              <a:rPr lang="en-US" sz="2800" dirty="0" smtClean="0">
                <a:latin typeface="+mj-lt"/>
              </a:rPr>
              <a:t> is the </a:t>
            </a:r>
            <a:r>
              <a:rPr lang="en-US" sz="2800" u="sng" dirty="0" smtClean="0">
                <a:latin typeface="+mj-lt"/>
              </a:rPr>
              <a:t>application</a:t>
            </a:r>
            <a:r>
              <a:rPr lang="en-US" sz="2800" dirty="0" smtClean="0">
                <a:latin typeface="+mj-lt"/>
              </a:rPr>
              <a:t> of </a:t>
            </a:r>
            <a:r>
              <a:rPr lang="en-US" sz="2800" u="sng" dirty="0" smtClean="0">
                <a:latin typeface="+mj-lt"/>
              </a:rPr>
              <a:t>knowledge</a:t>
            </a:r>
            <a:r>
              <a:rPr lang="en-US" sz="2800" dirty="0" smtClean="0">
                <a:latin typeface="+mj-lt"/>
              </a:rPr>
              <a:t>, </a:t>
            </a:r>
            <a:r>
              <a:rPr lang="en-US" sz="2800" u="sng" dirty="0" smtClean="0">
                <a:latin typeface="+mj-lt"/>
              </a:rPr>
              <a:t>skills</a:t>
            </a:r>
            <a:r>
              <a:rPr lang="en-US" sz="2800" dirty="0" smtClean="0">
                <a:latin typeface="+mj-lt"/>
              </a:rPr>
              <a:t>, </a:t>
            </a:r>
            <a:r>
              <a:rPr lang="en-US" sz="2800" u="sng" dirty="0" smtClean="0">
                <a:latin typeface="+mj-lt"/>
              </a:rPr>
              <a:t>tools</a:t>
            </a:r>
            <a:r>
              <a:rPr lang="en-US" sz="2800" dirty="0" smtClean="0">
                <a:latin typeface="+mj-lt"/>
              </a:rPr>
              <a:t>, and </a:t>
            </a:r>
            <a:r>
              <a:rPr lang="en-US" sz="2800" u="sng" dirty="0" smtClean="0">
                <a:latin typeface="+mj-lt"/>
              </a:rPr>
              <a:t>techniques</a:t>
            </a:r>
            <a:r>
              <a:rPr lang="en-US" sz="2800" dirty="0" smtClean="0">
                <a:latin typeface="+mj-lt"/>
              </a:rPr>
              <a:t> to project </a:t>
            </a:r>
            <a:r>
              <a:rPr lang="en-US" sz="2800" u="sng" dirty="0" smtClean="0">
                <a:latin typeface="+mj-lt"/>
              </a:rPr>
              <a:t>activities</a:t>
            </a:r>
            <a:r>
              <a:rPr lang="en-US" sz="2800" dirty="0" smtClean="0">
                <a:latin typeface="+mj-lt"/>
              </a:rPr>
              <a:t> to meet the project </a:t>
            </a:r>
            <a:r>
              <a:rPr lang="en-US" sz="2800" u="sng" dirty="0" smtClean="0">
                <a:latin typeface="+mj-lt"/>
              </a:rPr>
              <a:t>requirements</a:t>
            </a:r>
            <a:r>
              <a:rPr lang="en-US" sz="2800" dirty="0" smtClean="0">
                <a:latin typeface="+mj-lt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Management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1125" y="3136900"/>
            <a:ext cx="3840163" cy="326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Oval 8"/>
          <p:cNvSpPr/>
          <p:nvPr/>
        </p:nvSpPr>
        <p:spPr>
          <a:xfrm>
            <a:off x="4191000" y="3733800"/>
            <a:ext cx="1295400" cy="990600"/>
          </a:xfrm>
          <a:prstGeom prst="ellipse">
            <a:avLst/>
          </a:prstGeom>
          <a:solidFill>
            <a:schemeClr val="accent2">
              <a:alpha val="5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410200" y="2362200"/>
            <a:ext cx="1447800" cy="1752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48000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Project management</a:t>
            </a:r>
            <a:r>
              <a:rPr lang="en-US" sz="2200" dirty="0" smtClean="0"/>
              <a:t> is a process that includes </a:t>
            </a:r>
            <a:r>
              <a:rPr lang="en-US" sz="2200" u="sng" dirty="0" smtClean="0"/>
              <a:t>planning</a:t>
            </a:r>
            <a:r>
              <a:rPr lang="en-US" sz="2200" dirty="0" smtClean="0"/>
              <a:t>, putting the project plan into </a:t>
            </a:r>
            <a:r>
              <a:rPr lang="en-US" sz="2200" u="sng" dirty="0" smtClean="0"/>
              <a:t>action</a:t>
            </a:r>
            <a:r>
              <a:rPr lang="en-US" sz="2200" dirty="0" smtClean="0"/>
              <a:t>, and </a:t>
            </a:r>
            <a:r>
              <a:rPr lang="en-US" sz="2200" u="sng" dirty="0" smtClean="0"/>
              <a:t>measuring progress</a:t>
            </a:r>
            <a:r>
              <a:rPr lang="en-US" sz="2200" dirty="0" smtClean="0"/>
              <a:t> and performance.</a:t>
            </a:r>
          </a:p>
          <a:p>
            <a:r>
              <a:rPr lang="en-US" sz="2200" dirty="0" smtClean="0"/>
              <a:t>It involves establishing project objectives, identifying the project </a:t>
            </a:r>
            <a:r>
              <a:rPr lang="en-US" sz="2200" i="1" dirty="0" smtClean="0">
                <a:solidFill>
                  <a:srgbClr val="C00000"/>
                </a:solidFill>
              </a:rPr>
              <a:t>requirements</a:t>
            </a:r>
            <a:r>
              <a:rPr lang="en-US" sz="2200" dirty="0" smtClean="0"/>
              <a:t>, balancing constraints, and taking the needs and expectations of the key stakeholders into consideration.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Planning</a:t>
            </a:r>
            <a:r>
              <a:rPr lang="en-US" sz="2200" dirty="0" smtClean="0"/>
              <a:t> is one of the </a:t>
            </a:r>
            <a:r>
              <a:rPr lang="en-US" sz="2200" u="sng" dirty="0" smtClean="0"/>
              <a:t>most important</a:t>
            </a:r>
            <a:r>
              <a:rPr lang="en-US" sz="2200" dirty="0" smtClean="0"/>
              <a:t> functions you'll perform during the course of a project. It sets </a:t>
            </a:r>
            <a:r>
              <a:rPr lang="en-US" sz="2200" i="1" dirty="0" smtClean="0">
                <a:solidFill>
                  <a:srgbClr val="C00000"/>
                </a:solidFill>
              </a:rPr>
              <a:t>the standard</a:t>
            </a:r>
            <a:r>
              <a:rPr lang="en-US" sz="2200" dirty="0" smtClean="0"/>
              <a:t> for the rest of the project's life and is used to track future project performance.</a:t>
            </a:r>
          </a:p>
        </p:txBody>
      </p:sp>
      <p:pic>
        <p:nvPicPr>
          <p:cNvPr id="4" name="Picture 2" descr="https://image.slidesharecdn.com/theartofprojectmanagement-170322082428/95/the-art-of-project-management-3-638.jpg?cb=149017128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4800600"/>
            <a:ext cx="2430780" cy="13677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Software Project Management Hard?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primary output is </a:t>
            </a:r>
            <a:r>
              <a:rPr lang="en-US" sz="2000" u="sng" dirty="0" smtClean="0"/>
              <a:t>not</a:t>
            </a:r>
            <a:r>
              <a:rPr lang="en-US" sz="2000" dirty="0" smtClean="0"/>
              <a:t> </a:t>
            </a:r>
            <a:r>
              <a:rPr lang="en-US" sz="2000" i="1" dirty="0" smtClean="0">
                <a:solidFill>
                  <a:srgbClr val="C00000"/>
                </a:solidFill>
              </a:rPr>
              <a:t>physical</a:t>
            </a:r>
            <a:r>
              <a:rPr lang="en-US" sz="2000" dirty="0" smtClean="0"/>
              <a:t>. Almost everything is inside a computer.</a:t>
            </a:r>
          </a:p>
          <a:p>
            <a:r>
              <a:rPr lang="en-US" sz="2000" dirty="0" smtClean="0"/>
              <a:t>Despite significant progress in software engineering tools and diagramming techniques, they do </a:t>
            </a:r>
            <a:r>
              <a:rPr lang="en-US" sz="2000" u="sng" dirty="0" smtClean="0"/>
              <a:t>not</a:t>
            </a:r>
            <a:r>
              <a:rPr lang="en-US" sz="2000" dirty="0" smtClean="0"/>
              <a:t> rise to the level of </a:t>
            </a:r>
            <a:r>
              <a:rPr lang="en-US" sz="2000" i="1" dirty="0" smtClean="0">
                <a:solidFill>
                  <a:srgbClr val="C00000"/>
                </a:solidFill>
              </a:rPr>
              <a:t>precision of the engineering drawings</a:t>
            </a:r>
            <a:r>
              <a:rPr lang="en-US" sz="2000" dirty="0" smtClean="0"/>
              <a:t> used in other engineering disciplines.</a:t>
            </a:r>
          </a:p>
          <a:p>
            <a:r>
              <a:rPr lang="en-US" sz="2000" dirty="0" smtClean="0"/>
              <a:t>Professional associations in software development and standards organizations have </a:t>
            </a:r>
            <a:r>
              <a:rPr lang="en-US" sz="2000" u="sng" dirty="0" smtClean="0"/>
              <a:t>not</a:t>
            </a:r>
            <a:r>
              <a:rPr lang="en-US" sz="2000" dirty="0" smtClean="0"/>
              <a:t> defined </a:t>
            </a:r>
            <a:r>
              <a:rPr lang="en-US" sz="2000" i="1" dirty="0" smtClean="0">
                <a:solidFill>
                  <a:srgbClr val="C00000"/>
                </a:solidFill>
              </a:rPr>
              <a:t>standards or practices</a:t>
            </a:r>
            <a:r>
              <a:rPr lang="en-US" sz="2000" dirty="0" smtClean="0"/>
              <a:t> for developing software as has occurred in other engineering practices.</a:t>
            </a:r>
          </a:p>
          <a:p>
            <a:r>
              <a:rPr lang="en-US" sz="2000" dirty="0" smtClean="0"/>
              <a:t>Although significant improvements in software development methodologies have been made, these methodologies are still largely </a:t>
            </a:r>
            <a:r>
              <a:rPr lang="en-US" sz="2000" u="sng" dirty="0" smtClean="0"/>
              <a:t>dependent on</a:t>
            </a:r>
            <a:r>
              <a:rPr lang="en-US" sz="2000" dirty="0" smtClean="0"/>
              <a:t> </a:t>
            </a:r>
            <a:r>
              <a:rPr lang="en-US" sz="2000" i="1" dirty="0" smtClean="0">
                <a:solidFill>
                  <a:srgbClr val="C00000"/>
                </a:solidFill>
              </a:rPr>
              <a:t>human beings</a:t>
            </a:r>
            <a:r>
              <a:rPr lang="en-US" sz="2000" dirty="0" smtClean="0"/>
              <a:t> for productivity and quality.</a:t>
            </a:r>
            <a:endParaRPr lang="en-US" sz="2000" dirty="0"/>
          </a:p>
        </p:txBody>
      </p:sp>
      <p:pic>
        <p:nvPicPr>
          <p:cNvPr id="2050" name="Picture 2" descr="Image result for Management is H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5105400"/>
            <a:ext cx="2438400" cy="137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Art of Project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Different situations</a:t>
            </a:r>
            <a:r>
              <a:rPr lang="en-US" sz="2400" dirty="0" smtClean="0"/>
              <a:t> require </a:t>
            </a:r>
            <a:r>
              <a:rPr lang="en-US" sz="2400" u="sng" dirty="0" smtClean="0"/>
              <a:t>different behavior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contributes to the idea of project management as an art: it requires </a:t>
            </a:r>
            <a:r>
              <a:rPr lang="en-US" sz="2400" i="1" dirty="0" smtClean="0">
                <a:solidFill>
                  <a:srgbClr val="C00000"/>
                </a:solidFill>
              </a:rPr>
              <a:t>intuition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judgment</a:t>
            </a:r>
            <a:r>
              <a:rPr lang="en-US" sz="2400" dirty="0" smtClean="0"/>
              <a:t>, and </a:t>
            </a:r>
            <a:r>
              <a:rPr lang="en-US" sz="2400" i="1" dirty="0" smtClean="0">
                <a:solidFill>
                  <a:srgbClr val="C00000"/>
                </a:solidFill>
              </a:rPr>
              <a:t>experience</a:t>
            </a:r>
            <a:r>
              <a:rPr lang="en-US" sz="2400" dirty="0" smtClean="0"/>
              <a:t> to use these forces effectively.</a:t>
            </a:r>
          </a:p>
          <a:p>
            <a:r>
              <a:rPr lang="en-US" sz="2400" dirty="0" smtClean="0"/>
              <a:t>Paradoxes</a:t>
            </a:r>
          </a:p>
          <a:p>
            <a:pPr lvl="1"/>
            <a:r>
              <a:rPr lang="en-US" sz="1800" dirty="0" smtClean="0"/>
              <a:t>Ego/no-ego</a:t>
            </a:r>
          </a:p>
          <a:p>
            <a:pPr lvl="1"/>
            <a:r>
              <a:rPr lang="en-US" sz="1800" dirty="0" smtClean="0"/>
              <a:t>Autocrat/delegator</a:t>
            </a:r>
          </a:p>
          <a:p>
            <a:pPr lvl="1"/>
            <a:r>
              <a:rPr lang="en-US" sz="1800" dirty="0" smtClean="0"/>
              <a:t>Tolerate ambiguity/pursue perfection</a:t>
            </a:r>
          </a:p>
          <a:p>
            <a:pPr lvl="1"/>
            <a:r>
              <a:rPr lang="en-US" sz="1800" dirty="0" smtClean="0"/>
              <a:t>Oral/written</a:t>
            </a:r>
          </a:p>
          <a:p>
            <a:pPr lvl="1"/>
            <a:r>
              <a:rPr lang="en-US" sz="1800" dirty="0" smtClean="0"/>
              <a:t>Acknowledge complexity/champion simplicity</a:t>
            </a:r>
          </a:p>
          <a:p>
            <a:pPr lvl="1"/>
            <a:r>
              <a:rPr lang="en-US" sz="1800" dirty="0" smtClean="0"/>
              <a:t>Impatient/patient</a:t>
            </a:r>
          </a:p>
          <a:p>
            <a:pPr lvl="1"/>
            <a:r>
              <a:rPr lang="en-US" sz="1800" dirty="0" smtClean="0"/>
              <a:t>Courage/fear</a:t>
            </a:r>
          </a:p>
          <a:p>
            <a:pPr lvl="1"/>
            <a:r>
              <a:rPr lang="en-US" sz="1800" dirty="0" smtClean="0"/>
              <a:t>Believer/skeptic</a:t>
            </a:r>
            <a:endParaRPr lang="en-US" sz="1800" dirty="0"/>
          </a:p>
        </p:txBody>
      </p:sp>
      <p:pic>
        <p:nvPicPr>
          <p:cNvPr id="1026" name="Picture 2" descr="https://upload.wikimedia.org/wikipedia/commons/4/46/Alfred_Stevens_-_The_Painter_and_His_Model_-_Walters_3732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3200400"/>
            <a:ext cx="2609698" cy="329001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People Involving in Project Management</a:t>
            </a:r>
            <a:endParaRPr lang="en-US" sz="3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71625"/>
            <a:ext cx="25050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1504950"/>
            <a:ext cx="42291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97923" y="3531513"/>
            <a:ext cx="23107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Project manager 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67200" y="433447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Programmer, designer, business analyst, architect, tester, or other member of a software team</a:t>
            </a:r>
            <a:endParaRPr lang="en-US" sz="2400" dirty="0">
              <a:latin typeface="+mj-lt"/>
            </a:endParaRPr>
          </a:p>
        </p:txBody>
      </p:sp>
      <p:pic>
        <p:nvPicPr>
          <p:cNvPr id="1026" name="Picture 2" descr="http://t2.gstatic.com/images?q=tbn:ANd9GcRUlE557HRrzMdW9yQAXw32QkpvlsE9C0Q2DokM6_eP3uArxN4&amp;t=1&amp;usg=__xr7rI8MGo7IjE_gj_KxIZDIqYE4=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4076700"/>
            <a:ext cx="1733550" cy="262890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2971800" y="571500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>
                <a:latin typeface="+mj-lt"/>
              </a:rPr>
              <a:t>Researcher, consultant or quality assurance manager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Project Management? [4]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362200" y="1676400"/>
            <a:ext cx="61722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 managemen</a:t>
            </a:r>
            <a:r>
              <a:rPr kumimoji="0" lang="en-US" sz="2400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 reduces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risks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US" sz="2400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increases the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chance of success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good project management discipline will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eliminate all risks, issues and surprises but it will provide </a:t>
            </a:r>
            <a:r>
              <a:rPr kumimoji="0" lang="en-US" sz="2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standard processes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US" sz="2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deal with them.</a:t>
            </a:r>
          </a:p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 smtClean="0">
                <a:latin typeface="+mn-lt"/>
              </a:rPr>
              <a:t>How can you avoid the problems that occur when you meet scope, time, and cost goals, but </a:t>
            </a:r>
            <a:r>
              <a:rPr lang="en-US" sz="2400" i="1" dirty="0" smtClean="0">
                <a:solidFill>
                  <a:srgbClr val="C00000"/>
                </a:solidFill>
                <a:latin typeface="+mn-lt"/>
              </a:rPr>
              <a:t>lose sight of customer satisfaction</a:t>
            </a:r>
            <a:r>
              <a:rPr lang="en-US" sz="2400" dirty="0" smtClean="0">
                <a:latin typeface="+mn-lt"/>
              </a:rPr>
              <a:t>?</a:t>
            </a:r>
          </a:p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 smtClean="0">
                <a:latin typeface="+mn-lt"/>
              </a:rPr>
              <a:t>The answer is </a:t>
            </a:r>
            <a:r>
              <a:rPr lang="en-US" sz="2400" i="1" dirty="0" smtClean="0">
                <a:solidFill>
                  <a:srgbClr val="C00000"/>
                </a:solidFill>
                <a:latin typeface="+mn-lt"/>
              </a:rPr>
              <a:t>good project management</a:t>
            </a:r>
            <a:r>
              <a:rPr lang="en-US" sz="2400" dirty="0" smtClean="0">
                <a:latin typeface="+mn-lt"/>
              </a:rPr>
              <a:t>, which includes more than meeting project constraints.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386" name="Picture 2" descr="https://www.billpro.com/wp-content/uploads/2015/05/risk-management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895599"/>
            <a:ext cx="1981962" cy="19773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Do We Really Need a Project Manager?</a:t>
            </a:r>
            <a:endParaRPr lang="en-US" sz="3800" dirty="0"/>
          </a:p>
        </p:txBody>
      </p:sp>
      <p:pic>
        <p:nvPicPr>
          <p:cNvPr id="1026" name="Picture 2" descr="https://cdn.technologyadvice.com/wp-content/uploads/2014/11/are-project-managers-irrelevant-0-01-700x40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2225040"/>
            <a:ext cx="5334000" cy="31089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Software Project Manager Hiring</a:t>
            </a:r>
            <a:endParaRPr lang="en-US" dirty="0">
              <a:latin typeface="+mn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3622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1371600"/>
            <a:ext cx="5943600" cy="5257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i="1" dirty="0" smtClean="0">
                <a:solidFill>
                  <a:srgbClr val="C00000"/>
                </a:solidFill>
              </a:rPr>
              <a:t>Language</a:t>
            </a:r>
            <a:r>
              <a:rPr lang="en-US" sz="2200" dirty="0" smtClean="0"/>
              <a:t>: Excellent in English (4 skills).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/>
              <a:t>Have </a:t>
            </a:r>
            <a:r>
              <a:rPr lang="en-US" sz="2200" i="1" dirty="0" smtClean="0">
                <a:solidFill>
                  <a:srgbClr val="C00000"/>
                </a:solidFill>
              </a:rPr>
              <a:t>experience</a:t>
            </a:r>
            <a:r>
              <a:rPr lang="en-US" sz="2200" dirty="0" smtClean="0"/>
              <a:t> in Web </a:t>
            </a:r>
            <a:r>
              <a:rPr lang="en-US" sz="2200" u="sng" dirty="0" smtClean="0"/>
              <a:t>development</a:t>
            </a:r>
            <a:r>
              <a:rPr lang="en-US" sz="2200" dirty="0" smtClean="0"/>
              <a:t> and some </a:t>
            </a:r>
            <a:r>
              <a:rPr lang="en-US" sz="2200" u="sng" dirty="0" smtClean="0"/>
              <a:t>technologies</a:t>
            </a:r>
            <a:r>
              <a:rPr lang="en-US" sz="2200" dirty="0" smtClean="0"/>
              <a:t> (.NET or PHP or JAVA).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/>
              <a:t>Strong knowledge in </a:t>
            </a:r>
            <a:r>
              <a:rPr lang="en-US" sz="2200" i="1" dirty="0" smtClean="0">
                <a:solidFill>
                  <a:srgbClr val="C00000"/>
                </a:solidFill>
              </a:rPr>
              <a:t>software engineering process</a:t>
            </a:r>
            <a:r>
              <a:rPr lang="en-US" sz="2200" dirty="0" smtClean="0"/>
              <a:t> (such as Agile, XP, and/or </a:t>
            </a:r>
            <a:r>
              <a:rPr lang="en-US" sz="2200" dirty="0" err="1" smtClean="0"/>
              <a:t>CMMi</a:t>
            </a:r>
            <a:r>
              <a:rPr lang="en-US" sz="2200" dirty="0" smtClean="0"/>
              <a:t>) and tools (</a:t>
            </a:r>
            <a:r>
              <a:rPr lang="en-US" sz="2200" dirty="0" err="1" smtClean="0"/>
              <a:t>Jira</a:t>
            </a:r>
            <a:r>
              <a:rPr lang="en-US" sz="2200" dirty="0" smtClean="0"/>
              <a:t>, MS project).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/>
              <a:t>Strong and confident in problem solving, </a:t>
            </a:r>
            <a:r>
              <a:rPr lang="en-US" sz="2200" i="1" dirty="0" smtClean="0">
                <a:solidFill>
                  <a:srgbClr val="C00000"/>
                </a:solidFill>
              </a:rPr>
              <a:t>conflict resolution</a:t>
            </a:r>
            <a:r>
              <a:rPr lang="en-US" sz="2200" dirty="0" smtClean="0"/>
              <a:t>, negotiation and </a:t>
            </a:r>
            <a:r>
              <a:rPr lang="en-US" sz="2200" i="1" dirty="0" smtClean="0">
                <a:solidFill>
                  <a:srgbClr val="C00000"/>
                </a:solidFill>
              </a:rPr>
              <a:t>customer management</a:t>
            </a:r>
            <a:r>
              <a:rPr lang="en-US" sz="2200" dirty="0" smtClean="0"/>
              <a:t> skills.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/>
              <a:t>Personality: Dedicated, confident, </a:t>
            </a:r>
            <a:r>
              <a:rPr lang="en-US" sz="2200" i="1" dirty="0" smtClean="0">
                <a:solidFill>
                  <a:srgbClr val="C00000"/>
                </a:solidFill>
              </a:rPr>
              <a:t>business-minded</a:t>
            </a:r>
            <a:r>
              <a:rPr lang="en-US" sz="2200" dirty="0" smtClean="0"/>
              <a:t>, pro-active, self-organized, hard-working.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Manager's Responsibilities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2971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Define the </a:t>
            </a:r>
            <a:r>
              <a:rPr lang="en-US" sz="2000" i="1" dirty="0" smtClean="0">
                <a:solidFill>
                  <a:srgbClr val="C00000"/>
                </a:solidFill>
              </a:rPr>
              <a:t>scope</a:t>
            </a:r>
            <a:r>
              <a:rPr lang="en-US" sz="2000" dirty="0" smtClean="0"/>
              <a:t> and analyze the  </a:t>
            </a:r>
            <a:r>
              <a:rPr lang="en-US" sz="2000" i="1" dirty="0" smtClean="0">
                <a:solidFill>
                  <a:srgbClr val="C00000"/>
                </a:solidFill>
              </a:rPr>
              <a:t>feasibility</a:t>
            </a:r>
            <a:r>
              <a:rPr lang="en-US" sz="2000" dirty="0" smtClean="0"/>
              <a:t> of your project.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Estimate the </a:t>
            </a:r>
            <a:r>
              <a:rPr lang="en-US" sz="2000" i="1" dirty="0" smtClean="0">
                <a:solidFill>
                  <a:srgbClr val="C00000"/>
                </a:solidFill>
              </a:rPr>
              <a:t>effort</a:t>
            </a:r>
            <a:r>
              <a:rPr lang="en-US" sz="2000" dirty="0" smtClean="0"/>
              <a:t> required to do the work and </a:t>
            </a:r>
            <a:r>
              <a:rPr lang="en-US" sz="2000" i="1" dirty="0" smtClean="0">
                <a:solidFill>
                  <a:srgbClr val="C00000"/>
                </a:solidFill>
              </a:rPr>
              <a:t>schedule</a:t>
            </a:r>
            <a:r>
              <a:rPr lang="en-US" sz="2000" dirty="0" smtClean="0"/>
              <a:t> your project.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Manage the </a:t>
            </a:r>
            <a:r>
              <a:rPr lang="en-US" sz="2000" i="1" dirty="0" smtClean="0">
                <a:solidFill>
                  <a:srgbClr val="C00000"/>
                </a:solidFill>
              </a:rPr>
              <a:t>requirements</a:t>
            </a:r>
            <a:r>
              <a:rPr lang="en-US" sz="2000" dirty="0" smtClean="0"/>
              <a:t>, specifications, design, programming, and testing of the software or items purchases.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Manage (coach) the </a:t>
            </a:r>
            <a:r>
              <a:rPr lang="en-US" sz="2000" i="1" dirty="0" smtClean="0">
                <a:solidFill>
                  <a:srgbClr val="C00000"/>
                </a:solidFill>
              </a:rPr>
              <a:t>development process</a:t>
            </a:r>
            <a:r>
              <a:rPr lang="en-US" sz="2000" dirty="0" smtClean="0"/>
              <a:t> of project.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Liaison with </a:t>
            </a:r>
            <a:r>
              <a:rPr lang="en-US" sz="2000" i="1" dirty="0" smtClean="0">
                <a:solidFill>
                  <a:srgbClr val="C00000"/>
                </a:solidFill>
              </a:rPr>
              <a:t>customer</a:t>
            </a:r>
            <a:r>
              <a:rPr lang="en-US" sz="2000" dirty="0" smtClean="0"/>
              <a:t> and management about the project.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Provide </a:t>
            </a:r>
            <a:r>
              <a:rPr lang="en-US" sz="2000" i="1" dirty="0" smtClean="0">
                <a:solidFill>
                  <a:srgbClr val="C00000"/>
                </a:solidFill>
              </a:rPr>
              <a:t>guidance</a:t>
            </a:r>
            <a:r>
              <a:rPr lang="en-US" sz="2000" dirty="0" smtClean="0"/>
              <a:t> if your project runs into quality problems.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Make </a:t>
            </a:r>
            <a:r>
              <a:rPr lang="en-US" sz="2000" i="1" dirty="0" smtClean="0">
                <a:solidFill>
                  <a:srgbClr val="C00000"/>
                </a:solidFill>
              </a:rPr>
              <a:t>effective changes</a:t>
            </a:r>
            <a:r>
              <a:rPr lang="en-US" sz="2000" dirty="0" smtClean="0"/>
              <a:t> to the way projects are run in your organization.</a:t>
            </a:r>
          </a:p>
        </p:txBody>
      </p:sp>
      <p:pic>
        <p:nvPicPr>
          <p:cNvPr id="1030" name="Picture 6" descr="http://www.cvision.nl/wp-content/uploads/1283197933scrum-pictofigo-0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876800"/>
            <a:ext cx="1714500" cy="133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Manager's Daily Tasks [5]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r>
              <a:rPr lang="en-US" sz="2000" dirty="0" smtClean="0"/>
              <a:t>Reviewing marketing plans,</a:t>
            </a:r>
          </a:p>
          <a:p>
            <a:r>
              <a:rPr lang="en-US" sz="2000" dirty="0" smtClean="0"/>
              <a:t>Writing visions and statement of work,</a:t>
            </a:r>
          </a:p>
          <a:p>
            <a:r>
              <a:rPr lang="en-US" sz="2000" dirty="0" smtClean="0"/>
              <a:t>Doing strategic planning,</a:t>
            </a:r>
          </a:p>
          <a:p>
            <a:r>
              <a:rPr lang="en-US" sz="2000" dirty="0" smtClean="0"/>
              <a:t>Generating schedules, planning releases,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sz="2000" dirty="0" smtClean="0"/>
              <a:t>Leading teams, settling arguments, shielding the team from politics,</a:t>
            </a:r>
          </a:p>
          <a:p>
            <a:r>
              <a:rPr lang="en-US" sz="2000" dirty="0" smtClean="0"/>
              <a:t>Running bug/defect triage,</a:t>
            </a:r>
          </a:p>
          <a:p>
            <a:r>
              <a:rPr lang="en-US" sz="2000" dirty="0" smtClean="0"/>
              <a:t>Doing anything else that needed to be done that no one else was doing (well),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sz="2000" dirty="0" smtClean="0"/>
              <a:t>Finding clever workarounds for unexpected situations,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sz="2000" dirty="0" smtClean="0"/>
              <a:t>Finding shortcuts and clever optimizations in the daily workflow,</a:t>
            </a:r>
          </a:p>
          <a:p>
            <a:r>
              <a:rPr lang="en-US" sz="2000" dirty="0" smtClean="0"/>
              <a:t>Cultivating team morale, and giving a boost of enthusiasm or encouragement in the right way and at the right time.</a:t>
            </a:r>
          </a:p>
        </p:txBody>
      </p:sp>
      <p:pic>
        <p:nvPicPr>
          <p:cNvPr id="67586" name="Picture 2" descr="https://static.makeuseof.com/wp-content/uploads/2017/04/automate-daily-tasks-670x33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1447800"/>
            <a:ext cx="3063240" cy="15316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Manager's Skill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724400"/>
          </a:xfrm>
        </p:spPr>
        <p:txBody>
          <a:bodyPr/>
          <a:lstStyle/>
          <a:p>
            <a:pPr marL="457200" indent="-457200"/>
            <a:r>
              <a:rPr lang="en-US" sz="2200" dirty="0" smtClean="0"/>
              <a:t>Planning, estimating, time management</a:t>
            </a:r>
          </a:p>
          <a:p>
            <a:pPr marL="457200" indent="-457200"/>
            <a:r>
              <a:rPr lang="en-US" sz="2200" dirty="0" smtClean="0"/>
              <a:t>Contract management</a:t>
            </a:r>
          </a:p>
          <a:p>
            <a:pPr marL="457200" indent="-457200"/>
            <a:r>
              <a:rPr lang="en-US" sz="2200" dirty="0" smtClean="0"/>
              <a:t>People management (customers, suppliers, functional managers and project team)</a:t>
            </a:r>
          </a:p>
          <a:p>
            <a:pPr marL="457200" indent="-457200"/>
            <a:r>
              <a:rPr lang="en-US" sz="2200" dirty="0" smtClean="0"/>
              <a:t>Problem solving, negotiation, conflict management</a:t>
            </a:r>
          </a:p>
          <a:p>
            <a:pPr marL="457200" indent="-457200"/>
            <a:r>
              <a:rPr lang="en-US" sz="2200" dirty="0" smtClean="0"/>
              <a:t>Effective communication (verbal and written)</a:t>
            </a:r>
          </a:p>
          <a:p>
            <a:pPr marL="457200" indent="-457200"/>
            <a:r>
              <a:rPr lang="en-US" sz="2200" dirty="0" smtClean="0"/>
              <a:t>Influencing</a:t>
            </a:r>
          </a:p>
          <a:p>
            <a:pPr marL="457200" indent="-457200"/>
            <a:r>
              <a:rPr lang="en-US" sz="2200" dirty="0" smtClean="0"/>
              <a:t>Creative thinking</a:t>
            </a:r>
          </a:p>
          <a:p>
            <a:pPr marL="457200" indent="-457200"/>
            <a:r>
              <a:rPr lang="en-US" sz="2200" dirty="0" smtClean="0"/>
              <a:t>Leadership</a:t>
            </a:r>
          </a:p>
        </p:txBody>
      </p:sp>
      <p:pic>
        <p:nvPicPr>
          <p:cNvPr id="50178" name="Picture 2" descr="http://bay3000.com/wp-content/uploads/2015/04/PM-For-Hire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2743200"/>
            <a:ext cx="3200400" cy="21351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Way to Guarantee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Use a </a:t>
            </a:r>
            <a:r>
              <a:rPr lang="en-US" sz="2400" dirty="0" smtClean="0"/>
              <a:t>technical lead </a:t>
            </a:r>
            <a:r>
              <a:rPr lang="en-US" sz="2400" dirty="0" smtClean="0"/>
              <a:t>that has </a:t>
            </a:r>
            <a:r>
              <a:rPr lang="en-US" sz="2400" i="1" dirty="0" smtClean="0">
                <a:solidFill>
                  <a:srgbClr val="C00000"/>
                </a:solidFill>
              </a:rPr>
              <a:t>never</a:t>
            </a:r>
            <a:r>
              <a:rPr lang="en-US" sz="2400" dirty="0" smtClean="0"/>
              <a:t> built a </a:t>
            </a:r>
            <a:r>
              <a:rPr lang="en-US" sz="2400" u="sng" dirty="0" smtClean="0"/>
              <a:t>similar system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Build the system in Java, even though most of the development team still thinks that </a:t>
            </a:r>
            <a:r>
              <a:rPr lang="en-US" sz="2400" i="1" dirty="0" smtClean="0">
                <a:solidFill>
                  <a:srgbClr val="C00000"/>
                </a:solidFill>
              </a:rPr>
              <a:t>Java</a:t>
            </a:r>
            <a:r>
              <a:rPr lang="en-US" sz="2400" dirty="0" smtClean="0"/>
              <a:t> is </a:t>
            </a:r>
            <a:r>
              <a:rPr lang="en-US" sz="2400" u="sng" dirty="0" smtClean="0"/>
              <a:t>coffee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4" name="Picture 2" descr="http://www.incimages.com/uploaded_files/image/1940x900/Young-Businessman-short-of-finish-line_pan_149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352800"/>
            <a:ext cx="591312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Manager's Contribution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PM will understand 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business view</a:t>
            </a:r>
            <a:r>
              <a:rPr lang="en-US" sz="2000" dirty="0" smtClean="0"/>
              <a:t> of the project as well as 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technical view</a:t>
            </a:r>
            <a:r>
              <a:rPr lang="en-US" sz="2000" dirty="0" smtClean="0"/>
              <a:t>, and </a:t>
            </a:r>
          </a:p>
          <a:p>
            <a:pPr lvl="1"/>
            <a:r>
              <a:rPr lang="en-US" sz="2000" dirty="0" smtClean="0"/>
              <a:t>he'll help the team translate between them when necessary.</a:t>
            </a:r>
          </a:p>
          <a:p>
            <a:r>
              <a:rPr lang="en-US" sz="2400" dirty="0" smtClean="0"/>
              <a:t>Good project managers know all kinds of useful things about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state of the team</a:t>
            </a:r>
            <a:r>
              <a:rPr lang="en-US" sz="2000" dirty="0" smtClean="0"/>
              <a:t>, and 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state of the world</a:t>
            </a:r>
            <a:r>
              <a:rPr lang="en-US" sz="2000" dirty="0" smtClean="0"/>
              <a:t>, and then </a:t>
            </a:r>
          </a:p>
          <a:p>
            <a:pPr lvl="1"/>
            <a:r>
              <a:rPr lang="en-US" sz="2000" dirty="0" smtClean="0"/>
              <a:t>apply that knowledge to help people get stuff done.</a:t>
            </a:r>
          </a:p>
          <a:p>
            <a:r>
              <a:rPr lang="en-US" sz="2400" dirty="0" smtClean="0"/>
              <a:t>Because these contributions are </a:t>
            </a:r>
            <a:r>
              <a:rPr lang="en-US" sz="2400" i="1" dirty="0" smtClean="0">
                <a:solidFill>
                  <a:srgbClr val="C00000"/>
                </a:solidFill>
              </a:rPr>
              <a:t>harder to measure</a:t>
            </a:r>
            <a:r>
              <a:rPr lang="en-US" sz="2400" dirty="0" smtClean="0"/>
              <a:t>, many PMs struggle with the ambiguity of their role.</a:t>
            </a:r>
          </a:p>
          <a:p>
            <a:r>
              <a:rPr lang="en-US" sz="2400" dirty="0" smtClean="0"/>
              <a:t>It takes a combination of conviction, confidence, and awareness to be </a:t>
            </a:r>
            <a:r>
              <a:rPr lang="en-US" sz="2400" i="1" dirty="0" smtClean="0">
                <a:solidFill>
                  <a:srgbClr val="C00000"/>
                </a:solidFill>
              </a:rPr>
              <a:t>effective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happy</a:t>
            </a:r>
            <a:r>
              <a:rPr lang="en-US" sz="2400" dirty="0" smtClean="0"/>
              <a:t> as a leader of a team.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PM's Contribution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Consider that in hospital emergency rooms, one doctor takes </a:t>
            </a:r>
            <a:r>
              <a:rPr lang="en-US" sz="2400" i="1" dirty="0" smtClean="0">
                <a:solidFill>
                  <a:srgbClr val="C00000"/>
                </a:solidFill>
              </a:rPr>
              <a:t>the lead</a:t>
            </a:r>
            <a:r>
              <a:rPr lang="en-US" sz="2400" dirty="0" smtClean="0"/>
              <a:t> in deciding the course of action for a patient.</a:t>
            </a:r>
          </a:p>
          <a:p>
            <a:r>
              <a:rPr lang="en-US" sz="2400" dirty="0" smtClean="0"/>
              <a:t>This expedites many </a:t>
            </a:r>
            <a:r>
              <a:rPr lang="en-US" sz="2400" i="1" dirty="0" smtClean="0">
                <a:solidFill>
                  <a:srgbClr val="C00000"/>
                </a:solidFill>
              </a:rPr>
              <a:t>decisions</a:t>
            </a:r>
            <a:r>
              <a:rPr lang="en-US" sz="2400" dirty="0" smtClean="0"/>
              <a:t> and gives </a:t>
            </a:r>
            <a:r>
              <a:rPr lang="en-US" sz="2400" i="1" dirty="0" smtClean="0">
                <a:solidFill>
                  <a:srgbClr val="C00000"/>
                </a:solidFill>
              </a:rPr>
              <a:t>clarity</a:t>
            </a:r>
            <a:r>
              <a:rPr lang="en-US" sz="2400" dirty="0" smtClean="0"/>
              <a:t> to the roles that everyone on the trauma team is expected to play.</a:t>
            </a:r>
          </a:p>
          <a:p>
            <a:endParaRPr lang="en-US" sz="2400" dirty="0"/>
          </a:p>
        </p:txBody>
      </p:sp>
      <p:pic>
        <p:nvPicPr>
          <p:cNvPr id="5" name="Picture 2" descr="https://ak3.picdn.net/shutterstock/videos/3782033/thumb/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505200"/>
            <a:ext cx="486918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Absence of a Dedicated PM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As long as everyone is willing to pay the tax of responsibility for keeping things together, and </a:t>
            </a:r>
            <a:r>
              <a:rPr lang="en-US" sz="2400" i="1" dirty="0" smtClean="0">
                <a:solidFill>
                  <a:srgbClr val="C00000"/>
                </a:solidFill>
              </a:rPr>
              <a:t>distributing the burden that a dedicated project manager would carry</a:t>
            </a:r>
            <a:r>
              <a:rPr lang="en-US" sz="2400" dirty="0" smtClean="0"/>
              <a:t> for the team, there's one less employee that the team needs.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Efficiency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simplicity</a:t>
            </a:r>
            <a:r>
              <a:rPr lang="en-US" sz="2400" dirty="0" smtClean="0"/>
              <a:t> are good things.</a:t>
            </a:r>
          </a:p>
          <a:p>
            <a:endParaRPr lang="en-US" sz="2400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038600"/>
            <a:ext cx="2926080" cy="21945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Without a person whose primary job is to shepherd the overall effort, </a:t>
            </a:r>
            <a:r>
              <a:rPr lang="en-US" sz="2400" i="1" dirty="0" smtClean="0">
                <a:solidFill>
                  <a:srgbClr val="C00000"/>
                </a:solidFill>
              </a:rPr>
              <a:t>individual biases and interests</a:t>
            </a:r>
            <a:r>
              <a:rPr lang="en-US" sz="2400" dirty="0" smtClean="0"/>
              <a:t> can </a:t>
            </a:r>
            <a:r>
              <a:rPr lang="en-US" sz="2400" u="sng" dirty="0" smtClean="0"/>
              <a:t>derail the directions</a:t>
            </a:r>
            <a:r>
              <a:rPr lang="en-US" sz="2400" dirty="0" smtClean="0"/>
              <a:t> of the team.</a:t>
            </a:r>
          </a:p>
          <a:p>
            <a:r>
              <a:rPr lang="en-US" sz="2400" dirty="0" smtClean="0"/>
              <a:t>Strong </a:t>
            </a:r>
            <a:r>
              <a:rPr lang="en-US" sz="2400" i="1" dirty="0" smtClean="0">
                <a:solidFill>
                  <a:srgbClr val="C00000"/>
                </a:solidFill>
              </a:rPr>
              <a:t>adversarial factions</a:t>
            </a:r>
            <a:r>
              <a:rPr lang="en-US" sz="2400" dirty="0" smtClean="0"/>
              <a:t> may develop around </a:t>
            </a:r>
            <a:r>
              <a:rPr lang="en-US" sz="2400" u="sng" dirty="0" smtClean="0"/>
              <a:t>engineering</a:t>
            </a:r>
            <a:r>
              <a:rPr lang="en-US" sz="2400" dirty="0" smtClean="0"/>
              <a:t> and </a:t>
            </a:r>
            <a:r>
              <a:rPr lang="en-US" sz="2400" u="sng" dirty="0" smtClean="0"/>
              <a:t>business</a:t>
            </a:r>
            <a:r>
              <a:rPr lang="en-US" sz="2400" dirty="0" smtClean="0"/>
              <a:t> roles, slowing progress and frustrating everyone involved.</a:t>
            </a:r>
          </a:p>
          <a:p>
            <a:endParaRPr lang="en-US" sz="2400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962400"/>
            <a:ext cx="3543300" cy="23614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Manage a Project? [6]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Understand the four P's—</a:t>
            </a:r>
            <a:r>
              <a:rPr lang="en-US" sz="1800" i="1" dirty="0" smtClean="0">
                <a:solidFill>
                  <a:srgbClr val="C00000"/>
                </a:solidFill>
              </a:rPr>
              <a:t>product</a:t>
            </a:r>
            <a:r>
              <a:rPr lang="en-US" sz="1800" dirty="0" smtClean="0"/>
              <a:t>, </a:t>
            </a:r>
            <a:r>
              <a:rPr lang="en-US" sz="1800" i="1" dirty="0" smtClean="0">
                <a:solidFill>
                  <a:srgbClr val="C00000"/>
                </a:solidFill>
              </a:rPr>
              <a:t>process</a:t>
            </a:r>
            <a:r>
              <a:rPr lang="en-US" sz="1800" dirty="0" smtClean="0"/>
              <a:t>, </a:t>
            </a:r>
            <a:r>
              <a:rPr lang="en-US" sz="1800" i="1" dirty="0" smtClean="0">
                <a:solidFill>
                  <a:srgbClr val="C00000"/>
                </a:solidFill>
              </a:rPr>
              <a:t>project</a:t>
            </a:r>
            <a:r>
              <a:rPr lang="en-US" sz="1800" dirty="0" smtClean="0"/>
              <a:t> and </a:t>
            </a:r>
            <a:r>
              <a:rPr lang="en-US" sz="1800" i="1" dirty="0" smtClean="0">
                <a:solidFill>
                  <a:srgbClr val="C00000"/>
                </a:solidFill>
              </a:rPr>
              <a:t>people.</a:t>
            </a:r>
            <a:endParaRPr lang="en-US" sz="1800" dirty="0" smtClean="0"/>
          </a:p>
          <a:p>
            <a:r>
              <a:rPr lang="en-US" sz="1800" dirty="0" smtClean="0"/>
              <a:t>Communication with the customer and other stakeholders must occur so that </a:t>
            </a:r>
            <a:r>
              <a:rPr lang="en-US" sz="1800" i="1" dirty="0" smtClean="0">
                <a:solidFill>
                  <a:srgbClr val="C00000"/>
                </a:solidFill>
              </a:rPr>
              <a:t>product</a:t>
            </a:r>
            <a:r>
              <a:rPr lang="en-US" sz="1800" dirty="0" smtClean="0"/>
              <a:t> </a:t>
            </a:r>
            <a:r>
              <a:rPr lang="en-US" sz="1800" u="sng" dirty="0" smtClean="0"/>
              <a:t>scope</a:t>
            </a:r>
            <a:r>
              <a:rPr lang="en-US" sz="1800" dirty="0" smtClean="0"/>
              <a:t> and </a:t>
            </a:r>
            <a:r>
              <a:rPr lang="en-US" sz="1800" u="sng" dirty="0" smtClean="0"/>
              <a:t>requirements</a:t>
            </a:r>
            <a:r>
              <a:rPr lang="en-US" sz="1800" dirty="0" smtClean="0"/>
              <a:t> are understood.</a:t>
            </a:r>
          </a:p>
          <a:p>
            <a:r>
              <a:rPr lang="en-US" sz="1800" dirty="0" smtClean="0"/>
              <a:t>A </a:t>
            </a:r>
            <a:r>
              <a:rPr lang="en-US" sz="1800" i="1" dirty="0" smtClean="0">
                <a:solidFill>
                  <a:srgbClr val="C00000"/>
                </a:solidFill>
              </a:rPr>
              <a:t>process</a:t>
            </a:r>
            <a:r>
              <a:rPr lang="en-US" sz="1800" dirty="0" smtClean="0"/>
              <a:t> that is </a:t>
            </a:r>
            <a:r>
              <a:rPr lang="en-US" sz="1800" u="sng" dirty="0" smtClean="0"/>
              <a:t>appropriate</a:t>
            </a:r>
            <a:r>
              <a:rPr lang="en-US" sz="1800" dirty="0" smtClean="0"/>
              <a:t> for the people and the product should be selected.</a:t>
            </a:r>
          </a:p>
          <a:p>
            <a:r>
              <a:rPr lang="en-US" sz="1800" dirty="0" smtClean="0"/>
              <a:t>The </a:t>
            </a:r>
            <a:r>
              <a:rPr lang="en-US" sz="1800" i="1" dirty="0" smtClean="0">
                <a:solidFill>
                  <a:srgbClr val="C00000"/>
                </a:solidFill>
              </a:rPr>
              <a:t>project</a:t>
            </a:r>
            <a:r>
              <a:rPr lang="en-US" sz="1800" dirty="0" smtClean="0"/>
              <a:t> must be planned by </a:t>
            </a:r>
            <a:r>
              <a:rPr lang="en-US" sz="1800" u="sng" dirty="0" smtClean="0"/>
              <a:t>estimating</a:t>
            </a:r>
            <a:r>
              <a:rPr lang="en-US" sz="1800" dirty="0" smtClean="0"/>
              <a:t> effort and calendar time to accomplish work tasks: defining </a:t>
            </a:r>
            <a:r>
              <a:rPr lang="en-US" sz="1800" u="sng" dirty="0" smtClean="0"/>
              <a:t>work products</a:t>
            </a:r>
            <a:r>
              <a:rPr lang="en-US" sz="1800" dirty="0" smtClean="0"/>
              <a:t>, establishing </a:t>
            </a:r>
            <a:r>
              <a:rPr lang="en-US" sz="1800" u="sng" dirty="0" smtClean="0"/>
              <a:t>quality checkpoints</a:t>
            </a:r>
            <a:r>
              <a:rPr lang="en-US" sz="1800" dirty="0" smtClean="0"/>
              <a:t>, and identifying mechanisms to </a:t>
            </a:r>
            <a:r>
              <a:rPr lang="en-US" sz="1800" u="sng" dirty="0" smtClean="0"/>
              <a:t>monitor</a:t>
            </a:r>
            <a:r>
              <a:rPr lang="en-US" sz="1800" dirty="0" smtClean="0"/>
              <a:t> and </a:t>
            </a:r>
            <a:r>
              <a:rPr lang="en-US" sz="1800" u="sng" dirty="0" smtClean="0"/>
              <a:t>control work</a:t>
            </a:r>
            <a:r>
              <a:rPr lang="en-US" sz="1800" dirty="0" smtClean="0"/>
              <a:t> defined by the plan.</a:t>
            </a:r>
          </a:p>
          <a:p>
            <a:r>
              <a:rPr lang="en-US" sz="1800" i="1" dirty="0" smtClean="0">
                <a:solidFill>
                  <a:srgbClr val="C00000"/>
                </a:solidFill>
              </a:rPr>
              <a:t>People</a:t>
            </a:r>
            <a:r>
              <a:rPr lang="en-US" sz="1800" dirty="0" smtClean="0"/>
              <a:t> must be organized to perform software </a:t>
            </a:r>
            <a:r>
              <a:rPr lang="en-US" sz="1800" u="sng" dirty="0" smtClean="0"/>
              <a:t>work effectively</a:t>
            </a:r>
            <a:r>
              <a:rPr lang="en-US" sz="1800" dirty="0" smtClean="0"/>
              <a:t>.</a:t>
            </a:r>
          </a:p>
          <a:p>
            <a:endParaRPr lang="en-US" sz="1800" dirty="0"/>
          </a:p>
        </p:txBody>
      </p:sp>
      <p:pic>
        <p:nvPicPr>
          <p:cNvPr id="4" name="Picture 2" descr="http://us.cdn2.123rf.com/168nwm/iqoncept/iqoncept1110/iqoncept111000068/10915184-instructions-and-diagram-for-plm-product-life-cycling-with-the-words-product-people-and-process-wr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4495800"/>
            <a:ext cx="1600200" cy="1600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PMI Project Life Cycle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39624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Project management</a:t>
            </a:r>
            <a:r>
              <a:rPr lang="en-US" sz="2400" dirty="0" smtClean="0"/>
              <a:t> is the </a:t>
            </a:r>
            <a:r>
              <a:rPr lang="en-US" sz="2400" u="sng" dirty="0" smtClean="0"/>
              <a:t>application</a:t>
            </a:r>
            <a:r>
              <a:rPr lang="en-US" sz="2400" dirty="0" smtClean="0"/>
              <a:t> of knowledge, skills, tools, and techniques to </a:t>
            </a:r>
            <a:r>
              <a:rPr lang="en-US" sz="2400" u="sng" dirty="0" smtClean="0"/>
              <a:t>project activities</a:t>
            </a:r>
            <a:r>
              <a:rPr lang="en-US" sz="2400" dirty="0" smtClean="0"/>
              <a:t> to meet project requirements.</a:t>
            </a:r>
          </a:p>
          <a:p>
            <a:r>
              <a:rPr lang="en-US" sz="2400" dirty="0" smtClean="0"/>
              <a:t>How </a:t>
            </a:r>
            <a:r>
              <a:rPr lang="en-US" sz="2400" i="1" dirty="0" smtClean="0">
                <a:solidFill>
                  <a:srgbClr val="C00000"/>
                </a:solidFill>
              </a:rPr>
              <a:t>many</a:t>
            </a:r>
            <a:r>
              <a:rPr lang="en-US" sz="2400" dirty="0" smtClean="0"/>
              <a:t> activities are there?</a:t>
            </a:r>
          </a:p>
          <a:p>
            <a:pPr lvl="1"/>
            <a:r>
              <a:rPr lang="en-US" sz="2000" dirty="0" smtClean="0"/>
              <a:t>Understand the project life cycle.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project life cycle</a:t>
            </a:r>
            <a:r>
              <a:rPr lang="en-US" sz="2400" dirty="0" smtClean="0"/>
              <a:t> is the series of </a:t>
            </a:r>
            <a:r>
              <a:rPr lang="en-US" sz="2400" u="sng" dirty="0" smtClean="0"/>
              <a:t>phases</a:t>
            </a:r>
            <a:r>
              <a:rPr lang="en-US" sz="2400" dirty="0" smtClean="0"/>
              <a:t> that a project passes through from its initiation to its closure.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Project phases</a:t>
            </a:r>
            <a:r>
              <a:rPr lang="en-US" sz="2400" dirty="0" smtClean="0"/>
              <a:t> are divisions within a project where extra control is needed to effectively manage the </a:t>
            </a:r>
            <a:r>
              <a:rPr lang="en-US" sz="2400" u="sng" dirty="0" smtClean="0"/>
              <a:t>completion</a:t>
            </a:r>
            <a:r>
              <a:rPr lang="en-US" sz="2400" dirty="0" smtClean="0"/>
              <a:t> of a </a:t>
            </a:r>
            <a:r>
              <a:rPr lang="en-US" sz="2400" u="sng" dirty="0" smtClean="0"/>
              <a:t>major deliverable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609600" y="4953000"/>
          <a:ext cx="80772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/>
              <a:t>How to Organize Cost, Staffing and Work Products ?</a:t>
            </a:r>
            <a:endParaRPr lang="en-US" sz="3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950" y="1447800"/>
            <a:ext cx="8420100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990600" y="6260068"/>
            <a:ext cx="7162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 smtClean="0">
                <a:latin typeface="+mj-lt"/>
              </a:rPr>
              <a:t>Typical Cost and Staffing Levels Across the Project Life Cycle</a:t>
            </a:r>
            <a:endParaRPr lang="en-US" sz="2200" b="1" dirty="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19200" y="1447800"/>
            <a:ext cx="7239000" cy="1143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How to Manage Changes and Risks?</a:t>
            </a:r>
            <a:endParaRPr lang="en-US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905000"/>
            <a:ext cx="568452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990600" y="5867400"/>
            <a:ext cx="7162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 smtClean="0">
                <a:latin typeface="+mj-lt"/>
              </a:rPr>
              <a:t>Impact of Variables Based On Project Time</a:t>
            </a:r>
            <a:endParaRPr lang="en-US" sz="2200" b="1" dirty="0">
              <a:latin typeface="+mj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990600"/>
          </a:xfrm>
        </p:spPr>
        <p:txBody>
          <a:bodyPr/>
          <a:lstStyle/>
          <a:p>
            <a:r>
              <a:rPr lang="en-US" sz="2400" dirty="0" smtClean="0"/>
              <a:t>Project phases are typically </a:t>
            </a:r>
            <a:r>
              <a:rPr lang="en-US" sz="2400" u="sng" dirty="0" smtClean="0"/>
              <a:t>completed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sequentially</a:t>
            </a:r>
            <a:r>
              <a:rPr lang="en-US" sz="2400" dirty="0" smtClean="0"/>
              <a:t>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0700" y="2895600"/>
            <a:ext cx="556260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362200" y="4733925"/>
            <a:ext cx="44817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Example of a Single-Phase Project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Complex Project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905000"/>
          </a:xfrm>
        </p:spPr>
        <p:txBody>
          <a:bodyPr/>
          <a:lstStyle/>
          <a:p>
            <a:r>
              <a:rPr lang="en-US" sz="2200" dirty="0" smtClean="0"/>
              <a:t>The phase structure allows the project to be segmented into logical subsets for </a:t>
            </a:r>
            <a:r>
              <a:rPr lang="en-US" sz="2200" i="1" dirty="0" smtClean="0">
                <a:solidFill>
                  <a:srgbClr val="C00000"/>
                </a:solidFill>
              </a:rPr>
              <a:t>ease of management, planning</a:t>
            </a:r>
            <a:r>
              <a:rPr lang="en-US" sz="2200" dirty="0" smtClean="0"/>
              <a:t>, and </a:t>
            </a:r>
            <a:r>
              <a:rPr lang="en-US" sz="2200" i="1" dirty="0" smtClean="0">
                <a:solidFill>
                  <a:srgbClr val="C00000"/>
                </a:solidFill>
              </a:rPr>
              <a:t>control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number of phases, the need for phases, and the degree of control applied depend on </a:t>
            </a:r>
            <a:r>
              <a:rPr lang="en-US" sz="2200" i="1" dirty="0" smtClean="0">
                <a:solidFill>
                  <a:srgbClr val="C00000"/>
                </a:solidFill>
              </a:rPr>
              <a:t>the size, complexity,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potential impact</a:t>
            </a:r>
            <a:r>
              <a:rPr lang="en-US" sz="2200" dirty="0" smtClean="0"/>
              <a:t> of the project.</a:t>
            </a:r>
            <a:endParaRPr lang="en-US" sz="2200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9238" y="3505200"/>
            <a:ext cx="6105525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2211574" y="6243935"/>
            <a:ext cx="45702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A Project with Overlapping Phases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Management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199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to manage a project </a:t>
            </a:r>
            <a:r>
              <a:rPr lang="en-US" sz="2400" u="sng" dirty="0" smtClean="0"/>
              <a:t>easily</a:t>
            </a:r>
            <a:r>
              <a:rPr lang="en-US" sz="2400" dirty="0" smtClean="0"/>
              <a:t> and </a:t>
            </a:r>
            <a:r>
              <a:rPr lang="en-US" sz="2400" u="sng" dirty="0" smtClean="0"/>
              <a:t>effectively</a:t>
            </a:r>
            <a:r>
              <a:rPr lang="en-US" sz="2400" dirty="0" smtClean="0"/>
              <a:t>? – </a:t>
            </a:r>
            <a:r>
              <a:rPr lang="en-US" sz="2400" i="1" dirty="0" smtClean="0">
                <a:solidFill>
                  <a:srgbClr val="C00000"/>
                </a:solidFill>
              </a:rPr>
              <a:t>Use</a:t>
            </a:r>
            <a:r>
              <a:rPr lang="en-US" sz="2400" dirty="0" smtClean="0"/>
              <a:t> appropriate </a:t>
            </a:r>
            <a:r>
              <a:rPr lang="en-US" sz="2400" u="sng" dirty="0" smtClean="0"/>
              <a:t>processes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Project management processes</a:t>
            </a:r>
            <a:r>
              <a:rPr lang="en-US" sz="2400" dirty="0" smtClean="0"/>
              <a:t> are grouped into </a:t>
            </a:r>
            <a:r>
              <a:rPr lang="en-US" sz="2400" u="sng" dirty="0" smtClean="0"/>
              <a:t>five categories</a:t>
            </a:r>
            <a:r>
              <a:rPr lang="en-US" sz="2400" dirty="0" smtClean="0"/>
              <a:t> known as Project Management Process Groups (or Process Groups)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5450" y="3667125"/>
            <a:ext cx="5753100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ounded Rectangle 5"/>
          <p:cNvSpPr/>
          <p:nvPr/>
        </p:nvSpPr>
        <p:spPr>
          <a:xfrm>
            <a:off x="3810000" y="3733800"/>
            <a:ext cx="1524000" cy="381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486400" y="4876800"/>
            <a:ext cx="838200" cy="381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590800" y="41910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u="sng" dirty="0" smtClean="0">
                <a:solidFill>
                  <a:srgbClr val="C00000"/>
                </a:solidFill>
                <a:latin typeface="+mj-lt"/>
              </a:rPr>
              <a:t>1</a:t>
            </a:r>
            <a:endParaRPr lang="en-US" sz="3200" i="1" u="sng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10000" y="42672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u="sng" dirty="0" smtClean="0">
                <a:solidFill>
                  <a:srgbClr val="C00000"/>
                </a:solidFill>
                <a:latin typeface="+mj-lt"/>
              </a:rPr>
              <a:t>2</a:t>
            </a:r>
            <a:endParaRPr lang="en-US" sz="3200" i="1" u="sng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53000" y="52578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u="sng" dirty="0" smtClean="0">
                <a:solidFill>
                  <a:srgbClr val="C00000"/>
                </a:solidFill>
                <a:latin typeface="+mj-lt"/>
              </a:rPr>
              <a:t>3</a:t>
            </a:r>
            <a:endParaRPr lang="en-US" sz="3200" i="1" u="sng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0" y="36576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u="sng" dirty="0" smtClean="0">
                <a:solidFill>
                  <a:srgbClr val="C00000"/>
                </a:solidFill>
                <a:latin typeface="+mj-lt"/>
              </a:rPr>
              <a:t>4</a:t>
            </a:r>
            <a:endParaRPr lang="en-US" sz="3200" i="1" u="sng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40386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u="sng" dirty="0" smtClean="0">
                <a:solidFill>
                  <a:srgbClr val="C00000"/>
                </a:solidFill>
                <a:latin typeface="+mj-lt"/>
              </a:rPr>
              <a:t>5</a:t>
            </a:r>
            <a:endParaRPr lang="en-US" sz="3200" i="1" u="sng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PMI Tools and Techniques [5]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72840" y="1383792"/>
            <a:ext cx="4709160" cy="5169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7200" y="1295400"/>
            <a:ext cx="289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Man is a tool-using animal.</a:t>
            </a:r>
          </a:p>
          <a:p>
            <a:pPr algn="ctr"/>
            <a:r>
              <a:rPr lang="en-US" sz="2400" b="1" dirty="0" smtClean="0">
                <a:latin typeface="+mj-lt"/>
              </a:rPr>
              <a:t>Without tools he is nothing, with tools he is all.</a:t>
            </a:r>
            <a:endParaRPr lang="en-US" sz="2400" b="1" dirty="0">
              <a:latin typeface="+mj-lt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276600"/>
            <a:ext cx="2238375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Engineering and Management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Software project execution has two components, namely, </a:t>
            </a:r>
            <a:r>
              <a:rPr lang="en-US" sz="2400" i="1" dirty="0" smtClean="0">
                <a:solidFill>
                  <a:srgbClr val="C00000"/>
                </a:solidFill>
              </a:rPr>
              <a:t>software engineering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management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2" descr="https://www.bharatingermany.com/wp-content/uploads/2018/09/VS-1-768x43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743200"/>
            <a:ext cx="5852160" cy="3291840"/>
          </a:xfrm>
          <a:prstGeom prst="rect">
            <a:avLst/>
          </a:prstGeom>
          <a:noFill/>
        </p:spPr>
      </p:pic>
      <p:pic>
        <p:nvPicPr>
          <p:cNvPr id="21508" name="Picture 4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4800600"/>
            <a:ext cx="1710690" cy="1710690"/>
          </a:xfrm>
          <a:prstGeom prst="rect">
            <a:avLst/>
          </a:prstGeom>
          <a:noFill/>
        </p:spPr>
      </p:pic>
      <p:pic>
        <p:nvPicPr>
          <p:cNvPr id="21512" name="Picture 8" descr="Image result for plan delegate monitor control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4572000"/>
            <a:ext cx="2926080" cy="19545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Software engineering</a:t>
            </a:r>
            <a:r>
              <a:rPr lang="en-US" sz="2400" dirty="0" smtClean="0"/>
              <a:t> consists of all of the </a:t>
            </a:r>
            <a:r>
              <a:rPr lang="en-US" sz="2400" u="sng" dirty="0" smtClean="0"/>
              <a:t>technical activities</a:t>
            </a:r>
            <a:r>
              <a:rPr lang="en-US" sz="2400" dirty="0" smtClean="0"/>
              <a:t> that are performed to build the project deliverable (the “just build it” activities).</a:t>
            </a:r>
          </a:p>
          <a:p>
            <a:endParaRPr lang="en-US" sz="2400" dirty="0" smtClean="0"/>
          </a:p>
          <a:p>
            <a:r>
              <a:rPr lang="en-US" sz="2400" dirty="0" smtClean="0"/>
              <a:t>Software engineering deals with </a:t>
            </a:r>
          </a:p>
          <a:p>
            <a:pPr lvl="1"/>
            <a:r>
              <a:rPr lang="en-US" sz="2000" dirty="0" smtClean="0"/>
              <a:t>specifying product requirements, </a:t>
            </a:r>
          </a:p>
          <a:p>
            <a:pPr lvl="1"/>
            <a:r>
              <a:rPr lang="en-US" sz="2000" dirty="0" smtClean="0"/>
              <a:t>constructing the components, </a:t>
            </a:r>
          </a:p>
          <a:p>
            <a:pPr lvl="1"/>
            <a:r>
              <a:rPr lang="en-US" sz="2000" dirty="0" smtClean="0"/>
              <a:t>integrating them, </a:t>
            </a:r>
          </a:p>
          <a:p>
            <a:pPr lvl="1"/>
            <a:r>
              <a:rPr lang="en-US" sz="2000" dirty="0" smtClean="0"/>
              <a:t>verifying them, </a:t>
            </a:r>
          </a:p>
          <a:p>
            <a:pPr lvl="1"/>
            <a:r>
              <a:rPr lang="en-US" sz="2000" dirty="0" smtClean="0"/>
              <a:t>validating them, and </a:t>
            </a:r>
          </a:p>
          <a:p>
            <a:pPr lvl="1"/>
            <a:r>
              <a:rPr lang="en-US" sz="2000" dirty="0" smtClean="0"/>
              <a:t>finally combining all of the components into a product and </a:t>
            </a:r>
          </a:p>
          <a:p>
            <a:pPr lvl="1"/>
            <a:r>
              <a:rPr lang="en-US" sz="2000" dirty="0" smtClean="0"/>
              <a:t>convincing the customer to accept delivery of it.</a:t>
            </a:r>
          </a:p>
        </p:txBody>
      </p:sp>
      <p:pic>
        <p:nvPicPr>
          <p:cNvPr id="60420" name="Picture 4" descr="http://khoinghiepsangtao.vn/wp-content/uploads/2019/11/Fastest.Growing.Skills.in_.Tech_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719451"/>
            <a:ext cx="3309747" cy="20811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SE Methodologies: Waterfall vs. Agile</a:t>
            </a:r>
            <a:endParaRPr lang="en-US" sz="4200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609600" y="3962400"/>
          <a:ext cx="78486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/>
          <p:cNvGraphicFramePr/>
          <p:nvPr/>
        </p:nvGraphicFramePr>
        <p:xfrm>
          <a:off x="609600" y="1524000"/>
          <a:ext cx="7924800" cy="198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SE Methodologies: Waterfall vs. RUP</a:t>
            </a:r>
            <a:endParaRPr lang="en-US" sz="4200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609600" y="3962400"/>
          <a:ext cx="78486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/>
          <p:cNvGraphicFramePr/>
          <p:nvPr/>
        </p:nvGraphicFramePr>
        <p:xfrm>
          <a:off x="609600" y="1524000"/>
          <a:ext cx="7924800" cy="198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Management</a:t>
            </a:r>
            <a:r>
              <a:rPr lang="en-US" sz="2400" dirty="0" smtClean="0"/>
              <a:t> </a:t>
            </a:r>
            <a:r>
              <a:rPr lang="en-US" sz="2400" u="sng" dirty="0" smtClean="0"/>
              <a:t>facilitates</a:t>
            </a:r>
            <a:r>
              <a:rPr lang="en-US" sz="2400" dirty="0" smtClean="0"/>
              <a:t> software engineering so that the project deliverable is </a:t>
            </a:r>
            <a:r>
              <a:rPr lang="en-US" sz="2400" u="sng" dirty="0" smtClean="0"/>
              <a:t>completed on time</a:t>
            </a:r>
            <a:r>
              <a:rPr lang="en-US" sz="2400" dirty="0" smtClean="0"/>
              <a:t>, efficiently (</a:t>
            </a:r>
            <a:r>
              <a:rPr lang="en-US" sz="2400" u="sng" dirty="0" smtClean="0"/>
              <a:t>low cost</a:t>
            </a:r>
            <a:r>
              <a:rPr lang="en-US" sz="2400" dirty="0" smtClean="0"/>
              <a:t>) and effectively (</a:t>
            </a:r>
            <a:r>
              <a:rPr lang="en-US" sz="2400" u="sng" dirty="0" smtClean="0"/>
              <a:t>right goals</a:t>
            </a:r>
            <a:r>
              <a:rPr lang="en-US" sz="2400" dirty="0" smtClean="0"/>
              <a:t>), and </a:t>
            </a:r>
            <a:r>
              <a:rPr lang="en-US" sz="2400" u="sng" dirty="0" smtClean="0"/>
              <a:t>without defects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Management deals with </a:t>
            </a:r>
          </a:p>
          <a:p>
            <a:pPr lvl="1"/>
            <a:r>
              <a:rPr lang="en-US" sz="2000" dirty="0" smtClean="0"/>
              <a:t>creating visions,</a:t>
            </a:r>
          </a:p>
          <a:p>
            <a:pPr lvl="1"/>
            <a:r>
              <a:rPr lang="en-US" sz="2000" dirty="0" smtClean="0"/>
              <a:t>estimating time and cost,</a:t>
            </a:r>
          </a:p>
          <a:p>
            <a:pPr lvl="1"/>
            <a:r>
              <a:rPr lang="en-US" sz="2000" dirty="0" smtClean="0"/>
              <a:t>coordinating members and business,</a:t>
            </a:r>
          </a:p>
          <a:p>
            <a:pPr lvl="1"/>
            <a:r>
              <a:rPr lang="en-US" sz="2000" dirty="0" smtClean="0"/>
              <a:t>solving conflicts,</a:t>
            </a:r>
          </a:p>
          <a:p>
            <a:pPr lvl="1"/>
            <a:r>
              <a:rPr lang="en-US" sz="2000" dirty="0" smtClean="0"/>
              <a:t>handling unexpected situations, and</a:t>
            </a:r>
          </a:p>
          <a:p>
            <a:pPr lvl="1"/>
            <a:r>
              <a:rPr lang="en-US" sz="2000" dirty="0" smtClean="0"/>
              <a:t>optimizing the daily workflow.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</p:txBody>
      </p:sp>
      <p:pic>
        <p:nvPicPr>
          <p:cNvPr id="62466" name="Picture 2" descr="Image result for Manage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3276600"/>
            <a:ext cx="3200400" cy="213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Project Management Methodology (I)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199"/>
          </a:xfrm>
        </p:spPr>
        <p:txBody>
          <a:bodyPr/>
          <a:lstStyle/>
          <a:p>
            <a:r>
              <a:rPr lang="en-US" sz="2400" dirty="0" smtClean="0"/>
              <a:t>Project </a:t>
            </a:r>
            <a:r>
              <a:rPr lang="en-US" sz="2400" u="sng" dirty="0" smtClean="0"/>
              <a:t>management</a:t>
            </a:r>
            <a:r>
              <a:rPr lang="en-US" sz="2400" dirty="0" smtClean="0"/>
              <a:t> methodology is </a:t>
            </a:r>
            <a:r>
              <a:rPr lang="en-US" sz="2400" i="1" dirty="0" smtClean="0">
                <a:solidFill>
                  <a:srgbClr val="C00000"/>
                </a:solidFill>
              </a:rPr>
              <a:t>incorporated</a:t>
            </a:r>
            <a:r>
              <a:rPr lang="en-US" sz="2400" dirty="0" smtClean="0"/>
              <a:t> into the </a:t>
            </a:r>
            <a:r>
              <a:rPr lang="en-US" sz="2400" u="sng" dirty="0" smtClean="0"/>
              <a:t>software engineering</a:t>
            </a:r>
            <a:r>
              <a:rPr lang="en-US" sz="2400" dirty="0" smtClean="0"/>
              <a:t> methodology adopted for building the project deliverable.</a:t>
            </a:r>
          </a:p>
        </p:txBody>
      </p:sp>
      <p:pic>
        <p:nvPicPr>
          <p:cNvPr id="19458" name="Picture 2" descr="Image result for &quot;Tightly Coupled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3810000"/>
            <a:ext cx="2331720" cy="155448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57201" y="2895600"/>
            <a:ext cx="291740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Software Engineering</a:t>
            </a:r>
          </a:p>
          <a:p>
            <a:pPr algn="ctr"/>
            <a:r>
              <a:rPr lang="en-US" sz="2400" b="1" dirty="0" smtClean="0">
                <a:latin typeface="+mj-lt"/>
              </a:rPr>
              <a:t>(Waterfall, RUP, </a:t>
            </a:r>
          </a:p>
          <a:p>
            <a:pPr algn="ctr"/>
            <a:r>
              <a:rPr lang="en-US" sz="2400" b="1" dirty="0" smtClean="0">
                <a:latin typeface="+mj-lt"/>
              </a:rPr>
              <a:t>Scrum, </a:t>
            </a:r>
            <a:r>
              <a:rPr lang="en-US" sz="2400" b="1" dirty="0" err="1" smtClean="0">
                <a:latin typeface="+mj-lt"/>
              </a:rPr>
              <a:t>Kanban</a:t>
            </a:r>
            <a:r>
              <a:rPr lang="en-US" sz="2400" b="1" dirty="0" smtClean="0">
                <a:latin typeface="+mj-lt"/>
              </a:rPr>
              <a:t>)</a:t>
            </a:r>
            <a:endParaRPr lang="en-US" sz="2400" b="1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36545" y="2743200"/>
            <a:ext cx="25454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Management</a:t>
            </a:r>
          </a:p>
          <a:p>
            <a:pPr algn="ctr"/>
            <a:r>
              <a:rPr lang="en-US" sz="2400" b="1" dirty="0" smtClean="0">
                <a:latin typeface="+mj-lt"/>
              </a:rPr>
              <a:t>(Waterfall, RUP, </a:t>
            </a:r>
          </a:p>
          <a:p>
            <a:pPr algn="ctr"/>
            <a:r>
              <a:rPr lang="en-US" sz="2400" b="1" dirty="0" smtClean="0">
                <a:latin typeface="+mj-lt"/>
              </a:rPr>
              <a:t>Scrum, </a:t>
            </a:r>
            <a:r>
              <a:rPr lang="en-US" sz="2400" b="1" dirty="0" err="1" smtClean="0">
                <a:latin typeface="+mj-lt"/>
              </a:rPr>
              <a:t>Kanban</a:t>
            </a:r>
            <a:r>
              <a:rPr lang="en-US" sz="2400" b="1" dirty="0" smtClean="0">
                <a:latin typeface="+mj-lt"/>
              </a:rPr>
              <a:t>)</a:t>
            </a:r>
          </a:p>
        </p:txBody>
      </p:sp>
      <p:pic>
        <p:nvPicPr>
          <p:cNvPr id="7" name="Picture 4" descr="Image result for Scru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4175760"/>
            <a:ext cx="2057400" cy="1158240"/>
          </a:xfrm>
          <a:prstGeom prst="rect">
            <a:avLst/>
          </a:prstGeom>
          <a:noFill/>
        </p:spPr>
      </p:pic>
      <p:pic>
        <p:nvPicPr>
          <p:cNvPr id="18434" name="Picture 2" descr="Image result for &quot;Scrum Management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3990975"/>
            <a:ext cx="1905000" cy="1190625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533400" y="5481935"/>
            <a:ext cx="26643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Development Team</a:t>
            </a:r>
            <a:endParaRPr lang="en-US" sz="2400" b="1" dirty="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72200" y="5405735"/>
            <a:ext cx="20415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Business Team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Project Management Methodology (II)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71599"/>
          </a:xfrm>
        </p:spPr>
        <p:txBody>
          <a:bodyPr/>
          <a:lstStyle/>
          <a:p>
            <a:r>
              <a:rPr lang="en-US" sz="2400" dirty="0" smtClean="0"/>
              <a:t>Software </a:t>
            </a:r>
            <a:r>
              <a:rPr lang="en-US" sz="2400" u="sng" dirty="0" smtClean="0"/>
              <a:t>engineering</a:t>
            </a:r>
            <a:r>
              <a:rPr lang="en-US" sz="2400" dirty="0" smtClean="0"/>
              <a:t> and </a:t>
            </a:r>
            <a:r>
              <a:rPr lang="en-US" sz="2400" u="sng" dirty="0" smtClean="0"/>
              <a:t>management</a:t>
            </a:r>
            <a:r>
              <a:rPr lang="en-US" sz="2400" dirty="0" smtClean="0"/>
              <a:t> are </a:t>
            </a:r>
            <a:r>
              <a:rPr lang="en-US" sz="2400" i="1" dirty="0" smtClean="0">
                <a:solidFill>
                  <a:srgbClr val="C00000"/>
                </a:solidFill>
              </a:rPr>
              <a:t>loosely coupled</a:t>
            </a:r>
            <a:r>
              <a:rPr lang="en-US" sz="2400" dirty="0" smtClean="0"/>
              <a:t>, but they </a:t>
            </a:r>
            <a:r>
              <a:rPr lang="en-US" sz="2400" u="sng" dirty="0" smtClean="0"/>
              <a:t>do influence</a:t>
            </a:r>
            <a:r>
              <a:rPr lang="en-US" sz="2400" dirty="0" smtClean="0"/>
              <a:t> each other.</a:t>
            </a:r>
          </a:p>
          <a:p>
            <a:r>
              <a:rPr lang="en-US" sz="2400" dirty="0" smtClean="0"/>
              <a:t>Each aspect needs some amount of </a:t>
            </a:r>
            <a:r>
              <a:rPr lang="en-US" sz="2400" i="1" dirty="0" smtClean="0">
                <a:solidFill>
                  <a:srgbClr val="C00000"/>
                </a:solidFill>
              </a:rPr>
              <a:t>tailoring</a:t>
            </a:r>
            <a:r>
              <a:rPr lang="en-US" sz="2400" dirty="0" smtClean="0"/>
              <a:t> to suit the other.</a:t>
            </a:r>
          </a:p>
        </p:txBody>
      </p:sp>
      <p:pic>
        <p:nvPicPr>
          <p:cNvPr id="63490" name="Picture 2" descr="Image result for &quot;Loosely Coupled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7101" y="3276838"/>
            <a:ext cx="2812699" cy="1904762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6283878" y="2971800"/>
            <a:ext cx="213071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Management</a:t>
            </a:r>
          </a:p>
          <a:p>
            <a:pPr algn="ctr"/>
            <a:r>
              <a:rPr lang="en-US" sz="2400" b="1" dirty="0" smtClean="0">
                <a:latin typeface="+mj-lt"/>
              </a:rPr>
              <a:t>(PRINCE2, PMI)</a:t>
            </a:r>
            <a:endParaRPr lang="en-US" sz="2400" b="1" dirty="0">
              <a:latin typeface="+mj-lt"/>
            </a:endParaRPr>
          </a:p>
        </p:txBody>
      </p:sp>
      <p:pic>
        <p:nvPicPr>
          <p:cNvPr id="17410" name="Picture 2" descr="Image result for PM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0488" y="3947160"/>
            <a:ext cx="2724912" cy="1005840"/>
          </a:xfrm>
          <a:prstGeom prst="rect">
            <a:avLst/>
          </a:prstGeom>
          <a:noFill/>
        </p:spPr>
      </p:pic>
      <p:pic>
        <p:nvPicPr>
          <p:cNvPr id="17412" name="Picture 4" descr="Image result for Scrum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4114800"/>
            <a:ext cx="2057400" cy="115824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609600" y="5410200"/>
            <a:ext cx="26643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Development Team</a:t>
            </a:r>
            <a:endParaRPr lang="en-US" sz="2400" b="1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5181600"/>
            <a:ext cx="20415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Business Team</a:t>
            </a:r>
            <a:endParaRPr lang="en-US" sz="2400" b="1" dirty="0">
              <a:latin typeface="+mj-lt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505200" y="5334000"/>
            <a:ext cx="2667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191000" y="5562600"/>
            <a:ext cx="13660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+mj-lt"/>
              </a:rPr>
              <a:t>influence</a:t>
            </a:r>
            <a:endParaRPr lang="en-US" sz="2400" b="1" dirty="0"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1" y="2895600"/>
            <a:ext cx="291740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+mj-lt"/>
              </a:rPr>
              <a:t>Software Engineering</a:t>
            </a:r>
          </a:p>
          <a:p>
            <a:pPr algn="ctr"/>
            <a:r>
              <a:rPr lang="en-US" sz="2400" b="1" dirty="0" smtClean="0">
                <a:latin typeface="+mj-lt"/>
              </a:rPr>
              <a:t>(Waterfall, RUP, </a:t>
            </a:r>
          </a:p>
          <a:p>
            <a:pPr algn="ctr"/>
            <a:r>
              <a:rPr lang="en-US" sz="2400" b="1" dirty="0" smtClean="0">
                <a:latin typeface="+mj-lt"/>
              </a:rPr>
              <a:t>Scrum, </a:t>
            </a:r>
            <a:r>
              <a:rPr lang="en-US" sz="2400" b="1" dirty="0" err="1" smtClean="0">
                <a:latin typeface="+mj-lt"/>
              </a:rPr>
              <a:t>Kanban</a:t>
            </a:r>
            <a:r>
              <a:rPr lang="en-US" sz="2400" b="1" dirty="0" smtClean="0">
                <a:latin typeface="+mj-lt"/>
              </a:rPr>
              <a:t>)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PM Methodology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Ad hoc methods</a:t>
            </a:r>
            <a:r>
              <a:rPr lang="en-US" sz="2400" dirty="0" smtClean="0"/>
              <a:t> (e.g., process definition, maintenance groups, measurement, and analysis) are </a:t>
            </a:r>
            <a:r>
              <a:rPr lang="en-US" sz="2400" b="1" u="sng" dirty="0" smtClean="0"/>
              <a:t>NOT</a:t>
            </a:r>
            <a:r>
              <a:rPr lang="en-US" sz="2400" u="sng" dirty="0" smtClean="0"/>
              <a:t> documented</a:t>
            </a:r>
            <a:r>
              <a:rPr lang="en-US" sz="2400" dirty="0" smtClean="0"/>
              <a:t> and are </a:t>
            </a:r>
            <a:r>
              <a:rPr lang="en-US" sz="2400" u="sng" dirty="0" smtClean="0"/>
              <a:t>dependent</a:t>
            </a:r>
            <a:r>
              <a:rPr lang="en-US" sz="2400" dirty="0" smtClean="0"/>
              <a:t> on the involved </a:t>
            </a:r>
            <a:r>
              <a:rPr lang="en-US" sz="2400" u="sng" dirty="0" smtClean="0"/>
              <a:t>parties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an ad hoc method approach, a software project manager (SPM) is given almost absolute control within a </a:t>
            </a:r>
            <a:r>
              <a:rPr lang="en-US" sz="2400" i="1" dirty="0" smtClean="0">
                <a:solidFill>
                  <a:srgbClr val="C00000"/>
                </a:solidFill>
              </a:rPr>
              <a:t>general policy framework</a:t>
            </a:r>
            <a:r>
              <a:rPr lang="en-US" sz="2400" dirty="0" smtClean="0"/>
              <a:t> that tends to be rather flexible.</a:t>
            </a:r>
          </a:p>
          <a:p>
            <a:r>
              <a:rPr lang="en-US" sz="2400" dirty="0" smtClean="0"/>
              <a:t>In this situation, often the management style also reflects the </a:t>
            </a:r>
            <a:r>
              <a:rPr lang="en-US" sz="2400" i="1" dirty="0" smtClean="0">
                <a:solidFill>
                  <a:srgbClr val="C00000"/>
                </a:solidFill>
              </a:rPr>
              <a:t>personality</a:t>
            </a:r>
            <a:r>
              <a:rPr lang="en-US" sz="2400" dirty="0" smtClean="0"/>
              <a:t> of the leader of the organization.</a:t>
            </a:r>
          </a:p>
          <a:p>
            <a:endParaRPr lang="en-US" sz="2400" dirty="0" smtClean="0"/>
          </a:p>
          <a:p>
            <a:r>
              <a:rPr lang="en-US" sz="2400" b="1" i="1" dirty="0" smtClean="0">
                <a:solidFill>
                  <a:srgbClr val="C00000"/>
                </a:solidFill>
              </a:rPr>
              <a:t>Advantages</a:t>
            </a:r>
            <a:r>
              <a:rPr lang="en-US" sz="2400" b="1" dirty="0" smtClean="0"/>
              <a:t>: least costly, and the most profitable</a:t>
            </a:r>
          </a:p>
          <a:p>
            <a:r>
              <a:rPr lang="en-US" sz="2400" b="1" i="1" dirty="0" smtClean="0">
                <a:solidFill>
                  <a:srgbClr val="C00000"/>
                </a:solidFill>
              </a:rPr>
              <a:t>Disadvantages</a:t>
            </a:r>
            <a:r>
              <a:rPr lang="en-US" sz="2400" b="1" dirty="0" smtClean="0"/>
              <a:t>: lose the leader, lose the project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PM Methodology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Organizations using a process-driven approach are characterized by having </a:t>
            </a:r>
            <a:r>
              <a:rPr lang="en-US" sz="2000" i="1" dirty="0" smtClean="0">
                <a:solidFill>
                  <a:srgbClr val="C00000"/>
                </a:solidFill>
              </a:rPr>
              <a:t>documented processes</a:t>
            </a:r>
            <a:r>
              <a:rPr lang="en-US" sz="2000" dirty="0" smtClean="0"/>
              <a:t> for all activities.</a:t>
            </a:r>
          </a:p>
          <a:p>
            <a:r>
              <a:rPr lang="en-US" sz="2000" dirty="0" smtClean="0"/>
              <a:t>Individuals must also be knowledgeable in the processes that concern them to be effective and efficient.</a:t>
            </a:r>
          </a:p>
          <a:p>
            <a:r>
              <a:rPr lang="en-US" sz="2000" dirty="0" smtClean="0"/>
              <a:t>The organization facilitates the execution of projects by providing the processes, the tools, a knowledge repository, the training, and expert assistance as needed to help the SPM(s).</a:t>
            </a:r>
          </a:p>
          <a:p>
            <a:r>
              <a:rPr lang="en-US" sz="2000" dirty="0" smtClean="0"/>
              <a:t>Each SPM is responsible for executing projects while diligently conforming to defined processes provided by the organization.</a:t>
            </a:r>
          </a:p>
          <a:p>
            <a:r>
              <a:rPr lang="en-US" sz="2000" dirty="0" smtClean="0"/>
              <a:t>SPMs also are responsible for providing feedback, suggestions, and support for the organizational initiatives in continuous improvement of processes, tools, and the knowledge repository.</a:t>
            </a:r>
          </a:p>
          <a:p>
            <a:r>
              <a:rPr lang="en-US" sz="2000" b="1" i="1" dirty="0" smtClean="0">
                <a:solidFill>
                  <a:srgbClr val="C00000"/>
                </a:solidFill>
              </a:rPr>
              <a:t>Disadvantages</a:t>
            </a:r>
            <a:r>
              <a:rPr lang="en-US" sz="2000" b="1" dirty="0" smtClean="0"/>
              <a:t>: Cost. </a:t>
            </a:r>
            <a:r>
              <a:rPr lang="en-US" sz="2000" b="1" i="1" dirty="0" smtClean="0">
                <a:solidFill>
                  <a:srgbClr val="C00000"/>
                </a:solidFill>
              </a:rPr>
              <a:t>Advantages</a:t>
            </a:r>
            <a:r>
              <a:rPr lang="en-US" sz="2000" b="1" dirty="0" smtClean="0"/>
              <a:t>: minimizing the person-dependency, predictability in project execution.</a:t>
            </a:r>
            <a:endParaRPr lang="en-US" sz="2000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Management Office [2]</a:t>
            </a:r>
            <a:endParaRPr lang="en-US" dirty="0"/>
          </a:p>
        </p:txBody>
      </p:sp>
      <p:pic>
        <p:nvPicPr>
          <p:cNvPr id="2050" name="Picture 2" descr="https://media.licdn.com/mpr/mpr/p/8/005/079/224/2ea752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981200"/>
            <a:ext cx="6972300" cy="3762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Right Approach?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Most organizations that evolve in an organic manner start </a:t>
            </a:r>
            <a:r>
              <a:rPr lang="en-US" sz="2400" i="1" dirty="0" smtClean="0">
                <a:solidFill>
                  <a:srgbClr val="C00000"/>
                </a:solidFill>
              </a:rPr>
              <a:t>small</a:t>
            </a:r>
            <a:r>
              <a:rPr lang="en-US" sz="2400" dirty="0" smtClean="0"/>
              <a:t>, typically beginning with an ad hoc approach to software project management.</a:t>
            </a:r>
          </a:p>
          <a:p>
            <a:r>
              <a:rPr lang="en-US" sz="2400" dirty="0" smtClean="0"/>
              <a:t>As the organization </a:t>
            </a:r>
            <a:r>
              <a:rPr lang="en-US" sz="2400" i="1" dirty="0" smtClean="0">
                <a:solidFill>
                  <a:srgbClr val="C00000"/>
                </a:solidFill>
              </a:rPr>
              <a:t>grows</a:t>
            </a:r>
            <a:r>
              <a:rPr lang="en-US" sz="2400" dirty="0" smtClean="0"/>
              <a:t> and takes on more projects, the workload increases, putting pressure on the human resources.</a:t>
            </a:r>
          </a:p>
          <a:p>
            <a:r>
              <a:rPr lang="en-US" sz="2400" dirty="0" smtClean="0"/>
              <a:t>As this </a:t>
            </a:r>
            <a:r>
              <a:rPr lang="en-US" sz="2400" i="1" dirty="0" smtClean="0">
                <a:solidFill>
                  <a:srgbClr val="C00000"/>
                </a:solidFill>
              </a:rPr>
              <a:t>pressure on the human resources</a:t>
            </a:r>
            <a:r>
              <a:rPr lang="en-US" sz="2400" dirty="0" smtClean="0"/>
              <a:t> builds up, two things can happen:</a:t>
            </a:r>
          </a:p>
          <a:p>
            <a:pPr lvl="1"/>
            <a:r>
              <a:rPr lang="en-US" sz="2400" dirty="0" smtClean="0"/>
              <a:t>the organization buckles under the pressure and moves toward </a:t>
            </a:r>
            <a:r>
              <a:rPr lang="en-US" sz="2400" u="sng" dirty="0" smtClean="0"/>
              <a:t>stagnation</a:t>
            </a:r>
            <a:r>
              <a:rPr lang="en-US" sz="2400" dirty="0" smtClean="0"/>
              <a:t>, </a:t>
            </a:r>
            <a:r>
              <a:rPr lang="en-US" sz="2400" u="sng" dirty="0" smtClean="0"/>
              <a:t>failure</a:t>
            </a:r>
            <a:r>
              <a:rPr lang="en-US" sz="2400" dirty="0" smtClean="0"/>
              <a:t>, and </a:t>
            </a:r>
            <a:r>
              <a:rPr lang="en-US" sz="2400" u="sng" dirty="0" smtClean="0"/>
              <a:t>closure</a:t>
            </a:r>
            <a:r>
              <a:rPr lang="en-US" sz="2400" dirty="0" smtClean="0"/>
              <a:t> or </a:t>
            </a:r>
          </a:p>
          <a:p>
            <a:pPr lvl="1"/>
            <a:r>
              <a:rPr lang="en-US" sz="2400" dirty="0" smtClean="0"/>
              <a:t>the organization moves toward a </a:t>
            </a:r>
            <a:r>
              <a:rPr lang="en-US" sz="2400" u="sng" dirty="0" smtClean="0"/>
              <a:t>process-driven approach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18706</TotalTime>
  <Words>2299</Words>
  <Application>Microsoft Office PowerPoint</Application>
  <PresentationFormat>On-screen Show (4:3)</PresentationFormat>
  <Paragraphs>273</Paragraphs>
  <Slides>45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Software Project Management</vt:lpstr>
      <vt:lpstr>Objectives</vt:lpstr>
      <vt:lpstr>Contents</vt:lpstr>
      <vt:lpstr>References</vt:lpstr>
      <vt:lpstr>Do We Really Need Project Management?</vt:lpstr>
      <vt:lpstr>We Have to Ensure That [1]</vt:lpstr>
      <vt:lpstr>Project Management</vt:lpstr>
      <vt:lpstr>Planning [2]</vt:lpstr>
      <vt:lpstr>Why is Software Project Management Hard? [3]</vt:lpstr>
      <vt:lpstr>Art of Project Management</vt:lpstr>
      <vt:lpstr>People Involving in Project Management</vt:lpstr>
      <vt:lpstr>Why Project Management? [4]</vt:lpstr>
      <vt:lpstr>Slide 13</vt:lpstr>
      <vt:lpstr>Do We Really Need a Project Manager?</vt:lpstr>
      <vt:lpstr>Software Project Manager Hiring</vt:lpstr>
      <vt:lpstr>Project Manager's Responsibilities</vt:lpstr>
      <vt:lpstr>Project Manager's Daily Tasks [5]</vt:lpstr>
      <vt:lpstr>Project Manager's Skill Set</vt:lpstr>
      <vt:lpstr>A Way to Guarantee Failure</vt:lpstr>
      <vt:lpstr>Project Manager's Contribution</vt:lpstr>
      <vt:lpstr>PM's Contribution Example</vt:lpstr>
      <vt:lpstr>The Absence of a Dedicated PM</vt:lpstr>
      <vt:lpstr>Possible Issue</vt:lpstr>
      <vt:lpstr>Slide 24</vt:lpstr>
      <vt:lpstr>How to Manage a Project? [6]</vt:lpstr>
      <vt:lpstr>PMI Project Life Cycle [1]</vt:lpstr>
      <vt:lpstr>How to Organize Cost, Staffing and Work Products ?</vt:lpstr>
      <vt:lpstr>How to Manage Changes and Risks?</vt:lpstr>
      <vt:lpstr>Typical Project</vt:lpstr>
      <vt:lpstr>Complex Project</vt:lpstr>
      <vt:lpstr>Project Management Processes</vt:lpstr>
      <vt:lpstr>PMI Tools and Techniques [5]</vt:lpstr>
      <vt:lpstr>Slide 33</vt:lpstr>
      <vt:lpstr>Engineering and Management [3]</vt:lpstr>
      <vt:lpstr>Software Engineering</vt:lpstr>
      <vt:lpstr>SE Methodologies: Waterfall vs. Agile</vt:lpstr>
      <vt:lpstr>SE Methodologies: Waterfall vs. RUP</vt:lpstr>
      <vt:lpstr>Management</vt:lpstr>
      <vt:lpstr>Project Management Methodology (I)</vt:lpstr>
      <vt:lpstr>Project Management Methodology (II)</vt:lpstr>
      <vt:lpstr>Managing PM Methodology (I)</vt:lpstr>
      <vt:lpstr>Managing PM Methodology (II)</vt:lpstr>
      <vt:lpstr>Project Management Office [2]</vt:lpstr>
      <vt:lpstr>What is the Right Approach? [3]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6164</cp:revision>
  <dcterms:created xsi:type="dcterms:W3CDTF">2007-10-06T08:25:13Z</dcterms:created>
  <dcterms:modified xsi:type="dcterms:W3CDTF">2023-05-02T12:50:17Z</dcterms:modified>
</cp:coreProperties>
</file>