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diagrams/drawing2.xml" ContentType="application/vnd.ms-office.drawingml.diagramDrawing+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diagrams/quickStyle2.xml" ContentType="application/vnd.openxmlformats-officedocument.drawingml.diagramStyl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1.xml" ContentType="application/vnd.openxmlformats-officedocument.drawingml.diagramLayout+xml"/>
  <Override PartName="/ppt/diagrams/data2.xml" ContentType="application/vnd.openxmlformats-officedocument.drawingml.diagramData+xml"/>
  <Override PartName="/ppt/diagrams/data3.xml" ContentType="application/vnd.openxmlformats-officedocument.drawingml.diagramData+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ppt/diagrams/colors3.xml" ContentType="application/vnd.openxmlformats-officedocument.drawingml.diagramColors+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diagrams/colors2.xml" ContentType="application/vnd.openxmlformats-officedocument.drawingml.diagramColors+xml"/>
  <Override PartName="/ppt/diagrams/drawing3.xml" ContentType="application/vnd.ms-office.drawingml.diagramDrawing+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diagrams/quickStyle3.xml" ContentType="application/vnd.openxmlformats-officedocument.drawingml.diagramStyl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708" r:id="rId1"/>
  </p:sldMasterIdLst>
  <p:notesMasterIdLst>
    <p:notesMasterId r:id="rId27"/>
  </p:notesMasterIdLst>
  <p:handoutMasterIdLst>
    <p:handoutMasterId r:id="rId28"/>
  </p:handoutMasterIdLst>
  <p:sldIdLst>
    <p:sldId id="256" r:id="rId2"/>
    <p:sldId id="458" r:id="rId3"/>
    <p:sldId id="623" r:id="rId4"/>
    <p:sldId id="459" r:id="rId5"/>
    <p:sldId id="637" r:id="rId6"/>
    <p:sldId id="638" r:id="rId7"/>
    <p:sldId id="647" r:id="rId8"/>
    <p:sldId id="648" r:id="rId9"/>
    <p:sldId id="649" r:id="rId10"/>
    <p:sldId id="643" r:id="rId11"/>
    <p:sldId id="646" r:id="rId12"/>
    <p:sldId id="633" r:id="rId13"/>
    <p:sldId id="634" r:id="rId14"/>
    <p:sldId id="635" r:id="rId15"/>
    <p:sldId id="644" r:id="rId16"/>
    <p:sldId id="640" r:id="rId17"/>
    <p:sldId id="645" r:id="rId18"/>
    <p:sldId id="625" r:id="rId19"/>
    <p:sldId id="629" r:id="rId20"/>
    <p:sldId id="627" r:id="rId21"/>
    <p:sldId id="628" r:id="rId22"/>
    <p:sldId id="636" r:id="rId23"/>
    <p:sldId id="630" r:id="rId24"/>
    <p:sldId id="632" r:id="rId25"/>
    <p:sldId id="343" r:id="rId2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76" autoAdjust="0"/>
    <p:restoredTop sz="94585" autoAdjust="0"/>
  </p:normalViewPr>
  <p:slideViewPr>
    <p:cSldViewPr>
      <p:cViewPr>
        <p:scale>
          <a:sx n="50" d="100"/>
          <a:sy n="50" d="100"/>
        </p:scale>
        <p:origin x="-1720" y="-398"/>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276"/>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B8AE142-BDF9-4BCB-93FE-4B9143913981}" type="doc">
      <dgm:prSet loTypeId="urn:microsoft.com/office/officeart/2005/8/layout/radial6" loCatId="cycle" qsTypeId="urn:microsoft.com/office/officeart/2005/8/quickstyle/3d1" qsCatId="3D" csTypeId="urn:microsoft.com/office/officeart/2005/8/colors/colorful3" csCatId="colorful" phldr="1"/>
      <dgm:spPr/>
      <dgm:t>
        <a:bodyPr/>
        <a:lstStyle/>
        <a:p>
          <a:endParaRPr lang="en-US"/>
        </a:p>
      </dgm:t>
    </dgm:pt>
    <dgm:pt modelId="{F4B29CDB-48D8-4FE1-B773-55F5CA712B70}">
      <dgm:prSet phldrT="[Text]" custT="1"/>
      <dgm:spPr/>
      <dgm:t>
        <a:bodyPr/>
        <a:lstStyle/>
        <a:p>
          <a:r>
            <a:rPr lang="en-US" sz="1600" dirty="0" smtClean="0"/>
            <a:t>Frustrating</a:t>
          </a:r>
          <a:endParaRPr lang="en-US" sz="1600" dirty="0"/>
        </a:p>
      </dgm:t>
    </dgm:pt>
    <dgm:pt modelId="{D1CC5CEC-095E-4401-8F7D-783C7842386F}" type="parTrans" cxnId="{7D369245-CAE8-431C-BDAE-B7CFEE1F36EE}">
      <dgm:prSet/>
      <dgm:spPr/>
      <dgm:t>
        <a:bodyPr/>
        <a:lstStyle/>
        <a:p>
          <a:endParaRPr lang="en-US"/>
        </a:p>
      </dgm:t>
    </dgm:pt>
    <dgm:pt modelId="{CE9A6297-B915-4B2A-A1B9-2CDAB23F7CD6}" type="sibTrans" cxnId="{7D369245-CAE8-431C-BDAE-B7CFEE1F36EE}">
      <dgm:prSet/>
      <dgm:spPr/>
      <dgm:t>
        <a:bodyPr/>
        <a:lstStyle/>
        <a:p>
          <a:endParaRPr lang="en-US"/>
        </a:p>
      </dgm:t>
    </dgm:pt>
    <dgm:pt modelId="{1503CB08-D60D-45F3-B561-A93806F8217E}">
      <dgm:prSet phldrT="[Text]" custT="1"/>
      <dgm:spPr/>
      <dgm:t>
        <a:bodyPr/>
        <a:lstStyle/>
        <a:p>
          <a:r>
            <a:rPr lang="en-US" sz="1600" dirty="0" smtClean="0"/>
            <a:t>Same</a:t>
          </a:r>
          <a:endParaRPr lang="en-US" sz="1600" dirty="0"/>
        </a:p>
      </dgm:t>
    </dgm:pt>
    <dgm:pt modelId="{AE42E567-A8F2-4FFD-92CD-5F701CC142E7}" type="parTrans" cxnId="{389ACC0D-508A-43DE-BC72-12751F9CB42C}">
      <dgm:prSet/>
      <dgm:spPr/>
      <dgm:t>
        <a:bodyPr/>
        <a:lstStyle/>
        <a:p>
          <a:endParaRPr lang="en-US"/>
        </a:p>
      </dgm:t>
    </dgm:pt>
    <dgm:pt modelId="{941A5CC9-B9FB-4687-ACBA-AFA19458897C}" type="sibTrans" cxnId="{389ACC0D-508A-43DE-BC72-12751F9CB42C}">
      <dgm:prSet/>
      <dgm:spPr/>
      <dgm:t>
        <a:bodyPr/>
        <a:lstStyle/>
        <a:p>
          <a:endParaRPr lang="en-US"/>
        </a:p>
      </dgm:t>
    </dgm:pt>
    <dgm:pt modelId="{1280198A-1F11-4ACA-BEB8-0002CD69CAD8}">
      <dgm:prSet phldrT="[Text]" custT="1"/>
      <dgm:spPr/>
      <dgm:t>
        <a:bodyPr/>
        <a:lstStyle/>
        <a:p>
          <a:r>
            <a:rPr lang="en-US" sz="1600" dirty="0" smtClean="0"/>
            <a:t>Less</a:t>
          </a:r>
          <a:endParaRPr lang="en-US" sz="1600" dirty="0"/>
        </a:p>
      </dgm:t>
    </dgm:pt>
    <dgm:pt modelId="{5C5FD7B8-8EBE-450E-8B2A-A89725967DB1}" type="parTrans" cxnId="{F1276BB1-BFB6-4265-A568-98390200A7C9}">
      <dgm:prSet/>
      <dgm:spPr/>
      <dgm:t>
        <a:bodyPr/>
        <a:lstStyle/>
        <a:p>
          <a:endParaRPr lang="en-US"/>
        </a:p>
      </dgm:t>
    </dgm:pt>
    <dgm:pt modelId="{4F7CC1DD-61B0-422B-8C47-E109725729D7}" type="sibTrans" cxnId="{F1276BB1-BFB6-4265-A568-98390200A7C9}">
      <dgm:prSet/>
      <dgm:spPr/>
      <dgm:t>
        <a:bodyPr/>
        <a:lstStyle/>
        <a:p>
          <a:endParaRPr lang="en-US"/>
        </a:p>
      </dgm:t>
    </dgm:pt>
    <dgm:pt modelId="{45CFE9BE-0354-44F9-9B57-F7A0DB85B62E}">
      <dgm:prSet phldrT="[Text]" custT="1"/>
      <dgm:spPr/>
      <dgm:t>
        <a:bodyPr/>
        <a:lstStyle/>
        <a:p>
          <a:r>
            <a:rPr lang="en-US" sz="1600" dirty="0" smtClean="0"/>
            <a:t>More</a:t>
          </a:r>
          <a:endParaRPr lang="en-US" sz="1600" dirty="0"/>
        </a:p>
      </dgm:t>
    </dgm:pt>
    <dgm:pt modelId="{67F790BF-7CD6-4356-BD0F-319E3630C7AF}" type="parTrans" cxnId="{A4033387-F12A-42D9-81C5-968503BF0D5D}">
      <dgm:prSet/>
      <dgm:spPr/>
      <dgm:t>
        <a:bodyPr/>
        <a:lstStyle/>
        <a:p>
          <a:endParaRPr lang="en-US"/>
        </a:p>
      </dgm:t>
    </dgm:pt>
    <dgm:pt modelId="{F1FF1A54-4AC2-4518-9544-6DD5B748EFC4}" type="sibTrans" cxnId="{A4033387-F12A-42D9-81C5-968503BF0D5D}">
      <dgm:prSet/>
      <dgm:spPr/>
      <dgm:t>
        <a:bodyPr/>
        <a:lstStyle/>
        <a:p>
          <a:endParaRPr lang="en-US"/>
        </a:p>
      </dgm:t>
    </dgm:pt>
    <dgm:pt modelId="{2439D6F9-6C47-44FD-912E-4F9430ED99C2}" type="pres">
      <dgm:prSet presAssocID="{3B8AE142-BDF9-4BCB-93FE-4B9143913981}" presName="Name0" presStyleCnt="0">
        <dgm:presLayoutVars>
          <dgm:chMax val="1"/>
          <dgm:dir/>
          <dgm:animLvl val="ctr"/>
          <dgm:resizeHandles val="exact"/>
        </dgm:presLayoutVars>
      </dgm:prSet>
      <dgm:spPr/>
      <dgm:t>
        <a:bodyPr/>
        <a:lstStyle/>
        <a:p>
          <a:endParaRPr lang="en-US"/>
        </a:p>
      </dgm:t>
    </dgm:pt>
    <dgm:pt modelId="{66E8E18D-E787-48D8-BAD1-C05633021CE0}" type="pres">
      <dgm:prSet presAssocID="{F4B29CDB-48D8-4FE1-B773-55F5CA712B70}" presName="centerShape" presStyleLbl="node0" presStyleIdx="0" presStyleCnt="1" custScaleX="136581"/>
      <dgm:spPr/>
      <dgm:t>
        <a:bodyPr/>
        <a:lstStyle/>
        <a:p>
          <a:endParaRPr lang="en-US"/>
        </a:p>
      </dgm:t>
    </dgm:pt>
    <dgm:pt modelId="{1CDB7AB1-F2B3-4060-A9A3-EF6E4F506489}" type="pres">
      <dgm:prSet presAssocID="{1503CB08-D60D-45F3-B561-A93806F8217E}" presName="node" presStyleLbl="node1" presStyleIdx="0" presStyleCnt="3">
        <dgm:presLayoutVars>
          <dgm:bulletEnabled val="1"/>
        </dgm:presLayoutVars>
      </dgm:prSet>
      <dgm:spPr/>
      <dgm:t>
        <a:bodyPr/>
        <a:lstStyle/>
        <a:p>
          <a:endParaRPr lang="en-US"/>
        </a:p>
      </dgm:t>
    </dgm:pt>
    <dgm:pt modelId="{6C4B201A-1FFA-49C6-83A6-BFB9BF83FDE3}" type="pres">
      <dgm:prSet presAssocID="{1503CB08-D60D-45F3-B561-A93806F8217E}" presName="dummy" presStyleCnt="0"/>
      <dgm:spPr/>
    </dgm:pt>
    <dgm:pt modelId="{8DD2FB70-75EE-481B-AF34-81A89AE1899F}" type="pres">
      <dgm:prSet presAssocID="{941A5CC9-B9FB-4687-ACBA-AFA19458897C}" presName="sibTrans" presStyleLbl="sibTrans2D1" presStyleIdx="0" presStyleCnt="3"/>
      <dgm:spPr/>
      <dgm:t>
        <a:bodyPr/>
        <a:lstStyle/>
        <a:p>
          <a:endParaRPr lang="en-US"/>
        </a:p>
      </dgm:t>
    </dgm:pt>
    <dgm:pt modelId="{0E29BEE3-F31A-49D8-9ED7-1E3E9A0F055F}" type="pres">
      <dgm:prSet presAssocID="{1280198A-1F11-4ACA-BEB8-0002CD69CAD8}" presName="node" presStyleLbl="node1" presStyleIdx="1" presStyleCnt="3">
        <dgm:presLayoutVars>
          <dgm:bulletEnabled val="1"/>
        </dgm:presLayoutVars>
      </dgm:prSet>
      <dgm:spPr/>
      <dgm:t>
        <a:bodyPr/>
        <a:lstStyle/>
        <a:p>
          <a:endParaRPr lang="en-US"/>
        </a:p>
      </dgm:t>
    </dgm:pt>
    <dgm:pt modelId="{3380B85E-7AD7-4A03-A34E-81D8282EB3C6}" type="pres">
      <dgm:prSet presAssocID="{1280198A-1F11-4ACA-BEB8-0002CD69CAD8}" presName="dummy" presStyleCnt="0"/>
      <dgm:spPr/>
    </dgm:pt>
    <dgm:pt modelId="{D319AFEA-98F5-48BD-A2E6-06A83B94136F}" type="pres">
      <dgm:prSet presAssocID="{4F7CC1DD-61B0-422B-8C47-E109725729D7}" presName="sibTrans" presStyleLbl="sibTrans2D1" presStyleIdx="1" presStyleCnt="3"/>
      <dgm:spPr/>
      <dgm:t>
        <a:bodyPr/>
        <a:lstStyle/>
        <a:p>
          <a:endParaRPr lang="en-US"/>
        </a:p>
      </dgm:t>
    </dgm:pt>
    <dgm:pt modelId="{B0A5290B-7B7D-4AB3-8232-222E48A64987}" type="pres">
      <dgm:prSet presAssocID="{45CFE9BE-0354-44F9-9B57-F7A0DB85B62E}" presName="node" presStyleLbl="node1" presStyleIdx="2" presStyleCnt="3">
        <dgm:presLayoutVars>
          <dgm:bulletEnabled val="1"/>
        </dgm:presLayoutVars>
      </dgm:prSet>
      <dgm:spPr/>
      <dgm:t>
        <a:bodyPr/>
        <a:lstStyle/>
        <a:p>
          <a:endParaRPr lang="en-US"/>
        </a:p>
      </dgm:t>
    </dgm:pt>
    <dgm:pt modelId="{026E7D77-A6BE-418B-9BA2-B84683E6307F}" type="pres">
      <dgm:prSet presAssocID="{45CFE9BE-0354-44F9-9B57-F7A0DB85B62E}" presName="dummy" presStyleCnt="0"/>
      <dgm:spPr/>
    </dgm:pt>
    <dgm:pt modelId="{827D16DE-AC0A-4C81-8BFD-BA79AAC02949}" type="pres">
      <dgm:prSet presAssocID="{F1FF1A54-4AC2-4518-9544-6DD5B748EFC4}" presName="sibTrans" presStyleLbl="sibTrans2D1" presStyleIdx="2" presStyleCnt="3"/>
      <dgm:spPr/>
      <dgm:t>
        <a:bodyPr/>
        <a:lstStyle/>
        <a:p>
          <a:endParaRPr lang="en-US"/>
        </a:p>
      </dgm:t>
    </dgm:pt>
  </dgm:ptLst>
  <dgm:cxnLst>
    <dgm:cxn modelId="{4812F84A-6127-4A77-A961-B7D03B38B793}" type="presOf" srcId="{1503CB08-D60D-45F3-B561-A93806F8217E}" destId="{1CDB7AB1-F2B3-4060-A9A3-EF6E4F506489}" srcOrd="0" destOrd="0" presId="urn:microsoft.com/office/officeart/2005/8/layout/radial6"/>
    <dgm:cxn modelId="{389ACC0D-508A-43DE-BC72-12751F9CB42C}" srcId="{F4B29CDB-48D8-4FE1-B773-55F5CA712B70}" destId="{1503CB08-D60D-45F3-B561-A93806F8217E}" srcOrd="0" destOrd="0" parTransId="{AE42E567-A8F2-4FFD-92CD-5F701CC142E7}" sibTransId="{941A5CC9-B9FB-4687-ACBA-AFA19458897C}"/>
    <dgm:cxn modelId="{A4033387-F12A-42D9-81C5-968503BF0D5D}" srcId="{F4B29CDB-48D8-4FE1-B773-55F5CA712B70}" destId="{45CFE9BE-0354-44F9-9B57-F7A0DB85B62E}" srcOrd="2" destOrd="0" parTransId="{67F790BF-7CD6-4356-BD0F-319E3630C7AF}" sibTransId="{F1FF1A54-4AC2-4518-9544-6DD5B748EFC4}"/>
    <dgm:cxn modelId="{4201962A-384D-4676-991C-A6351341AE48}" type="presOf" srcId="{1280198A-1F11-4ACA-BEB8-0002CD69CAD8}" destId="{0E29BEE3-F31A-49D8-9ED7-1E3E9A0F055F}" srcOrd="0" destOrd="0" presId="urn:microsoft.com/office/officeart/2005/8/layout/radial6"/>
    <dgm:cxn modelId="{960ED7B2-A87C-479F-82B5-EE51D231A684}" type="presOf" srcId="{941A5CC9-B9FB-4687-ACBA-AFA19458897C}" destId="{8DD2FB70-75EE-481B-AF34-81A89AE1899F}" srcOrd="0" destOrd="0" presId="urn:microsoft.com/office/officeart/2005/8/layout/radial6"/>
    <dgm:cxn modelId="{C4F867F9-FDF5-4A2E-A828-ED3689D601DE}" type="presOf" srcId="{F4B29CDB-48D8-4FE1-B773-55F5CA712B70}" destId="{66E8E18D-E787-48D8-BAD1-C05633021CE0}" srcOrd="0" destOrd="0" presId="urn:microsoft.com/office/officeart/2005/8/layout/radial6"/>
    <dgm:cxn modelId="{0DA54650-5131-4C00-ACC1-68A14B93D095}" type="presOf" srcId="{4F7CC1DD-61B0-422B-8C47-E109725729D7}" destId="{D319AFEA-98F5-48BD-A2E6-06A83B94136F}" srcOrd="0" destOrd="0" presId="urn:microsoft.com/office/officeart/2005/8/layout/radial6"/>
    <dgm:cxn modelId="{ACAF1ED5-7DD2-4F2F-AE83-A8363AE3F207}" type="presOf" srcId="{F1FF1A54-4AC2-4518-9544-6DD5B748EFC4}" destId="{827D16DE-AC0A-4C81-8BFD-BA79AAC02949}" srcOrd="0" destOrd="0" presId="urn:microsoft.com/office/officeart/2005/8/layout/radial6"/>
    <dgm:cxn modelId="{08DCC88B-E6EE-4D63-A459-119B0E314A02}" type="presOf" srcId="{3B8AE142-BDF9-4BCB-93FE-4B9143913981}" destId="{2439D6F9-6C47-44FD-912E-4F9430ED99C2}" srcOrd="0" destOrd="0" presId="urn:microsoft.com/office/officeart/2005/8/layout/radial6"/>
    <dgm:cxn modelId="{F1276BB1-BFB6-4265-A568-98390200A7C9}" srcId="{F4B29CDB-48D8-4FE1-B773-55F5CA712B70}" destId="{1280198A-1F11-4ACA-BEB8-0002CD69CAD8}" srcOrd="1" destOrd="0" parTransId="{5C5FD7B8-8EBE-450E-8B2A-A89725967DB1}" sibTransId="{4F7CC1DD-61B0-422B-8C47-E109725729D7}"/>
    <dgm:cxn modelId="{F40995C3-435A-4932-8770-456A7D907E6E}" type="presOf" srcId="{45CFE9BE-0354-44F9-9B57-F7A0DB85B62E}" destId="{B0A5290B-7B7D-4AB3-8232-222E48A64987}" srcOrd="0" destOrd="0" presId="urn:microsoft.com/office/officeart/2005/8/layout/radial6"/>
    <dgm:cxn modelId="{7D369245-CAE8-431C-BDAE-B7CFEE1F36EE}" srcId="{3B8AE142-BDF9-4BCB-93FE-4B9143913981}" destId="{F4B29CDB-48D8-4FE1-B773-55F5CA712B70}" srcOrd="0" destOrd="0" parTransId="{D1CC5CEC-095E-4401-8F7D-783C7842386F}" sibTransId="{CE9A6297-B915-4B2A-A1B9-2CDAB23F7CD6}"/>
    <dgm:cxn modelId="{27D15351-3EF9-4FBB-9260-09CCE8B5D4E9}" type="presParOf" srcId="{2439D6F9-6C47-44FD-912E-4F9430ED99C2}" destId="{66E8E18D-E787-48D8-BAD1-C05633021CE0}" srcOrd="0" destOrd="0" presId="urn:microsoft.com/office/officeart/2005/8/layout/radial6"/>
    <dgm:cxn modelId="{9DDA06A5-809A-4C17-B2E3-F4BD93B5E46E}" type="presParOf" srcId="{2439D6F9-6C47-44FD-912E-4F9430ED99C2}" destId="{1CDB7AB1-F2B3-4060-A9A3-EF6E4F506489}" srcOrd="1" destOrd="0" presId="urn:microsoft.com/office/officeart/2005/8/layout/radial6"/>
    <dgm:cxn modelId="{C9750724-CA33-42BE-A9F2-8BD03B405F29}" type="presParOf" srcId="{2439D6F9-6C47-44FD-912E-4F9430ED99C2}" destId="{6C4B201A-1FFA-49C6-83A6-BFB9BF83FDE3}" srcOrd="2" destOrd="0" presId="urn:microsoft.com/office/officeart/2005/8/layout/radial6"/>
    <dgm:cxn modelId="{96BC8E95-4935-474C-8690-A0BEBE0057AA}" type="presParOf" srcId="{2439D6F9-6C47-44FD-912E-4F9430ED99C2}" destId="{8DD2FB70-75EE-481B-AF34-81A89AE1899F}" srcOrd="3" destOrd="0" presId="urn:microsoft.com/office/officeart/2005/8/layout/radial6"/>
    <dgm:cxn modelId="{A13ECD96-59F9-4695-AD3F-C7A5DEEF1327}" type="presParOf" srcId="{2439D6F9-6C47-44FD-912E-4F9430ED99C2}" destId="{0E29BEE3-F31A-49D8-9ED7-1E3E9A0F055F}" srcOrd="4" destOrd="0" presId="urn:microsoft.com/office/officeart/2005/8/layout/radial6"/>
    <dgm:cxn modelId="{098DA779-B6D5-4AA1-8081-BAEFA574B24E}" type="presParOf" srcId="{2439D6F9-6C47-44FD-912E-4F9430ED99C2}" destId="{3380B85E-7AD7-4A03-A34E-81D8282EB3C6}" srcOrd="5" destOrd="0" presId="urn:microsoft.com/office/officeart/2005/8/layout/radial6"/>
    <dgm:cxn modelId="{AA7B613A-C99D-4D76-9DC4-5D173C04A990}" type="presParOf" srcId="{2439D6F9-6C47-44FD-912E-4F9430ED99C2}" destId="{D319AFEA-98F5-48BD-A2E6-06A83B94136F}" srcOrd="6" destOrd="0" presId="urn:microsoft.com/office/officeart/2005/8/layout/radial6"/>
    <dgm:cxn modelId="{0338291C-FE25-4400-AEC6-AC6037B3C777}" type="presParOf" srcId="{2439D6F9-6C47-44FD-912E-4F9430ED99C2}" destId="{B0A5290B-7B7D-4AB3-8232-222E48A64987}" srcOrd="7" destOrd="0" presId="urn:microsoft.com/office/officeart/2005/8/layout/radial6"/>
    <dgm:cxn modelId="{69770DAB-0303-43DE-8DBD-D29D130C872B}" type="presParOf" srcId="{2439D6F9-6C47-44FD-912E-4F9430ED99C2}" destId="{026E7D77-A6BE-418B-9BA2-B84683E6307F}" srcOrd="8" destOrd="0" presId="urn:microsoft.com/office/officeart/2005/8/layout/radial6"/>
    <dgm:cxn modelId="{3BD040AD-BD02-4BA2-AAD6-2C51D035FD38}" type="presParOf" srcId="{2439D6F9-6C47-44FD-912E-4F9430ED99C2}" destId="{827D16DE-AC0A-4C81-8BFD-BA79AAC02949}" srcOrd="9" destOrd="0" presId="urn:microsoft.com/office/officeart/2005/8/layout/radial6"/>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B8AE142-BDF9-4BCB-93FE-4B9143913981}" type="doc">
      <dgm:prSet loTypeId="urn:microsoft.com/office/officeart/2005/8/layout/radial6" loCatId="cycle" qsTypeId="urn:microsoft.com/office/officeart/2005/8/quickstyle/simple4" qsCatId="simple" csTypeId="urn:microsoft.com/office/officeart/2005/8/colors/colorful1" csCatId="colorful" phldr="1"/>
      <dgm:spPr/>
      <dgm:t>
        <a:bodyPr/>
        <a:lstStyle/>
        <a:p>
          <a:endParaRPr lang="en-US"/>
        </a:p>
      </dgm:t>
    </dgm:pt>
    <dgm:pt modelId="{F4B29CDB-48D8-4FE1-B773-55F5CA712B70}">
      <dgm:prSet phldrT="[Text]" custT="1"/>
      <dgm:spPr/>
      <dgm:t>
        <a:bodyPr/>
        <a:lstStyle/>
        <a:p>
          <a:r>
            <a:rPr lang="en-US" sz="1600" dirty="0" smtClean="0"/>
            <a:t>Enjoyable</a:t>
          </a:r>
          <a:endParaRPr lang="en-US" sz="1600" dirty="0"/>
        </a:p>
      </dgm:t>
    </dgm:pt>
    <dgm:pt modelId="{D1CC5CEC-095E-4401-8F7D-783C7842386F}" type="parTrans" cxnId="{7D369245-CAE8-431C-BDAE-B7CFEE1F36EE}">
      <dgm:prSet/>
      <dgm:spPr/>
      <dgm:t>
        <a:bodyPr/>
        <a:lstStyle/>
        <a:p>
          <a:endParaRPr lang="en-US"/>
        </a:p>
      </dgm:t>
    </dgm:pt>
    <dgm:pt modelId="{CE9A6297-B915-4B2A-A1B9-2CDAB23F7CD6}" type="sibTrans" cxnId="{7D369245-CAE8-431C-BDAE-B7CFEE1F36EE}">
      <dgm:prSet/>
      <dgm:spPr/>
      <dgm:t>
        <a:bodyPr/>
        <a:lstStyle/>
        <a:p>
          <a:endParaRPr lang="en-US"/>
        </a:p>
      </dgm:t>
    </dgm:pt>
    <dgm:pt modelId="{1503CB08-D60D-45F3-B561-A93806F8217E}">
      <dgm:prSet phldrT="[Text]" custT="1"/>
      <dgm:spPr/>
      <dgm:t>
        <a:bodyPr/>
        <a:lstStyle/>
        <a:p>
          <a:r>
            <a:rPr lang="en-US" sz="1600" dirty="0" smtClean="0"/>
            <a:t>Same</a:t>
          </a:r>
          <a:endParaRPr lang="en-US" sz="1600" dirty="0"/>
        </a:p>
      </dgm:t>
    </dgm:pt>
    <dgm:pt modelId="{AE42E567-A8F2-4FFD-92CD-5F701CC142E7}" type="parTrans" cxnId="{389ACC0D-508A-43DE-BC72-12751F9CB42C}">
      <dgm:prSet/>
      <dgm:spPr/>
      <dgm:t>
        <a:bodyPr/>
        <a:lstStyle/>
        <a:p>
          <a:endParaRPr lang="en-US"/>
        </a:p>
      </dgm:t>
    </dgm:pt>
    <dgm:pt modelId="{941A5CC9-B9FB-4687-ACBA-AFA19458897C}" type="sibTrans" cxnId="{389ACC0D-508A-43DE-BC72-12751F9CB42C}">
      <dgm:prSet/>
      <dgm:spPr/>
      <dgm:t>
        <a:bodyPr/>
        <a:lstStyle/>
        <a:p>
          <a:endParaRPr lang="en-US"/>
        </a:p>
      </dgm:t>
    </dgm:pt>
    <dgm:pt modelId="{1280198A-1F11-4ACA-BEB8-0002CD69CAD8}">
      <dgm:prSet phldrT="[Text]" custT="1"/>
      <dgm:spPr/>
      <dgm:t>
        <a:bodyPr/>
        <a:lstStyle/>
        <a:p>
          <a:r>
            <a:rPr lang="en-US" sz="1600" dirty="0" smtClean="0"/>
            <a:t>Less</a:t>
          </a:r>
          <a:endParaRPr lang="en-US" sz="1600" dirty="0"/>
        </a:p>
      </dgm:t>
    </dgm:pt>
    <dgm:pt modelId="{5C5FD7B8-8EBE-450E-8B2A-A89725967DB1}" type="parTrans" cxnId="{F1276BB1-BFB6-4265-A568-98390200A7C9}">
      <dgm:prSet/>
      <dgm:spPr/>
      <dgm:t>
        <a:bodyPr/>
        <a:lstStyle/>
        <a:p>
          <a:endParaRPr lang="en-US"/>
        </a:p>
      </dgm:t>
    </dgm:pt>
    <dgm:pt modelId="{4F7CC1DD-61B0-422B-8C47-E109725729D7}" type="sibTrans" cxnId="{F1276BB1-BFB6-4265-A568-98390200A7C9}">
      <dgm:prSet/>
      <dgm:spPr/>
      <dgm:t>
        <a:bodyPr/>
        <a:lstStyle/>
        <a:p>
          <a:endParaRPr lang="en-US"/>
        </a:p>
      </dgm:t>
    </dgm:pt>
    <dgm:pt modelId="{45CFE9BE-0354-44F9-9B57-F7A0DB85B62E}">
      <dgm:prSet phldrT="[Text]" custT="1"/>
      <dgm:spPr/>
      <dgm:t>
        <a:bodyPr/>
        <a:lstStyle/>
        <a:p>
          <a:r>
            <a:rPr lang="en-US" sz="1600" dirty="0" smtClean="0"/>
            <a:t>More</a:t>
          </a:r>
          <a:endParaRPr lang="en-US" sz="1600" dirty="0"/>
        </a:p>
      </dgm:t>
    </dgm:pt>
    <dgm:pt modelId="{67F790BF-7CD6-4356-BD0F-319E3630C7AF}" type="parTrans" cxnId="{A4033387-F12A-42D9-81C5-968503BF0D5D}">
      <dgm:prSet/>
      <dgm:spPr/>
      <dgm:t>
        <a:bodyPr/>
        <a:lstStyle/>
        <a:p>
          <a:endParaRPr lang="en-US"/>
        </a:p>
      </dgm:t>
    </dgm:pt>
    <dgm:pt modelId="{F1FF1A54-4AC2-4518-9544-6DD5B748EFC4}" type="sibTrans" cxnId="{A4033387-F12A-42D9-81C5-968503BF0D5D}">
      <dgm:prSet/>
      <dgm:spPr/>
      <dgm:t>
        <a:bodyPr/>
        <a:lstStyle/>
        <a:p>
          <a:endParaRPr lang="en-US"/>
        </a:p>
      </dgm:t>
    </dgm:pt>
    <dgm:pt modelId="{2439D6F9-6C47-44FD-912E-4F9430ED99C2}" type="pres">
      <dgm:prSet presAssocID="{3B8AE142-BDF9-4BCB-93FE-4B9143913981}" presName="Name0" presStyleCnt="0">
        <dgm:presLayoutVars>
          <dgm:chMax val="1"/>
          <dgm:dir/>
          <dgm:animLvl val="ctr"/>
          <dgm:resizeHandles val="exact"/>
        </dgm:presLayoutVars>
      </dgm:prSet>
      <dgm:spPr/>
      <dgm:t>
        <a:bodyPr/>
        <a:lstStyle/>
        <a:p>
          <a:endParaRPr lang="en-US"/>
        </a:p>
      </dgm:t>
    </dgm:pt>
    <dgm:pt modelId="{66E8E18D-E787-48D8-BAD1-C05633021CE0}" type="pres">
      <dgm:prSet presAssocID="{F4B29CDB-48D8-4FE1-B773-55F5CA712B70}" presName="centerShape" presStyleLbl="node0" presStyleIdx="0" presStyleCnt="1" custScaleX="115073"/>
      <dgm:spPr/>
      <dgm:t>
        <a:bodyPr/>
        <a:lstStyle/>
        <a:p>
          <a:endParaRPr lang="en-US"/>
        </a:p>
      </dgm:t>
    </dgm:pt>
    <dgm:pt modelId="{1CDB7AB1-F2B3-4060-A9A3-EF6E4F506489}" type="pres">
      <dgm:prSet presAssocID="{1503CB08-D60D-45F3-B561-A93806F8217E}" presName="node" presStyleLbl="node1" presStyleIdx="0" presStyleCnt="3">
        <dgm:presLayoutVars>
          <dgm:bulletEnabled val="1"/>
        </dgm:presLayoutVars>
      </dgm:prSet>
      <dgm:spPr/>
      <dgm:t>
        <a:bodyPr/>
        <a:lstStyle/>
        <a:p>
          <a:endParaRPr lang="en-US"/>
        </a:p>
      </dgm:t>
    </dgm:pt>
    <dgm:pt modelId="{6C4B201A-1FFA-49C6-83A6-BFB9BF83FDE3}" type="pres">
      <dgm:prSet presAssocID="{1503CB08-D60D-45F3-B561-A93806F8217E}" presName="dummy" presStyleCnt="0"/>
      <dgm:spPr/>
    </dgm:pt>
    <dgm:pt modelId="{8DD2FB70-75EE-481B-AF34-81A89AE1899F}" type="pres">
      <dgm:prSet presAssocID="{941A5CC9-B9FB-4687-ACBA-AFA19458897C}" presName="sibTrans" presStyleLbl="sibTrans2D1" presStyleIdx="0" presStyleCnt="3"/>
      <dgm:spPr/>
      <dgm:t>
        <a:bodyPr/>
        <a:lstStyle/>
        <a:p>
          <a:endParaRPr lang="en-US"/>
        </a:p>
      </dgm:t>
    </dgm:pt>
    <dgm:pt modelId="{0E29BEE3-F31A-49D8-9ED7-1E3E9A0F055F}" type="pres">
      <dgm:prSet presAssocID="{1280198A-1F11-4ACA-BEB8-0002CD69CAD8}" presName="node" presStyleLbl="node1" presStyleIdx="1" presStyleCnt="3">
        <dgm:presLayoutVars>
          <dgm:bulletEnabled val="1"/>
        </dgm:presLayoutVars>
      </dgm:prSet>
      <dgm:spPr/>
      <dgm:t>
        <a:bodyPr/>
        <a:lstStyle/>
        <a:p>
          <a:endParaRPr lang="en-US"/>
        </a:p>
      </dgm:t>
    </dgm:pt>
    <dgm:pt modelId="{3380B85E-7AD7-4A03-A34E-81D8282EB3C6}" type="pres">
      <dgm:prSet presAssocID="{1280198A-1F11-4ACA-BEB8-0002CD69CAD8}" presName="dummy" presStyleCnt="0"/>
      <dgm:spPr/>
    </dgm:pt>
    <dgm:pt modelId="{D319AFEA-98F5-48BD-A2E6-06A83B94136F}" type="pres">
      <dgm:prSet presAssocID="{4F7CC1DD-61B0-422B-8C47-E109725729D7}" presName="sibTrans" presStyleLbl="sibTrans2D1" presStyleIdx="1" presStyleCnt="3"/>
      <dgm:spPr/>
      <dgm:t>
        <a:bodyPr/>
        <a:lstStyle/>
        <a:p>
          <a:endParaRPr lang="en-US"/>
        </a:p>
      </dgm:t>
    </dgm:pt>
    <dgm:pt modelId="{B0A5290B-7B7D-4AB3-8232-222E48A64987}" type="pres">
      <dgm:prSet presAssocID="{45CFE9BE-0354-44F9-9B57-F7A0DB85B62E}" presName="node" presStyleLbl="node1" presStyleIdx="2" presStyleCnt="3">
        <dgm:presLayoutVars>
          <dgm:bulletEnabled val="1"/>
        </dgm:presLayoutVars>
      </dgm:prSet>
      <dgm:spPr/>
      <dgm:t>
        <a:bodyPr/>
        <a:lstStyle/>
        <a:p>
          <a:endParaRPr lang="en-US"/>
        </a:p>
      </dgm:t>
    </dgm:pt>
    <dgm:pt modelId="{026E7D77-A6BE-418B-9BA2-B84683E6307F}" type="pres">
      <dgm:prSet presAssocID="{45CFE9BE-0354-44F9-9B57-F7A0DB85B62E}" presName="dummy" presStyleCnt="0"/>
      <dgm:spPr/>
    </dgm:pt>
    <dgm:pt modelId="{827D16DE-AC0A-4C81-8BFD-BA79AAC02949}" type="pres">
      <dgm:prSet presAssocID="{F1FF1A54-4AC2-4518-9544-6DD5B748EFC4}" presName="sibTrans" presStyleLbl="sibTrans2D1" presStyleIdx="2" presStyleCnt="3"/>
      <dgm:spPr/>
      <dgm:t>
        <a:bodyPr/>
        <a:lstStyle/>
        <a:p>
          <a:endParaRPr lang="en-US"/>
        </a:p>
      </dgm:t>
    </dgm:pt>
  </dgm:ptLst>
  <dgm:cxnLst>
    <dgm:cxn modelId="{34E1AA41-349A-4483-AC99-4CB596210864}" type="presOf" srcId="{F4B29CDB-48D8-4FE1-B773-55F5CA712B70}" destId="{66E8E18D-E787-48D8-BAD1-C05633021CE0}" srcOrd="0" destOrd="0" presId="urn:microsoft.com/office/officeart/2005/8/layout/radial6"/>
    <dgm:cxn modelId="{8582A3E3-0553-4A60-9F74-88F5587ACF33}" type="presOf" srcId="{1503CB08-D60D-45F3-B561-A93806F8217E}" destId="{1CDB7AB1-F2B3-4060-A9A3-EF6E4F506489}" srcOrd="0" destOrd="0" presId="urn:microsoft.com/office/officeart/2005/8/layout/radial6"/>
    <dgm:cxn modelId="{389ACC0D-508A-43DE-BC72-12751F9CB42C}" srcId="{F4B29CDB-48D8-4FE1-B773-55F5CA712B70}" destId="{1503CB08-D60D-45F3-B561-A93806F8217E}" srcOrd="0" destOrd="0" parTransId="{AE42E567-A8F2-4FFD-92CD-5F701CC142E7}" sibTransId="{941A5CC9-B9FB-4687-ACBA-AFA19458897C}"/>
    <dgm:cxn modelId="{A4033387-F12A-42D9-81C5-968503BF0D5D}" srcId="{F4B29CDB-48D8-4FE1-B773-55F5CA712B70}" destId="{45CFE9BE-0354-44F9-9B57-F7A0DB85B62E}" srcOrd="2" destOrd="0" parTransId="{67F790BF-7CD6-4356-BD0F-319E3630C7AF}" sibTransId="{F1FF1A54-4AC2-4518-9544-6DD5B748EFC4}"/>
    <dgm:cxn modelId="{8740B7FA-520D-4360-A3CF-189B9AA76290}" type="presOf" srcId="{4F7CC1DD-61B0-422B-8C47-E109725729D7}" destId="{D319AFEA-98F5-48BD-A2E6-06A83B94136F}" srcOrd="0" destOrd="0" presId="urn:microsoft.com/office/officeart/2005/8/layout/radial6"/>
    <dgm:cxn modelId="{1B62B8AA-5646-4442-A6B5-65ADAE0BDB34}" type="presOf" srcId="{3B8AE142-BDF9-4BCB-93FE-4B9143913981}" destId="{2439D6F9-6C47-44FD-912E-4F9430ED99C2}" srcOrd="0" destOrd="0" presId="urn:microsoft.com/office/officeart/2005/8/layout/radial6"/>
    <dgm:cxn modelId="{55A62D87-44EA-4D84-8805-848E3BF343D7}" type="presOf" srcId="{941A5CC9-B9FB-4687-ACBA-AFA19458897C}" destId="{8DD2FB70-75EE-481B-AF34-81A89AE1899F}" srcOrd="0" destOrd="0" presId="urn:microsoft.com/office/officeart/2005/8/layout/radial6"/>
    <dgm:cxn modelId="{B7312AB9-0DA2-4CF0-B57A-3DA52F2092B0}" type="presOf" srcId="{1280198A-1F11-4ACA-BEB8-0002CD69CAD8}" destId="{0E29BEE3-F31A-49D8-9ED7-1E3E9A0F055F}" srcOrd="0" destOrd="0" presId="urn:microsoft.com/office/officeart/2005/8/layout/radial6"/>
    <dgm:cxn modelId="{E95330F1-3F65-44F0-B574-466007CDBB84}" type="presOf" srcId="{F1FF1A54-4AC2-4518-9544-6DD5B748EFC4}" destId="{827D16DE-AC0A-4C81-8BFD-BA79AAC02949}" srcOrd="0" destOrd="0" presId="urn:microsoft.com/office/officeart/2005/8/layout/radial6"/>
    <dgm:cxn modelId="{F1276BB1-BFB6-4265-A568-98390200A7C9}" srcId="{F4B29CDB-48D8-4FE1-B773-55F5CA712B70}" destId="{1280198A-1F11-4ACA-BEB8-0002CD69CAD8}" srcOrd="1" destOrd="0" parTransId="{5C5FD7B8-8EBE-450E-8B2A-A89725967DB1}" sibTransId="{4F7CC1DD-61B0-422B-8C47-E109725729D7}"/>
    <dgm:cxn modelId="{7D369245-CAE8-431C-BDAE-B7CFEE1F36EE}" srcId="{3B8AE142-BDF9-4BCB-93FE-4B9143913981}" destId="{F4B29CDB-48D8-4FE1-B773-55F5CA712B70}" srcOrd="0" destOrd="0" parTransId="{D1CC5CEC-095E-4401-8F7D-783C7842386F}" sibTransId="{CE9A6297-B915-4B2A-A1B9-2CDAB23F7CD6}"/>
    <dgm:cxn modelId="{32F58197-C1FA-4814-AB90-DE3108A639AA}" type="presOf" srcId="{45CFE9BE-0354-44F9-9B57-F7A0DB85B62E}" destId="{B0A5290B-7B7D-4AB3-8232-222E48A64987}" srcOrd="0" destOrd="0" presId="urn:microsoft.com/office/officeart/2005/8/layout/radial6"/>
    <dgm:cxn modelId="{F0346582-D8A7-4B0A-AD4B-5F69F12B4518}" type="presParOf" srcId="{2439D6F9-6C47-44FD-912E-4F9430ED99C2}" destId="{66E8E18D-E787-48D8-BAD1-C05633021CE0}" srcOrd="0" destOrd="0" presId="urn:microsoft.com/office/officeart/2005/8/layout/radial6"/>
    <dgm:cxn modelId="{FCFD752C-B8D3-4DB2-8EF3-59D1E44B0191}" type="presParOf" srcId="{2439D6F9-6C47-44FD-912E-4F9430ED99C2}" destId="{1CDB7AB1-F2B3-4060-A9A3-EF6E4F506489}" srcOrd="1" destOrd="0" presId="urn:microsoft.com/office/officeart/2005/8/layout/radial6"/>
    <dgm:cxn modelId="{753C95EE-5ECA-4AF7-A254-1ABD6D90757B}" type="presParOf" srcId="{2439D6F9-6C47-44FD-912E-4F9430ED99C2}" destId="{6C4B201A-1FFA-49C6-83A6-BFB9BF83FDE3}" srcOrd="2" destOrd="0" presId="urn:microsoft.com/office/officeart/2005/8/layout/radial6"/>
    <dgm:cxn modelId="{7E8CD35E-5B93-41D8-89CA-409CFCC96CED}" type="presParOf" srcId="{2439D6F9-6C47-44FD-912E-4F9430ED99C2}" destId="{8DD2FB70-75EE-481B-AF34-81A89AE1899F}" srcOrd="3" destOrd="0" presId="urn:microsoft.com/office/officeart/2005/8/layout/radial6"/>
    <dgm:cxn modelId="{3DF69847-EB8D-4A68-BD0C-9C40E7030536}" type="presParOf" srcId="{2439D6F9-6C47-44FD-912E-4F9430ED99C2}" destId="{0E29BEE3-F31A-49D8-9ED7-1E3E9A0F055F}" srcOrd="4" destOrd="0" presId="urn:microsoft.com/office/officeart/2005/8/layout/radial6"/>
    <dgm:cxn modelId="{9AFCC716-A9AD-4497-91F7-C990238BDD63}" type="presParOf" srcId="{2439D6F9-6C47-44FD-912E-4F9430ED99C2}" destId="{3380B85E-7AD7-4A03-A34E-81D8282EB3C6}" srcOrd="5" destOrd="0" presId="urn:microsoft.com/office/officeart/2005/8/layout/radial6"/>
    <dgm:cxn modelId="{45079784-9DF1-45F2-B098-C7C6D0FD8871}" type="presParOf" srcId="{2439D6F9-6C47-44FD-912E-4F9430ED99C2}" destId="{D319AFEA-98F5-48BD-A2E6-06A83B94136F}" srcOrd="6" destOrd="0" presId="urn:microsoft.com/office/officeart/2005/8/layout/radial6"/>
    <dgm:cxn modelId="{F4CC51DF-E435-491B-A701-B2B04A4937D0}" type="presParOf" srcId="{2439D6F9-6C47-44FD-912E-4F9430ED99C2}" destId="{B0A5290B-7B7D-4AB3-8232-222E48A64987}" srcOrd="7" destOrd="0" presId="urn:microsoft.com/office/officeart/2005/8/layout/radial6"/>
    <dgm:cxn modelId="{98283983-270C-4529-94D0-6A5E7B7FD5E3}" type="presParOf" srcId="{2439D6F9-6C47-44FD-912E-4F9430ED99C2}" destId="{026E7D77-A6BE-418B-9BA2-B84683E6307F}" srcOrd="8" destOrd="0" presId="urn:microsoft.com/office/officeart/2005/8/layout/radial6"/>
    <dgm:cxn modelId="{B62841EA-A53E-4F6F-B829-A5D8B2FD8904}" type="presParOf" srcId="{2439D6F9-6C47-44FD-912E-4F9430ED99C2}" destId="{827D16DE-AC0A-4C81-8BFD-BA79AAC02949}" srcOrd="9" destOrd="0" presId="urn:microsoft.com/office/officeart/2005/8/layout/radial6"/>
  </dgm:cxnLst>
  <dgm:bg/>
  <dgm:whole/>
  <dgm:extLst>
    <a:ext uri="http://schemas.microsoft.com/office/drawing/2008/diagram">
      <dsp:dataModelExt xmlns:dsp="http://schemas.microsoft.com/office/drawing/2008/diagram" xmlns=""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B8AE142-BDF9-4BCB-93FE-4B9143913981}" type="doc">
      <dgm:prSet loTypeId="urn:microsoft.com/office/officeart/2005/8/layout/radial6" loCatId="cycle" qsTypeId="urn:microsoft.com/office/officeart/2005/8/quickstyle/3d2" qsCatId="3D" csTypeId="urn:microsoft.com/office/officeart/2005/8/colors/accent1_2" csCatId="accent1" phldr="1"/>
      <dgm:spPr/>
      <dgm:t>
        <a:bodyPr/>
        <a:lstStyle/>
        <a:p>
          <a:endParaRPr lang="en-US"/>
        </a:p>
      </dgm:t>
    </dgm:pt>
    <dgm:pt modelId="{F4B29CDB-48D8-4FE1-B773-55F5CA712B70}">
      <dgm:prSet phldrT="[Text]"/>
      <dgm:spPr/>
      <dgm:t>
        <a:bodyPr/>
        <a:lstStyle/>
        <a:p>
          <a:r>
            <a:rPr lang="en-US" dirty="0" smtClean="0"/>
            <a:t>Puzzling</a:t>
          </a:r>
          <a:endParaRPr lang="en-US" dirty="0"/>
        </a:p>
      </dgm:t>
    </dgm:pt>
    <dgm:pt modelId="{D1CC5CEC-095E-4401-8F7D-783C7842386F}" type="parTrans" cxnId="{7D369245-CAE8-431C-BDAE-B7CFEE1F36EE}">
      <dgm:prSet/>
      <dgm:spPr/>
      <dgm:t>
        <a:bodyPr/>
        <a:lstStyle/>
        <a:p>
          <a:endParaRPr lang="en-US"/>
        </a:p>
      </dgm:t>
    </dgm:pt>
    <dgm:pt modelId="{CE9A6297-B915-4B2A-A1B9-2CDAB23F7CD6}" type="sibTrans" cxnId="{7D369245-CAE8-431C-BDAE-B7CFEE1F36EE}">
      <dgm:prSet/>
      <dgm:spPr/>
      <dgm:t>
        <a:bodyPr/>
        <a:lstStyle/>
        <a:p>
          <a:endParaRPr lang="en-US"/>
        </a:p>
      </dgm:t>
    </dgm:pt>
    <dgm:pt modelId="{1503CB08-D60D-45F3-B561-A93806F8217E}">
      <dgm:prSet phldrT="[Text]"/>
      <dgm:spPr/>
      <dgm:t>
        <a:bodyPr/>
        <a:lstStyle/>
        <a:p>
          <a:r>
            <a:rPr lang="en-US" dirty="0" smtClean="0"/>
            <a:t>Same</a:t>
          </a:r>
          <a:endParaRPr lang="en-US" dirty="0"/>
        </a:p>
      </dgm:t>
    </dgm:pt>
    <dgm:pt modelId="{AE42E567-A8F2-4FFD-92CD-5F701CC142E7}" type="parTrans" cxnId="{389ACC0D-508A-43DE-BC72-12751F9CB42C}">
      <dgm:prSet/>
      <dgm:spPr/>
      <dgm:t>
        <a:bodyPr/>
        <a:lstStyle/>
        <a:p>
          <a:endParaRPr lang="en-US"/>
        </a:p>
      </dgm:t>
    </dgm:pt>
    <dgm:pt modelId="{941A5CC9-B9FB-4687-ACBA-AFA19458897C}" type="sibTrans" cxnId="{389ACC0D-508A-43DE-BC72-12751F9CB42C}">
      <dgm:prSet/>
      <dgm:spPr/>
      <dgm:t>
        <a:bodyPr/>
        <a:lstStyle/>
        <a:p>
          <a:endParaRPr lang="en-US"/>
        </a:p>
      </dgm:t>
    </dgm:pt>
    <dgm:pt modelId="{1280198A-1F11-4ACA-BEB8-0002CD69CAD8}">
      <dgm:prSet phldrT="[Text]"/>
      <dgm:spPr/>
      <dgm:t>
        <a:bodyPr/>
        <a:lstStyle/>
        <a:p>
          <a:r>
            <a:rPr lang="en-US" dirty="0" smtClean="0"/>
            <a:t>Less</a:t>
          </a:r>
          <a:endParaRPr lang="en-US" dirty="0"/>
        </a:p>
      </dgm:t>
    </dgm:pt>
    <dgm:pt modelId="{5C5FD7B8-8EBE-450E-8B2A-A89725967DB1}" type="parTrans" cxnId="{F1276BB1-BFB6-4265-A568-98390200A7C9}">
      <dgm:prSet/>
      <dgm:spPr/>
      <dgm:t>
        <a:bodyPr/>
        <a:lstStyle/>
        <a:p>
          <a:endParaRPr lang="en-US"/>
        </a:p>
      </dgm:t>
    </dgm:pt>
    <dgm:pt modelId="{4F7CC1DD-61B0-422B-8C47-E109725729D7}" type="sibTrans" cxnId="{F1276BB1-BFB6-4265-A568-98390200A7C9}">
      <dgm:prSet/>
      <dgm:spPr/>
      <dgm:t>
        <a:bodyPr/>
        <a:lstStyle/>
        <a:p>
          <a:endParaRPr lang="en-US"/>
        </a:p>
      </dgm:t>
    </dgm:pt>
    <dgm:pt modelId="{45CFE9BE-0354-44F9-9B57-F7A0DB85B62E}">
      <dgm:prSet phldrT="[Text]"/>
      <dgm:spPr/>
      <dgm:t>
        <a:bodyPr/>
        <a:lstStyle/>
        <a:p>
          <a:r>
            <a:rPr lang="en-US" dirty="0" smtClean="0"/>
            <a:t>More</a:t>
          </a:r>
          <a:endParaRPr lang="en-US" dirty="0"/>
        </a:p>
      </dgm:t>
    </dgm:pt>
    <dgm:pt modelId="{67F790BF-7CD6-4356-BD0F-319E3630C7AF}" type="parTrans" cxnId="{A4033387-F12A-42D9-81C5-968503BF0D5D}">
      <dgm:prSet/>
      <dgm:spPr/>
      <dgm:t>
        <a:bodyPr/>
        <a:lstStyle/>
        <a:p>
          <a:endParaRPr lang="en-US"/>
        </a:p>
      </dgm:t>
    </dgm:pt>
    <dgm:pt modelId="{F1FF1A54-4AC2-4518-9544-6DD5B748EFC4}" type="sibTrans" cxnId="{A4033387-F12A-42D9-81C5-968503BF0D5D}">
      <dgm:prSet/>
      <dgm:spPr/>
      <dgm:t>
        <a:bodyPr/>
        <a:lstStyle/>
        <a:p>
          <a:endParaRPr lang="en-US"/>
        </a:p>
      </dgm:t>
    </dgm:pt>
    <dgm:pt modelId="{2439D6F9-6C47-44FD-912E-4F9430ED99C2}" type="pres">
      <dgm:prSet presAssocID="{3B8AE142-BDF9-4BCB-93FE-4B9143913981}" presName="Name0" presStyleCnt="0">
        <dgm:presLayoutVars>
          <dgm:chMax val="1"/>
          <dgm:dir/>
          <dgm:animLvl val="ctr"/>
          <dgm:resizeHandles val="exact"/>
        </dgm:presLayoutVars>
      </dgm:prSet>
      <dgm:spPr/>
      <dgm:t>
        <a:bodyPr/>
        <a:lstStyle/>
        <a:p>
          <a:endParaRPr lang="en-US"/>
        </a:p>
      </dgm:t>
    </dgm:pt>
    <dgm:pt modelId="{66E8E18D-E787-48D8-BAD1-C05633021CE0}" type="pres">
      <dgm:prSet presAssocID="{F4B29CDB-48D8-4FE1-B773-55F5CA712B70}" presName="centerShape" presStyleLbl="node0" presStyleIdx="0" presStyleCnt="1" custScaleX="114927"/>
      <dgm:spPr/>
      <dgm:t>
        <a:bodyPr/>
        <a:lstStyle/>
        <a:p>
          <a:endParaRPr lang="en-US"/>
        </a:p>
      </dgm:t>
    </dgm:pt>
    <dgm:pt modelId="{1CDB7AB1-F2B3-4060-A9A3-EF6E4F506489}" type="pres">
      <dgm:prSet presAssocID="{1503CB08-D60D-45F3-B561-A93806F8217E}" presName="node" presStyleLbl="node1" presStyleIdx="0" presStyleCnt="3">
        <dgm:presLayoutVars>
          <dgm:bulletEnabled val="1"/>
        </dgm:presLayoutVars>
      </dgm:prSet>
      <dgm:spPr/>
      <dgm:t>
        <a:bodyPr/>
        <a:lstStyle/>
        <a:p>
          <a:endParaRPr lang="en-US"/>
        </a:p>
      </dgm:t>
    </dgm:pt>
    <dgm:pt modelId="{6C4B201A-1FFA-49C6-83A6-BFB9BF83FDE3}" type="pres">
      <dgm:prSet presAssocID="{1503CB08-D60D-45F3-B561-A93806F8217E}" presName="dummy" presStyleCnt="0"/>
      <dgm:spPr/>
    </dgm:pt>
    <dgm:pt modelId="{8DD2FB70-75EE-481B-AF34-81A89AE1899F}" type="pres">
      <dgm:prSet presAssocID="{941A5CC9-B9FB-4687-ACBA-AFA19458897C}" presName="sibTrans" presStyleLbl="sibTrans2D1" presStyleIdx="0" presStyleCnt="3"/>
      <dgm:spPr/>
      <dgm:t>
        <a:bodyPr/>
        <a:lstStyle/>
        <a:p>
          <a:endParaRPr lang="en-US"/>
        </a:p>
      </dgm:t>
    </dgm:pt>
    <dgm:pt modelId="{0E29BEE3-F31A-49D8-9ED7-1E3E9A0F055F}" type="pres">
      <dgm:prSet presAssocID="{1280198A-1F11-4ACA-BEB8-0002CD69CAD8}" presName="node" presStyleLbl="node1" presStyleIdx="1" presStyleCnt="3">
        <dgm:presLayoutVars>
          <dgm:bulletEnabled val="1"/>
        </dgm:presLayoutVars>
      </dgm:prSet>
      <dgm:spPr/>
      <dgm:t>
        <a:bodyPr/>
        <a:lstStyle/>
        <a:p>
          <a:endParaRPr lang="en-US"/>
        </a:p>
      </dgm:t>
    </dgm:pt>
    <dgm:pt modelId="{3380B85E-7AD7-4A03-A34E-81D8282EB3C6}" type="pres">
      <dgm:prSet presAssocID="{1280198A-1F11-4ACA-BEB8-0002CD69CAD8}" presName="dummy" presStyleCnt="0"/>
      <dgm:spPr/>
    </dgm:pt>
    <dgm:pt modelId="{D319AFEA-98F5-48BD-A2E6-06A83B94136F}" type="pres">
      <dgm:prSet presAssocID="{4F7CC1DD-61B0-422B-8C47-E109725729D7}" presName="sibTrans" presStyleLbl="sibTrans2D1" presStyleIdx="1" presStyleCnt="3"/>
      <dgm:spPr/>
      <dgm:t>
        <a:bodyPr/>
        <a:lstStyle/>
        <a:p>
          <a:endParaRPr lang="en-US"/>
        </a:p>
      </dgm:t>
    </dgm:pt>
    <dgm:pt modelId="{B0A5290B-7B7D-4AB3-8232-222E48A64987}" type="pres">
      <dgm:prSet presAssocID="{45CFE9BE-0354-44F9-9B57-F7A0DB85B62E}" presName="node" presStyleLbl="node1" presStyleIdx="2" presStyleCnt="3">
        <dgm:presLayoutVars>
          <dgm:bulletEnabled val="1"/>
        </dgm:presLayoutVars>
      </dgm:prSet>
      <dgm:spPr/>
      <dgm:t>
        <a:bodyPr/>
        <a:lstStyle/>
        <a:p>
          <a:endParaRPr lang="en-US"/>
        </a:p>
      </dgm:t>
    </dgm:pt>
    <dgm:pt modelId="{026E7D77-A6BE-418B-9BA2-B84683E6307F}" type="pres">
      <dgm:prSet presAssocID="{45CFE9BE-0354-44F9-9B57-F7A0DB85B62E}" presName="dummy" presStyleCnt="0"/>
      <dgm:spPr/>
    </dgm:pt>
    <dgm:pt modelId="{827D16DE-AC0A-4C81-8BFD-BA79AAC02949}" type="pres">
      <dgm:prSet presAssocID="{F1FF1A54-4AC2-4518-9544-6DD5B748EFC4}" presName="sibTrans" presStyleLbl="sibTrans2D1" presStyleIdx="2" presStyleCnt="3"/>
      <dgm:spPr/>
      <dgm:t>
        <a:bodyPr/>
        <a:lstStyle/>
        <a:p>
          <a:endParaRPr lang="en-US"/>
        </a:p>
      </dgm:t>
    </dgm:pt>
  </dgm:ptLst>
  <dgm:cxnLst>
    <dgm:cxn modelId="{998D2800-B3E7-4E5E-8902-21408EC6A3DE}" type="presOf" srcId="{1503CB08-D60D-45F3-B561-A93806F8217E}" destId="{1CDB7AB1-F2B3-4060-A9A3-EF6E4F506489}" srcOrd="0" destOrd="0" presId="urn:microsoft.com/office/officeart/2005/8/layout/radial6"/>
    <dgm:cxn modelId="{87AF4C8D-B787-4B16-A9CE-116A7C856DF2}" type="presOf" srcId="{3B8AE142-BDF9-4BCB-93FE-4B9143913981}" destId="{2439D6F9-6C47-44FD-912E-4F9430ED99C2}" srcOrd="0" destOrd="0" presId="urn:microsoft.com/office/officeart/2005/8/layout/radial6"/>
    <dgm:cxn modelId="{4F42872B-75FD-4B4B-9CEA-CD89B8507F3C}" type="presOf" srcId="{45CFE9BE-0354-44F9-9B57-F7A0DB85B62E}" destId="{B0A5290B-7B7D-4AB3-8232-222E48A64987}" srcOrd="0" destOrd="0" presId="urn:microsoft.com/office/officeart/2005/8/layout/radial6"/>
    <dgm:cxn modelId="{09BB0979-0FC0-46A3-B47C-1BBA5E313B3C}" type="presOf" srcId="{1280198A-1F11-4ACA-BEB8-0002CD69CAD8}" destId="{0E29BEE3-F31A-49D8-9ED7-1E3E9A0F055F}" srcOrd="0" destOrd="0" presId="urn:microsoft.com/office/officeart/2005/8/layout/radial6"/>
    <dgm:cxn modelId="{AE81CBB7-1BBB-4803-962F-96751809307A}" type="presOf" srcId="{F4B29CDB-48D8-4FE1-B773-55F5CA712B70}" destId="{66E8E18D-E787-48D8-BAD1-C05633021CE0}" srcOrd="0" destOrd="0" presId="urn:microsoft.com/office/officeart/2005/8/layout/radial6"/>
    <dgm:cxn modelId="{389ACC0D-508A-43DE-BC72-12751F9CB42C}" srcId="{F4B29CDB-48D8-4FE1-B773-55F5CA712B70}" destId="{1503CB08-D60D-45F3-B561-A93806F8217E}" srcOrd="0" destOrd="0" parTransId="{AE42E567-A8F2-4FFD-92CD-5F701CC142E7}" sibTransId="{941A5CC9-B9FB-4687-ACBA-AFA19458897C}"/>
    <dgm:cxn modelId="{A4033387-F12A-42D9-81C5-968503BF0D5D}" srcId="{F4B29CDB-48D8-4FE1-B773-55F5CA712B70}" destId="{45CFE9BE-0354-44F9-9B57-F7A0DB85B62E}" srcOrd="2" destOrd="0" parTransId="{67F790BF-7CD6-4356-BD0F-319E3630C7AF}" sibTransId="{F1FF1A54-4AC2-4518-9544-6DD5B748EFC4}"/>
    <dgm:cxn modelId="{82AE33E7-8C77-4EBE-AC21-1E377649CF42}" type="presOf" srcId="{4F7CC1DD-61B0-422B-8C47-E109725729D7}" destId="{D319AFEA-98F5-48BD-A2E6-06A83B94136F}" srcOrd="0" destOrd="0" presId="urn:microsoft.com/office/officeart/2005/8/layout/radial6"/>
    <dgm:cxn modelId="{B4D46435-D5FB-465D-B622-79F934DE582D}" type="presOf" srcId="{F1FF1A54-4AC2-4518-9544-6DD5B748EFC4}" destId="{827D16DE-AC0A-4C81-8BFD-BA79AAC02949}" srcOrd="0" destOrd="0" presId="urn:microsoft.com/office/officeart/2005/8/layout/radial6"/>
    <dgm:cxn modelId="{EAF72A5B-2056-4B0B-8E78-5B75C55F81B2}" type="presOf" srcId="{941A5CC9-B9FB-4687-ACBA-AFA19458897C}" destId="{8DD2FB70-75EE-481B-AF34-81A89AE1899F}" srcOrd="0" destOrd="0" presId="urn:microsoft.com/office/officeart/2005/8/layout/radial6"/>
    <dgm:cxn modelId="{F1276BB1-BFB6-4265-A568-98390200A7C9}" srcId="{F4B29CDB-48D8-4FE1-B773-55F5CA712B70}" destId="{1280198A-1F11-4ACA-BEB8-0002CD69CAD8}" srcOrd="1" destOrd="0" parTransId="{5C5FD7B8-8EBE-450E-8B2A-A89725967DB1}" sibTransId="{4F7CC1DD-61B0-422B-8C47-E109725729D7}"/>
    <dgm:cxn modelId="{7D369245-CAE8-431C-BDAE-B7CFEE1F36EE}" srcId="{3B8AE142-BDF9-4BCB-93FE-4B9143913981}" destId="{F4B29CDB-48D8-4FE1-B773-55F5CA712B70}" srcOrd="0" destOrd="0" parTransId="{D1CC5CEC-095E-4401-8F7D-783C7842386F}" sibTransId="{CE9A6297-B915-4B2A-A1B9-2CDAB23F7CD6}"/>
    <dgm:cxn modelId="{72B84ED5-A364-47F7-AA6E-A53CC4CE1322}" type="presParOf" srcId="{2439D6F9-6C47-44FD-912E-4F9430ED99C2}" destId="{66E8E18D-E787-48D8-BAD1-C05633021CE0}" srcOrd="0" destOrd="0" presId="urn:microsoft.com/office/officeart/2005/8/layout/radial6"/>
    <dgm:cxn modelId="{F7625729-3731-492B-8075-9179663726DA}" type="presParOf" srcId="{2439D6F9-6C47-44FD-912E-4F9430ED99C2}" destId="{1CDB7AB1-F2B3-4060-A9A3-EF6E4F506489}" srcOrd="1" destOrd="0" presId="urn:microsoft.com/office/officeart/2005/8/layout/radial6"/>
    <dgm:cxn modelId="{8E437A75-604E-479C-AF80-BF0A0232D2F9}" type="presParOf" srcId="{2439D6F9-6C47-44FD-912E-4F9430ED99C2}" destId="{6C4B201A-1FFA-49C6-83A6-BFB9BF83FDE3}" srcOrd="2" destOrd="0" presId="urn:microsoft.com/office/officeart/2005/8/layout/radial6"/>
    <dgm:cxn modelId="{CD5F8696-B448-458C-8029-79F1020483B7}" type="presParOf" srcId="{2439D6F9-6C47-44FD-912E-4F9430ED99C2}" destId="{8DD2FB70-75EE-481B-AF34-81A89AE1899F}" srcOrd="3" destOrd="0" presId="urn:microsoft.com/office/officeart/2005/8/layout/radial6"/>
    <dgm:cxn modelId="{8CD2C4B1-28F0-435A-8AB5-0AFE45031443}" type="presParOf" srcId="{2439D6F9-6C47-44FD-912E-4F9430ED99C2}" destId="{0E29BEE3-F31A-49D8-9ED7-1E3E9A0F055F}" srcOrd="4" destOrd="0" presId="urn:microsoft.com/office/officeart/2005/8/layout/radial6"/>
    <dgm:cxn modelId="{58D6DBB0-ADC4-4DAB-8573-FD4CF9664CBD}" type="presParOf" srcId="{2439D6F9-6C47-44FD-912E-4F9430ED99C2}" destId="{3380B85E-7AD7-4A03-A34E-81D8282EB3C6}" srcOrd="5" destOrd="0" presId="urn:microsoft.com/office/officeart/2005/8/layout/radial6"/>
    <dgm:cxn modelId="{90B7097D-8FF8-4522-9217-36977C46C689}" type="presParOf" srcId="{2439D6F9-6C47-44FD-912E-4F9430ED99C2}" destId="{D319AFEA-98F5-48BD-A2E6-06A83B94136F}" srcOrd="6" destOrd="0" presId="urn:microsoft.com/office/officeart/2005/8/layout/radial6"/>
    <dgm:cxn modelId="{D2B08E27-6F35-4F50-B970-6A24A8CCD152}" type="presParOf" srcId="{2439D6F9-6C47-44FD-912E-4F9430ED99C2}" destId="{B0A5290B-7B7D-4AB3-8232-222E48A64987}" srcOrd="7" destOrd="0" presId="urn:microsoft.com/office/officeart/2005/8/layout/radial6"/>
    <dgm:cxn modelId="{623F2901-5AC8-4103-85B5-CC006B6ED2D7}" type="presParOf" srcId="{2439D6F9-6C47-44FD-912E-4F9430ED99C2}" destId="{026E7D77-A6BE-418B-9BA2-B84683E6307F}" srcOrd="8" destOrd="0" presId="urn:microsoft.com/office/officeart/2005/8/layout/radial6"/>
    <dgm:cxn modelId="{7F802829-9AD6-46CB-8E99-506C9F6CEEC0}" type="presParOf" srcId="{2439D6F9-6C47-44FD-912E-4F9430ED99C2}" destId="{827D16DE-AC0A-4C81-8BFD-BA79AAC02949}" srcOrd="9" destOrd="0" presId="urn:microsoft.com/office/officeart/2005/8/layout/radial6"/>
  </dgm:cxnLst>
  <dgm:bg/>
  <dgm:whole/>
  <dgm:extLst>
    <a:ext uri="http://schemas.microsoft.com/office/drawing/2008/diagram">
      <dsp:dataModelExt xmlns:dsp="http://schemas.microsoft.com/office/drawing/2008/diagram" xmlns="" relId="rId16"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drawing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AE4B72E-E8F5-43DF-8A4C-5F612E413BA8}" type="datetimeFigureOut">
              <a:rPr lang="en-US" smtClean="0"/>
              <a:pPr/>
              <a:t>7/29/2023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42B584B-FCE1-4DD5-AC5C-BD1535AC6D09}"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333D5C3-0820-4FAB-ABA1-6D9651D57222}" type="datetimeFigureOut">
              <a:rPr lang="en-US" smtClean="0"/>
              <a:pPr/>
              <a:t>7/29/2023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72560AE-83EB-4E74-ABFC-279D183C468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721B9AD-E267-41B8-AFB9-F339B3C6A571}" type="datetimeFigureOut">
              <a:rPr lang="en-US"/>
              <a:pPr>
                <a:defRPr/>
              </a:pPr>
              <a:t>7/29/2023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FAA6B-5534-44A2-AEB6-C3AA6AD13725}"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03B7B48-E476-4875-A0CA-B0673732DFDD}" type="datetimeFigureOut">
              <a:rPr lang="en-US"/>
              <a:pPr>
                <a:defRPr/>
              </a:pPr>
              <a:t>7/29/2023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D0A623A-42AC-4D11-AF54-DB15196F08D6}"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8F0A2C2-9A3C-44C4-9D1F-47B44EB3EF12}" type="datetimeFigureOut">
              <a:rPr lang="en-US"/>
              <a:pPr>
                <a:defRPr/>
              </a:pPr>
              <a:t>7/29/2023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738AB1B-E996-4ECC-822F-4BC1227516D2}"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6E352965-9852-4C5D-9CFD-AA7D7C51A3F1}" type="datetimeFigureOut">
              <a:rPr lang="en-US"/>
              <a:pPr>
                <a:defRPr/>
              </a:pPr>
              <a:t>7/29/2023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C6D760F-B2EC-4EEB-B282-45333B11576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A2ABA97A-E8D3-4153-8AD9-0AC754381ACA}" type="datetimeFigureOut">
              <a:rPr lang="en-US"/>
              <a:pPr>
                <a:defRPr/>
              </a:pPr>
              <a:t>7/29/2023</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26E96F6-D03D-4FB0-942F-6504F81FF6F0}"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0F1E0C7-1AF5-43CF-B84A-415948674BE8}" type="datetimeFigureOut">
              <a:rPr lang="en-US"/>
              <a:pPr>
                <a:defRPr/>
              </a:pPr>
              <a:t>7/29/2023</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10B45132-88B8-4DDF-85A7-99B030F49BCA}"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FF2F585-6AB3-4A98-8C00-3FB0F428366B}" type="datetimeFigureOut">
              <a:rPr lang="en-US"/>
              <a:pPr>
                <a:defRPr/>
              </a:pPr>
              <a:t>7/29/2023</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BDEE648-0B22-4684-A888-DEB1CE6260B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955A04C-D082-4B30-8565-236556BDD91C}" type="datetimeFigureOut">
              <a:rPr lang="en-US"/>
              <a:pPr>
                <a:defRPr/>
              </a:pPr>
              <a:t>7/29/2023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7D6D829-2DC4-4B7D-B12C-FDD216EF07F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E43085A-46E4-429D-86C3-B3CDAC36DAFB}" type="datetimeFigureOut">
              <a:rPr lang="en-US"/>
              <a:pPr>
                <a:defRPr/>
              </a:pPr>
              <a:t>7/29/2023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17732C7-0A09-4095-98E8-F693C2579E3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B0270D8-9F80-4CBC-9EEB-40BF8E1F9541}" type="datetimeFigureOut">
              <a:rPr lang="en-US"/>
              <a:pPr>
                <a:defRPr/>
              </a:pPr>
              <a:t>7/29/2023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46B142B-9F3F-466D-9D5E-77E7230DF7F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944C27D-6266-4BC5-9F9E-701F440BBF98}" type="datetimeFigureOut">
              <a:rPr lang="en-US"/>
              <a:pPr>
                <a:defRPr/>
              </a:pPr>
              <a:t>7/29/2023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EC74873-7D28-4297-9E3C-7A8D1F19C832}"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3A4E31BE-3B20-405B-8063-BB6777AF4DB8}" type="datetimeFigureOut">
              <a:rPr lang="en-US"/>
              <a:pPr>
                <a:defRPr/>
              </a:pPr>
              <a:t>7/29/2023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69667343-960E-49C7-A8DE-9C4E42370238}"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ontestpad.com/signup" TargetMode="Externa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hyperlink" Target="https://www.cypress.io/"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diagramLayout" Target="../diagrams/layout2.xml"/><Relationship Id="rId13" Type="http://schemas.openxmlformats.org/officeDocument/2006/relationships/diagramLayout" Target="../diagrams/layout3.xml"/><Relationship Id="rId3" Type="http://schemas.openxmlformats.org/officeDocument/2006/relationships/diagramLayout" Target="../diagrams/layout1.xml"/><Relationship Id="rId7" Type="http://schemas.openxmlformats.org/officeDocument/2006/relationships/diagramData" Target="../diagrams/data2.xml"/><Relationship Id="rId12" Type="http://schemas.openxmlformats.org/officeDocument/2006/relationships/diagramData" Target="../diagrams/data3.xml"/><Relationship Id="rId2" Type="http://schemas.openxmlformats.org/officeDocument/2006/relationships/diagramData" Target="../diagrams/data1.xml"/><Relationship Id="rId16" Type="http://schemas.microsoft.com/office/2007/relationships/diagramDrawing" Target="../diagrams/drawing3.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5" Type="http://schemas.openxmlformats.org/officeDocument/2006/relationships/diagramColors" Target="../diagrams/colors3.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 Id="rId14" Type="http://schemas.openxmlformats.org/officeDocument/2006/relationships/diagramQuickStyle" Target="../diagrams/quickStyle3.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pPr eaLnBrk="1" hangingPunct="1"/>
            <a:r>
              <a:rPr lang="en-US" sz="6000" dirty="0" smtClean="0"/>
              <a:t>Agile Quality Management</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828800"/>
            <a:ext cx="5410200" cy="4343400"/>
          </a:xfrm>
        </p:spPr>
        <p:txBody>
          <a:bodyPr/>
          <a:lstStyle/>
          <a:p>
            <a:pPr>
              <a:buFont typeface="Wingdings" pitchFamily="2" charset="2"/>
              <a:buChar char="Ø"/>
            </a:pPr>
            <a:r>
              <a:rPr lang="en-US" sz="2400" dirty="0" smtClean="0"/>
              <a:t>To improve your </a:t>
            </a:r>
            <a:r>
              <a:rPr lang="en-US" sz="2400" i="1" dirty="0" smtClean="0">
                <a:solidFill>
                  <a:srgbClr val="C00000"/>
                </a:solidFill>
              </a:rPr>
              <a:t>software quality</a:t>
            </a:r>
            <a:r>
              <a:rPr lang="en-US" sz="2400" dirty="0" smtClean="0"/>
              <a:t>.</a:t>
            </a:r>
          </a:p>
          <a:p>
            <a:pPr>
              <a:buFont typeface="Wingdings" pitchFamily="2" charset="2"/>
              <a:buChar char="Ø"/>
            </a:pPr>
            <a:r>
              <a:rPr lang="en-US" sz="2400" dirty="0" smtClean="0"/>
              <a:t>To improve your </a:t>
            </a:r>
            <a:r>
              <a:rPr lang="en-US" sz="2400" i="1" dirty="0" smtClean="0">
                <a:solidFill>
                  <a:srgbClr val="C00000"/>
                </a:solidFill>
              </a:rPr>
              <a:t>team collaboration quality</a:t>
            </a:r>
            <a:r>
              <a:rPr lang="en-US" sz="2400" dirty="0" smtClean="0"/>
              <a:t>.</a:t>
            </a:r>
          </a:p>
        </p:txBody>
      </p:sp>
      <p:pic>
        <p:nvPicPr>
          <p:cNvPr id="4" name="Picture 2"/>
          <p:cNvPicPr>
            <a:picLocks noChangeAspect="1" noChangeArrowheads="1"/>
          </p:cNvPicPr>
          <p:nvPr/>
        </p:nvPicPr>
        <p:blipFill>
          <a:blip r:embed="rId2" cstate="print"/>
          <a:srcRect/>
          <a:stretch>
            <a:fillRect/>
          </a:stretch>
        </p:blipFill>
        <p:spPr bwMode="auto">
          <a:xfrm>
            <a:off x="6019800" y="2743200"/>
            <a:ext cx="2762250" cy="2114550"/>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r>
              <a:rPr lang="en-US" sz="2400" dirty="0" smtClean="0"/>
              <a:t>Agile quality assurance techniques</a:t>
            </a:r>
          </a:p>
          <a:p>
            <a:pPr marL="571500" indent="-571500">
              <a:buFont typeface="+mj-lt"/>
              <a:buAutoNum type="romanUcPeriod"/>
            </a:pPr>
            <a:r>
              <a:rPr lang="en-US" sz="2400" dirty="0" smtClean="0"/>
              <a:t>Documentation</a:t>
            </a:r>
          </a:p>
          <a:p>
            <a:pPr marL="571500" indent="-571500">
              <a:buFont typeface="+mj-lt"/>
              <a:buAutoNum type="romanUcPeriod"/>
            </a:pPr>
            <a:r>
              <a:rPr lang="en-US" sz="2400" dirty="0" smtClean="0"/>
              <a:t>Retrospectives</a:t>
            </a:r>
          </a:p>
          <a:p>
            <a:pPr marL="571500" indent="-571500">
              <a:buFont typeface="+mj-lt"/>
              <a:buAutoNum type="romanUcPeriod"/>
            </a:pPr>
            <a:endParaRPr lang="en-US" sz="2400" dirty="0" smtClean="0"/>
          </a:p>
          <a:p>
            <a:pPr marL="571500" indent="-571500">
              <a:buFont typeface="+mj-lt"/>
              <a:buAutoNum type="romanUcPeriod"/>
            </a:pPr>
            <a:endParaRPr lang="en-US" sz="2400" dirty="0" smtClean="0"/>
          </a:p>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752600"/>
            <a:ext cx="5715000" cy="4343400"/>
          </a:xfrm>
        </p:spPr>
        <p:txBody>
          <a:bodyPr/>
          <a:lstStyle/>
          <a:p>
            <a:pPr>
              <a:buFont typeface="+mj-lt"/>
              <a:buAutoNum type="arabicPeriod"/>
            </a:pPr>
            <a:r>
              <a:rPr lang="en-US" sz="2400" dirty="0" smtClean="0"/>
              <a:t>James Shore and Shane Warden (2008). The Art of Agile Development. O'Reilly.</a:t>
            </a:r>
          </a:p>
          <a:p>
            <a:pPr>
              <a:buFont typeface="+mj-lt"/>
              <a:buAutoNum type="arabicPeriod"/>
            </a:pPr>
            <a:r>
              <a:rPr lang="en-US" sz="2400" dirty="0" smtClean="0"/>
              <a:t>Esther Derby and Diana Larsen (2006). Agile Retrospectives: Making Good Teams Great. Pragmatic Bookshelf.</a:t>
            </a:r>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096000" y="1676400"/>
            <a:ext cx="2724150" cy="4133850"/>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Create Coding Standards [1]</a:t>
            </a:r>
          </a:p>
        </p:txBody>
      </p:sp>
      <p:sp>
        <p:nvSpPr>
          <p:cNvPr id="3" name="Content Placeholder 2"/>
          <p:cNvSpPr>
            <a:spLocks noGrp="1"/>
          </p:cNvSpPr>
          <p:nvPr>
            <p:ph idx="1"/>
          </p:nvPr>
        </p:nvSpPr>
        <p:spPr/>
        <p:txBody>
          <a:bodyPr/>
          <a:lstStyle/>
          <a:p>
            <a:r>
              <a:rPr lang="en-US" sz="2600" dirty="0" smtClean="0"/>
              <a:t>Coding standards and conventions</a:t>
            </a:r>
          </a:p>
          <a:p>
            <a:pPr lvl="1"/>
            <a:r>
              <a:rPr lang="en-US" sz="2200" dirty="0" smtClean="0"/>
              <a:t>Formatting</a:t>
            </a:r>
          </a:p>
          <a:p>
            <a:pPr lvl="1"/>
            <a:r>
              <a:rPr lang="en-US" sz="2200" dirty="0" smtClean="0"/>
              <a:t>Tools and IDE</a:t>
            </a:r>
          </a:p>
          <a:p>
            <a:pPr lvl="1"/>
            <a:r>
              <a:rPr lang="en-US" sz="2200" dirty="0" smtClean="0"/>
              <a:t>File and directory layout</a:t>
            </a:r>
          </a:p>
          <a:p>
            <a:pPr lvl="1"/>
            <a:r>
              <a:rPr lang="en-US" sz="2200" dirty="0" smtClean="0"/>
              <a:t>Error handling</a:t>
            </a:r>
          </a:p>
          <a:p>
            <a:pPr lvl="1"/>
            <a:r>
              <a:rPr lang="en-US" sz="2200" dirty="0" smtClean="0"/>
              <a:t>Approach to events</a:t>
            </a:r>
          </a:p>
          <a:p>
            <a:pPr lvl="1"/>
            <a:r>
              <a:rPr lang="en-US" sz="2200" dirty="0" smtClean="0"/>
              <a:t>Logging</a:t>
            </a:r>
          </a:p>
          <a:p>
            <a:r>
              <a:rPr lang="en-US" sz="2600" dirty="0" smtClean="0"/>
              <a:t>Don’t allow coding standards to become a </a:t>
            </a:r>
            <a:r>
              <a:rPr lang="en-US" sz="2600" i="1" dirty="0" smtClean="0">
                <a:solidFill>
                  <a:srgbClr val="C00000"/>
                </a:solidFill>
              </a:rPr>
              <a:t>divisive issue</a:t>
            </a:r>
            <a:r>
              <a:rPr lang="en-US" sz="2600" dirty="0" smtClean="0"/>
              <a:t> for your team.</a:t>
            </a:r>
          </a:p>
        </p:txBody>
      </p:sp>
      <p:pic>
        <p:nvPicPr>
          <p:cNvPr id="1026" name="Picture 2" descr="https://www.webguruz.in/wp-content/uploads/2017/09/code-main.jpg"/>
          <p:cNvPicPr>
            <a:picLocks noChangeAspect="1" noChangeArrowheads="1"/>
          </p:cNvPicPr>
          <p:nvPr/>
        </p:nvPicPr>
        <p:blipFill>
          <a:blip r:embed="rId2" cstate="print"/>
          <a:srcRect/>
          <a:stretch>
            <a:fillRect/>
          </a:stretch>
        </p:blipFill>
        <p:spPr bwMode="auto">
          <a:xfrm>
            <a:off x="4495800" y="2286000"/>
            <a:ext cx="3810000" cy="1714500"/>
          </a:xfrm>
          <a:prstGeom prst="rect">
            <a:avLst/>
          </a:prstGeom>
          <a:noFill/>
        </p:spPr>
      </p:pic>
      <p:pic>
        <p:nvPicPr>
          <p:cNvPr id="6" name="Picture 4"/>
          <p:cNvPicPr>
            <a:picLocks noChangeAspect="1" noChangeArrowheads="1"/>
          </p:cNvPicPr>
          <p:nvPr/>
        </p:nvPicPr>
        <p:blipFill>
          <a:blip r:embed="rId3" cstate="print"/>
          <a:srcRect/>
          <a:stretch>
            <a:fillRect/>
          </a:stretch>
        </p:blipFill>
        <p:spPr bwMode="auto">
          <a:xfrm>
            <a:off x="3048000" y="5105400"/>
            <a:ext cx="1333500" cy="1314450"/>
          </a:xfrm>
          <a:prstGeom prst="rect">
            <a:avLst/>
          </a:prstGeom>
          <a:noFill/>
          <a:ln w="9525">
            <a:noFill/>
            <a:miter lim="800000"/>
            <a:headEnd/>
            <a:tailEnd/>
          </a:ln>
        </p:spPr>
      </p:pic>
      <p:sp>
        <p:nvSpPr>
          <p:cNvPr id="7" name="Rectangle 6"/>
          <p:cNvSpPr/>
          <p:nvPr/>
        </p:nvSpPr>
        <p:spPr>
          <a:xfrm>
            <a:off x="4495800" y="5334000"/>
            <a:ext cx="4267200" cy="76944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200" dirty="0" smtClean="0">
                <a:solidFill>
                  <a:schemeClr val="tx1"/>
                </a:solidFill>
                <a:latin typeface="+mj-lt"/>
              </a:rPr>
              <a:t>Refer to </a:t>
            </a:r>
            <a:r>
              <a:rPr lang="en-US" sz="2200" b="1" dirty="0" smtClean="0">
                <a:solidFill>
                  <a:schemeClr val="tx1"/>
                </a:solidFill>
                <a:latin typeface="+mj-lt"/>
              </a:rPr>
              <a:t>03. Coding Standards.pptx </a:t>
            </a:r>
            <a:r>
              <a:rPr lang="en-US" sz="2200" dirty="0" smtClean="0">
                <a:solidFill>
                  <a:schemeClr val="tx1"/>
                </a:solidFill>
                <a:latin typeface="+mj-lt"/>
              </a:rPr>
              <a:t>for details.</a:t>
            </a:r>
            <a:endParaRPr lang="en-US" sz="2200" dirty="0">
              <a:solidFill>
                <a:schemeClr val="tx1"/>
              </a:solidFill>
              <a:latin typeface="+mj-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Create Unit Tests</a:t>
            </a:r>
          </a:p>
        </p:txBody>
      </p:sp>
      <p:pic>
        <p:nvPicPr>
          <p:cNvPr id="6" name="Picture 4"/>
          <p:cNvPicPr>
            <a:picLocks noChangeAspect="1" noChangeArrowheads="1"/>
          </p:cNvPicPr>
          <p:nvPr/>
        </p:nvPicPr>
        <p:blipFill>
          <a:blip r:embed="rId2" cstate="print"/>
          <a:srcRect/>
          <a:stretch>
            <a:fillRect/>
          </a:stretch>
        </p:blipFill>
        <p:spPr bwMode="auto">
          <a:xfrm>
            <a:off x="2933700" y="4724400"/>
            <a:ext cx="1333500" cy="1314450"/>
          </a:xfrm>
          <a:prstGeom prst="rect">
            <a:avLst/>
          </a:prstGeom>
          <a:noFill/>
          <a:ln w="9525">
            <a:noFill/>
            <a:miter lim="800000"/>
            <a:headEnd/>
            <a:tailEnd/>
          </a:ln>
        </p:spPr>
      </p:pic>
      <p:sp>
        <p:nvSpPr>
          <p:cNvPr id="7" name="Rectangle 6"/>
          <p:cNvSpPr/>
          <p:nvPr/>
        </p:nvSpPr>
        <p:spPr>
          <a:xfrm>
            <a:off x="4343400" y="4953000"/>
            <a:ext cx="4267200" cy="76944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200" dirty="0" smtClean="0">
                <a:solidFill>
                  <a:schemeClr val="tx1"/>
                </a:solidFill>
                <a:latin typeface="+mj-lt"/>
              </a:rPr>
              <a:t>Refer to </a:t>
            </a:r>
            <a:r>
              <a:rPr lang="en-US" sz="2200" b="1" dirty="0" smtClean="0">
                <a:solidFill>
                  <a:schemeClr val="tx1"/>
                </a:solidFill>
                <a:latin typeface="+mj-lt"/>
              </a:rPr>
              <a:t>Software Construction: 08. Unit Testing.pptx</a:t>
            </a:r>
            <a:r>
              <a:rPr lang="en-US" sz="2200" dirty="0" smtClean="0">
                <a:solidFill>
                  <a:schemeClr val="tx1"/>
                </a:solidFill>
                <a:latin typeface="+mj-lt"/>
              </a:rPr>
              <a:t> for details.</a:t>
            </a:r>
            <a:endParaRPr lang="en-US" sz="2200" dirty="0">
              <a:solidFill>
                <a:schemeClr val="tx1"/>
              </a:solidFill>
              <a:latin typeface="+mj-lt"/>
            </a:endParaRPr>
          </a:p>
        </p:txBody>
      </p:sp>
      <p:pic>
        <p:nvPicPr>
          <p:cNvPr id="4" name="Picture 2" descr="https://miro.medium.com/max/1024/1*Y07KF-_laqG2cJ1Squ0Bag.png"/>
          <p:cNvPicPr>
            <a:picLocks noChangeAspect="1" noChangeArrowheads="1"/>
          </p:cNvPicPr>
          <p:nvPr/>
        </p:nvPicPr>
        <p:blipFill>
          <a:blip r:embed="rId3" cstate="print"/>
          <a:srcRect/>
          <a:stretch>
            <a:fillRect/>
          </a:stretch>
        </p:blipFill>
        <p:spPr bwMode="auto">
          <a:xfrm>
            <a:off x="1219200" y="1600200"/>
            <a:ext cx="6632448" cy="3238500"/>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4200" dirty="0" smtClean="0"/>
              <a:t>3. Create Exploratory Test Scenarios</a:t>
            </a:r>
          </a:p>
        </p:txBody>
      </p:sp>
      <p:sp>
        <p:nvSpPr>
          <p:cNvPr id="3" name="Content Placeholder 2"/>
          <p:cNvSpPr>
            <a:spLocks noGrp="1"/>
          </p:cNvSpPr>
          <p:nvPr>
            <p:ph idx="1"/>
          </p:nvPr>
        </p:nvSpPr>
        <p:spPr/>
        <p:txBody>
          <a:bodyPr/>
          <a:lstStyle/>
          <a:p>
            <a:pPr marL="342900" lvl="1" indent="-342900">
              <a:buFont typeface="Arial" charset="0"/>
              <a:buChar char="•"/>
            </a:pPr>
            <a:r>
              <a:rPr lang="en-US" sz="2400" dirty="0" smtClean="0"/>
              <a:t>Finding bugs based on </a:t>
            </a:r>
            <a:r>
              <a:rPr lang="en-US" sz="2400" u="sng" dirty="0" smtClean="0"/>
              <a:t>common types of faults</a:t>
            </a:r>
            <a:r>
              <a:rPr lang="en-US" sz="2400" dirty="0" smtClean="0"/>
              <a:t>: zero, one, many, too big, too small, create, read, update, delete, data types </a:t>
            </a:r>
          </a:p>
          <a:p>
            <a:endParaRPr lang="en-US" sz="2400" dirty="0"/>
          </a:p>
        </p:txBody>
      </p:sp>
      <p:pic>
        <p:nvPicPr>
          <p:cNvPr id="33794" name="Picture 2"/>
          <p:cNvPicPr>
            <a:picLocks noChangeAspect="1" noChangeArrowheads="1"/>
          </p:cNvPicPr>
          <p:nvPr/>
        </p:nvPicPr>
        <p:blipFill>
          <a:blip r:embed="rId2" cstate="print"/>
          <a:srcRect/>
          <a:stretch>
            <a:fillRect/>
          </a:stretch>
        </p:blipFill>
        <p:spPr bwMode="auto">
          <a:xfrm>
            <a:off x="2286000" y="3124200"/>
            <a:ext cx="4743359" cy="2788866"/>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Exploratory Test Scenarios</a:t>
            </a:r>
            <a:endParaRPr lang="en-US" dirty="0"/>
          </a:p>
        </p:txBody>
      </p:sp>
      <p:sp>
        <p:nvSpPr>
          <p:cNvPr id="3" name="Content Placeholder 2"/>
          <p:cNvSpPr>
            <a:spLocks noGrp="1"/>
          </p:cNvSpPr>
          <p:nvPr>
            <p:ph idx="1"/>
          </p:nvPr>
        </p:nvSpPr>
        <p:spPr/>
        <p:txBody>
          <a:bodyPr/>
          <a:lstStyle/>
          <a:p>
            <a:r>
              <a:rPr lang="en-US" sz="2000" dirty="0" smtClean="0">
                <a:hlinkClick r:id="rId2"/>
              </a:rPr>
              <a:t>https://ontestpad.com/signup</a:t>
            </a:r>
            <a:endParaRPr lang="en-US" sz="2000" dirty="0" smtClean="0"/>
          </a:p>
          <a:p>
            <a:endParaRPr lang="en-US" sz="2000" dirty="0" smtClean="0"/>
          </a:p>
        </p:txBody>
      </p:sp>
      <p:pic>
        <p:nvPicPr>
          <p:cNvPr id="4" name="Picture 2"/>
          <p:cNvPicPr>
            <a:picLocks noChangeAspect="1" noChangeArrowheads="1"/>
          </p:cNvPicPr>
          <p:nvPr/>
        </p:nvPicPr>
        <p:blipFill>
          <a:blip r:embed="rId3" cstate="print"/>
          <a:srcRect/>
          <a:stretch>
            <a:fillRect/>
          </a:stretch>
        </p:blipFill>
        <p:spPr bwMode="auto">
          <a:xfrm>
            <a:off x="525450" y="2316290"/>
            <a:ext cx="3639488" cy="3932110"/>
          </a:xfrm>
          <a:prstGeom prst="rect">
            <a:avLst/>
          </a:prstGeom>
          <a:noFill/>
          <a:ln w="9525">
            <a:noFill/>
            <a:miter lim="800000"/>
            <a:headEnd/>
            <a:tailEnd/>
          </a:ln>
        </p:spPr>
      </p:pic>
      <p:pic>
        <p:nvPicPr>
          <p:cNvPr id="5" name="Picture 3"/>
          <p:cNvPicPr>
            <a:picLocks noChangeAspect="1" noChangeArrowheads="1"/>
          </p:cNvPicPr>
          <p:nvPr/>
        </p:nvPicPr>
        <p:blipFill>
          <a:blip r:embed="rId4" cstate="print"/>
          <a:srcRect/>
          <a:stretch>
            <a:fillRect/>
          </a:stretch>
        </p:blipFill>
        <p:spPr bwMode="auto">
          <a:xfrm>
            <a:off x="4800601" y="2240090"/>
            <a:ext cx="3639051" cy="3419032"/>
          </a:xfrm>
          <a:prstGeom prst="rect">
            <a:avLst/>
          </a:prstGeom>
          <a:noFill/>
          <a:ln w="9525">
            <a:noFill/>
            <a:miter lim="800000"/>
            <a:headEnd/>
            <a:tailEnd/>
          </a:ln>
        </p:spPr>
      </p:pic>
      <p:sp>
        <p:nvSpPr>
          <p:cNvPr id="6" name="Rectangle 5"/>
          <p:cNvSpPr/>
          <p:nvPr/>
        </p:nvSpPr>
        <p:spPr>
          <a:xfrm>
            <a:off x="5334000" y="5767664"/>
            <a:ext cx="2503570" cy="369332"/>
          </a:xfrm>
          <a:prstGeom prst="rect">
            <a:avLst/>
          </a:prstGeom>
        </p:spPr>
        <p:txBody>
          <a:bodyPr wrap="none">
            <a:spAutoFit/>
          </a:bodyPr>
          <a:lstStyle/>
          <a:p>
            <a:pPr algn="ctr"/>
            <a:r>
              <a:rPr lang="en-US" b="1" dirty="0" smtClean="0">
                <a:latin typeface="+mj-lt"/>
              </a:rPr>
              <a:t>A more compact version</a:t>
            </a:r>
            <a:endParaRPr lang="en-US" b="1" dirty="0">
              <a:latin typeface="+mj-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Create End-to-End Unit Tests</a:t>
            </a:r>
            <a:endParaRPr lang="en-US" dirty="0"/>
          </a:p>
        </p:txBody>
      </p:sp>
      <p:sp>
        <p:nvSpPr>
          <p:cNvPr id="3" name="Content Placeholder 2"/>
          <p:cNvSpPr>
            <a:spLocks noGrp="1"/>
          </p:cNvSpPr>
          <p:nvPr>
            <p:ph idx="1"/>
          </p:nvPr>
        </p:nvSpPr>
        <p:spPr/>
        <p:txBody>
          <a:bodyPr/>
          <a:lstStyle/>
          <a:p>
            <a:r>
              <a:rPr lang="en-US" sz="2400" dirty="0" smtClean="0">
                <a:hlinkClick r:id="rId2"/>
              </a:rPr>
              <a:t>https://www.cypress.io/</a:t>
            </a:r>
            <a:endParaRPr lang="en-US" sz="2400" dirty="0" smtClean="0"/>
          </a:p>
          <a:p>
            <a:endParaRPr lang="en-US" sz="2400" dirty="0"/>
          </a:p>
        </p:txBody>
      </p:sp>
      <p:pic>
        <p:nvPicPr>
          <p:cNvPr id="4" name="Picture 4" descr="http://2.bp.blogspot.com/-CgZju_Om46s/UxiHah6ctCI/AAAAAAAAAUQ/BEOXrSXvQ4I/s1600/Will+Automated+Testing+Tools+Make+Testing+Easier.jpg"/>
          <p:cNvPicPr>
            <a:picLocks noChangeAspect="1" noChangeArrowheads="1"/>
          </p:cNvPicPr>
          <p:nvPr/>
        </p:nvPicPr>
        <p:blipFill>
          <a:blip r:embed="rId3" cstate="print"/>
          <a:srcRect/>
          <a:stretch>
            <a:fillRect/>
          </a:stretch>
        </p:blipFill>
        <p:spPr bwMode="auto">
          <a:xfrm>
            <a:off x="2819400" y="2438400"/>
            <a:ext cx="2857500" cy="2857500"/>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800" dirty="0" smtClean="0"/>
              <a:t>5. Integrate Unit Tests with CI/CD/</a:t>
            </a:r>
            <a:r>
              <a:rPr lang="en-US" sz="3800" dirty="0" err="1" smtClean="0"/>
              <a:t>DevOps</a:t>
            </a:r>
            <a:r>
              <a:rPr lang="en-US" sz="3800" dirty="0" smtClean="0"/>
              <a:t> System</a:t>
            </a:r>
          </a:p>
        </p:txBody>
      </p:sp>
      <p:pic>
        <p:nvPicPr>
          <p:cNvPr id="34818" name="Picture 2" descr="https://cdn-images-1.medium.com/max/800/0*Ibsu7Nvvd9gyhHxO.png"/>
          <p:cNvPicPr>
            <a:picLocks noChangeAspect="1" noChangeArrowheads="1"/>
          </p:cNvPicPr>
          <p:nvPr/>
        </p:nvPicPr>
        <p:blipFill>
          <a:blip r:embed="rId2" cstate="print"/>
          <a:srcRect/>
          <a:stretch>
            <a:fillRect/>
          </a:stretch>
        </p:blipFill>
        <p:spPr bwMode="auto">
          <a:xfrm>
            <a:off x="1600200" y="2057400"/>
            <a:ext cx="6096000" cy="3947160"/>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6. Perform Code Inspection</a:t>
            </a:r>
          </a:p>
        </p:txBody>
      </p:sp>
      <p:pic>
        <p:nvPicPr>
          <p:cNvPr id="1026" name="Picture 2" descr="Image result for &quot;Code Inspection&quot;"/>
          <p:cNvPicPr>
            <a:picLocks noChangeAspect="1" noChangeArrowheads="1"/>
          </p:cNvPicPr>
          <p:nvPr/>
        </p:nvPicPr>
        <p:blipFill>
          <a:blip r:embed="rId2" cstate="print"/>
          <a:srcRect/>
          <a:stretch>
            <a:fillRect/>
          </a:stretch>
        </p:blipFill>
        <p:spPr bwMode="auto">
          <a:xfrm>
            <a:off x="2438400" y="2486025"/>
            <a:ext cx="3810000" cy="2543175"/>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Simple Design</a:t>
            </a:r>
            <a:endParaRPr lang="en-US" dirty="0"/>
          </a:p>
        </p:txBody>
      </p:sp>
      <p:sp>
        <p:nvSpPr>
          <p:cNvPr id="3" name="Content Placeholder 2"/>
          <p:cNvSpPr>
            <a:spLocks noGrp="1"/>
          </p:cNvSpPr>
          <p:nvPr>
            <p:ph idx="1"/>
          </p:nvPr>
        </p:nvSpPr>
        <p:spPr/>
        <p:txBody>
          <a:bodyPr/>
          <a:lstStyle/>
          <a:p>
            <a:r>
              <a:rPr lang="en-US" sz="2400" dirty="0" smtClean="0"/>
              <a:t>Appropriate for the </a:t>
            </a:r>
            <a:r>
              <a:rPr lang="en-US" sz="2400" i="1" dirty="0" smtClean="0">
                <a:solidFill>
                  <a:srgbClr val="C00000"/>
                </a:solidFill>
              </a:rPr>
              <a:t>intended audience</a:t>
            </a:r>
            <a:r>
              <a:rPr lang="en-US" sz="2400" dirty="0" smtClean="0"/>
              <a:t>.</a:t>
            </a:r>
          </a:p>
          <a:p>
            <a:pPr lvl="1"/>
            <a:r>
              <a:rPr lang="en-US" sz="1800" dirty="0" smtClean="0"/>
              <a:t>It doesn’t matter how brilliant and elegant a piece of design is; if the people who need to work with it don’t </a:t>
            </a:r>
            <a:r>
              <a:rPr lang="en-US" sz="1800" u="sng" dirty="0" smtClean="0"/>
              <a:t>understand</a:t>
            </a:r>
            <a:r>
              <a:rPr lang="en-US" sz="1800" dirty="0" smtClean="0"/>
              <a:t> it, it isn’t simple for them.</a:t>
            </a:r>
          </a:p>
          <a:p>
            <a:r>
              <a:rPr lang="en-US" sz="2400" i="1" dirty="0" smtClean="0">
                <a:solidFill>
                  <a:srgbClr val="C00000"/>
                </a:solidFill>
              </a:rPr>
              <a:t>Communicative</a:t>
            </a:r>
            <a:r>
              <a:rPr lang="en-US" sz="2400" dirty="0" smtClean="0"/>
              <a:t>.</a:t>
            </a:r>
          </a:p>
          <a:p>
            <a:pPr lvl="1"/>
            <a:r>
              <a:rPr lang="en-US" sz="1800" dirty="0" smtClean="0"/>
              <a:t>Every idea that needs to be communicated is </a:t>
            </a:r>
            <a:r>
              <a:rPr lang="en-US" sz="1800" u="sng" dirty="0" smtClean="0"/>
              <a:t>represented</a:t>
            </a:r>
            <a:r>
              <a:rPr lang="en-US" sz="1800" dirty="0" smtClean="0"/>
              <a:t> in the system. Like words in a vocabulary, the elements of the system communicate to future readers.</a:t>
            </a:r>
          </a:p>
          <a:p>
            <a:r>
              <a:rPr lang="en-US" sz="2400" i="1" dirty="0" smtClean="0">
                <a:solidFill>
                  <a:srgbClr val="C00000"/>
                </a:solidFill>
              </a:rPr>
              <a:t>Factored</a:t>
            </a:r>
            <a:r>
              <a:rPr lang="en-US" sz="2400" dirty="0" smtClean="0"/>
              <a:t>.</a:t>
            </a:r>
          </a:p>
          <a:p>
            <a:pPr lvl="1"/>
            <a:r>
              <a:rPr lang="en-US" sz="1800" u="sng" dirty="0" smtClean="0"/>
              <a:t>Duplication</a:t>
            </a:r>
            <a:r>
              <a:rPr lang="en-US" sz="1800" dirty="0" smtClean="0"/>
              <a:t> of logic or structure makes code hard to understand and modify</a:t>
            </a:r>
            <a:r>
              <a:rPr lang="en-US" sz="2000" dirty="0" smtClean="0"/>
              <a:t>.</a:t>
            </a:r>
          </a:p>
          <a:p>
            <a:r>
              <a:rPr lang="en-US" sz="2400" i="1" dirty="0" smtClean="0">
                <a:solidFill>
                  <a:srgbClr val="C00000"/>
                </a:solidFill>
              </a:rPr>
              <a:t>Minimal</a:t>
            </a:r>
            <a:r>
              <a:rPr lang="en-US" sz="2400" dirty="0" smtClean="0"/>
              <a:t>.</a:t>
            </a:r>
          </a:p>
          <a:p>
            <a:pPr lvl="1"/>
            <a:r>
              <a:rPr lang="en-US" sz="1800" dirty="0" smtClean="0"/>
              <a:t>Within the above three constraints, the system should have the </a:t>
            </a:r>
            <a:r>
              <a:rPr lang="en-US" sz="1800" u="sng" dirty="0" smtClean="0"/>
              <a:t>fewest elements possible</a:t>
            </a:r>
            <a:r>
              <a:rPr lang="en-US" sz="1800" dirty="0" smtClean="0"/>
              <a:t>. Fewer elements means less to test, document, and communicate.</a:t>
            </a:r>
          </a:p>
        </p:txBody>
      </p:sp>
      <p:pic>
        <p:nvPicPr>
          <p:cNvPr id="1026" name="Picture 2" descr="http://www.eglobalis.com/wp-content/uploads/2017/10/532572642.jpg"/>
          <p:cNvPicPr>
            <a:picLocks noChangeAspect="1" noChangeArrowheads="1"/>
          </p:cNvPicPr>
          <p:nvPr/>
        </p:nvPicPr>
        <p:blipFill>
          <a:blip r:embed="rId2" cstate="print"/>
          <a:srcRect/>
          <a:stretch>
            <a:fillRect/>
          </a:stretch>
        </p:blipFill>
        <p:spPr bwMode="auto">
          <a:xfrm>
            <a:off x="6553200" y="228600"/>
            <a:ext cx="2331720" cy="1577340"/>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Code Smells &amp; Refactoring</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Divergent Change</a:t>
            </a:r>
            <a:r>
              <a:rPr lang="en-US" sz="2400" dirty="0" smtClean="0"/>
              <a:t> occurs when unrelated changes affect the same class.</a:t>
            </a:r>
          </a:p>
          <a:p>
            <a:r>
              <a:rPr lang="en-US" sz="2400" i="1" dirty="0" smtClean="0">
                <a:solidFill>
                  <a:srgbClr val="C00000"/>
                </a:solidFill>
              </a:rPr>
              <a:t>Shotgun Surgery</a:t>
            </a:r>
            <a:r>
              <a:rPr lang="en-US" sz="2400" dirty="0" smtClean="0"/>
              <a:t> is just the opposite: it occurs when you have to modify multiple classes to support changes to a single idea.</a:t>
            </a:r>
          </a:p>
          <a:p>
            <a:r>
              <a:rPr lang="en-US" sz="2400" i="1" dirty="0" smtClean="0">
                <a:solidFill>
                  <a:srgbClr val="C00000"/>
                </a:solidFill>
              </a:rPr>
              <a:t>Time Dependencies</a:t>
            </a:r>
            <a:r>
              <a:rPr lang="en-US" sz="2400" dirty="0" smtClean="0"/>
              <a:t> occur when a class’ methods must be called in a specific order. Time Dependencies often indicate an </a:t>
            </a:r>
            <a:r>
              <a:rPr lang="en-US" sz="2400" u="sng" dirty="0" smtClean="0"/>
              <a:t>encapsulation problem</a:t>
            </a:r>
            <a:r>
              <a:rPr lang="en-US" sz="2400" dirty="0" smtClean="0"/>
              <a:t>. Rather than managing its state itself, the class expects its callers to manage some of its state.</a:t>
            </a:r>
          </a:p>
          <a:p>
            <a:r>
              <a:rPr lang="en-US" sz="2400" i="1" dirty="0" smtClean="0">
                <a:solidFill>
                  <a:srgbClr val="C00000"/>
                </a:solidFill>
              </a:rPr>
              <a:t>Half-Baked Objects</a:t>
            </a:r>
            <a:r>
              <a:rPr lang="en-US" sz="2400" dirty="0" smtClean="0"/>
              <a:t> are a special case of Time Dependency: they must first be constructed, then initialized with a method call, then used.</a:t>
            </a:r>
          </a:p>
        </p:txBody>
      </p:sp>
      <p:pic>
        <p:nvPicPr>
          <p:cNvPr id="30722" name="Picture 2" descr="https://static.thenounproject.com/png/78428-200.png"/>
          <p:cNvPicPr>
            <a:picLocks noChangeAspect="1" noChangeArrowheads="1"/>
          </p:cNvPicPr>
          <p:nvPr/>
        </p:nvPicPr>
        <p:blipFill>
          <a:blip r:embed="rId2" cstate="print"/>
          <a:srcRect/>
          <a:stretch>
            <a:fillRect/>
          </a:stretch>
        </p:blipFill>
        <p:spPr bwMode="auto">
          <a:xfrm>
            <a:off x="3581400" y="5105400"/>
            <a:ext cx="1905000" cy="1905000"/>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7. Create Documentation</a:t>
            </a:r>
            <a:endParaRPr lang="en-US" dirty="0"/>
          </a:p>
        </p:txBody>
      </p:sp>
      <p:sp>
        <p:nvSpPr>
          <p:cNvPr id="3" name="Content Placeholder 2"/>
          <p:cNvSpPr>
            <a:spLocks noGrp="1"/>
          </p:cNvSpPr>
          <p:nvPr>
            <p:ph idx="1"/>
          </p:nvPr>
        </p:nvSpPr>
        <p:spPr/>
        <p:txBody>
          <a:bodyPr/>
          <a:lstStyle/>
          <a:p>
            <a:r>
              <a:rPr lang="en-US" sz="2400" dirty="0" smtClean="0"/>
              <a:t>The team does document some things, such as the </a:t>
            </a:r>
            <a:r>
              <a:rPr lang="en-US" sz="2400" i="1" dirty="0" smtClean="0">
                <a:solidFill>
                  <a:srgbClr val="C00000"/>
                </a:solidFill>
              </a:rPr>
              <a:t>vision statement</a:t>
            </a:r>
            <a:r>
              <a:rPr lang="en-US" sz="2400" dirty="0" smtClean="0"/>
              <a:t> and </a:t>
            </a:r>
            <a:r>
              <a:rPr lang="en-US" sz="2400" i="1" dirty="0" smtClean="0">
                <a:solidFill>
                  <a:srgbClr val="C00000"/>
                </a:solidFill>
              </a:rPr>
              <a:t>story cards</a:t>
            </a:r>
            <a:r>
              <a:rPr lang="en-US" sz="2400" dirty="0" smtClean="0"/>
              <a:t>, but these act more as </a:t>
            </a:r>
            <a:r>
              <a:rPr lang="en-US" sz="2400" u="sng" dirty="0" smtClean="0"/>
              <a:t>reminders</a:t>
            </a:r>
            <a:r>
              <a:rPr lang="en-US" sz="2400" dirty="0" smtClean="0"/>
              <a:t> than as formal documentation.</a:t>
            </a:r>
          </a:p>
          <a:p>
            <a:r>
              <a:rPr lang="en-US" sz="2400" dirty="0" smtClean="0"/>
              <a:t>Some projects need to produce </a:t>
            </a:r>
            <a:r>
              <a:rPr lang="en-US" sz="2400" i="1" dirty="0" smtClean="0">
                <a:solidFill>
                  <a:srgbClr val="C00000"/>
                </a:solidFill>
              </a:rPr>
              <a:t>specific kinds of documentation</a:t>
            </a:r>
            <a:r>
              <a:rPr lang="en-US" sz="2400" dirty="0" smtClean="0"/>
              <a:t> to provide </a:t>
            </a:r>
            <a:r>
              <a:rPr lang="en-US" sz="2400" u="sng" dirty="0" smtClean="0"/>
              <a:t>business value</a:t>
            </a:r>
            <a:r>
              <a:rPr lang="en-US" sz="2400" dirty="0" smtClean="0"/>
              <a:t>.</a:t>
            </a:r>
          </a:p>
          <a:p>
            <a:pPr lvl="1"/>
            <a:r>
              <a:rPr lang="en-US" sz="2000" dirty="0" smtClean="0"/>
              <a:t>Examples include user manuals, comprehensive API reference documentation, and reports. Create, estimate, and prioritize stories for </a:t>
            </a:r>
            <a:r>
              <a:rPr lang="en-US" sz="2000" i="1" dirty="0" smtClean="0">
                <a:solidFill>
                  <a:srgbClr val="C00000"/>
                </a:solidFill>
              </a:rPr>
              <a:t>product documentation</a:t>
            </a:r>
            <a:r>
              <a:rPr lang="en-US" sz="2000" dirty="0" smtClean="0"/>
              <a:t>.</a:t>
            </a:r>
          </a:p>
          <a:p>
            <a:r>
              <a:rPr lang="en-US" sz="2400" i="1" dirty="0" smtClean="0">
                <a:solidFill>
                  <a:srgbClr val="C00000"/>
                </a:solidFill>
              </a:rPr>
              <a:t>Handoff documentation</a:t>
            </a:r>
            <a:r>
              <a:rPr lang="en-US" sz="2400" dirty="0" smtClean="0"/>
              <a:t>: create a small set of documents recording </a:t>
            </a:r>
            <a:r>
              <a:rPr lang="en-US" sz="2400" u="sng" dirty="0" smtClean="0"/>
              <a:t>big decisions</a:t>
            </a:r>
            <a:r>
              <a:rPr lang="en-US" sz="2400" dirty="0" smtClean="0"/>
              <a:t> and information.</a:t>
            </a:r>
          </a:p>
          <a:p>
            <a:pPr lvl="1"/>
            <a:r>
              <a:rPr lang="en-US" sz="2000" dirty="0" smtClean="0"/>
              <a:t>Your goal is to </a:t>
            </a:r>
            <a:r>
              <a:rPr lang="en-US" sz="2000" i="1" dirty="0" smtClean="0">
                <a:solidFill>
                  <a:srgbClr val="C00000"/>
                </a:solidFill>
              </a:rPr>
              <a:t>summarize</a:t>
            </a:r>
            <a:r>
              <a:rPr lang="en-US" sz="2000" dirty="0" smtClean="0"/>
              <a:t> the most important information you’ve learned while creating the software—the kind of information necessary to sustain and maintain the project.</a:t>
            </a:r>
            <a:endParaRPr lang="en-US" sz="2000" dirty="0"/>
          </a:p>
        </p:txBody>
      </p:sp>
      <p:pic>
        <p:nvPicPr>
          <p:cNvPr id="1026" name="Picture 2" descr="https://www.mirazon.com/wp-content/uploads/2016/10/Documentation-Concept-Top-View-300x300.png"/>
          <p:cNvPicPr>
            <a:picLocks noChangeAspect="1" noChangeArrowheads="1"/>
          </p:cNvPicPr>
          <p:nvPr/>
        </p:nvPicPr>
        <p:blipFill>
          <a:blip r:embed="rId2" cstate="print"/>
          <a:srcRect/>
          <a:stretch>
            <a:fillRect/>
          </a:stretch>
        </p:blipFill>
        <p:spPr bwMode="auto">
          <a:xfrm>
            <a:off x="7467600" y="304800"/>
            <a:ext cx="1371600" cy="1248156"/>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8. Ask Customer to Perform Tests</a:t>
            </a:r>
            <a:endParaRPr lang="en-US" dirty="0"/>
          </a:p>
        </p:txBody>
      </p:sp>
      <p:sp>
        <p:nvSpPr>
          <p:cNvPr id="3" name="Content Placeholder 2"/>
          <p:cNvSpPr>
            <a:spLocks noGrp="1"/>
          </p:cNvSpPr>
          <p:nvPr>
            <p:ph idx="1"/>
          </p:nvPr>
        </p:nvSpPr>
        <p:spPr/>
        <p:txBody>
          <a:bodyPr/>
          <a:lstStyle/>
          <a:p>
            <a:r>
              <a:rPr lang="en-US" sz="2400" dirty="0" smtClean="0"/>
              <a:t>Problem-solution, business cases, goals.</a:t>
            </a:r>
          </a:p>
          <a:p>
            <a:r>
              <a:rPr lang="en-US" sz="2400" dirty="0" smtClean="0"/>
              <a:t>Customer tests are for </a:t>
            </a:r>
            <a:r>
              <a:rPr lang="en-US" sz="2400" u="sng" dirty="0" smtClean="0"/>
              <a:t>communication</a:t>
            </a:r>
            <a:r>
              <a:rPr lang="en-US" sz="2400" dirty="0" smtClean="0"/>
              <a:t>.</a:t>
            </a:r>
          </a:p>
          <a:p>
            <a:r>
              <a:rPr lang="en-US" sz="2400" dirty="0" smtClean="0"/>
              <a:t>Customer feedback report.</a:t>
            </a:r>
            <a:endParaRPr lang="en-US" sz="2400" dirty="0"/>
          </a:p>
        </p:txBody>
      </p:sp>
      <p:pic>
        <p:nvPicPr>
          <p:cNvPr id="38914" name="Picture 2" descr="https://m.today/wp-content/uploads/Reuters_Direct_Media/USOnlineReportTechnologyNews/tagreuters.com2018binary_LYNXNPEE8R138-FILEDIMAGE.jpg"/>
          <p:cNvPicPr>
            <a:picLocks noChangeAspect="1" noChangeArrowheads="1"/>
          </p:cNvPicPr>
          <p:nvPr/>
        </p:nvPicPr>
        <p:blipFill>
          <a:blip r:embed="rId2" cstate="print"/>
          <a:srcRect/>
          <a:stretch>
            <a:fillRect/>
          </a:stretch>
        </p:blipFill>
        <p:spPr bwMode="auto">
          <a:xfrm>
            <a:off x="2438400" y="3429000"/>
            <a:ext cx="3732830" cy="2563229"/>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9. Create “Definition of Done”</a:t>
            </a:r>
            <a:endParaRPr lang="en-US" dirty="0"/>
          </a:p>
        </p:txBody>
      </p:sp>
      <p:sp>
        <p:nvSpPr>
          <p:cNvPr id="3" name="Content Placeholder 2"/>
          <p:cNvSpPr>
            <a:spLocks noGrp="1"/>
          </p:cNvSpPr>
          <p:nvPr>
            <p:ph idx="1"/>
          </p:nvPr>
        </p:nvSpPr>
        <p:spPr/>
        <p:txBody>
          <a:bodyPr/>
          <a:lstStyle/>
          <a:p>
            <a:r>
              <a:rPr lang="en-US" sz="2400" dirty="0" smtClean="0"/>
              <a:t>We’re done when we’re </a:t>
            </a:r>
            <a:r>
              <a:rPr lang="en-US" sz="2400" i="1" dirty="0" smtClean="0">
                <a:solidFill>
                  <a:srgbClr val="C00000"/>
                </a:solidFill>
              </a:rPr>
              <a:t>production-ready</a:t>
            </a:r>
            <a:r>
              <a:rPr lang="en-US" sz="2400" dirty="0" smtClean="0"/>
              <a:t>.</a:t>
            </a:r>
          </a:p>
        </p:txBody>
      </p:sp>
      <p:pic>
        <p:nvPicPr>
          <p:cNvPr id="36866" name="Picture 2" descr="https://www.solutionsiq.com/wp-content/uploads/2013/05/Definition-of-Ready_pale-01.png"/>
          <p:cNvPicPr>
            <a:picLocks noChangeAspect="1" noChangeArrowheads="1"/>
          </p:cNvPicPr>
          <p:nvPr/>
        </p:nvPicPr>
        <p:blipFill>
          <a:blip r:embed="rId2" cstate="print"/>
          <a:srcRect/>
          <a:stretch>
            <a:fillRect/>
          </a:stretch>
        </p:blipFill>
        <p:spPr bwMode="auto">
          <a:xfrm>
            <a:off x="1066800" y="2895600"/>
            <a:ext cx="6897638" cy="2228093"/>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4200" dirty="0" smtClean="0"/>
              <a:t>1a. Conduct a Retrospective Meeting</a:t>
            </a:r>
            <a:endParaRPr lang="en-US" sz="4200" dirty="0"/>
          </a:p>
        </p:txBody>
      </p:sp>
      <p:sp>
        <p:nvSpPr>
          <p:cNvPr id="3" name="Content Placeholder 2"/>
          <p:cNvSpPr>
            <a:spLocks noGrp="1"/>
          </p:cNvSpPr>
          <p:nvPr>
            <p:ph idx="1"/>
          </p:nvPr>
        </p:nvSpPr>
        <p:spPr>
          <a:xfrm>
            <a:off x="457200" y="1600201"/>
            <a:ext cx="8229600" cy="1981200"/>
          </a:xfrm>
        </p:spPr>
        <p:txBody>
          <a:bodyPr/>
          <a:lstStyle/>
          <a:p>
            <a:r>
              <a:rPr lang="en-US" sz="2600" b="1" dirty="0" smtClean="0"/>
              <a:t>Set the stage</a:t>
            </a:r>
          </a:p>
          <a:p>
            <a:pPr lvl="1"/>
            <a:r>
              <a:rPr lang="en-US" sz="2200" dirty="0" smtClean="0"/>
              <a:t>Regardless of what we discover today, we understand and truly believe that everyone did the best job they could, given what they knew at the time, their skills and abilities, the resources available, and the situation at hand.</a:t>
            </a:r>
          </a:p>
        </p:txBody>
      </p:sp>
      <p:pic>
        <p:nvPicPr>
          <p:cNvPr id="5122" name="Picture 2" descr="https://www.industryweek.com/sites/industryweek.com/files/styles/article_featured_standard/public/uploads/2017/05/teamwork.jpg?itok=EWo-wea5"/>
          <p:cNvPicPr>
            <a:picLocks noChangeAspect="1" noChangeArrowheads="1"/>
          </p:cNvPicPr>
          <p:nvPr/>
        </p:nvPicPr>
        <p:blipFill>
          <a:blip r:embed="rId2" cstate="print"/>
          <a:srcRect/>
          <a:stretch>
            <a:fillRect/>
          </a:stretch>
        </p:blipFill>
        <p:spPr bwMode="auto">
          <a:xfrm>
            <a:off x="2438400" y="3810000"/>
            <a:ext cx="4400550" cy="2286000"/>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4200" dirty="0" smtClean="0"/>
              <a:t>1b. Conduct a Retrospective Meeting</a:t>
            </a:r>
            <a:endParaRPr lang="en-US" sz="4200" dirty="0"/>
          </a:p>
        </p:txBody>
      </p:sp>
      <p:sp>
        <p:nvSpPr>
          <p:cNvPr id="3" name="Content Placeholder 2"/>
          <p:cNvSpPr>
            <a:spLocks noGrp="1"/>
          </p:cNvSpPr>
          <p:nvPr>
            <p:ph idx="1"/>
          </p:nvPr>
        </p:nvSpPr>
        <p:spPr/>
        <p:txBody>
          <a:bodyPr/>
          <a:lstStyle/>
          <a:p>
            <a:r>
              <a:rPr lang="en-US" sz="2600" b="1" dirty="0" smtClean="0"/>
              <a:t>Brainstorming</a:t>
            </a:r>
          </a:p>
          <a:p>
            <a:pPr lvl="1"/>
            <a:r>
              <a:rPr lang="en-US" sz="2200" dirty="0" smtClean="0"/>
              <a:t>Index cards and pencils</a:t>
            </a:r>
          </a:p>
        </p:txBody>
      </p:sp>
      <p:graphicFrame>
        <p:nvGraphicFramePr>
          <p:cNvPr id="4" name="Diagram 3"/>
          <p:cNvGraphicFramePr/>
          <p:nvPr/>
        </p:nvGraphicFramePr>
        <p:xfrm>
          <a:off x="3200400" y="2768600"/>
          <a:ext cx="2819400" cy="279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Diagram 6"/>
          <p:cNvGraphicFramePr/>
          <p:nvPr/>
        </p:nvGraphicFramePr>
        <p:xfrm>
          <a:off x="228600" y="2743200"/>
          <a:ext cx="3200400" cy="27940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8" name="Diagram 7"/>
          <p:cNvGraphicFramePr/>
          <p:nvPr/>
        </p:nvGraphicFramePr>
        <p:xfrm>
          <a:off x="6096000" y="2768600"/>
          <a:ext cx="2743200" cy="2794000"/>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4200" dirty="0" smtClean="0"/>
              <a:t>1c. Conduct a Retrospective Meeting</a:t>
            </a:r>
            <a:endParaRPr lang="en-US" sz="4200" dirty="0"/>
          </a:p>
        </p:txBody>
      </p:sp>
      <p:sp>
        <p:nvSpPr>
          <p:cNvPr id="3" name="Content Placeholder 2"/>
          <p:cNvSpPr>
            <a:spLocks noGrp="1"/>
          </p:cNvSpPr>
          <p:nvPr>
            <p:ph idx="1"/>
          </p:nvPr>
        </p:nvSpPr>
        <p:spPr>
          <a:xfrm>
            <a:off x="457200" y="1600200"/>
            <a:ext cx="3505200" cy="4525963"/>
          </a:xfrm>
        </p:spPr>
        <p:txBody>
          <a:bodyPr/>
          <a:lstStyle/>
          <a:p>
            <a:r>
              <a:rPr lang="en-US" sz="2400" b="1" dirty="0" smtClean="0"/>
              <a:t>Mute Mapping</a:t>
            </a:r>
          </a:p>
          <a:p>
            <a:pPr lvl="1"/>
            <a:r>
              <a:rPr lang="en-US" sz="2200" dirty="0" smtClean="0"/>
              <a:t>Put related cards close together.</a:t>
            </a:r>
          </a:p>
          <a:p>
            <a:pPr lvl="1"/>
            <a:r>
              <a:rPr lang="en-US" sz="2200" dirty="0" smtClean="0"/>
              <a:t>Put unrelated cards far apart.</a:t>
            </a:r>
          </a:p>
          <a:p>
            <a:pPr lvl="1"/>
            <a:r>
              <a:rPr lang="en-US" sz="2200" dirty="0" smtClean="0"/>
              <a:t>No talking.</a:t>
            </a:r>
          </a:p>
          <a:p>
            <a:pPr lvl="1"/>
            <a:r>
              <a:rPr lang="en-US" sz="2200" dirty="0" smtClean="0"/>
              <a:t>Circle the categories.</a:t>
            </a:r>
          </a:p>
          <a:p>
            <a:pPr lvl="1"/>
            <a:r>
              <a:rPr lang="en-US" sz="2200" dirty="0" smtClean="0"/>
              <a:t>Read a sampling of cards from each circle and ask the team to name the category.</a:t>
            </a:r>
          </a:p>
        </p:txBody>
      </p:sp>
      <p:pic>
        <p:nvPicPr>
          <p:cNvPr id="2050" name="Picture 2" descr="https://digitalcommunications.wp.st-andrews.ac.uk/files/2015/03/retrospective-ideas-board.jpg"/>
          <p:cNvPicPr>
            <a:picLocks noChangeAspect="1" noChangeArrowheads="1"/>
          </p:cNvPicPr>
          <p:nvPr/>
        </p:nvPicPr>
        <p:blipFill>
          <a:blip r:embed="rId2" cstate="print"/>
          <a:srcRect/>
          <a:stretch>
            <a:fillRect/>
          </a:stretch>
        </p:blipFill>
        <p:spPr bwMode="auto">
          <a:xfrm>
            <a:off x="4114800" y="1905000"/>
            <a:ext cx="4470400" cy="3352800"/>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4200" dirty="0" smtClean="0"/>
              <a:t>1d. Conduct a Retrospective Meeting</a:t>
            </a:r>
            <a:endParaRPr lang="en-US" sz="4200" dirty="0"/>
          </a:p>
        </p:txBody>
      </p:sp>
      <p:sp>
        <p:nvSpPr>
          <p:cNvPr id="3" name="Content Placeholder 2"/>
          <p:cNvSpPr>
            <a:spLocks noGrp="1"/>
          </p:cNvSpPr>
          <p:nvPr>
            <p:ph idx="1"/>
          </p:nvPr>
        </p:nvSpPr>
        <p:spPr/>
        <p:txBody>
          <a:bodyPr/>
          <a:lstStyle/>
          <a:p>
            <a:r>
              <a:rPr lang="en-US" sz="2400" b="1" dirty="0" smtClean="0"/>
              <a:t>Retrospective Objective</a:t>
            </a:r>
          </a:p>
          <a:p>
            <a:pPr lvl="1"/>
            <a:r>
              <a:rPr lang="en-US" sz="2200" dirty="0" smtClean="0"/>
              <a:t>Give each person </a:t>
            </a:r>
            <a:r>
              <a:rPr lang="en-US" sz="2200" i="1" dirty="0" smtClean="0">
                <a:solidFill>
                  <a:srgbClr val="C00000"/>
                </a:solidFill>
              </a:rPr>
              <a:t>five votes</a:t>
            </a:r>
            <a:r>
              <a:rPr lang="en-US" sz="2200" dirty="0" smtClean="0"/>
              <a:t>. Participants can put all their votes on one category if they wish, or spread their votes amongst several categories.</a:t>
            </a:r>
          </a:p>
          <a:p>
            <a:pPr lvl="1"/>
            <a:r>
              <a:rPr lang="en-US" sz="2200" dirty="0" smtClean="0"/>
              <a:t>After the voting ends, one category should be the clear winner. If not, don’t spend too much time; flip a coin or something.</a:t>
            </a:r>
          </a:p>
          <a:p>
            <a:pPr lvl="1"/>
            <a:r>
              <a:rPr lang="en-US" sz="2200" dirty="0" smtClean="0"/>
              <a:t>Come up with options for improving it.</a:t>
            </a:r>
          </a:p>
          <a:p>
            <a:pPr lvl="1"/>
            <a:r>
              <a:rPr lang="en-US" sz="2200" dirty="0" smtClean="0"/>
              <a:t>Apply your </a:t>
            </a:r>
            <a:r>
              <a:rPr lang="en-US" sz="2200" i="1" dirty="0" smtClean="0">
                <a:solidFill>
                  <a:srgbClr val="C00000"/>
                </a:solidFill>
              </a:rPr>
              <a:t>root-cause analysis</a:t>
            </a:r>
            <a:r>
              <a:rPr lang="en-US" sz="2200" dirty="0" smtClean="0"/>
              <a:t> skills.</a:t>
            </a:r>
          </a:p>
          <a:p>
            <a:pPr lvl="1"/>
            <a:r>
              <a:rPr lang="en-US" sz="2200" dirty="0" smtClean="0"/>
              <a:t>Read the cards in the category again, then brainstorm some ideas.</a:t>
            </a:r>
          </a:p>
          <a:p>
            <a:pPr lvl="1"/>
            <a:r>
              <a:rPr lang="en-US" sz="2200" dirty="0" smtClean="0"/>
              <a:t>Create user stories for action items.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Apply Five Whys</a:t>
            </a:r>
            <a:endParaRPr lang="en-US" dirty="0"/>
          </a:p>
        </p:txBody>
      </p:sp>
      <p:pic>
        <p:nvPicPr>
          <p:cNvPr id="27651" name="Picture 3"/>
          <p:cNvPicPr>
            <a:picLocks noChangeAspect="1" noChangeArrowheads="1"/>
          </p:cNvPicPr>
          <p:nvPr/>
        </p:nvPicPr>
        <p:blipFill>
          <a:blip r:embed="rId2" cstate="print"/>
          <a:srcRect/>
          <a:stretch>
            <a:fillRect/>
          </a:stretch>
        </p:blipFill>
        <p:spPr bwMode="auto">
          <a:xfrm>
            <a:off x="1219200" y="1828800"/>
            <a:ext cx="6686423" cy="4040427"/>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Apply Force Field Analysis [2]</a:t>
            </a:r>
            <a:endParaRPr lang="en-US" dirty="0"/>
          </a:p>
        </p:txBody>
      </p:sp>
      <p:pic>
        <p:nvPicPr>
          <p:cNvPr id="26626" name="Picture 2"/>
          <p:cNvPicPr>
            <a:picLocks noChangeAspect="1" noChangeArrowheads="1"/>
          </p:cNvPicPr>
          <p:nvPr/>
        </p:nvPicPr>
        <p:blipFill>
          <a:blip r:embed="rId2" cstate="print"/>
          <a:srcRect/>
          <a:stretch>
            <a:fillRect/>
          </a:stretch>
        </p:blipFill>
        <p:spPr bwMode="auto">
          <a:xfrm>
            <a:off x="2741613" y="1584325"/>
            <a:ext cx="3660775" cy="4968875"/>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Apply Fishbone</a:t>
            </a:r>
            <a:endParaRPr lang="en-US" dirty="0"/>
          </a:p>
        </p:txBody>
      </p:sp>
      <p:pic>
        <p:nvPicPr>
          <p:cNvPr id="28674" name="Picture 2"/>
          <p:cNvPicPr>
            <a:picLocks noChangeAspect="1" noChangeArrowheads="1"/>
          </p:cNvPicPr>
          <p:nvPr/>
        </p:nvPicPr>
        <p:blipFill>
          <a:blip r:embed="rId2" cstate="print"/>
          <a:srcRect/>
          <a:stretch>
            <a:fillRect/>
          </a:stretch>
        </p:blipFill>
        <p:spPr bwMode="auto">
          <a:xfrm>
            <a:off x="1447800" y="2438400"/>
            <a:ext cx="5939790" cy="2423160"/>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a:t>
            </a:r>
            <a:r>
              <a:rPr lang="en-US" smtClean="0"/>
              <a:t>See You Again</a:t>
            </a:r>
            <a:endParaRPr lang="en-US" dirty="0" smtClean="0"/>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14340</TotalTime>
  <Words>832</Words>
  <Application>Microsoft Office PowerPoint</Application>
  <PresentationFormat>On-screen Show (4:3)</PresentationFormat>
  <Paragraphs>102</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Agile Quality Management</vt:lpstr>
      <vt:lpstr>Objectives</vt:lpstr>
      <vt:lpstr>Contents</vt:lpstr>
      <vt:lpstr>References</vt:lpstr>
      <vt:lpstr>1. Create Coding Standards [1]</vt:lpstr>
      <vt:lpstr>2. Create Unit Tests</vt:lpstr>
      <vt:lpstr>3. Create Exploratory Test Scenarios</vt:lpstr>
      <vt:lpstr>Example Exploratory Test Scenarios</vt:lpstr>
      <vt:lpstr>4. Create End-to-End Unit Tests</vt:lpstr>
      <vt:lpstr>5. Integrate Unit Tests with CI/CD/DevOps System</vt:lpstr>
      <vt:lpstr>6. Perform Code Inspection</vt:lpstr>
      <vt:lpstr>Simple Design</vt:lpstr>
      <vt:lpstr>Code Smells &amp; Refactoring</vt:lpstr>
      <vt:lpstr>7. Create Documentation</vt:lpstr>
      <vt:lpstr>8. Ask Customer to Perform Tests</vt:lpstr>
      <vt:lpstr>9. Create “Definition of Done”</vt:lpstr>
      <vt:lpstr>Slide 17</vt:lpstr>
      <vt:lpstr>1a. Conduct a Retrospective Meeting</vt:lpstr>
      <vt:lpstr>1b. Conduct a Retrospective Meeting</vt:lpstr>
      <vt:lpstr>1c. Conduct a Retrospective Meeting</vt:lpstr>
      <vt:lpstr>1d. Conduct a Retrospective Meeting</vt:lpstr>
      <vt:lpstr>2. Apply Five Whys</vt:lpstr>
      <vt:lpstr>3. Apply Force Field Analysis [2]</vt:lpstr>
      <vt:lpstr>4. Apply Fishbone</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5798</cp:revision>
  <dcterms:created xsi:type="dcterms:W3CDTF">2007-10-06T08:25:13Z</dcterms:created>
  <dcterms:modified xsi:type="dcterms:W3CDTF">2023-07-29T12:51:46Z</dcterms:modified>
</cp:coreProperties>
</file>