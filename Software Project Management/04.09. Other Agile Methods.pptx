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diagrams/data11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5.xml" ContentType="application/vnd.openxmlformats-officedocument.drawingml.diagramStyl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  <Override PartName="/ppt/diagrams/layout15.xml" ContentType="application/vnd.openxmlformats-officedocument.drawingml.diagramLayout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08" r:id="rId1"/>
  </p:sldMasterIdLst>
  <p:sldIdLst>
    <p:sldId id="256" r:id="rId2"/>
    <p:sldId id="541" r:id="rId3"/>
    <p:sldId id="509" r:id="rId4"/>
    <p:sldId id="542" r:id="rId5"/>
    <p:sldId id="543" r:id="rId6"/>
    <p:sldId id="544" r:id="rId7"/>
    <p:sldId id="545" r:id="rId8"/>
    <p:sldId id="479" r:id="rId9"/>
    <p:sldId id="480" r:id="rId10"/>
    <p:sldId id="481" r:id="rId11"/>
    <p:sldId id="482" r:id="rId12"/>
    <p:sldId id="483" r:id="rId13"/>
    <p:sldId id="484" r:id="rId14"/>
    <p:sldId id="456" r:id="rId15"/>
    <p:sldId id="459" r:id="rId16"/>
    <p:sldId id="458" r:id="rId17"/>
    <p:sldId id="463" r:id="rId18"/>
    <p:sldId id="466" r:id="rId19"/>
    <p:sldId id="467" r:id="rId20"/>
    <p:sldId id="464" r:id="rId21"/>
    <p:sldId id="465" r:id="rId22"/>
    <p:sldId id="498" r:id="rId23"/>
    <p:sldId id="470" r:id="rId24"/>
    <p:sldId id="485" r:id="rId25"/>
    <p:sldId id="478" r:id="rId26"/>
    <p:sldId id="486" r:id="rId27"/>
    <p:sldId id="487" r:id="rId28"/>
    <p:sldId id="488" r:id="rId29"/>
    <p:sldId id="495" r:id="rId30"/>
    <p:sldId id="492" r:id="rId31"/>
    <p:sldId id="489" r:id="rId32"/>
    <p:sldId id="490" r:id="rId33"/>
    <p:sldId id="491" r:id="rId34"/>
    <p:sldId id="493" r:id="rId35"/>
    <p:sldId id="497" r:id="rId36"/>
    <p:sldId id="500" r:id="rId37"/>
    <p:sldId id="496" r:id="rId38"/>
    <p:sldId id="499" r:id="rId39"/>
    <p:sldId id="510" r:id="rId40"/>
    <p:sldId id="504" r:id="rId41"/>
    <p:sldId id="508" r:id="rId42"/>
    <p:sldId id="506" r:id="rId43"/>
    <p:sldId id="503" r:id="rId44"/>
    <p:sldId id="522" r:id="rId45"/>
    <p:sldId id="511" r:id="rId46"/>
    <p:sldId id="512" r:id="rId47"/>
    <p:sldId id="513" r:id="rId48"/>
    <p:sldId id="514" r:id="rId49"/>
    <p:sldId id="515" r:id="rId50"/>
    <p:sldId id="526" r:id="rId51"/>
    <p:sldId id="516" r:id="rId52"/>
    <p:sldId id="529" r:id="rId53"/>
    <p:sldId id="528" r:id="rId54"/>
    <p:sldId id="527" r:id="rId55"/>
    <p:sldId id="343" r:id="rId5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176" autoAdjust="0"/>
    <p:restoredTop sz="99639" autoAdjust="0"/>
  </p:normalViewPr>
  <p:slideViewPr>
    <p:cSldViewPr>
      <p:cViewPr>
        <p:scale>
          <a:sx n="60" d="100"/>
          <a:sy n="60" d="100"/>
        </p:scale>
        <p:origin x="-1186" y="-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Learn rapidly by realistic measurement.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43C0393A-46E1-4A9F-9CD6-60993EC2335B}">
      <dgm:prSet phldrT="[Text]" custT="1"/>
      <dgm:spPr/>
      <dgm:t>
        <a:bodyPr/>
        <a:lstStyle/>
        <a:p>
          <a:r>
            <a:rPr lang="en-US" sz="2000" dirty="0" smtClean="0"/>
            <a:t>Deliver real value to stakeholders early, frequently, at every step.</a:t>
          </a:r>
          <a:endParaRPr lang="en-US" sz="2000" dirty="0"/>
        </a:p>
      </dgm:t>
    </dgm:pt>
    <dgm:pt modelId="{C9BB6BC7-BBAF-4E47-A5D0-7E1793192DD2}" type="parTrans" cxnId="{6B7D6F0A-EEC4-429C-A17F-05FDC8D9F9A1}">
      <dgm:prSet/>
      <dgm:spPr/>
      <dgm:t>
        <a:bodyPr/>
        <a:lstStyle/>
        <a:p>
          <a:endParaRPr lang="en-US"/>
        </a:p>
      </dgm:t>
    </dgm:pt>
    <dgm:pt modelId="{92BD5F50-45E3-4744-AFBC-834C647F6544}" type="sibTrans" cxnId="{6B7D6F0A-EEC4-429C-A17F-05FDC8D9F9A1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Be humble about complex systems: simplify and attack problems one small step at a time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0515448B-0F1F-4E8F-844E-2FB0227B03D7}">
      <dgm:prSet phldrT="[Text]" custT="1"/>
      <dgm:spPr/>
      <dgm:t>
        <a:bodyPr/>
        <a:lstStyle/>
        <a:p>
          <a:r>
            <a:rPr lang="en-US" sz="2000" dirty="0" smtClean="0"/>
            <a:t>Admire, applaud and reward a team based on the flow of measurable results: stakeholder value versus costs.</a:t>
          </a:r>
          <a:endParaRPr lang="en-US" sz="2000" dirty="0"/>
        </a:p>
      </dgm:t>
    </dgm:pt>
    <dgm:pt modelId="{B40022B8-2BFE-41E4-A269-A6EC5921F08F}" type="parTrans" cxnId="{BD0A6C8B-444F-42F7-AB73-932FB1364B6A}">
      <dgm:prSet/>
      <dgm:spPr/>
      <dgm:t>
        <a:bodyPr/>
        <a:lstStyle/>
        <a:p>
          <a:endParaRPr lang="en-US"/>
        </a:p>
      </dgm:t>
    </dgm:pt>
    <dgm:pt modelId="{9A42001F-83F8-49DE-9E17-E252059B4F7D}" type="sibTrans" cxnId="{BD0A6C8B-444F-42F7-AB73-932FB1364B6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Delegate power to the ultimate user, by focusing on end results and not methods and well-intended bureaucracy.</a:t>
          </a:r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5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5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7B9833F8-797D-4A99-9CCC-108126CC8A37}" type="pres">
      <dgm:prSet presAssocID="{43C0393A-46E1-4A9F-9CD6-60993EC2335B}" presName="parentLin" presStyleCnt="0"/>
      <dgm:spPr/>
    </dgm:pt>
    <dgm:pt modelId="{00DAA942-0E35-430E-BE36-7DD1E0FA1F14}" type="pres">
      <dgm:prSet presAssocID="{43C0393A-46E1-4A9F-9CD6-60993EC2335B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9C3A0030-3328-4360-9C94-1B8585EC0465}" type="pres">
      <dgm:prSet presAssocID="{43C0393A-46E1-4A9F-9CD6-60993EC2335B}" presName="parentText" presStyleLbl="node1" presStyleIdx="1" presStyleCnt="5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BFDD32-166F-44CC-B502-C5D390BFB49D}" type="pres">
      <dgm:prSet presAssocID="{43C0393A-46E1-4A9F-9CD6-60993EC2335B}" presName="negativeSpace" presStyleCnt="0"/>
      <dgm:spPr/>
    </dgm:pt>
    <dgm:pt modelId="{AE7E922B-5B2A-485B-BC5B-F9CBA0239F8F}" type="pres">
      <dgm:prSet presAssocID="{43C0393A-46E1-4A9F-9CD6-60993EC2335B}" presName="childText" presStyleLbl="conFgAcc1" presStyleIdx="1" presStyleCnt="5">
        <dgm:presLayoutVars>
          <dgm:bulletEnabled val="1"/>
        </dgm:presLayoutVars>
      </dgm:prSet>
      <dgm:spPr/>
    </dgm:pt>
    <dgm:pt modelId="{AA07E4A3-5671-42FD-8764-27FF8E0016A2}" type="pres">
      <dgm:prSet presAssocID="{92BD5F50-45E3-4744-AFBC-834C647F6544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2" presStyleCnt="5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2" presStyleCnt="5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3" presStyleCnt="5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3" presStyleCnt="5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AE2B37C9-A7AD-4445-8A90-E7CAEF3CC0E4}" type="pres">
      <dgm:prSet presAssocID="{0515448B-0F1F-4E8F-844E-2FB0227B03D7}" presName="parentLin" presStyleCnt="0"/>
      <dgm:spPr/>
    </dgm:pt>
    <dgm:pt modelId="{7499F0B7-D904-4D2E-B20F-A1C4D855B67C}" type="pres">
      <dgm:prSet presAssocID="{0515448B-0F1F-4E8F-844E-2FB0227B03D7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356075AC-4793-4F75-9905-30C562BDA3F4}" type="pres">
      <dgm:prSet presAssocID="{0515448B-0F1F-4E8F-844E-2FB0227B03D7}" presName="parentText" presStyleLbl="node1" presStyleIdx="4" presStyleCnt="5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728F41-403C-41CC-A1E1-4E332020012A}" type="pres">
      <dgm:prSet presAssocID="{0515448B-0F1F-4E8F-844E-2FB0227B03D7}" presName="negativeSpace" presStyleCnt="0"/>
      <dgm:spPr/>
    </dgm:pt>
    <dgm:pt modelId="{CFFCBFCE-53DB-4686-8FED-CB727D81632F}" type="pres">
      <dgm:prSet presAssocID="{0515448B-0F1F-4E8F-844E-2FB0227B03D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14D6F80-93BD-4F7A-B6E5-48ED1D8F4AC0}" type="presOf" srcId="{5A232CEB-62D8-4589-8260-D2DD0950260D}" destId="{848FFB67-E67A-4AED-860D-D3CE90B334DB}" srcOrd="1" destOrd="0" presId="urn:microsoft.com/office/officeart/2005/8/layout/list1"/>
    <dgm:cxn modelId="{4E9E4A87-19FE-4BF2-B042-2FBF090CAF1A}" type="presOf" srcId="{FD8EEF94-57C4-43B6-B503-52A235AFE355}" destId="{CD4AC616-B058-4A20-A9E6-3AC0F8BFAD7C}" srcOrd="0" destOrd="0" presId="urn:microsoft.com/office/officeart/2005/8/layout/list1"/>
    <dgm:cxn modelId="{0936E274-59A5-4D46-B5E2-A50EC96C8D25}" type="presOf" srcId="{E7F16E8F-B07B-49CD-9F52-85A84C58F053}" destId="{A7CBC039-0BC2-4AA9-96C5-D53214E7072C}" srcOrd="0" destOrd="0" presId="urn:microsoft.com/office/officeart/2005/8/layout/list1"/>
    <dgm:cxn modelId="{66F907DD-AC0B-43D2-A26F-7BF1BD7B834A}" srcId="{259721CE-C292-4BF7-AA2B-27507BE9C04D}" destId="{E7F16E8F-B07B-49CD-9F52-85A84C58F053}" srcOrd="2" destOrd="0" parTransId="{34AEC5FF-E97D-4573-851C-EF83ABF7DC00}" sibTransId="{E4243C59-659E-46FE-A2F9-831D4FBC603F}"/>
    <dgm:cxn modelId="{BAEE4C45-96CD-4239-B66F-FA5E9D5B559D}" type="presOf" srcId="{259721CE-C292-4BF7-AA2B-27507BE9C04D}" destId="{4D585F68-F1C3-491E-97C8-FE191B789273}" srcOrd="0" destOrd="0" presId="urn:microsoft.com/office/officeart/2005/8/layout/list1"/>
    <dgm:cxn modelId="{DB647324-03A1-451A-9933-65F85C5C69F9}" type="presOf" srcId="{E7F16E8F-B07B-49CD-9F52-85A84C58F053}" destId="{35B351AB-B61D-4E2F-B86C-96E3F283D1FD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53880A79-7B4E-4DFD-868C-AABD40EADC25}" type="presOf" srcId="{43C0393A-46E1-4A9F-9CD6-60993EC2335B}" destId="{00DAA942-0E35-430E-BE36-7DD1E0FA1F14}" srcOrd="0" destOrd="0" presId="urn:microsoft.com/office/officeart/2005/8/layout/list1"/>
    <dgm:cxn modelId="{8120AD58-C49D-4860-934E-CF736F403E80}" type="presOf" srcId="{FD8EEF94-57C4-43B6-B503-52A235AFE355}" destId="{9E2FD9A1-0DC8-4FB6-B016-05F84FC27B09}" srcOrd="1" destOrd="0" presId="urn:microsoft.com/office/officeart/2005/8/layout/list1"/>
    <dgm:cxn modelId="{F4BAE2C5-B0D4-4B50-9C5C-AEC76E24282D}" type="presOf" srcId="{43C0393A-46E1-4A9F-9CD6-60993EC2335B}" destId="{9C3A0030-3328-4360-9C94-1B8585EC0465}" srcOrd="1" destOrd="0" presId="urn:microsoft.com/office/officeart/2005/8/layout/list1"/>
    <dgm:cxn modelId="{A64F44EC-52B2-47C8-A80A-1F9EF86422FE}" type="presOf" srcId="{5A232CEB-62D8-4589-8260-D2DD0950260D}" destId="{0B349CBC-8ED4-48C8-A222-9C9340338692}" srcOrd="0" destOrd="0" presId="urn:microsoft.com/office/officeart/2005/8/layout/list1"/>
    <dgm:cxn modelId="{1121BB57-1341-4FF2-856C-071F1CDBC82C}" srcId="{259721CE-C292-4BF7-AA2B-27507BE9C04D}" destId="{FD8EEF94-57C4-43B6-B503-52A235AFE355}" srcOrd="3" destOrd="0" parTransId="{9506D5D9-244F-47FC-A842-FAED04651DF1}" sibTransId="{3F769E75-5A96-43B8-905A-7C7895322FC2}"/>
    <dgm:cxn modelId="{BD0A6C8B-444F-42F7-AB73-932FB1364B6A}" srcId="{259721CE-C292-4BF7-AA2B-27507BE9C04D}" destId="{0515448B-0F1F-4E8F-844E-2FB0227B03D7}" srcOrd="4" destOrd="0" parTransId="{B40022B8-2BFE-41E4-A269-A6EC5921F08F}" sibTransId="{9A42001F-83F8-49DE-9E17-E252059B4F7D}"/>
    <dgm:cxn modelId="{6B7D6F0A-EEC4-429C-A17F-05FDC8D9F9A1}" srcId="{259721CE-C292-4BF7-AA2B-27507BE9C04D}" destId="{43C0393A-46E1-4A9F-9CD6-60993EC2335B}" srcOrd="1" destOrd="0" parTransId="{C9BB6BC7-BBAF-4E47-A5D0-7E1793192DD2}" sibTransId="{92BD5F50-45E3-4744-AFBC-834C647F6544}"/>
    <dgm:cxn modelId="{07709B33-0D06-424D-A76B-BC4FD30AE13F}" type="presOf" srcId="{0515448B-0F1F-4E8F-844E-2FB0227B03D7}" destId="{7499F0B7-D904-4D2E-B20F-A1C4D855B67C}" srcOrd="0" destOrd="0" presId="urn:microsoft.com/office/officeart/2005/8/layout/list1"/>
    <dgm:cxn modelId="{94C0DFE3-2B36-4F31-8F73-8CBB74F67B62}" type="presOf" srcId="{0515448B-0F1F-4E8F-844E-2FB0227B03D7}" destId="{356075AC-4793-4F75-9905-30C562BDA3F4}" srcOrd="1" destOrd="0" presId="urn:microsoft.com/office/officeart/2005/8/layout/list1"/>
    <dgm:cxn modelId="{83AD581E-5B06-4B16-8742-B89EEA3E5C79}" type="presParOf" srcId="{4D585F68-F1C3-491E-97C8-FE191B789273}" destId="{E9118B4B-820F-4974-9EC5-2AA1C73EF9CD}" srcOrd="0" destOrd="0" presId="urn:microsoft.com/office/officeart/2005/8/layout/list1"/>
    <dgm:cxn modelId="{D006F0CF-F122-452B-A879-D780EBFA9BB9}" type="presParOf" srcId="{E9118B4B-820F-4974-9EC5-2AA1C73EF9CD}" destId="{0B349CBC-8ED4-48C8-A222-9C9340338692}" srcOrd="0" destOrd="0" presId="urn:microsoft.com/office/officeart/2005/8/layout/list1"/>
    <dgm:cxn modelId="{BFACE3B0-7EE1-4D27-AABE-8FFB4B4C1157}" type="presParOf" srcId="{E9118B4B-820F-4974-9EC5-2AA1C73EF9CD}" destId="{848FFB67-E67A-4AED-860D-D3CE90B334DB}" srcOrd="1" destOrd="0" presId="urn:microsoft.com/office/officeart/2005/8/layout/list1"/>
    <dgm:cxn modelId="{745B80A7-172F-40D1-BED4-F20AC521C255}" type="presParOf" srcId="{4D585F68-F1C3-491E-97C8-FE191B789273}" destId="{E60DF7E8-B64D-4839-AD8F-7162382F7282}" srcOrd="1" destOrd="0" presId="urn:microsoft.com/office/officeart/2005/8/layout/list1"/>
    <dgm:cxn modelId="{565BFE24-B268-4411-BA6B-C67F1A6DF11E}" type="presParOf" srcId="{4D585F68-F1C3-491E-97C8-FE191B789273}" destId="{5E62230B-D0E7-44B1-B792-63524C0AF476}" srcOrd="2" destOrd="0" presId="urn:microsoft.com/office/officeart/2005/8/layout/list1"/>
    <dgm:cxn modelId="{97B1E421-CBFE-4E52-87B3-458637C68A3F}" type="presParOf" srcId="{4D585F68-F1C3-491E-97C8-FE191B789273}" destId="{9AD6B864-3920-4D2F-995E-6A1AAEBE2594}" srcOrd="3" destOrd="0" presId="urn:microsoft.com/office/officeart/2005/8/layout/list1"/>
    <dgm:cxn modelId="{961AB031-B387-484A-8D9E-9964EE4E2604}" type="presParOf" srcId="{4D585F68-F1C3-491E-97C8-FE191B789273}" destId="{7B9833F8-797D-4A99-9CCC-108126CC8A37}" srcOrd="4" destOrd="0" presId="urn:microsoft.com/office/officeart/2005/8/layout/list1"/>
    <dgm:cxn modelId="{BFC84042-2404-47D6-B618-A7C8F82B80E8}" type="presParOf" srcId="{7B9833F8-797D-4A99-9CCC-108126CC8A37}" destId="{00DAA942-0E35-430E-BE36-7DD1E0FA1F14}" srcOrd="0" destOrd="0" presId="urn:microsoft.com/office/officeart/2005/8/layout/list1"/>
    <dgm:cxn modelId="{4E77508E-CAF0-421D-9DA9-1AD03B2B08E1}" type="presParOf" srcId="{7B9833F8-797D-4A99-9CCC-108126CC8A37}" destId="{9C3A0030-3328-4360-9C94-1B8585EC0465}" srcOrd="1" destOrd="0" presId="urn:microsoft.com/office/officeart/2005/8/layout/list1"/>
    <dgm:cxn modelId="{716AC977-6497-45FC-8044-F1DB8D1B501F}" type="presParOf" srcId="{4D585F68-F1C3-491E-97C8-FE191B789273}" destId="{3CBFDD32-166F-44CC-B502-C5D390BFB49D}" srcOrd="5" destOrd="0" presId="urn:microsoft.com/office/officeart/2005/8/layout/list1"/>
    <dgm:cxn modelId="{19ED4354-04AA-413F-843A-D144584D875E}" type="presParOf" srcId="{4D585F68-F1C3-491E-97C8-FE191B789273}" destId="{AE7E922B-5B2A-485B-BC5B-F9CBA0239F8F}" srcOrd="6" destOrd="0" presId="urn:microsoft.com/office/officeart/2005/8/layout/list1"/>
    <dgm:cxn modelId="{CF8B50E5-C62C-4188-AD92-B5426BBC26E9}" type="presParOf" srcId="{4D585F68-F1C3-491E-97C8-FE191B789273}" destId="{AA07E4A3-5671-42FD-8764-27FF8E0016A2}" srcOrd="7" destOrd="0" presId="urn:microsoft.com/office/officeart/2005/8/layout/list1"/>
    <dgm:cxn modelId="{B708B79D-010C-41CC-BE74-F61A6350DDD1}" type="presParOf" srcId="{4D585F68-F1C3-491E-97C8-FE191B789273}" destId="{9050E09B-0304-4E94-A05D-E80A6123DE47}" srcOrd="8" destOrd="0" presId="urn:microsoft.com/office/officeart/2005/8/layout/list1"/>
    <dgm:cxn modelId="{BF70EA83-5264-4D13-9207-005152B4C08C}" type="presParOf" srcId="{9050E09B-0304-4E94-A05D-E80A6123DE47}" destId="{A7CBC039-0BC2-4AA9-96C5-D53214E7072C}" srcOrd="0" destOrd="0" presId="urn:microsoft.com/office/officeart/2005/8/layout/list1"/>
    <dgm:cxn modelId="{0C1F385E-3515-4D5C-9F5E-CAA4D8D31E91}" type="presParOf" srcId="{9050E09B-0304-4E94-A05D-E80A6123DE47}" destId="{35B351AB-B61D-4E2F-B86C-96E3F283D1FD}" srcOrd="1" destOrd="0" presId="urn:microsoft.com/office/officeart/2005/8/layout/list1"/>
    <dgm:cxn modelId="{F478D740-7EF1-4765-BC9B-26E0DD9A3235}" type="presParOf" srcId="{4D585F68-F1C3-491E-97C8-FE191B789273}" destId="{A1AB935D-4B4E-4F4B-A4EF-168A28D53E37}" srcOrd="9" destOrd="0" presId="urn:microsoft.com/office/officeart/2005/8/layout/list1"/>
    <dgm:cxn modelId="{D468AC51-AB4E-4831-9AAE-9954D4C28FE0}" type="presParOf" srcId="{4D585F68-F1C3-491E-97C8-FE191B789273}" destId="{EDC5F971-55C6-44F2-8041-4D20B3A7D8A0}" srcOrd="10" destOrd="0" presId="urn:microsoft.com/office/officeart/2005/8/layout/list1"/>
    <dgm:cxn modelId="{085D9D89-2172-4AB4-85FF-2829F4C8CD30}" type="presParOf" srcId="{4D585F68-F1C3-491E-97C8-FE191B789273}" destId="{7509880B-10B1-4282-819D-76C7F35E568C}" srcOrd="11" destOrd="0" presId="urn:microsoft.com/office/officeart/2005/8/layout/list1"/>
    <dgm:cxn modelId="{F56DD20B-D260-492C-89BE-41371F6D998D}" type="presParOf" srcId="{4D585F68-F1C3-491E-97C8-FE191B789273}" destId="{BFAAC808-3202-49AF-908A-D136EAA6760E}" srcOrd="12" destOrd="0" presId="urn:microsoft.com/office/officeart/2005/8/layout/list1"/>
    <dgm:cxn modelId="{045C40D5-76E1-4C91-AB43-EBAB1291503D}" type="presParOf" srcId="{BFAAC808-3202-49AF-908A-D136EAA6760E}" destId="{CD4AC616-B058-4A20-A9E6-3AC0F8BFAD7C}" srcOrd="0" destOrd="0" presId="urn:microsoft.com/office/officeart/2005/8/layout/list1"/>
    <dgm:cxn modelId="{ACC336C2-05B6-4B7A-B06A-3157817EBD7A}" type="presParOf" srcId="{BFAAC808-3202-49AF-908A-D136EAA6760E}" destId="{9E2FD9A1-0DC8-4FB6-B016-05F84FC27B09}" srcOrd="1" destOrd="0" presId="urn:microsoft.com/office/officeart/2005/8/layout/list1"/>
    <dgm:cxn modelId="{43FEC26C-0420-458B-A53F-FDD0BC7882B5}" type="presParOf" srcId="{4D585F68-F1C3-491E-97C8-FE191B789273}" destId="{AC23DE4B-16EE-4B2F-A0F5-3334A7C9EECE}" srcOrd="13" destOrd="0" presId="urn:microsoft.com/office/officeart/2005/8/layout/list1"/>
    <dgm:cxn modelId="{6B2C49CC-E814-4735-BD7A-91D8DEAD6038}" type="presParOf" srcId="{4D585F68-F1C3-491E-97C8-FE191B789273}" destId="{CE7D5704-C2DE-44BA-A3C2-E1E61EDD936F}" srcOrd="14" destOrd="0" presId="urn:microsoft.com/office/officeart/2005/8/layout/list1"/>
    <dgm:cxn modelId="{1E0B099B-390B-4162-8A77-52EC768E2D66}" type="presParOf" srcId="{4D585F68-F1C3-491E-97C8-FE191B789273}" destId="{4E6CC7CE-076B-4102-A15A-E0217C6BB838}" srcOrd="15" destOrd="0" presId="urn:microsoft.com/office/officeart/2005/8/layout/list1"/>
    <dgm:cxn modelId="{FCBF81F7-AB23-4FF1-9A45-1F1EBE3B5A16}" type="presParOf" srcId="{4D585F68-F1C3-491E-97C8-FE191B789273}" destId="{AE2B37C9-A7AD-4445-8A90-E7CAEF3CC0E4}" srcOrd="16" destOrd="0" presId="urn:microsoft.com/office/officeart/2005/8/layout/list1"/>
    <dgm:cxn modelId="{828066C1-1FBD-4E88-B39A-3EA93960B6AB}" type="presParOf" srcId="{AE2B37C9-A7AD-4445-8A90-E7CAEF3CC0E4}" destId="{7499F0B7-D904-4D2E-B20F-A1C4D855B67C}" srcOrd="0" destOrd="0" presId="urn:microsoft.com/office/officeart/2005/8/layout/list1"/>
    <dgm:cxn modelId="{47757F77-7CF1-48E9-8D4B-7828859908D4}" type="presParOf" srcId="{AE2B37C9-A7AD-4445-8A90-E7CAEF3CC0E4}" destId="{356075AC-4793-4F75-9905-30C562BDA3F4}" srcOrd="1" destOrd="0" presId="urn:microsoft.com/office/officeart/2005/8/layout/list1"/>
    <dgm:cxn modelId="{7AD14535-0B42-4AEF-ADA3-71528C7B3C03}" type="presParOf" srcId="{4D585F68-F1C3-491E-97C8-FE191B789273}" destId="{0E728F41-403C-41CC-A1E1-4E332020012A}" srcOrd="17" destOrd="0" presId="urn:microsoft.com/office/officeart/2005/8/layout/list1"/>
    <dgm:cxn modelId="{BDD14C30-77B6-4C77-8ABC-6ED93A239B29}" type="presParOf" srcId="{4D585F68-F1C3-491E-97C8-FE191B789273}" destId="{CFFCBFCE-53DB-4686-8FED-CB727D81632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Software is delivered incrementally and regularly, every two to three months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43C0393A-46E1-4A9F-9CD6-60993EC2335B}">
      <dgm:prSet phldrT="[Text]" custT="1"/>
      <dgm:spPr/>
      <dgm:t>
        <a:bodyPr/>
        <a:lstStyle/>
        <a:p>
          <a:r>
            <a:rPr lang="en-US" sz="2000" dirty="0" smtClean="0"/>
            <a:t>Progress is tracked by milestones consisting of software deliveries or major decisions, as opposed to written documents</a:t>
          </a:r>
          <a:endParaRPr lang="en-US" sz="2000" dirty="0"/>
        </a:p>
      </dgm:t>
    </dgm:pt>
    <dgm:pt modelId="{C9BB6BC7-BBAF-4E47-A5D0-7E1793192DD2}" type="parTrans" cxnId="{6B7D6F0A-EEC4-429C-A17F-05FDC8D9F9A1}">
      <dgm:prSet/>
      <dgm:spPr/>
      <dgm:t>
        <a:bodyPr/>
        <a:lstStyle/>
        <a:p>
          <a:endParaRPr lang="en-US"/>
        </a:p>
      </dgm:t>
    </dgm:pt>
    <dgm:pt modelId="{92BD5F50-45E3-4744-AFBC-834C647F6544}" type="sibTrans" cxnId="{6B7D6F0A-EEC4-429C-A17F-05FDC8D9F9A1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There is some amount of automated regression testing of application function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There is direct user involvement</a:t>
          </a:r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8FE248D4-A45B-4926-B4CF-3C227108DC0F}">
      <dgm:prSet custT="1"/>
      <dgm:spPr/>
      <dgm:t>
        <a:bodyPr/>
        <a:lstStyle/>
        <a:p>
          <a:r>
            <a:rPr lang="en-US" sz="2000" dirty="0" smtClean="0"/>
            <a:t>There are two user viewings per Downstream activities start as soon as upstream is "stable enough to review"</a:t>
          </a:r>
        </a:p>
      </dgm:t>
    </dgm:pt>
    <dgm:pt modelId="{DF4385A3-724F-4E7E-BE02-EE64DA860F3B}" type="parTrans" cxnId="{DEBD0344-8197-40D4-BC12-BDDD6AA72080}">
      <dgm:prSet/>
      <dgm:spPr/>
      <dgm:t>
        <a:bodyPr/>
        <a:lstStyle/>
        <a:p>
          <a:endParaRPr lang="en-US"/>
        </a:p>
      </dgm:t>
    </dgm:pt>
    <dgm:pt modelId="{A1D4FAAD-FA4B-47A0-8F0E-B34DD218D26D}" type="sibTrans" cxnId="{DEBD0344-8197-40D4-BC12-BDDD6AA72080}">
      <dgm:prSet/>
      <dgm:spPr/>
      <dgm:t>
        <a:bodyPr/>
        <a:lstStyle/>
        <a:p>
          <a:endParaRPr lang="en-US"/>
        </a:p>
      </dgm:t>
    </dgm:pt>
    <dgm:pt modelId="{51F27628-6F71-46DC-9481-FB4B1CE08A34}">
      <dgm:prSet custT="1"/>
      <dgm:spPr/>
      <dgm:t>
        <a:bodyPr/>
        <a:lstStyle/>
        <a:p>
          <a:r>
            <a:rPr lang="en-US" sz="2000" dirty="0" smtClean="0"/>
            <a:t>Product- and methodology-tuning workshops are held at the start and middle of each increment</a:t>
          </a:r>
        </a:p>
      </dgm:t>
    </dgm:pt>
    <dgm:pt modelId="{C5EAFF2E-E15F-43DC-85A3-524ADF1591A4}" type="parTrans" cxnId="{333A5D4C-F5D5-488D-AFED-9A79087D3ABF}">
      <dgm:prSet/>
      <dgm:spPr/>
      <dgm:t>
        <a:bodyPr/>
        <a:lstStyle/>
        <a:p>
          <a:endParaRPr lang="en-US"/>
        </a:p>
      </dgm:t>
    </dgm:pt>
    <dgm:pt modelId="{FACD8853-FFF4-4A0B-B3A2-7968104FA36A}" type="sibTrans" cxnId="{333A5D4C-F5D5-488D-AFED-9A79087D3ABF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6" custScaleX="134161" custScaleY="20324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6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7B9833F8-797D-4A99-9CCC-108126CC8A37}" type="pres">
      <dgm:prSet presAssocID="{43C0393A-46E1-4A9F-9CD6-60993EC2335B}" presName="parentLin" presStyleCnt="0"/>
      <dgm:spPr/>
    </dgm:pt>
    <dgm:pt modelId="{00DAA942-0E35-430E-BE36-7DD1E0FA1F14}" type="pres">
      <dgm:prSet presAssocID="{43C0393A-46E1-4A9F-9CD6-60993EC2335B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9C3A0030-3328-4360-9C94-1B8585EC0465}" type="pres">
      <dgm:prSet presAssocID="{43C0393A-46E1-4A9F-9CD6-60993EC2335B}" presName="parentText" presStyleLbl="node1" presStyleIdx="1" presStyleCnt="6" custScaleX="134161" custScaleY="24952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BFDD32-166F-44CC-B502-C5D390BFB49D}" type="pres">
      <dgm:prSet presAssocID="{43C0393A-46E1-4A9F-9CD6-60993EC2335B}" presName="negativeSpace" presStyleCnt="0"/>
      <dgm:spPr/>
    </dgm:pt>
    <dgm:pt modelId="{AE7E922B-5B2A-485B-BC5B-F9CBA0239F8F}" type="pres">
      <dgm:prSet presAssocID="{43C0393A-46E1-4A9F-9CD6-60993EC2335B}" presName="childText" presStyleLbl="conFgAcc1" presStyleIdx="1" presStyleCnt="6">
        <dgm:presLayoutVars>
          <dgm:bulletEnabled val="1"/>
        </dgm:presLayoutVars>
      </dgm:prSet>
      <dgm:spPr/>
    </dgm:pt>
    <dgm:pt modelId="{AA07E4A3-5671-42FD-8764-27FF8E0016A2}" type="pres">
      <dgm:prSet presAssocID="{92BD5F50-45E3-4744-AFBC-834C647F6544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2" presStyleCnt="6" custScaleX="134161" custScaleY="17283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2" presStyleCnt="6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3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3" presStyleCnt="6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57F304A3-81E0-47D3-AF06-BCB52BC753FC}" type="pres">
      <dgm:prSet presAssocID="{8FE248D4-A45B-4926-B4CF-3C227108DC0F}" presName="parentLin" presStyleCnt="0"/>
      <dgm:spPr/>
    </dgm:pt>
    <dgm:pt modelId="{358607A7-5498-4B39-B3DA-BFA733A93729}" type="pres">
      <dgm:prSet presAssocID="{8FE248D4-A45B-4926-B4CF-3C227108DC0F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173C0FF9-1BA9-4464-98AC-F588DCA3E395}" type="pres">
      <dgm:prSet presAssocID="{8FE248D4-A45B-4926-B4CF-3C227108DC0F}" presName="parentText" presStyleLbl="node1" presStyleIdx="4" presStyleCnt="6" custScaleX="134161" custScaleY="17414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95D94-CC97-49FF-9F4A-60D4A9F3F91A}" type="pres">
      <dgm:prSet presAssocID="{8FE248D4-A45B-4926-B4CF-3C227108DC0F}" presName="negativeSpace" presStyleCnt="0"/>
      <dgm:spPr/>
    </dgm:pt>
    <dgm:pt modelId="{B1F5484C-D369-4BD5-8482-9E711671C4DF}" type="pres">
      <dgm:prSet presAssocID="{8FE248D4-A45B-4926-B4CF-3C227108DC0F}" presName="childText" presStyleLbl="conFgAcc1" presStyleIdx="4" presStyleCnt="6">
        <dgm:presLayoutVars>
          <dgm:bulletEnabled val="1"/>
        </dgm:presLayoutVars>
      </dgm:prSet>
      <dgm:spPr/>
    </dgm:pt>
    <dgm:pt modelId="{0C5BE476-19FB-492C-8F1A-D69EB9C097F7}" type="pres">
      <dgm:prSet presAssocID="{A1D4FAAD-FA4B-47A0-8F0E-B34DD218D26D}" presName="spaceBetweenRectangles" presStyleCnt="0"/>
      <dgm:spPr/>
    </dgm:pt>
    <dgm:pt modelId="{F86EA7ED-2BDD-40EC-A108-99840523B770}" type="pres">
      <dgm:prSet presAssocID="{51F27628-6F71-46DC-9481-FB4B1CE08A34}" presName="parentLin" presStyleCnt="0"/>
      <dgm:spPr/>
    </dgm:pt>
    <dgm:pt modelId="{1D2F9A4D-4FC7-47AC-B877-925F22DF0325}" type="pres">
      <dgm:prSet presAssocID="{51F27628-6F71-46DC-9481-FB4B1CE08A34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0D2C1E34-45D7-42E2-B6D0-311F4DBCF6D5}" type="pres">
      <dgm:prSet presAssocID="{51F27628-6F71-46DC-9481-FB4B1CE08A34}" presName="parentText" presStyleLbl="node1" presStyleIdx="5" presStyleCnt="6" custScaleX="134162" custScaleY="16080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DD3636-A641-4391-AB77-D21DC43F3942}" type="pres">
      <dgm:prSet presAssocID="{51F27628-6F71-46DC-9481-FB4B1CE08A34}" presName="negativeSpace" presStyleCnt="0"/>
      <dgm:spPr/>
    </dgm:pt>
    <dgm:pt modelId="{B9BFDF43-4123-44B0-AE01-4103FAED0914}" type="pres">
      <dgm:prSet presAssocID="{51F27628-6F71-46DC-9481-FB4B1CE08A34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0BABDF5C-3A4B-423D-B6D8-1212BA5B6181}" type="presOf" srcId="{8FE248D4-A45B-4926-B4CF-3C227108DC0F}" destId="{358607A7-5498-4B39-B3DA-BFA733A93729}" srcOrd="0" destOrd="0" presId="urn:microsoft.com/office/officeart/2005/8/layout/list1"/>
    <dgm:cxn modelId="{F31CF69B-CC38-464D-B9DB-48C4233B9838}" type="presOf" srcId="{FD8EEF94-57C4-43B6-B503-52A235AFE355}" destId="{CD4AC616-B058-4A20-A9E6-3AC0F8BFAD7C}" srcOrd="0" destOrd="0" presId="urn:microsoft.com/office/officeart/2005/8/layout/list1"/>
    <dgm:cxn modelId="{DEFCBE91-4125-4879-BFAE-926518AD5F6A}" type="presOf" srcId="{51F27628-6F71-46DC-9481-FB4B1CE08A34}" destId="{1D2F9A4D-4FC7-47AC-B877-925F22DF0325}" srcOrd="0" destOrd="0" presId="urn:microsoft.com/office/officeart/2005/8/layout/list1"/>
    <dgm:cxn modelId="{93E87F39-7A25-4DF5-9891-A838DD5B686E}" type="presOf" srcId="{51F27628-6F71-46DC-9481-FB4B1CE08A34}" destId="{0D2C1E34-45D7-42E2-B6D0-311F4DBCF6D5}" srcOrd="1" destOrd="0" presId="urn:microsoft.com/office/officeart/2005/8/layout/list1"/>
    <dgm:cxn modelId="{DEBD0344-8197-40D4-BC12-BDDD6AA72080}" srcId="{259721CE-C292-4BF7-AA2B-27507BE9C04D}" destId="{8FE248D4-A45B-4926-B4CF-3C227108DC0F}" srcOrd="4" destOrd="0" parTransId="{DF4385A3-724F-4E7E-BE02-EE64DA860F3B}" sibTransId="{A1D4FAAD-FA4B-47A0-8F0E-B34DD218D26D}"/>
    <dgm:cxn modelId="{333A5D4C-F5D5-488D-AFED-9A79087D3ABF}" srcId="{259721CE-C292-4BF7-AA2B-27507BE9C04D}" destId="{51F27628-6F71-46DC-9481-FB4B1CE08A34}" srcOrd="5" destOrd="0" parTransId="{C5EAFF2E-E15F-43DC-85A3-524ADF1591A4}" sibTransId="{FACD8853-FFF4-4A0B-B3A2-7968104FA36A}"/>
    <dgm:cxn modelId="{B186E3E8-9E14-49F3-A33F-3BAEBB9F144E}" type="presOf" srcId="{8FE248D4-A45B-4926-B4CF-3C227108DC0F}" destId="{173C0FF9-1BA9-4464-98AC-F588DCA3E395}" srcOrd="1" destOrd="0" presId="urn:microsoft.com/office/officeart/2005/8/layout/list1"/>
    <dgm:cxn modelId="{09D6973F-0B1E-4C09-A5D9-A4BF070BF8FE}" type="presOf" srcId="{E7F16E8F-B07B-49CD-9F52-85A84C58F053}" destId="{A7CBC039-0BC2-4AA9-96C5-D53214E7072C}" srcOrd="0" destOrd="0" presId="urn:microsoft.com/office/officeart/2005/8/layout/list1"/>
    <dgm:cxn modelId="{F83D215F-2A65-45E2-8C47-0FF80A99723C}" type="presOf" srcId="{259721CE-C292-4BF7-AA2B-27507BE9C04D}" destId="{4D585F68-F1C3-491E-97C8-FE191B789273}" srcOrd="0" destOrd="0" presId="urn:microsoft.com/office/officeart/2005/8/layout/list1"/>
    <dgm:cxn modelId="{FE0BB95E-464B-4AE9-8752-B5D1526A62C5}" type="presOf" srcId="{5A232CEB-62D8-4589-8260-D2DD0950260D}" destId="{848FFB67-E67A-4AED-860D-D3CE90B334DB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551E087C-7306-4E15-AEBD-0E4108B03D3A}" type="presOf" srcId="{E7F16E8F-B07B-49CD-9F52-85A84C58F053}" destId="{35B351AB-B61D-4E2F-B86C-96E3F283D1FD}" srcOrd="1" destOrd="0" presId="urn:microsoft.com/office/officeart/2005/8/layout/list1"/>
    <dgm:cxn modelId="{2B6B57C0-BB1F-4901-8E2E-87E7874A941B}" type="presOf" srcId="{43C0393A-46E1-4A9F-9CD6-60993EC2335B}" destId="{9C3A0030-3328-4360-9C94-1B8585EC0465}" srcOrd="1" destOrd="0" presId="urn:microsoft.com/office/officeart/2005/8/layout/list1"/>
    <dgm:cxn modelId="{720697F7-4A92-4435-A8F1-F7EFF26DF6DA}" type="presOf" srcId="{43C0393A-46E1-4A9F-9CD6-60993EC2335B}" destId="{00DAA942-0E35-430E-BE36-7DD1E0FA1F14}" srcOrd="0" destOrd="0" presId="urn:microsoft.com/office/officeart/2005/8/layout/list1"/>
    <dgm:cxn modelId="{1121BB57-1341-4FF2-856C-071F1CDBC82C}" srcId="{259721CE-C292-4BF7-AA2B-27507BE9C04D}" destId="{FD8EEF94-57C4-43B6-B503-52A235AFE355}" srcOrd="3" destOrd="0" parTransId="{9506D5D9-244F-47FC-A842-FAED04651DF1}" sibTransId="{3F769E75-5A96-43B8-905A-7C7895322FC2}"/>
    <dgm:cxn modelId="{6B7D6F0A-EEC4-429C-A17F-05FDC8D9F9A1}" srcId="{259721CE-C292-4BF7-AA2B-27507BE9C04D}" destId="{43C0393A-46E1-4A9F-9CD6-60993EC2335B}" srcOrd="1" destOrd="0" parTransId="{C9BB6BC7-BBAF-4E47-A5D0-7E1793192DD2}" sibTransId="{92BD5F50-45E3-4744-AFBC-834C647F6544}"/>
    <dgm:cxn modelId="{19179769-A04E-438C-9D71-931E85B58CB6}" type="presOf" srcId="{FD8EEF94-57C4-43B6-B503-52A235AFE355}" destId="{9E2FD9A1-0DC8-4FB6-B016-05F84FC27B09}" srcOrd="1" destOrd="0" presId="urn:microsoft.com/office/officeart/2005/8/layout/list1"/>
    <dgm:cxn modelId="{66F907DD-AC0B-43D2-A26F-7BF1BD7B834A}" srcId="{259721CE-C292-4BF7-AA2B-27507BE9C04D}" destId="{E7F16E8F-B07B-49CD-9F52-85A84C58F053}" srcOrd="2" destOrd="0" parTransId="{34AEC5FF-E97D-4573-851C-EF83ABF7DC00}" sibTransId="{E4243C59-659E-46FE-A2F9-831D4FBC603F}"/>
    <dgm:cxn modelId="{60D493A6-50AB-4EC6-BDEF-9AD6B3E0D2B4}" type="presOf" srcId="{5A232CEB-62D8-4589-8260-D2DD0950260D}" destId="{0B349CBC-8ED4-48C8-A222-9C9340338692}" srcOrd="0" destOrd="0" presId="urn:microsoft.com/office/officeart/2005/8/layout/list1"/>
    <dgm:cxn modelId="{2938D030-A91A-43CA-A252-ECBF93B4911E}" type="presParOf" srcId="{4D585F68-F1C3-491E-97C8-FE191B789273}" destId="{E9118B4B-820F-4974-9EC5-2AA1C73EF9CD}" srcOrd="0" destOrd="0" presId="urn:microsoft.com/office/officeart/2005/8/layout/list1"/>
    <dgm:cxn modelId="{0C63BD6B-BC58-4245-9064-85AC836FCD2A}" type="presParOf" srcId="{E9118B4B-820F-4974-9EC5-2AA1C73EF9CD}" destId="{0B349CBC-8ED4-48C8-A222-9C9340338692}" srcOrd="0" destOrd="0" presId="urn:microsoft.com/office/officeart/2005/8/layout/list1"/>
    <dgm:cxn modelId="{63787830-34A3-4C3D-8B1A-19CB9B8B20E3}" type="presParOf" srcId="{E9118B4B-820F-4974-9EC5-2AA1C73EF9CD}" destId="{848FFB67-E67A-4AED-860D-D3CE90B334DB}" srcOrd="1" destOrd="0" presId="urn:microsoft.com/office/officeart/2005/8/layout/list1"/>
    <dgm:cxn modelId="{F60C835A-86EB-465F-882C-BBC8D7FAEF40}" type="presParOf" srcId="{4D585F68-F1C3-491E-97C8-FE191B789273}" destId="{E60DF7E8-B64D-4839-AD8F-7162382F7282}" srcOrd="1" destOrd="0" presId="urn:microsoft.com/office/officeart/2005/8/layout/list1"/>
    <dgm:cxn modelId="{E87F6B2A-2537-4511-A8C7-0FEA33BFB96F}" type="presParOf" srcId="{4D585F68-F1C3-491E-97C8-FE191B789273}" destId="{5E62230B-D0E7-44B1-B792-63524C0AF476}" srcOrd="2" destOrd="0" presId="urn:microsoft.com/office/officeart/2005/8/layout/list1"/>
    <dgm:cxn modelId="{E32C6A76-DBE9-4799-8181-D9EC425E1BA2}" type="presParOf" srcId="{4D585F68-F1C3-491E-97C8-FE191B789273}" destId="{9AD6B864-3920-4D2F-995E-6A1AAEBE2594}" srcOrd="3" destOrd="0" presId="urn:microsoft.com/office/officeart/2005/8/layout/list1"/>
    <dgm:cxn modelId="{86E6406C-6379-42D1-81BD-1C8BC9603343}" type="presParOf" srcId="{4D585F68-F1C3-491E-97C8-FE191B789273}" destId="{7B9833F8-797D-4A99-9CCC-108126CC8A37}" srcOrd="4" destOrd="0" presId="urn:microsoft.com/office/officeart/2005/8/layout/list1"/>
    <dgm:cxn modelId="{7E49C339-0407-468D-88A3-AFF572F8AE09}" type="presParOf" srcId="{7B9833F8-797D-4A99-9CCC-108126CC8A37}" destId="{00DAA942-0E35-430E-BE36-7DD1E0FA1F14}" srcOrd="0" destOrd="0" presId="urn:microsoft.com/office/officeart/2005/8/layout/list1"/>
    <dgm:cxn modelId="{36088F75-A9A6-4524-9C6E-0AA435ABFEAE}" type="presParOf" srcId="{7B9833F8-797D-4A99-9CCC-108126CC8A37}" destId="{9C3A0030-3328-4360-9C94-1B8585EC0465}" srcOrd="1" destOrd="0" presId="urn:microsoft.com/office/officeart/2005/8/layout/list1"/>
    <dgm:cxn modelId="{4E75DAA6-A07D-475B-9EA4-38B5762A40C5}" type="presParOf" srcId="{4D585F68-F1C3-491E-97C8-FE191B789273}" destId="{3CBFDD32-166F-44CC-B502-C5D390BFB49D}" srcOrd="5" destOrd="0" presId="urn:microsoft.com/office/officeart/2005/8/layout/list1"/>
    <dgm:cxn modelId="{0D1DD4D5-F812-4FDD-8049-C1D81CB250F1}" type="presParOf" srcId="{4D585F68-F1C3-491E-97C8-FE191B789273}" destId="{AE7E922B-5B2A-485B-BC5B-F9CBA0239F8F}" srcOrd="6" destOrd="0" presId="urn:microsoft.com/office/officeart/2005/8/layout/list1"/>
    <dgm:cxn modelId="{19B339C5-8B60-4AE0-83F6-C2F5449C53A9}" type="presParOf" srcId="{4D585F68-F1C3-491E-97C8-FE191B789273}" destId="{AA07E4A3-5671-42FD-8764-27FF8E0016A2}" srcOrd="7" destOrd="0" presId="urn:microsoft.com/office/officeart/2005/8/layout/list1"/>
    <dgm:cxn modelId="{7BD61A7D-B2F4-4C5B-8B3A-A2CA54384DE4}" type="presParOf" srcId="{4D585F68-F1C3-491E-97C8-FE191B789273}" destId="{9050E09B-0304-4E94-A05D-E80A6123DE47}" srcOrd="8" destOrd="0" presId="urn:microsoft.com/office/officeart/2005/8/layout/list1"/>
    <dgm:cxn modelId="{2BE7CD2C-FE9A-4465-9DB0-8B1917E32324}" type="presParOf" srcId="{9050E09B-0304-4E94-A05D-E80A6123DE47}" destId="{A7CBC039-0BC2-4AA9-96C5-D53214E7072C}" srcOrd="0" destOrd="0" presId="urn:microsoft.com/office/officeart/2005/8/layout/list1"/>
    <dgm:cxn modelId="{6CC1ED24-6E7C-499F-BF9F-E26246A04A60}" type="presParOf" srcId="{9050E09B-0304-4E94-A05D-E80A6123DE47}" destId="{35B351AB-B61D-4E2F-B86C-96E3F283D1FD}" srcOrd="1" destOrd="0" presId="urn:microsoft.com/office/officeart/2005/8/layout/list1"/>
    <dgm:cxn modelId="{2409644B-EC7C-4C68-AA61-F506171E4AAE}" type="presParOf" srcId="{4D585F68-F1C3-491E-97C8-FE191B789273}" destId="{A1AB935D-4B4E-4F4B-A4EF-168A28D53E37}" srcOrd="9" destOrd="0" presId="urn:microsoft.com/office/officeart/2005/8/layout/list1"/>
    <dgm:cxn modelId="{97CC1A8B-68E6-427F-9F2C-1E060C790B2F}" type="presParOf" srcId="{4D585F68-F1C3-491E-97C8-FE191B789273}" destId="{EDC5F971-55C6-44F2-8041-4D20B3A7D8A0}" srcOrd="10" destOrd="0" presId="urn:microsoft.com/office/officeart/2005/8/layout/list1"/>
    <dgm:cxn modelId="{E21B15CF-77A4-48A7-870D-6AA8080D9552}" type="presParOf" srcId="{4D585F68-F1C3-491E-97C8-FE191B789273}" destId="{7509880B-10B1-4282-819D-76C7F35E568C}" srcOrd="11" destOrd="0" presId="urn:microsoft.com/office/officeart/2005/8/layout/list1"/>
    <dgm:cxn modelId="{D70199B2-84AE-4578-8A22-ADF79FED29B2}" type="presParOf" srcId="{4D585F68-F1C3-491E-97C8-FE191B789273}" destId="{BFAAC808-3202-49AF-908A-D136EAA6760E}" srcOrd="12" destOrd="0" presId="urn:microsoft.com/office/officeart/2005/8/layout/list1"/>
    <dgm:cxn modelId="{EC2AD775-38A4-4FBE-8601-759D36CBD7F6}" type="presParOf" srcId="{BFAAC808-3202-49AF-908A-D136EAA6760E}" destId="{CD4AC616-B058-4A20-A9E6-3AC0F8BFAD7C}" srcOrd="0" destOrd="0" presId="urn:microsoft.com/office/officeart/2005/8/layout/list1"/>
    <dgm:cxn modelId="{EA447F81-9940-4F30-8AB7-52879EBD26CC}" type="presParOf" srcId="{BFAAC808-3202-49AF-908A-D136EAA6760E}" destId="{9E2FD9A1-0DC8-4FB6-B016-05F84FC27B09}" srcOrd="1" destOrd="0" presId="urn:microsoft.com/office/officeart/2005/8/layout/list1"/>
    <dgm:cxn modelId="{100284FB-0A9C-4CEB-9C9E-21EAA47EDF29}" type="presParOf" srcId="{4D585F68-F1C3-491E-97C8-FE191B789273}" destId="{AC23DE4B-16EE-4B2F-A0F5-3334A7C9EECE}" srcOrd="13" destOrd="0" presId="urn:microsoft.com/office/officeart/2005/8/layout/list1"/>
    <dgm:cxn modelId="{0844643B-6973-4A7C-BAC9-AAA6BFDBDD3A}" type="presParOf" srcId="{4D585F68-F1C3-491E-97C8-FE191B789273}" destId="{CE7D5704-C2DE-44BA-A3C2-E1E61EDD936F}" srcOrd="14" destOrd="0" presId="urn:microsoft.com/office/officeart/2005/8/layout/list1"/>
    <dgm:cxn modelId="{32D0E21F-71AF-44EB-B600-ED188199700E}" type="presParOf" srcId="{4D585F68-F1C3-491E-97C8-FE191B789273}" destId="{4E6CC7CE-076B-4102-A15A-E0217C6BB838}" srcOrd="15" destOrd="0" presId="urn:microsoft.com/office/officeart/2005/8/layout/list1"/>
    <dgm:cxn modelId="{C7E50464-7CD4-4FDF-AFB1-C5FE42991022}" type="presParOf" srcId="{4D585F68-F1C3-491E-97C8-FE191B789273}" destId="{57F304A3-81E0-47D3-AF06-BCB52BC753FC}" srcOrd="16" destOrd="0" presId="urn:microsoft.com/office/officeart/2005/8/layout/list1"/>
    <dgm:cxn modelId="{0F72EA60-D3E4-4700-A9CC-998627B2B2AC}" type="presParOf" srcId="{57F304A3-81E0-47D3-AF06-BCB52BC753FC}" destId="{358607A7-5498-4B39-B3DA-BFA733A93729}" srcOrd="0" destOrd="0" presId="urn:microsoft.com/office/officeart/2005/8/layout/list1"/>
    <dgm:cxn modelId="{55FA3D80-D19F-4085-96E0-B66F033B5ED2}" type="presParOf" srcId="{57F304A3-81E0-47D3-AF06-BCB52BC753FC}" destId="{173C0FF9-1BA9-4464-98AC-F588DCA3E395}" srcOrd="1" destOrd="0" presId="urn:microsoft.com/office/officeart/2005/8/layout/list1"/>
    <dgm:cxn modelId="{5C448FE9-1671-4819-833E-6CE7CD8731E0}" type="presParOf" srcId="{4D585F68-F1C3-491E-97C8-FE191B789273}" destId="{94495D94-CC97-49FF-9F4A-60D4A9F3F91A}" srcOrd="17" destOrd="0" presId="urn:microsoft.com/office/officeart/2005/8/layout/list1"/>
    <dgm:cxn modelId="{9776E1CA-3836-4299-8666-C7F493CAA680}" type="presParOf" srcId="{4D585F68-F1C3-491E-97C8-FE191B789273}" destId="{B1F5484C-D369-4BD5-8482-9E711671C4DF}" srcOrd="18" destOrd="0" presId="urn:microsoft.com/office/officeart/2005/8/layout/list1"/>
    <dgm:cxn modelId="{E7058D26-4272-4545-8539-BA3D24A35826}" type="presParOf" srcId="{4D585F68-F1C3-491E-97C8-FE191B789273}" destId="{0C5BE476-19FB-492C-8F1A-D69EB9C097F7}" srcOrd="19" destOrd="0" presId="urn:microsoft.com/office/officeart/2005/8/layout/list1"/>
    <dgm:cxn modelId="{77284DCE-63A8-44C5-AB48-5CEBA0DFD9D0}" type="presParOf" srcId="{4D585F68-F1C3-491E-97C8-FE191B789273}" destId="{F86EA7ED-2BDD-40EC-A108-99840523B770}" srcOrd="20" destOrd="0" presId="urn:microsoft.com/office/officeart/2005/8/layout/list1"/>
    <dgm:cxn modelId="{E74BCFEA-2291-4BFE-8EE2-D2FD08A3A412}" type="presParOf" srcId="{F86EA7ED-2BDD-40EC-A108-99840523B770}" destId="{1D2F9A4D-4FC7-47AC-B877-925F22DF0325}" srcOrd="0" destOrd="0" presId="urn:microsoft.com/office/officeart/2005/8/layout/list1"/>
    <dgm:cxn modelId="{C10824FF-1E3F-432B-84B0-1DC0D14EAADD}" type="presParOf" srcId="{F86EA7ED-2BDD-40EC-A108-99840523B770}" destId="{0D2C1E34-45D7-42E2-B6D0-311F4DBCF6D5}" srcOrd="1" destOrd="0" presId="urn:microsoft.com/office/officeart/2005/8/layout/list1"/>
    <dgm:cxn modelId="{8096FD08-58F3-4BE2-ADBF-F040306B31AA}" type="presParOf" srcId="{4D585F68-F1C3-491E-97C8-FE191B789273}" destId="{22DD3636-A641-4391-AB77-D21DC43F3942}" srcOrd="21" destOrd="0" presId="urn:microsoft.com/office/officeart/2005/8/layout/list1"/>
    <dgm:cxn modelId="{019C6EB4-F6FE-4624-B94F-D0676C220BBE}" type="presParOf" srcId="{4D585F68-F1C3-491E-97C8-FE191B789273}" destId="{B9BFDF43-4123-44B0-AE01-4103FAED091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People- and communication-centric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069CA3B0-DC6C-4EAF-9A24-59566153C9F4}">
      <dgm:prSet phldrT="[Text]" custT="1"/>
      <dgm:spPr/>
      <dgm:t>
        <a:bodyPr/>
        <a:lstStyle/>
        <a:p>
          <a:r>
            <a:rPr lang="en-US" sz="2000" dirty="0" smtClean="0"/>
            <a:t>Highly tolerant</a:t>
          </a:r>
          <a:endParaRPr lang="en-US" sz="2000" dirty="0"/>
        </a:p>
      </dgm:t>
    </dgm:pt>
    <dgm:pt modelId="{0E39FF55-6694-4ED7-8E65-693EBC231566}" type="parTrans" cxnId="{9B7181B2-7A49-405B-B5A3-B978D91F0676}">
      <dgm:prSet/>
      <dgm:spPr/>
      <dgm:t>
        <a:bodyPr/>
        <a:lstStyle/>
        <a:p>
          <a:endParaRPr lang="en-US"/>
        </a:p>
      </dgm:t>
    </dgm:pt>
    <dgm:pt modelId="{36F308F5-7DD7-46A0-9700-C2D8164702CE}" type="sibTrans" cxnId="{9B7181B2-7A49-405B-B5A3-B978D91F0676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2" custScaleX="12173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2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254D7C7E-2090-4549-8970-2992D8DDFDD5}" type="pres">
      <dgm:prSet presAssocID="{069CA3B0-DC6C-4EAF-9A24-59566153C9F4}" presName="parentLin" presStyleCnt="0"/>
      <dgm:spPr/>
    </dgm:pt>
    <dgm:pt modelId="{4E738773-8A1A-4115-BC6F-8C7F2B03D205}" type="pres">
      <dgm:prSet presAssocID="{069CA3B0-DC6C-4EAF-9A24-59566153C9F4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F09069A8-A4A9-4AD1-8189-55715792A18F}" type="pres">
      <dgm:prSet presAssocID="{069CA3B0-DC6C-4EAF-9A24-59566153C9F4}" presName="parentText" presStyleLbl="node1" presStyleIdx="1" presStyleCnt="2" custScaleX="12173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82BC3F-DDA9-4C7E-8224-A7F684F0655F}" type="pres">
      <dgm:prSet presAssocID="{069CA3B0-DC6C-4EAF-9A24-59566153C9F4}" presName="negativeSpace" presStyleCnt="0"/>
      <dgm:spPr/>
    </dgm:pt>
    <dgm:pt modelId="{3CC55EBD-4924-4841-A2D4-46775E1A0A0F}" type="pres">
      <dgm:prSet presAssocID="{069CA3B0-DC6C-4EAF-9A24-59566153C9F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6DF0CDB-0A21-4FE5-B45E-D691759E967B}" type="presOf" srcId="{5A232CEB-62D8-4589-8260-D2DD0950260D}" destId="{848FFB67-E67A-4AED-860D-D3CE90B334DB}" srcOrd="1" destOrd="0" presId="urn:microsoft.com/office/officeart/2005/8/layout/list1"/>
    <dgm:cxn modelId="{D8E3B7D0-743E-4E32-B92F-336584737E13}" type="presOf" srcId="{259721CE-C292-4BF7-AA2B-27507BE9C04D}" destId="{4D585F68-F1C3-491E-97C8-FE191B789273}" srcOrd="0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9B7181B2-7A49-405B-B5A3-B978D91F0676}" srcId="{259721CE-C292-4BF7-AA2B-27507BE9C04D}" destId="{069CA3B0-DC6C-4EAF-9A24-59566153C9F4}" srcOrd="1" destOrd="0" parTransId="{0E39FF55-6694-4ED7-8E65-693EBC231566}" sibTransId="{36F308F5-7DD7-46A0-9700-C2D8164702CE}"/>
    <dgm:cxn modelId="{C43DF3BB-8F59-4348-96C3-CDD70BC6920D}" type="presOf" srcId="{069CA3B0-DC6C-4EAF-9A24-59566153C9F4}" destId="{F09069A8-A4A9-4AD1-8189-55715792A18F}" srcOrd="1" destOrd="0" presId="urn:microsoft.com/office/officeart/2005/8/layout/list1"/>
    <dgm:cxn modelId="{3CC0DE4C-C7E3-43B1-92D2-91E22508612E}" type="presOf" srcId="{069CA3B0-DC6C-4EAF-9A24-59566153C9F4}" destId="{4E738773-8A1A-4115-BC6F-8C7F2B03D205}" srcOrd="0" destOrd="0" presId="urn:microsoft.com/office/officeart/2005/8/layout/list1"/>
    <dgm:cxn modelId="{0D86AEF1-0A47-4814-974F-509B47474D72}" type="presOf" srcId="{5A232CEB-62D8-4589-8260-D2DD0950260D}" destId="{0B349CBC-8ED4-48C8-A222-9C9340338692}" srcOrd="0" destOrd="0" presId="urn:microsoft.com/office/officeart/2005/8/layout/list1"/>
    <dgm:cxn modelId="{19CDAB55-15DF-4AD8-9C24-A036C1AADD5D}" type="presParOf" srcId="{4D585F68-F1C3-491E-97C8-FE191B789273}" destId="{E9118B4B-820F-4974-9EC5-2AA1C73EF9CD}" srcOrd="0" destOrd="0" presId="urn:microsoft.com/office/officeart/2005/8/layout/list1"/>
    <dgm:cxn modelId="{A8544757-56F8-4DAC-AA89-11C453F3D379}" type="presParOf" srcId="{E9118B4B-820F-4974-9EC5-2AA1C73EF9CD}" destId="{0B349CBC-8ED4-48C8-A222-9C9340338692}" srcOrd="0" destOrd="0" presId="urn:microsoft.com/office/officeart/2005/8/layout/list1"/>
    <dgm:cxn modelId="{0FD9095F-06DA-4E68-A00C-465B5D88D9DB}" type="presParOf" srcId="{E9118B4B-820F-4974-9EC5-2AA1C73EF9CD}" destId="{848FFB67-E67A-4AED-860D-D3CE90B334DB}" srcOrd="1" destOrd="0" presId="urn:microsoft.com/office/officeart/2005/8/layout/list1"/>
    <dgm:cxn modelId="{340772BB-64C7-4F6C-AE97-8EA8F0FDF1F8}" type="presParOf" srcId="{4D585F68-F1C3-491E-97C8-FE191B789273}" destId="{E60DF7E8-B64D-4839-AD8F-7162382F7282}" srcOrd="1" destOrd="0" presId="urn:microsoft.com/office/officeart/2005/8/layout/list1"/>
    <dgm:cxn modelId="{298FD425-7635-477F-A0CE-6174426A155B}" type="presParOf" srcId="{4D585F68-F1C3-491E-97C8-FE191B789273}" destId="{5E62230B-D0E7-44B1-B792-63524C0AF476}" srcOrd="2" destOrd="0" presId="urn:microsoft.com/office/officeart/2005/8/layout/list1"/>
    <dgm:cxn modelId="{8B9F54A0-D6ED-4A6E-8E41-4517D9E52F20}" type="presParOf" srcId="{4D585F68-F1C3-491E-97C8-FE191B789273}" destId="{9AD6B864-3920-4D2F-995E-6A1AAEBE2594}" srcOrd="3" destOrd="0" presId="urn:microsoft.com/office/officeart/2005/8/layout/list1"/>
    <dgm:cxn modelId="{FE707B55-D6AD-4BA8-AEE1-5B3A730B8954}" type="presParOf" srcId="{4D585F68-F1C3-491E-97C8-FE191B789273}" destId="{254D7C7E-2090-4549-8970-2992D8DDFDD5}" srcOrd="4" destOrd="0" presId="urn:microsoft.com/office/officeart/2005/8/layout/list1"/>
    <dgm:cxn modelId="{B7E841E6-5BBF-41D9-BA49-C6E114478843}" type="presParOf" srcId="{254D7C7E-2090-4549-8970-2992D8DDFDD5}" destId="{4E738773-8A1A-4115-BC6F-8C7F2B03D205}" srcOrd="0" destOrd="0" presId="urn:microsoft.com/office/officeart/2005/8/layout/list1"/>
    <dgm:cxn modelId="{608D65CD-7DFB-4D42-9EFF-2CE89087FFA2}" type="presParOf" srcId="{254D7C7E-2090-4549-8970-2992D8DDFDD5}" destId="{F09069A8-A4A9-4AD1-8189-55715792A18F}" srcOrd="1" destOrd="0" presId="urn:microsoft.com/office/officeart/2005/8/layout/list1"/>
    <dgm:cxn modelId="{9553C97C-4946-41EF-8211-6773FE31917B}" type="presParOf" srcId="{4D585F68-F1C3-491E-97C8-FE191B789273}" destId="{4C82BC3F-DDA9-4C7E-8224-A7F684F0655F}" srcOrd="5" destOrd="0" presId="urn:microsoft.com/office/officeart/2005/8/layout/list1"/>
    <dgm:cxn modelId="{8E11A950-225D-4473-ABAC-EF197165A416}" type="presParOf" srcId="{4D585F68-F1C3-491E-97C8-FE191B789273}" destId="{3CC55EBD-4924-4841-A2D4-46775E1A0A0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Domain Expert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Chief Architect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Development Manager</a:t>
          </a:r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8FE248D4-A45B-4926-B4CF-3C227108DC0F}">
      <dgm:prSet custT="1"/>
      <dgm:spPr/>
      <dgm:t>
        <a:bodyPr/>
        <a:lstStyle/>
        <a:p>
          <a:r>
            <a:rPr lang="en-US" sz="2000" dirty="0" smtClean="0"/>
            <a:t>Chief Programmer</a:t>
          </a:r>
        </a:p>
      </dgm:t>
    </dgm:pt>
    <dgm:pt modelId="{DF4385A3-724F-4E7E-BE02-EE64DA860F3B}" type="parTrans" cxnId="{DEBD0344-8197-40D4-BC12-BDDD6AA72080}">
      <dgm:prSet/>
      <dgm:spPr/>
      <dgm:t>
        <a:bodyPr/>
        <a:lstStyle/>
        <a:p>
          <a:endParaRPr lang="en-US"/>
        </a:p>
      </dgm:t>
    </dgm:pt>
    <dgm:pt modelId="{A1D4FAAD-FA4B-47A0-8F0E-B34DD218D26D}" type="sibTrans" cxnId="{DEBD0344-8197-40D4-BC12-BDDD6AA72080}">
      <dgm:prSet/>
      <dgm:spPr/>
      <dgm:t>
        <a:bodyPr/>
        <a:lstStyle/>
        <a:p>
          <a:endParaRPr lang="en-US"/>
        </a:p>
      </dgm:t>
    </dgm:pt>
    <dgm:pt modelId="{3D95CF3C-1034-4028-A9B6-4A57E55FDE55}">
      <dgm:prSet custT="1"/>
      <dgm:spPr/>
      <dgm:t>
        <a:bodyPr/>
        <a:lstStyle/>
        <a:p>
          <a:r>
            <a:rPr lang="en-US" sz="2000" dirty="0" smtClean="0"/>
            <a:t>Class Owner</a:t>
          </a:r>
        </a:p>
      </dgm:t>
    </dgm:pt>
    <dgm:pt modelId="{AB944805-5588-4B6E-AFFB-12B6CF469F0C}" type="parTrans" cxnId="{D5C040F3-95D8-4C79-BB75-5DFC8EC01000}">
      <dgm:prSet/>
      <dgm:spPr/>
      <dgm:t>
        <a:bodyPr/>
        <a:lstStyle/>
        <a:p>
          <a:endParaRPr lang="en-US"/>
        </a:p>
      </dgm:t>
    </dgm:pt>
    <dgm:pt modelId="{C3910B74-C4F7-4919-B0E2-F245AD397E28}" type="sibTrans" cxnId="{D5C040F3-95D8-4C79-BB75-5DFC8EC01000}">
      <dgm:prSet/>
      <dgm:spPr/>
      <dgm:t>
        <a:bodyPr/>
        <a:lstStyle/>
        <a:p>
          <a:endParaRPr lang="en-US"/>
        </a:p>
      </dgm:t>
    </dgm:pt>
    <dgm:pt modelId="{C907F713-F67F-4A5C-BD88-2EEBC2388FC6}">
      <dgm:prSet custT="1"/>
      <dgm:spPr/>
      <dgm:t>
        <a:bodyPr/>
        <a:lstStyle/>
        <a:p>
          <a:r>
            <a:rPr lang="en-US" sz="2000" dirty="0" smtClean="0"/>
            <a:t>Project Manager</a:t>
          </a:r>
        </a:p>
      </dgm:t>
    </dgm:pt>
    <dgm:pt modelId="{9B3172B0-9A52-481D-BDA3-EBE09255361F}" type="parTrans" cxnId="{A1D76922-5F67-4FA6-9A4E-A829E6742BA8}">
      <dgm:prSet/>
      <dgm:spPr/>
      <dgm:t>
        <a:bodyPr/>
        <a:lstStyle/>
        <a:p>
          <a:endParaRPr lang="en-US"/>
        </a:p>
      </dgm:t>
    </dgm:pt>
    <dgm:pt modelId="{50258BCC-B1B4-42D4-ACDE-35395F6A2ACC}" type="sibTrans" cxnId="{A1D76922-5F67-4FA6-9A4E-A829E6742BA8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6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1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1" presStyleCnt="6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2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2" presStyleCnt="6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57F304A3-81E0-47D3-AF06-BCB52BC753FC}" type="pres">
      <dgm:prSet presAssocID="{8FE248D4-A45B-4926-B4CF-3C227108DC0F}" presName="parentLin" presStyleCnt="0"/>
      <dgm:spPr/>
    </dgm:pt>
    <dgm:pt modelId="{358607A7-5498-4B39-B3DA-BFA733A93729}" type="pres">
      <dgm:prSet presAssocID="{8FE248D4-A45B-4926-B4CF-3C227108DC0F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173C0FF9-1BA9-4464-98AC-F588DCA3E395}" type="pres">
      <dgm:prSet presAssocID="{8FE248D4-A45B-4926-B4CF-3C227108DC0F}" presName="parentText" presStyleLbl="node1" presStyleIdx="3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95D94-CC97-49FF-9F4A-60D4A9F3F91A}" type="pres">
      <dgm:prSet presAssocID="{8FE248D4-A45B-4926-B4CF-3C227108DC0F}" presName="negativeSpace" presStyleCnt="0"/>
      <dgm:spPr/>
    </dgm:pt>
    <dgm:pt modelId="{B1F5484C-D369-4BD5-8482-9E711671C4DF}" type="pres">
      <dgm:prSet presAssocID="{8FE248D4-A45B-4926-B4CF-3C227108DC0F}" presName="childText" presStyleLbl="conFgAcc1" presStyleIdx="3" presStyleCnt="6">
        <dgm:presLayoutVars>
          <dgm:bulletEnabled val="1"/>
        </dgm:presLayoutVars>
      </dgm:prSet>
      <dgm:spPr/>
    </dgm:pt>
    <dgm:pt modelId="{0C5BE476-19FB-492C-8F1A-D69EB9C097F7}" type="pres">
      <dgm:prSet presAssocID="{A1D4FAAD-FA4B-47A0-8F0E-B34DD218D26D}" presName="spaceBetweenRectangles" presStyleCnt="0"/>
      <dgm:spPr/>
    </dgm:pt>
    <dgm:pt modelId="{6E7B3EB9-AA85-4CA2-87C4-407CB90FC0DF}" type="pres">
      <dgm:prSet presAssocID="{3D95CF3C-1034-4028-A9B6-4A57E55FDE55}" presName="parentLin" presStyleCnt="0"/>
      <dgm:spPr/>
    </dgm:pt>
    <dgm:pt modelId="{51465236-67AF-4B28-87C7-38988AA8CADB}" type="pres">
      <dgm:prSet presAssocID="{3D95CF3C-1034-4028-A9B6-4A57E55FDE55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41319168-0667-4056-BABA-358591EF7E69}" type="pres">
      <dgm:prSet presAssocID="{3D95CF3C-1034-4028-A9B6-4A57E55FDE55}" presName="parentText" presStyleLbl="node1" presStyleIdx="4" presStyleCnt="6" custScaleX="13416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EDA8A5-B3DB-4B2F-852E-9317FF348744}" type="pres">
      <dgm:prSet presAssocID="{3D95CF3C-1034-4028-A9B6-4A57E55FDE55}" presName="negativeSpace" presStyleCnt="0"/>
      <dgm:spPr/>
    </dgm:pt>
    <dgm:pt modelId="{4A8180FC-8FFB-4366-8615-E96D7DCDCE55}" type="pres">
      <dgm:prSet presAssocID="{3D95CF3C-1034-4028-A9B6-4A57E55FDE55}" presName="childText" presStyleLbl="conFgAcc1" presStyleIdx="4" presStyleCnt="6">
        <dgm:presLayoutVars>
          <dgm:bulletEnabled val="1"/>
        </dgm:presLayoutVars>
      </dgm:prSet>
      <dgm:spPr/>
    </dgm:pt>
    <dgm:pt modelId="{42FB377C-8721-4DA9-A3C7-A29F11EF3547}" type="pres">
      <dgm:prSet presAssocID="{C3910B74-C4F7-4919-B0E2-F245AD397E28}" presName="spaceBetweenRectangles" presStyleCnt="0"/>
      <dgm:spPr/>
    </dgm:pt>
    <dgm:pt modelId="{945BD2CD-D92D-4164-8DED-F1BF7A62FDAD}" type="pres">
      <dgm:prSet presAssocID="{C907F713-F67F-4A5C-BD88-2EEBC2388FC6}" presName="parentLin" presStyleCnt="0"/>
      <dgm:spPr/>
    </dgm:pt>
    <dgm:pt modelId="{07838102-959C-4C3D-B0EC-F2246301927D}" type="pres">
      <dgm:prSet presAssocID="{C907F713-F67F-4A5C-BD88-2EEBC2388FC6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58D026C7-FE1A-47FF-B552-C1429257771D}" type="pres">
      <dgm:prSet presAssocID="{C907F713-F67F-4A5C-BD88-2EEBC2388FC6}" presName="parentText" presStyleLbl="node1" presStyleIdx="5" presStyleCnt="6" custScaleX="13416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6252F-C067-4A42-BFF9-25916860290D}" type="pres">
      <dgm:prSet presAssocID="{C907F713-F67F-4A5C-BD88-2EEBC2388FC6}" presName="negativeSpace" presStyleCnt="0"/>
      <dgm:spPr/>
    </dgm:pt>
    <dgm:pt modelId="{7E2D209C-DA36-4A46-997A-299371CF31AD}" type="pres">
      <dgm:prSet presAssocID="{C907F713-F67F-4A5C-BD88-2EEBC2388FC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DEBD0344-8197-40D4-BC12-BDDD6AA72080}" srcId="{259721CE-C292-4BF7-AA2B-27507BE9C04D}" destId="{8FE248D4-A45B-4926-B4CF-3C227108DC0F}" srcOrd="3" destOrd="0" parTransId="{DF4385A3-724F-4E7E-BE02-EE64DA860F3B}" sibTransId="{A1D4FAAD-FA4B-47A0-8F0E-B34DD218D26D}"/>
    <dgm:cxn modelId="{7A624D8C-B852-4C15-A6F7-721D806526C6}" type="presOf" srcId="{E7F16E8F-B07B-49CD-9F52-85A84C58F053}" destId="{A7CBC039-0BC2-4AA9-96C5-D53214E7072C}" srcOrd="0" destOrd="0" presId="urn:microsoft.com/office/officeart/2005/8/layout/list1"/>
    <dgm:cxn modelId="{A1D76922-5F67-4FA6-9A4E-A829E6742BA8}" srcId="{259721CE-C292-4BF7-AA2B-27507BE9C04D}" destId="{C907F713-F67F-4A5C-BD88-2EEBC2388FC6}" srcOrd="5" destOrd="0" parTransId="{9B3172B0-9A52-481D-BDA3-EBE09255361F}" sibTransId="{50258BCC-B1B4-42D4-ACDE-35395F6A2ACC}"/>
    <dgm:cxn modelId="{148075B5-31A5-4F52-BD31-659127FED1FB}" type="presOf" srcId="{259721CE-C292-4BF7-AA2B-27507BE9C04D}" destId="{4D585F68-F1C3-491E-97C8-FE191B789273}" srcOrd="0" destOrd="0" presId="urn:microsoft.com/office/officeart/2005/8/layout/list1"/>
    <dgm:cxn modelId="{F88D0CFE-4F7D-49CA-8BBE-DE2469FF4C13}" type="presOf" srcId="{C907F713-F67F-4A5C-BD88-2EEBC2388FC6}" destId="{58D026C7-FE1A-47FF-B552-C1429257771D}" srcOrd="1" destOrd="0" presId="urn:microsoft.com/office/officeart/2005/8/layout/list1"/>
    <dgm:cxn modelId="{BC768532-2994-4CEC-A05B-B899ABCD767C}" type="presOf" srcId="{3D95CF3C-1034-4028-A9B6-4A57E55FDE55}" destId="{51465236-67AF-4B28-87C7-38988AA8CADB}" srcOrd="0" destOrd="0" presId="urn:microsoft.com/office/officeart/2005/8/layout/list1"/>
    <dgm:cxn modelId="{D88C41BF-A6D1-4615-9A97-25302460071C}" type="presOf" srcId="{E7F16E8F-B07B-49CD-9F52-85A84C58F053}" destId="{35B351AB-B61D-4E2F-B86C-96E3F283D1FD}" srcOrd="1" destOrd="0" presId="urn:microsoft.com/office/officeart/2005/8/layout/list1"/>
    <dgm:cxn modelId="{46EB8654-FD32-4EFC-9AE1-D0F81505DFEA}" type="presOf" srcId="{5A232CEB-62D8-4589-8260-D2DD0950260D}" destId="{848FFB67-E67A-4AED-860D-D3CE90B334DB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DDA8CFC7-3268-4D7C-B358-BCC27D8D53B5}" type="presOf" srcId="{3D95CF3C-1034-4028-A9B6-4A57E55FDE55}" destId="{41319168-0667-4056-BABA-358591EF7E69}" srcOrd="1" destOrd="0" presId="urn:microsoft.com/office/officeart/2005/8/layout/list1"/>
    <dgm:cxn modelId="{1121BB57-1341-4FF2-856C-071F1CDBC82C}" srcId="{259721CE-C292-4BF7-AA2B-27507BE9C04D}" destId="{FD8EEF94-57C4-43B6-B503-52A235AFE355}" srcOrd="2" destOrd="0" parTransId="{9506D5D9-244F-47FC-A842-FAED04651DF1}" sibTransId="{3F769E75-5A96-43B8-905A-7C7895322FC2}"/>
    <dgm:cxn modelId="{66F907DD-AC0B-43D2-A26F-7BF1BD7B834A}" srcId="{259721CE-C292-4BF7-AA2B-27507BE9C04D}" destId="{E7F16E8F-B07B-49CD-9F52-85A84C58F053}" srcOrd="1" destOrd="0" parTransId="{34AEC5FF-E97D-4573-851C-EF83ABF7DC00}" sibTransId="{E4243C59-659E-46FE-A2F9-831D4FBC603F}"/>
    <dgm:cxn modelId="{250B3760-7AE0-4C5E-9E56-29EE93D897C1}" type="presOf" srcId="{8FE248D4-A45B-4926-B4CF-3C227108DC0F}" destId="{358607A7-5498-4B39-B3DA-BFA733A93729}" srcOrd="0" destOrd="0" presId="urn:microsoft.com/office/officeart/2005/8/layout/list1"/>
    <dgm:cxn modelId="{6E8AAA17-E6C3-4935-BFEC-1009A2E0540F}" type="presOf" srcId="{5A232CEB-62D8-4589-8260-D2DD0950260D}" destId="{0B349CBC-8ED4-48C8-A222-9C9340338692}" srcOrd="0" destOrd="0" presId="urn:microsoft.com/office/officeart/2005/8/layout/list1"/>
    <dgm:cxn modelId="{D5C040F3-95D8-4C79-BB75-5DFC8EC01000}" srcId="{259721CE-C292-4BF7-AA2B-27507BE9C04D}" destId="{3D95CF3C-1034-4028-A9B6-4A57E55FDE55}" srcOrd="4" destOrd="0" parTransId="{AB944805-5588-4B6E-AFFB-12B6CF469F0C}" sibTransId="{C3910B74-C4F7-4919-B0E2-F245AD397E28}"/>
    <dgm:cxn modelId="{E9E5D322-6C7F-434C-9B73-37ADB1BC7B09}" type="presOf" srcId="{FD8EEF94-57C4-43B6-B503-52A235AFE355}" destId="{9E2FD9A1-0DC8-4FB6-B016-05F84FC27B09}" srcOrd="1" destOrd="0" presId="urn:microsoft.com/office/officeart/2005/8/layout/list1"/>
    <dgm:cxn modelId="{B4380AEF-E07C-4C2F-B5C9-A5225D0BED92}" type="presOf" srcId="{C907F713-F67F-4A5C-BD88-2EEBC2388FC6}" destId="{07838102-959C-4C3D-B0EC-F2246301927D}" srcOrd="0" destOrd="0" presId="urn:microsoft.com/office/officeart/2005/8/layout/list1"/>
    <dgm:cxn modelId="{B4DA1D4F-3A93-44F2-B389-B273B5AFF638}" type="presOf" srcId="{FD8EEF94-57C4-43B6-B503-52A235AFE355}" destId="{CD4AC616-B058-4A20-A9E6-3AC0F8BFAD7C}" srcOrd="0" destOrd="0" presId="urn:microsoft.com/office/officeart/2005/8/layout/list1"/>
    <dgm:cxn modelId="{63D69EE2-7369-48F4-A518-67BEC527C8FC}" type="presOf" srcId="{8FE248D4-A45B-4926-B4CF-3C227108DC0F}" destId="{173C0FF9-1BA9-4464-98AC-F588DCA3E395}" srcOrd="1" destOrd="0" presId="urn:microsoft.com/office/officeart/2005/8/layout/list1"/>
    <dgm:cxn modelId="{E4926CCB-9089-49FD-8757-80B30483B290}" type="presParOf" srcId="{4D585F68-F1C3-491E-97C8-FE191B789273}" destId="{E9118B4B-820F-4974-9EC5-2AA1C73EF9CD}" srcOrd="0" destOrd="0" presId="urn:microsoft.com/office/officeart/2005/8/layout/list1"/>
    <dgm:cxn modelId="{9830FB05-A59C-4CCF-9A0F-B8A55C1F543D}" type="presParOf" srcId="{E9118B4B-820F-4974-9EC5-2AA1C73EF9CD}" destId="{0B349CBC-8ED4-48C8-A222-9C9340338692}" srcOrd="0" destOrd="0" presId="urn:microsoft.com/office/officeart/2005/8/layout/list1"/>
    <dgm:cxn modelId="{644404BD-4BF6-40E3-8154-795930B96F13}" type="presParOf" srcId="{E9118B4B-820F-4974-9EC5-2AA1C73EF9CD}" destId="{848FFB67-E67A-4AED-860D-D3CE90B334DB}" srcOrd="1" destOrd="0" presId="urn:microsoft.com/office/officeart/2005/8/layout/list1"/>
    <dgm:cxn modelId="{4A5E14B6-DD95-4B24-BAF5-A7D8E3162C6A}" type="presParOf" srcId="{4D585F68-F1C3-491E-97C8-FE191B789273}" destId="{E60DF7E8-B64D-4839-AD8F-7162382F7282}" srcOrd="1" destOrd="0" presId="urn:microsoft.com/office/officeart/2005/8/layout/list1"/>
    <dgm:cxn modelId="{9808D3BC-4C8E-4AB4-824F-D7C72C61BFAE}" type="presParOf" srcId="{4D585F68-F1C3-491E-97C8-FE191B789273}" destId="{5E62230B-D0E7-44B1-B792-63524C0AF476}" srcOrd="2" destOrd="0" presId="urn:microsoft.com/office/officeart/2005/8/layout/list1"/>
    <dgm:cxn modelId="{2D999D2D-5D12-4F94-AA41-A736C4A5FACC}" type="presParOf" srcId="{4D585F68-F1C3-491E-97C8-FE191B789273}" destId="{9AD6B864-3920-4D2F-995E-6A1AAEBE2594}" srcOrd="3" destOrd="0" presId="urn:microsoft.com/office/officeart/2005/8/layout/list1"/>
    <dgm:cxn modelId="{0630A4F8-0E0F-4E79-A6C5-2A182062341C}" type="presParOf" srcId="{4D585F68-F1C3-491E-97C8-FE191B789273}" destId="{9050E09B-0304-4E94-A05D-E80A6123DE47}" srcOrd="4" destOrd="0" presId="urn:microsoft.com/office/officeart/2005/8/layout/list1"/>
    <dgm:cxn modelId="{C7DB8288-B268-4AB3-B745-46B06459AAB1}" type="presParOf" srcId="{9050E09B-0304-4E94-A05D-E80A6123DE47}" destId="{A7CBC039-0BC2-4AA9-96C5-D53214E7072C}" srcOrd="0" destOrd="0" presId="urn:microsoft.com/office/officeart/2005/8/layout/list1"/>
    <dgm:cxn modelId="{48A29D5F-F6BD-4E29-9CE8-0449380CE921}" type="presParOf" srcId="{9050E09B-0304-4E94-A05D-E80A6123DE47}" destId="{35B351AB-B61D-4E2F-B86C-96E3F283D1FD}" srcOrd="1" destOrd="0" presId="urn:microsoft.com/office/officeart/2005/8/layout/list1"/>
    <dgm:cxn modelId="{06060654-3DD7-47B3-86E6-24458DFCD2E3}" type="presParOf" srcId="{4D585F68-F1C3-491E-97C8-FE191B789273}" destId="{A1AB935D-4B4E-4F4B-A4EF-168A28D53E37}" srcOrd="5" destOrd="0" presId="urn:microsoft.com/office/officeart/2005/8/layout/list1"/>
    <dgm:cxn modelId="{BD7ABEC2-7C39-4385-B246-CC6A527CB7B8}" type="presParOf" srcId="{4D585F68-F1C3-491E-97C8-FE191B789273}" destId="{EDC5F971-55C6-44F2-8041-4D20B3A7D8A0}" srcOrd="6" destOrd="0" presId="urn:microsoft.com/office/officeart/2005/8/layout/list1"/>
    <dgm:cxn modelId="{17086CD8-FD36-4402-9067-65F8F0145EF6}" type="presParOf" srcId="{4D585F68-F1C3-491E-97C8-FE191B789273}" destId="{7509880B-10B1-4282-819D-76C7F35E568C}" srcOrd="7" destOrd="0" presId="urn:microsoft.com/office/officeart/2005/8/layout/list1"/>
    <dgm:cxn modelId="{92FEF096-2A75-4584-A0B2-BB494301B69B}" type="presParOf" srcId="{4D585F68-F1C3-491E-97C8-FE191B789273}" destId="{BFAAC808-3202-49AF-908A-D136EAA6760E}" srcOrd="8" destOrd="0" presId="urn:microsoft.com/office/officeart/2005/8/layout/list1"/>
    <dgm:cxn modelId="{041DAD8D-4D09-45FD-80D9-F925200486DF}" type="presParOf" srcId="{BFAAC808-3202-49AF-908A-D136EAA6760E}" destId="{CD4AC616-B058-4A20-A9E6-3AC0F8BFAD7C}" srcOrd="0" destOrd="0" presId="urn:microsoft.com/office/officeart/2005/8/layout/list1"/>
    <dgm:cxn modelId="{65755AB3-B431-4089-9012-40A24366E839}" type="presParOf" srcId="{BFAAC808-3202-49AF-908A-D136EAA6760E}" destId="{9E2FD9A1-0DC8-4FB6-B016-05F84FC27B09}" srcOrd="1" destOrd="0" presId="urn:microsoft.com/office/officeart/2005/8/layout/list1"/>
    <dgm:cxn modelId="{A8C3E16C-7507-46ED-A423-D1CD50718BA1}" type="presParOf" srcId="{4D585F68-F1C3-491E-97C8-FE191B789273}" destId="{AC23DE4B-16EE-4B2F-A0F5-3334A7C9EECE}" srcOrd="9" destOrd="0" presId="urn:microsoft.com/office/officeart/2005/8/layout/list1"/>
    <dgm:cxn modelId="{7D24F8AA-27C1-47E8-B299-98A6318D7987}" type="presParOf" srcId="{4D585F68-F1C3-491E-97C8-FE191B789273}" destId="{CE7D5704-C2DE-44BA-A3C2-E1E61EDD936F}" srcOrd="10" destOrd="0" presId="urn:microsoft.com/office/officeart/2005/8/layout/list1"/>
    <dgm:cxn modelId="{9EBB65B0-3DF0-4F31-961B-BA7389081143}" type="presParOf" srcId="{4D585F68-F1C3-491E-97C8-FE191B789273}" destId="{4E6CC7CE-076B-4102-A15A-E0217C6BB838}" srcOrd="11" destOrd="0" presId="urn:microsoft.com/office/officeart/2005/8/layout/list1"/>
    <dgm:cxn modelId="{FDBB42B4-443C-4210-95EA-64D1687893D3}" type="presParOf" srcId="{4D585F68-F1C3-491E-97C8-FE191B789273}" destId="{57F304A3-81E0-47D3-AF06-BCB52BC753FC}" srcOrd="12" destOrd="0" presId="urn:microsoft.com/office/officeart/2005/8/layout/list1"/>
    <dgm:cxn modelId="{8D4811FD-9BCA-4867-B221-5F1BE151BD19}" type="presParOf" srcId="{57F304A3-81E0-47D3-AF06-BCB52BC753FC}" destId="{358607A7-5498-4B39-B3DA-BFA733A93729}" srcOrd="0" destOrd="0" presId="urn:microsoft.com/office/officeart/2005/8/layout/list1"/>
    <dgm:cxn modelId="{661C191D-DE75-4F88-B59F-7CD2C65E9F33}" type="presParOf" srcId="{57F304A3-81E0-47D3-AF06-BCB52BC753FC}" destId="{173C0FF9-1BA9-4464-98AC-F588DCA3E395}" srcOrd="1" destOrd="0" presId="urn:microsoft.com/office/officeart/2005/8/layout/list1"/>
    <dgm:cxn modelId="{81AB9EED-EB89-49FF-AC81-618C252ADDD6}" type="presParOf" srcId="{4D585F68-F1C3-491E-97C8-FE191B789273}" destId="{94495D94-CC97-49FF-9F4A-60D4A9F3F91A}" srcOrd="13" destOrd="0" presId="urn:microsoft.com/office/officeart/2005/8/layout/list1"/>
    <dgm:cxn modelId="{65DFB03D-4599-43EA-84AC-E4892A2AECE9}" type="presParOf" srcId="{4D585F68-F1C3-491E-97C8-FE191B789273}" destId="{B1F5484C-D369-4BD5-8482-9E711671C4DF}" srcOrd="14" destOrd="0" presId="urn:microsoft.com/office/officeart/2005/8/layout/list1"/>
    <dgm:cxn modelId="{F18317FB-3A1E-42B9-A0D9-DC3052863A66}" type="presParOf" srcId="{4D585F68-F1C3-491E-97C8-FE191B789273}" destId="{0C5BE476-19FB-492C-8F1A-D69EB9C097F7}" srcOrd="15" destOrd="0" presId="urn:microsoft.com/office/officeart/2005/8/layout/list1"/>
    <dgm:cxn modelId="{777A5032-A7CA-498E-A6F1-C0C8275385CD}" type="presParOf" srcId="{4D585F68-F1C3-491E-97C8-FE191B789273}" destId="{6E7B3EB9-AA85-4CA2-87C4-407CB90FC0DF}" srcOrd="16" destOrd="0" presId="urn:microsoft.com/office/officeart/2005/8/layout/list1"/>
    <dgm:cxn modelId="{16C79050-7F4E-467F-873C-DD93EB064C6D}" type="presParOf" srcId="{6E7B3EB9-AA85-4CA2-87C4-407CB90FC0DF}" destId="{51465236-67AF-4B28-87C7-38988AA8CADB}" srcOrd="0" destOrd="0" presId="urn:microsoft.com/office/officeart/2005/8/layout/list1"/>
    <dgm:cxn modelId="{FC8A5E1B-4753-4007-B2EA-5ABE96413091}" type="presParOf" srcId="{6E7B3EB9-AA85-4CA2-87C4-407CB90FC0DF}" destId="{41319168-0667-4056-BABA-358591EF7E69}" srcOrd="1" destOrd="0" presId="urn:microsoft.com/office/officeart/2005/8/layout/list1"/>
    <dgm:cxn modelId="{E7388785-B03E-498C-90B6-E26782C82223}" type="presParOf" srcId="{4D585F68-F1C3-491E-97C8-FE191B789273}" destId="{2BEDA8A5-B3DB-4B2F-852E-9317FF348744}" srcOrd="17" destOrd="0" presId="urn:microsoft.com/office/officeart/2005/8/layout/list1"/>
    <dgm:cxn modelId="{E507DB31-EE60-4709-BF52-CE8CE3DDC4E1}" type="presParOf" srcId="{4D585F68-F1C3-491E-97C8-FE191B789273}" destId="{4A8180FC-8FFB-4366-8615-E96D7DCDCE55}" srcOrd="18" destOrd="0" presId="urn:microsoft.com/office/officeart/2005/8/layout/list1"/>
    <dgm:cxn modelId="{DA4F49CD-C67A-4B5F-A6D7-08F968C8F8B6}" type="presParOf" srcId="{4D585F68-F1C3-491E-97C8-FE191B789273}" destId="{42FB377C-8721-4DA9-A3C7-A29F11EF3547}" srcOrd="19" destOrd="0" presId="urn:microsoft.com/office/officeart/2005/8/layout/list1"/>
    <dgm:cxn modelId="{58B14BA2-BE46-480E-8CE2-252272AB28DC}" type="presParOf" srcId="{4D585F68-F1C3-491E-97C8-FE191B789273}" destId="{945BD2CD-D92D-4164-8DED-F1BF7A62FDAD}" srcOrd="20" destOrd="0" presId="urn:microsoft.com/office/officeart/2005/8/layout/list1"/>
    <dgm:cxn modelId="{83197641-7C78-431D-856E-3E23AAF69E36}" type="presParOf" srcId="{945BD2CD-D92D-4164-8DED-F1BF7A62FDAD}" destId="{07838102-959C-4C3D-B0EC-F2246301927D}" srcOrd="0" destOrd="0" presId="urn:microsoft.com/office/officeart/2005/8/layout/list1"/>
    <dgm:cxn modelId="{60B82973-FFD7-4BA5-9A6D-BDC6D6F073CC}" type="presParOf" srcId="{945BD2CD-D92D-4164-8DED-F1BF7A62FDAD}" destId="{58D026C7-FE1A-47FF-B552-C1429257771D}" srcOrd="1" destOrd="0" presId="urn:microsoft.com/office/officeart/2005/8/layout/list1"/>
    <dgm:cxn modelId="{17D6B7DF-BFB1-42CA-A45E-6FFD6C7363FF}" type="presParOf" srcId="{4D585F68-F1C3-491E-97C8-FE191B789273}" destId="{9F96252F-C067-4A42-BFF9-25916860290D}" srcOrd="21" destOrd="0" presId="urn:microsoft.com/office/officeart/2005/8/layout/list1"/>
    <dgm:cxn modelId="{0E6C88CF-6E4F-4359-A085-B5B17C9838D4}" type="presParOf" srcId="{4D585F68-F1C3-491E-97C8-FE191B789273}" destId="{7E2D209C-DA36-4A46-997A-299371CF31AD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Domain Object Modeling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Developing by feature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Individual Class (Code) Ownership</a:t>
          </a:r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8FE248D4-A45B-4926-B4CF-3C227108DC0F}">
      <dgm:prSet custT="1"/>
      <dgm:spPr/>
      <dgm:t>
        <a:bodyPr/>
        <a:lstStyle/>
        <a:p>
          <a:r>
            <a:rPr lang="en-US" sz="2000" dirty="0" smtClean="0"/>
            <a:t>Feature Teams</a:t>
          </a:r>
        </a:p>
      </dgm:t>
    </dgm:pt>
    <dgm:pt modelId="{DF4385A3-724F-4E7E-BE02-EE64DA860F3B}" type="parTrans" cxnId="{DEBD0344-8197-40D4-BC12-BDDD6AA72080}">
      <dgm:prSet/>
      <dgm:spPr/>
      <dgm:t>
        <a:bodyPr/>
        <a:lstStyle/>
        <a:p>
          <a:endParaRPr lang="en-US"/>
        </a:p>
      </dgm:t>
    </dgm:pt>
    <dgm:pt modelId="{A1D4FAAD-FA4B-47A0-8F0E-B34DD218D26D}" type="sibTrans" cxnId="{DEBD0344-8197-40D4-BC12-BDDD6AA72080}">
      <dgm:prSet/>
      <dgm:spPr/>
      <dgm:t>
        <a:bodyPr/>
        <a:lstStyle/>
        <a:p>
          <a:endParaRPr lang="en-US"/>
        </a:p>
      </dgm:t>
    </dgm:pt>
    <dgm:pt modelId="{3D95CF3C-1034-4028-A9B6-4A57E55FDE55}">
      <dgm:prSet custT="1"/>
      <dgm:spPr/>
      <dgm:t>
        <a:bodyPr/>
        <a:lstStyle/>
        <a:p>
          <a:r>
            <a:rPr lang="en-US" sz="2000" dirty="0" smtClean="0"/>
            <a:t>Inspection</a:t>
          </a:r>
        </a:p>
      </dgm:t>
    </dgm:pt>
    <dgm:pt modelId="{AB944805-5588-4B6E-AFFB-12B6CF469F0C}" type="parTrans" cxnId="{D5C040F3-95D8-4C79-BB75-5DFC8EC01000}">
      <dgm:prSet/>
      <dgm:spPr/>
      <dgm:t>
        <a:bodyPr/>
        <a:lstStyle/>
        <a:p>
          <a:endParaRPr lang="en-US"/>
        </a:p>
      </dgm:t>
    </dgm:pt>
    <dgm:pt modelId="{C3910B74-C4F7-4919-B0E2-F245AD397E28}" type="sibTrans" cxnId="{D5C040F3-95D8-4C79-BB75-5DFC8EC01000}">
      <dgm:prSet/>
      <dgm:spPr/>
      <dgm:t>
        <a:bodyPr/>
        <a:lstStyle/>
        <a:p>
          <a:endParaRPr lang="en-US"/>
        </a:p>
      </dgm:t>
    </dgm:pt>
    <dgm:pt modelId="{C907F713-F67F-4A5C-BD88-2EEBC2388FC6}">
      <dgm:prSet custT="1"/>
      <dgm:spPr/>
      <dgm:t>
        <a:bodyPr/>
        <a:lstStyle/>
        <a:p>
          <a:r>
            <a:rPr lang="en-US" sz="2000" dirty="0" smtClean="0"/>
            <a:t>Regular Build</a:t>
          </a:r>
        </a:p>
      </dgm:t>
    </dgm:pt>
    <dgm:pt modelId="{9B3172B0-9A52-481D-BDA3-EBE09255361F}" type="parTrans" cxnId="{A1D76922-5F67-4FA6-9A4E-A829E6742BA8}">
      <dgm:prSet/>
      <dgm:spPr/>
      <dgm:t>
        <a:bodyPr/>
        <a:lstStyle/>
        <a:p>
          <a:endParaRPr lang="en-US"/>
        </a:p>
      </dgm:t>
    </dgm:pt>
    <dgm:pt modelId="{50258BCC-B1B4-42D4-ACDE-35395F6A2ACC}" type="sibTrans" cxnId="{A1D76922-5F67-4FA6-9A4E-A829E6742BA8}">
      <dgm:prSet/>
      <dgm:spPr/>
      <dgm:t>
        <a:bodyPr/>
        <a:lstStyle/>
        <a:p>
          <a:endParaRPr lang="en-US"/>
        </a:p>
      </dgm:t>
    </dgm:pt>
    <dgm:pt modelId="{D267EE9E-8B73-4E3A-9E03-C6709D96DD46}">
      <dgm:prSet custT="1"/>
      <dgm:spPr/>
      <dgm:t>
        <a:bodyPr/>
        <a:lstStyle/>
        <a:p>
          <a:r>
            <a:rPr lang="en-US" sz="2000" dirty="0" smtClean="0"/>
            <a:t>Configuration Management</a:t>
          </a:r>
        </a:p>
      </dgm:t>
    </dgm:pt>
    <dgm:pt modelId="{389F10EC-B258-49DA-8324-6042BBEE7BEC}" type="parTrans" cxnId="{E2C5FD33-C8C2-4F58-94AC-62F9982118A6}">
      <dgm:prSet/>
      <dgm:spPr/>
      <dgm:t>
        <a:bodyPr/>
        <a:lstStyle/>
        <a:p>
          <a:endParaRPr lang="en-US"/>
        </a:p>
      </dgm:t>
    </dgm:pt>
    <dgm:pt modelId="{ED1D57F6-605C-461C-9BBD-26B8DC18697E}" type="sibTrans" cxnId="{E2C5FD33-C8C2-4F58-94AC-62F9982118A6}">
      <dgm:prSet/>
      <dgm:spPr/>
      <dgm:t>
        <a:bodyPr/>
        <a:lstStyle/>
        <a:p>
          <a:endParaRPr lang="en-US"/>
        </a:p>
      </dgm:t>
    </dgm:pt>
    <dgm:pt modelId="{62219AF2-CAD7-4A4D-B20A-176AF9BA3BE3}">
      <dgm:prSet custT="1"/>
      <dgm:spPr/>
      <dgm:t>
        <a:bodyPr/>
        <a:lstStyle/>
        <a:p>
          <a:r>
            <a:rPr lang="en-US" sz="2000" dirty="0" smtClean="0"/>
            <a:t>Progress reporting</a:t>
          </a:r>
        </a:p>
      </dgm:t>
    </dgm:pt>
    <dgm:pt modelId="{B598D3D2-40D0-44D7-9966-391F8B7E687C}" type="parTrans" cxnId="{96B1C28B-19E6-4A0C-BEAB-3711F897B63A}">
      <dgm:prSet/>
      <dgm:spPr/>
      <dgm:t>
        <a:bodyPr/>
        <a:lstStyle/>
        <a:p>
          <a:endParaRPr lang="en-US"/>
        </a:p>
      </dgm:t>
    </dgm:pt>
    <dgm:pt modelId="{3DC9313F-BCC7-48BF-AB69-76B18A36551F}" type="sibTrans" cxnId="{96B1C28B-19E6-4A0C-BEAB-3711F897B63A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8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8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8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0" presStyleCnt="8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1" presStyleCnt="8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1" presStyleCnt="8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1" presStyleCnt="8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2" presStyleCnt="8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2" presStyleCnt="8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57F304A3-81E0-47D3-AF06-BCB52BC753FC}" type="pres">
      <dgm:prSet presAssocID="{8FE248D4-A45B-4926-B4CF-3C227108DC0F}" presName="parentLin" presStyleCnt="0"/>
      <dgm:spPr/>
    </dgm:pt>
    <dgm:pt modelId="{358607A7-5498-4B39-B3DA-BFA733A93729}" type="pres">
      <dgm:prSet presAssocID="{8FE248D4-A45B-4926-B4CF-3C227108DC0F}" presName="parentLeftMargin" presStyleLbl="node1" presStyleIdx="2" presStyleCnt="8"/>
      <dgm:spPr/>
      <dgm:t>
        <a:bodyPr/>
        <a:lstStyle/>
        <a:p>
          <a:endParaRPr lang="en-US"/>
        </a:p>
      </dgm:t>
    </dgm:pt>
    <dgm:pt modelId="{173C0FF9-1BA9-4464-98AC-F588DCA3E395}" type="pres">
      <dgm:prSet presAssocID="{8FE248D4-A45B-4926-B4CF-3C227108DC0F}" presName="parentText" presStyleLbl="node1" presStyleIdx="3" presStyleCnt="8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95D94-CC97-49FF-9F4A-60D4A9F3F91A}" type="pres">
      <dgm:prSet presAssocID="{8FE248D4-A45B-4926-B4CF-3C227108DC0F}" presName="negativeSpace" presStyleCnt="0"/>
      <dgm:spPr/>
    </dgm:pt>
    <dgm:pt modelId="{B1F5484C-D369-4BD5-8482-9E711671C4DF}" type="pres">
      <dgm:prSet presAssocID="{8FE248D4-A45B-4926-B4CF-3C227108DC0F}" presName="childText" presStyleLbl="conFgAcc1" presStyleIdx="3" presStyleCnt="8">
        <dgm:presLayoutVars>
          <dgm:bulletEnabled val="1"/>
        </dgm:presLayoutVars>
      </dgm:prSet>
      <dgm:spPr/>
    </dgm:pt>
    <dgm:pt modelId="{0C5BE476-19FB-492C-8F1A-D69EB9C097F7}" type="pres">
      <dgm:prSet presAssocID="{A1D4FAAD-FA4B-47A0-8F0E-B34DD218D26D}" presName="spaceBetweenRectangles" presStyleCnt="0"/>
      <dgm:spPr/>
    </dgm:pt>
    <dgm:pt modelId="{6E7B3EB9-AA85-4CA2-87C4-407CB90FC0DF}" type="pres">
      <dgm:prSet presAssocID="{3D95CF3C-1034-4028-A9B6-4A57E55FDE55}" presName="parentLin" presStyleCnt="0"/>
      <dgm:spPr/>
    </dgm:pt>
    <dgm:pt modelId="{51465236-67AF-4B28-87C7-38988AA8CADB}" type="pres">
      <dgm:prSet presAssocID="{3D95CF3C-1034-4028-A9B6-4A57E55FDE55}" presName="parentLeftMargin" presStyleLbl="node1" presStyleIdx="3" presStyleCnt="8"/>
      <dgm:spPr/>
      <dgm:t>
        <a:bodyPr/>
        <a:lstStyle/>
        <a:p>
          <a:endParaRPr lang="en-US"/>
        </a:p>
      </dgm:t>
    </dgm:pt>
    <dgm:pt modelId="{41319168-0667-4056-BABA-358591EF7E69}" type="pres">
      <dgm:prSet presAssocID="{3D95CF3C-1034-4028-A9B6-4A57E55FDE55}" presName="parentText" presStyleLbl="node1" presStyleIdx="4" presStyleCnt="8" custScaleX="13416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EDA8A5-B3DB-4B2F-852E-9317FF348744}" type="pres">
      <dgm:prSet presAssocID="{3D95CF3C-1034-4028-A9B6-4A57E55FDE55}" presName="negativeSpace" presStyleCnt="0"/>
      <dgm:spPr/>
    </dgm:pt>
    <dgm:pt modelId="{4A8180FC-8FFB-4366-8615-E96D7DCDCE55}" type="pres">
      <dgm:prSet presAssocID="{3D95CF3C-1034-4028-A9B6-4A57E55FDE55}" presName="childText" presStyleLbl="conFgAcc1" presStyleIdx="4" presStyleCnt="8">
        <dgm:presLayoutVars>
          <dgm:bulletEnabled val="1"/>
        </dgm:presLayoutVars>
      </dgm:prSet>
      <dgm:spPr/>
    </dgm:pt>
    <dgm:pt modelId="{42FB377C-8721-4DA9-A3C7-A29F11EF3547}" type="pres">
      <dgm:prSet presAssocID="{C3910B74-C4F7-4919-B0E2-F245AD397E28}" presName="spaceBetweenRectangles" presStyleCnt="0"/>
      <dgm:spPr/>
    </dgm:pt>
    <dgm:pt modelId="{945BD2CD-D92D-4164-8DED-F1BF7A62FDAD}" type="pres">
      <dgm:prSet presAssocID="{C907F713-F67F-4A5C-BD88-2EEBC2388FC6}" presName="parentLin" presStyleCnt="0"/>
      <dgm:spPr/>
    </dgm:pt>
    <dgm:pt modelId="{07838102-959C-4C3D-B0EC-F2246301927D}" type="pres">
      <dgm:prSet presAssocID="{C907F713-F67F-4A5C-BD88-2EEBC2388FC6}" presName="parentLeftMargin" presStyleLbl="node1" presStyleIdx="4" presStyleCnt="8"/>
      <dgm:spPr/>
      <dgm:t>
        <a:bodyPr/>
        <a:lstStyle/>
        <a:p>
          <a:endParaRPr lang="en-US"/>
        </a:p>
      </dgm:t>
    </dgm:pt>
    <dgm:pt modelId="{58D026C7-FE1A-47FF-B552-C1429257771D}" type="pres">
      <dgm:prSet presAssocID="{C907F713-F67F-4A5C-BD88-2EEBC2388FC6}" presName="parentText" presStyleLbl="node1" presStyleIdx="5" presStyleCnt="8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6252F-C067-4A42-BFF9-25916860290D}" type="pres">
      <dgm:prSet presAssocID="{C907F713-F67F-4A5C-BD88-2EEBC2388FC6}" presName="negativeSpace" presStyleCnt="0"/>
      <dgm:spPr/>
    </dgm:pt>
    <dgm:pt modelId="{7E2D209C-DA36-4A46-997A-299371CF31AD}" type="pres">
      <dgm:prSet presAssocID="{C907F713-F67F-4A5C-BD88-2EEBC2388FC6}" presName="childText" presStyleLbl="conFgAcc1" presStyleIdx="5" presStyleCnt="8">
        <dgm:presLayoutVars>
          <dgm:bulletEnabled val="1"/>
        </dgm:presLayoutVars>
      </dgm:prSet>
      <dgm:spPr/>
    </dgm:pt>
    <dgm:pt modelId="{35481624-1A87-4A87-8BBC-57E51A844995}" type="pres">
      <dgm:prSet presAssocID="{50258BCC-B1B4-42D4-ACDE-35395F6A2ACC}" presName="spaceBetweenRectangles" presStyleCnt="0"/>
      <dgm:spPr/>
    </dgm:pt>
    <dgm:pt modelId="{9241B460-79CC-41C1-AA5B-CCF58F32A154}" type="pres">
      <dgm:prSet presAssocID="{D267EE9E-8B73-4E3A-9E03-C6709D96DD46}" presName="parentLin" presStyleCnt="0"/>
      <dgm:spPr/>
    </dgm:pt>
    <dgm:pt modelId="{B9EB4781-9F4F-47C0-9EC4-F7127FC8B35B}" type="pres">
      <dgm:prSet presAssocID="{D267EE9E-8B73-4E3A-9E03-C6709D96DD46}" presName="parentLeftMargin" presStyleLbl="node1" presStyleIdx="5" presStyleCnt="8"/>
      <dgm:spPr/>
      <dgm:t>
        <a:bodyPr/>
        <a:lstStyle/>
        <a:p>
          <a:endParaRPr lang="en-US"/>
        </a:p>
      </dgm:t>
    </dgm:pt>
    <dgm:pt modelId="{A7F2AC5C-B2F5-42AC-A317-ED166E7A4ECA}" type="pres">
      <dgm:prSet presAssocID="{D267EE9E-8B73-4E3A-9E03-C6709D96DD46}" presName="parentText" presStyleLbl="node1" presStyleIdx="6" presStyleCnt="8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856B3-227B-4D6D-B616-4E6E1A5AE517}" type="pres">
      <dgm:prSet presAssocID="{D267EE9E-8B73-4E3A-9E03-C6709D96DD46}" presName="negativeSpace" presStyleCnt="0"/>
      <dgm:spPr/>
    </dgm:pt>
    <dgm:pt modelId="{971DB6B9-5028-4B16-BE60-62DDDBC2266E}" type="pres">
      <dgm:prSet presAssocID="{D267EE9E-8B73-4E3A-9E03-C6709D96DD46}" presName="childText" presStyleLbl="conFgAcc1" presStyleIdx="6" presStyleCnt="8">
        <dgm:presLayoutVars>
          <dgm:bulletEnabled val="1"/>
        </dgm:presLayoutVars>
      </dgm:prSet>
      <dgm:spPr/>
    </dgm:pt>
    <dgm:pt modelId="{C7D66A4E-12F5-478D-B680-D6BD2EFC525B}" type="pres">
      <dgm:prSet presAssocID="{ED1D57F6-605C-461C-9BBD-26B8DC18697E}" presName="spaceBetweenRectangles" presStyleCnt="0"/>
      <dgm:spPr/>
    </dgm:pt>
    <dgm:pt modelId="{F302EC8A-7CB9-48DD-8254-EE8AE740E4C6}" type="pres">
      <dgm:prSet presAssocID="{62219AF2-CAD7-4A4D-B20A-176AF9BA3BE3}" presName="parentLin" presStyleCnt="0"/>
      <dgm:spPr/>
    </dgm:pt>
    <dgm:pt modelId="{ED19826F-B3F8-47F7-A8AA-936E3DC1C694}" type="pres">
      <dgm:prSet presAssocID="{62219AF2-CAD7-4A4D-B20A-176AF9BA3BE3}" presName="parentLeftMargin" presStyleLbl="node1" presStyleIdx="6" presStyleCnt="8"/>
      <dgm:spPr/>
      <dgm:t>
        <a:bodyPr/>
        <a:lstStyle/>
        <a:p>
          <a:endParaRPr lang="en-US"/>
        </a:p>
      </dgm:t>
    </dgm:pt>
    <dgm:pt modelId="{72E4A986-4E51-4EB0-9642-B9EFE2DBD9AB}" type="pres">
      <dgm:prSet presAssocID="{62219AF2-CAD7-4A4D-B20A-176AF9BA3BE3}" presName="parentText" presStyleLbl="node1" presStyleIdx="7" presStyleCnt="8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41912A-7050-4A0F-B9AE-46B9D82E5711}" type="pres">
      <dgm:prSet presAssocID="{62219AF2-CAD7-4A4D-B20A-176AF9BA3BE3}" presName="negativeSpace" presStyleCnt="0"/>
      <dgm:spPr/>
    </dgm:pt>
    <dgm:pt modelId="{7CD641FE-7E69-460C-A8CF-8F798E915FE7}" type="pres">
      <dgm:prSet presAssocID="{62219AF2-CAD7-4A4D-B20A-176AF9BA3BE3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EF259173-24B0-471F-B43B-873CDAB2A17B}" type="presOf" srcId="{62219AF2-CAD7-4A4D-B20A-176AF9BA3BE3}" destId="{ED19826F-B3F8-47F7-A8AA-936E3DC1C694}" srcOrd="0" destOrd="0" presId="urn:microsoft.com/office/officeart/2005/8/layout/list1"/>
    <dgm:cxn modelId="{D5C040F3-95D8-4C79-BB75-5DFC8EC01000}" srcId="{259721CE-C292-4BF7-AA2B-27507BE9C04D}" destId="{3D95CF3C-1034-4028-A9B6-4A57E55FDE55}" srcOrd="4" destOrd="0" parTransId="{AB944805-5588-4B6E-AFFB-12B6CF469F0C}" sibTransId="{C3910B74-C4F7-4919-B0E2-F245AD397E28}"/>
    <dgm:cxn modelId="{FE8EBBB4-E7DA-43BF-A202-A54CF6244C17}" type="presOf" srcId="{3D95CF3C-1034-4028-A9B6-4A57E55FDE55}" destId="{51465236-67AF-4B28-87C7-38988AA8CADB}" srcOrd="0" destOrd="0" presId="urn:microsoft.com/office/officeart/2005/8/layout/list1"/>
    <dgm:cxn modelId="{2B4EFE63-29E1-4FDB-BFF9-D247E874365C}" type="presOf" srcId="{62219AF2-CAD7-4A4D-B20A-176AF9BA3BE3}" destId="{72E4A986-4E51-4EB0-9642-B9EFE2DBD9AB}" srcOrd="1" destOrd="0" presId="urn:microsoft.com/office/officeart/2005/8/layout/list1"/>
    <dgm:cxn modelId="{9A5CEEDE-E4F4-474E-9D64-12699385838B}" type="presOf" srcId="{E7F16E8F-B07B-49CD-9F52-85A84C58F053}" destId="{35B351AB-B61D-4E2F-B86C-96E3F283D1FD}" srcOrd="1" destOrd="0" presId="urn:microsoft.com/office/officeart/2005/8/layout/list1"/>
    <dgm:cxn modelId="{C44642FB-C3F8-40BB-944C-5461579A0A7D}" type="presOf" srcId="{C907F713-F67F-4A5C-BD88-2EEBC2388FC6}" destId="{58D026C7-FE1A-47FF-B552-C1429257771D}" srcOrd="1" destOrd="0" presId="urn:microsoft.com/office/officeart/2005/8/layout/list1"/>
    <dgm:cxn modelId="{D2797C35-F506-4A92-BFF3-E367BA8F3AF8}" type="presOf" srcId="{C907F713-F67F-4A5C-BD88-2EEBC2388FC6}" destId="{07838102-959C-4C3D-B0EC-F2246301927D}" srcOrd="0" destOrd="0" presId="urn:microsoft.com/office/officeart/2005/8/layout/list1"/>
    <dgm:cxn modelId="{EF317664-5218-4483-9A00-292A317DA5E8}" type="presOf" srcId="{8FE248D4-A45B-4926-B4CF-3C227108DC0F}" destId="{358607A7-5498-4B39-B3DA-BFA733A93729}" srcOrd="0" destOrd="0" presId="urn:microsoft.com/office/officeart/2005/8/layout/list1"/>
    <dgm:cxn modelId="{66F907DD-AC0B-43D2-A26F-7BF1BD7B834A}" srcId="{259721CE-C292-4BF7-AA2B-27507BE9C04D}" destId="{E7F16E8F-B07B-49CD-9F52-85A84C58F053}" srcOrd="1" destOrd="0" parTransId="{34AEC5FF-E97D-4573-851C-EF83ABF7DC00}" sibTransId="{E4243C59-659E-46FE-A2F9-831D4FBC603F}"/>
    <dgm:cxn modelId="{70F7944D-7828-45E3-851F-545F2B8A0A6D}" type="presOf" srcId="{D267EE9E-8B73-4E3A-9E03-C6709D96DD46}" destId="{A7F2AC5C-B2F5-42AC-A317-ED166E7A4ECA}" srcOrd="1" destOrd="0" presId="urn:microsoft.com/office/officeart/2005/8/layout/list1"/>
    <dgm:cxn modelId="{3C02753E-6E0D-494B-A08F-8D3A0C436BFD}" type="presOf" srcId="{5A232CEB-62D8-4589-8260-D2DD0950260D}" destId="{848FFB67-E67A-4AED-860D-D3CE90B334DB}" srcOrd="1" destOrd="0" presId="urn:microsoft.com/office/officeart/2005/8/layout/list1"/>
    <dgm:cxn modelId="{55F82F99-061D-43DB-9F47-B4D1E5166324}" type="presOf" srcId="{8FE248D4-A45B-4926-B4CF-3C227108DC0F}" destId="{173C0FF9-1BA9-4464-98AC-F588DCA3E395}" srcOrd="1" destOrd="0" presId="urn:microsoft.com/office/officeart/2005/8/layout/list1"/>
    <dgm:cxn modelId="{78D9C4A1-7E82-4408-8802-D3385FF7B89D}" type="presOf" srcId="{D267EE9E-8B73-4E3A-9E03-C6709D96DD46}" destId="{B9EB4781-9F4F-47C0-9EC4-F7127FC8B35B}" srcOrd="0" destOrd="0" presId="urn:microsoft.com/office/officeart/2005/8/layout/list1"/>
    <dgm:cxn modelId="{A1D76922-5F67-4FA6-9A4E-A829E6742BA8}" srcId="{259721CE-C292-4BF7-AA2B-27507BE9C04D}" destId="{C907F713-F67F-4A5C-BD88-2EEBC2388FC6}" srcOrd="5" destOrd="0" parTransId="{9B3172B0-9A52-481D-BDA3-EBE09255361F}" sibTransId="{50258BCC-B1B4-42D4-ACDE-35395F6A2ACC}"/>
    <dgm:cxn modelId="{3161C1D1-EB25-4F11-B29B-8DF6DFF18D06}" type="presOf" srcId="{E7F16E8F-B07B-49CD-9F52-85A84C58F053}" destId="{A7CBC039-0BC2-4AA9-96C5-D53214E7072C}" srcOrd="0" destOrd="0" presId="urn:microsoft.com/office/officeart/2005/8/layout/list1"/>
    <dgm:cxn modelId="{96B1C28B-19E6-4A0C-BEAB-3711F897B63A}" srcId="{259721CE-C292-4BF7-AA2B-27507BE9C04D}" destId="{62219AF2-CAD7-4A4D-B20A-176AF9BA3BE3}" srcOrd="7" destOrd="0" parTransId="{B598D3D2-40D0-44D7-9966-391F8B7E687C}" sibTransId="{3DC9313F-BCC7-48BF-AB69-76B18A36551F}"/>
    <dgm:cxn modelId="{E2C5FD33-C8C2-4F58-94AC-62F9982118A6}" srcId="{259721CE-C292-4BF7-AA2B-27507BE9C04D}" destId="{D267EE9E-8B73-4E3A-9E03-C6709D96DD46}" srcOrd="6" destOrd="0" parTransId="{389F10EC-B258-49DA-8324-6042BBEE7BEC}" sibTransId="{ED1D57F6-605C-461C-9BBD-26B8DC18697E}"/>
    <dgm:cxn modelId="{C0130096-800C-4A11-82D7-B86ADD1C21A4}" type="presOf" srcId="{259721CE-C292-4BF7-AA2B-27507BE9C04D}" destId="{4D585F68-F1C3-491E-97C8-FE191B789273}" srcOrd="0" destOrd="0" presId="urn:microsoft.com/office/officeart/2005/8/layout/list1"/>
    <dgm:cxn modelId="{9557F359-72B1-4CBA-9176-E40CF6981693}" type="presOf" srcId="{3D95CF3C-1034-4028-A9B6-4A57E55FDE55}" destId="{41319168-0667-4056-BABA-358591EF7E69}" srcOrd="1" destOrd="0" presId="urn:microsoft.com/office/officeart/2005/8/layout/list1"/>
    <dgm:cxn modelId="{C127043E-EBD3-4AAC-A0D6-4103D04B69D8}" type="presOf" srcId="{5A232CEB-62D8-4589-8260-D2DD0950260D}" destId="{0B349CBC-8ED4-48C8-A222-9C9340338692}" srcOrd="0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1121BB57-1341-4FF2-856C-071F1CDBC82C}" srcId="{259721CE-C292-4BF7-AA2B-27507BE9C04D}" destId="{FD8EEF94-57C4-43B6-B503-52A235AFE355}" srcOrd="2" destOrd="0" parTransId="{9506D5D9-244F-47FC-A842-FAED04651DF1}" sibTransId="{3F769E75-5A96-43B8-905A-7C7895322FC2}"/>
    <dgm:cxn modelId="{DEBD0344-8197-40D4-BC12-BDDD6AA72080}" srcId="{259721CE-C292-4BF7-AA2B-27507BE9C04D}" destId="{8FE248D4-A45B-4926-B4CF-3C227108DC0F}" srcOrd="3" destOrd="0" parTransId="{DF4385A3-724F-4E7E-BE02-EE64DA860F3B}" sibTransId="{A1D4FAAD-FA4B-47A0-8F0E-B34DD218D26D}"/>
    <dgm:cxn modelId="{E7156934-BB0C-4E21-AE86-0C84B0CE2434}" type="presOf" srcId="{FD8EEF94-57C4-43B6-B503-52A235AFE355}" destId="{9E2FD9A1-0DC8-4FB6-B016-05F84FC27B09}" srcOrd="1" destOrd="0" presId="urn:microsoft.com/office/officeart/2005/8/layout/list1"/>
    <dgm:cxn modelId="{0307A1DD-4859-4C3C-AA63-B8E3624CC00D}" type="presOf" srcId="{FD8EEF94-57C4-43B6-B503-52A235AFE355}" destId="{CD4AC616-B058-4A20-A9E6-3AC0F8BFAD7C}" srcOrd="0" destOrd="0" presId="urn:microsoft.com/office/officeart/2005/8/layout/list1"/>
    <dgm:cxn modelId="{D30DF842-53F6-4495-BACC-82DCF6BA8342}" type="presParOf" srcId="{4D585F68-F1C3-491E-97C8-FE191B789273}" destId="{E9118B4B-820F-4974-9EC5-2AA1C73EF9CD}" srcOrd="0" destOrd="0" presId="urn:microsoft.com/office/officeart/2005/8/layout/list1"/>
    <dgm:cxn modelId="{79A8BA1F-180C-43C6-9471-19E96B850912}" type="presParOf" srcId="{E9118B4B-820F-4974-9EC5-2AA1C73EF9CD}" destId="{0B349CBC-8ED4-48C8-A222-9C9340338692}" srcOrd="0" destOrd="0" presId="urn:microsoft.com/office/officeart/2005/8/layout/list1"/>
    <dgm:cxn modelId="{3EAEED87-8062-4191-994C-2890CE41AAE8}" type="presParOf" srcId="{E9118B4B-820F-4974-9EC5-2AA1C73EF9CD}" destId="{848FFB67-E67A-4AED-860D-D3CE90B334DB}" srcOrd="1" destOrd="0" presId="urn:microsoft.com/office/officeart/2005/8/layout/list1"/>
    <dgm:cxn modelId="{3ACE8762-3C2E-475A-92F9-7AF70722C068}" type="presParOf" srcId="{4D585F68-F1C3-491E-97C8-FE191B789273}" destId="{E60DF7E8-B64D-4839-AD8F-7162382F7282}" srcOrd="1" destOrd="0" presId="urn:microsoft.com/office/officeart/2005/8/layout/list1"/>
    <dgm:cxn modelId="{B5FB1552-AD84-4DDA-A634-8F3C1FBCA711}" type="presParOf" srcId="{4D585F68-F1C3-491E-97C8-FE191B789273}" destId="{5E62230B-D0E7-44B1-B792-63524C0AF476}" srcOrd="2" destOrd="0" presId="urn:microsoft.com/office/officeart/2005/8/layout/list1"/>
    <dgm:cxn modelId="{775FF0F8-6A30-4EDA-B96E-B1DADB94F325}" type="presParOf" srcId="{4D585F68-F1C3-491E-97C8-FE191B789273}" destId="{9AD6B864-3920-4D2F-995E-6A1AAEBE2594}" srcOrd="3" destOrd="0" presId="urn:microsoft.com/office/officeart/2005/8/layout/list1"/>
    <dgm:cxn modelId="{A1C8B189-9974-4985-90F4-241E79AD54BD}" type="presParOf" srcId="{4D585F68-F1C3-491E-97C8-FE191B789273}" destId="{9050E09B-0304-4E94-A05D-E80A6123DE47}" srcOrd="4" destOrd="0" presId="urn:microsoft.com/office/officeart/2005/8/layout/list1"/>
    <dgm:cxn modelId="{1E880D65-2032-443F-BEBB-9992FD182570}" type="presParOf" srcId="{9050E09B-0304-4E94-A05D-E80A6123DE47}" destId="{A7CBC039-0BC2-4AA9-96C5-D53214E7072C}" srcOrd="0" destOrd="0" presId="urn:microsoft.com/office/officeart/2005/8/layout/list1"/>
    <dgm:cxn modelId="{FC3965E1-8166-4915-A1AB-97191EEE285C}" type="presParOf" srcId="{9050E09B-0304-4E94-A05D-E80A6123DE47}" destId="{35B351AB-B61D-4E2F-B86C-96E3F283D1FD}" srcOrd="1" destOrd="0" presId="urn:microsoft.com/office/officeart/2005/8/layout/list1"/>
    <dgm:cxn modelId="{755ED4E3-61AD-4832-AE32-34ABC1C6684E}" type="presParOf" srcId="{4D585F68-F1C3-491E-97C8-FE191B789273}" destId="{A1AB935D-4B4E-4F4B-A4EF-168A28D53E37}" srcOrd="5" destOrd="0" presId="urn:microsoft.com/office/officeart/2005/8/layout/list1"/>
    <dgm:cxn modelId="{164E59B5-3580-4E7C-9139-354EDFED17C4}" type="presParOf" srcId="{4D585F68-F1C3-491E-97C8-FE191B789273}" destId="{EDC5F971-55C6-44F2-8041-4D20B3A7D8A0}" srcOrd="6" destOrd="0" presId="urn:microsoft.com/office/officeart/2005/8/layout/list1"/>
    <dgm:cxn modelId="{3DF46AB5-85C4-444C-BE95-0857A046D816}" type="presParOf" srcId="{4D585F68-F1C3-491E-97C8-FE191B789273}" destId="{7509880B-10B1-4282-819D-76C7F35E568C}" srcOrd="7" destOrd="0" presId="urn:microsoft.com/office/officeart/2005/8/layout/list1"/>
    <dgm:cxn modelId="{DFD21B3A-3173-4554-9A09-B47F220EFB1C}" type="presParOf" srcId="{4D585F68-F1C3-491E-97C8-FE191B789273}" destId="{BFAAC808-3202-49AF-908A-D136EAA6760E}" srcOrd="8" destOrd="0" presId="urn:microsoft.com/office/officeart/2005/8/layout/list1"/>
    <dgm:cxn modelId="{FFEB0C55-B555-4FC8-B7C8-5D528BBCF4A1}" type="presParOf" srcId="{BFAAC808-3202-49AF-908A-D136EAA6760E}" destId="{CD4AC616-B058-4A20-A9E6-3AC0F8BFAD7C}" srcOrd="0" destOrd="0" presId="urn:microsoft.com/office/officeart/2005/8/layout/list1"/>
    <dgm:cxn modelId="{25B06F19-0415-4C7F-B9FB-4F30E129490B}" type="presParOf" srcId="{BFAAC808-3202-49AF-908A-D136EAA6760E}" destId="{9E2FD9A1-0DC8-4FB6-B016-05F84FC27B09}" srcOrd="1" destOrd="0" presId="urn:microsoft.com/office/officeart/2005/8/layout/list1"/>
    <dgm:cxn modelId="{1FE88E30-FE55-42E6-8915-2E44F795F8A0}" type="presParOf" srcId="{4D585F68-F1C3-491E-97C8-FE191B789273}" destId="{AC23DE4B-16EE-4B2F-A0F5-3334A7C9EECE}" srcOrd="9" destOrd="0" presId="urn:microsoft.com/office/officeart/2005/8/layout/list1"/>
    <dgm:cxn modelId="{C675517C-C25F-4538-B579-933DB0F5D7AF}" type="presParOf" srcId="{4D585F68-F1C3-491E-97C8-FE191B789273}" destId="{CE7D5704-C2DE-44BA-A3C2-E1E61EDD936F}" srcOrd="10" destOrd="0" presId="urn:microsoft.com/office/officeart/2005/8/layout/list1"/>
    <dgm:cxn modelId="{3B9C8AF4-C074-47DC-AB10-D9A7551C9E74}" type="presParOf" srcId="{4D585F68-F1C3-491E-97C8-FE191B789273}" destId="{4E6CC7CE-076B-4102-A15A-E0217C6BB838}" srcOrd="11" destOrd="0" presId="urn:microsoft.com/office/officeart/2005/8/layout/list1"/>
    <dgm:cxn modelId="{B551988D-CECD-4AED-A614-3B518CCA0A57}" type="presParOf" srcId="{4D585F68-F1C3-491E-97C8-FE191B789273}" destId="{57F304A3-81E0-47D3-AF06-BCB52BC753FC}" srcOrd="12" destOrd="0" presId="urn:microsoft.com/office/officeart/2005/8/layout/list1"/>
    <dgm:cxn modelId="{7A364D7A-1103-4F1F-90A4-AD48395A9DB5}" type="presParOf" srcId="{57F304A3-81E0-47D3-AF06-BCB52BC753FC}" destId="{358607A7-5498-4B39-B3DA-BFA733A93729}" srcOrd="0" destOrd="0" presId="urn:microsoft.com/office/officeart/2005/8/layout/list1"/>
    <dgm:cxn modelId="{E09A1E66-E5C9-4E65-B69D-1DC6F95CEF0D}" type="presParOf" srcId="{57F304A3-81E0-47D3-AF06-BCB52BC753FC}" destId="{173C0FF9-1BA9-4464-98AC-F588DCA3E395}" srcOrd="1" destOrd="0" presId="urn:microsoft.com/office/officeart/2005/8/layout/list1"/>
    <dgm:cxn modelId="{714EA847-F1FB-47A1-8CB0-4A929ECBE9C3}" type="presParOf" srcId="{4D585F68-F1C3-491E-97C8-FE191B789273}" destId="{94495D94-CC97-49FF-9F4A-60D4A9F3F91A}" srcOrd="13" destOrd="0" presId="urn:microsoft.com/office/officeart/2005/8/layout/list1"/>
    <dgm:cxn modelId="{7392ABCA-5839-4D85-8769-25394A39AE24}" type="presParOf" srcId="{4D585F68-F1C3-491E-97C8-FE191B789273}" destId="{B1F5484C-D369-4BD5-8482-9E711671C4DF}" srcOrd="14" destOrd="0" presId="urn:microsoft.com/office/officeart/2005/8/layout/list1"/>
    <dgm:cxn modelId="{D2E86BD7-E44F-48A2-9616-0FF5D9C55D68}" type="presParOf" srcId="{4D585F68-F1C3-491E-97C8-FE191B789273}" destId="{0C5BE476-19FB-492C-8F1A-D69EB9C097F7}" srcOrd="15" destOrd="0" presId="urn:microsoft.com/office/officeart/2005/8/layout/list1"/>
    <dgm:cxn modelId="{15145FEB-A3C2-478E-ACA7-F8A66C680FA7}" type="presParOf" srcId="{4D585F68-F1C3-491E-97C8-FE191B789273}" destId="{6E7B3EB9-AA85-4CA2-87C4-407CB90FC0DF}" srcOrd="16" destOrd="0" presId="urn:microsoft.com/office/officeart/2005/8/layout/list1"/>
    <dgm:cxn modelId="{EB98AF50-6010-4317-862D-DA4290960166}" type="presParOf" srcId="{6E7B3EB9-AA85-4CA2-87C4-407CB90FC0DF}" destId="{51465236-67AF-4B28-87C7-38988AA8CADB}" srcOrd="0" destOrd="0" presId="urn:microsoft.com/office/officeart/2005/8/layout/list1"/>
    <dgm:cxn modelId="{83259A2F-5042-45BD-B195-0D437F2016B1}" type="presParOf" srcId="{6E7B3EB9-AA85-4CA2-87C4-407CB90FC0DF}" destId="{41319168-0667-4056-BABA-358591EF7E69}" srcOrd="1" destOrd="0" presId="urn:microsoft.com/office/officeart/2005/8/layout/list1"/>
    <dgm:cxn modelId="{6061193F-1AEF-45D8-A1CA-DABF796A1C3E}" type="presParOf" srcId="{4D585F68-F1C3-491E-97C8-FE191B789273}" destId="{2BEDA8A5-B3DB-4B2F-852E-9317FF348744}" srcOrd="17" destOrd="0" presId="urn:microsoft.com/office/officeart/2005/8/layout/list1"/>
    <dgm:cxn modelId="{D113B956-E213-4974-8AD1-E846DC3494B2}" type="presParOf" srcId="{4D585F68-F1C3-491E-97C8-FE191B789273}" destId="{4A8180FC-8FFB-4366-8615-E96D7DCDCE55}" srcOrd="18" destOrd="0" presId="urn:microsoft.com/office/officeart/2005/8/layout/list1"/>
    <dgm:cxn modelId="{49095894-747D-4B75-AA8D-A96D5BEACF75}" type="presParOf" srcId="{4D585F68-F1C3-491E-97C8-FE191B789273}" destId="{42FB377C-8721-4DA9-A3C7-A29F11EF3547}" srcOrd="19" destOrd="0" presId="urn:microsoft.com/office/officeart/2005/8/layout/list1"/>
    <dgm:cxn modelId="{3C7AA30D-FFB7-4841-93BF-4E2FB364F68F}" type="presParOf" srcId="{4D585F68-F1C3-491E-97C8-FE191B789273}" destId="{945BD2CD-D92D-4164-8DED-F1BF7A62FDAD}" srcOrd="20" destOrd="0" presId="urn:microsoft.com/office/officeart/2005/8/layout/list1"/>
    <dgm:cxn modelId="{70804757-94AD-4F80-9A38-D416A0E7DFE3}" type="presParOf" srcId="{945BD2CD-D92D-4164-8DED-F1BF7A62FDAD}" destId="{07838102-959C-4C3D-B0EC-F2246301927D}" srcOrd="0" destOrd="0" presId="urn:microsoft.com/office/officeart/2005/8/layout/list1"/>
    <dgm:cxn modelId="{D0DADAA5-66B7-4238-A7D4-7CC5415A22C2}" type="presParOf" srcId="{945BD2CD-D92D-4164-8DED-F1BF7A62FDAD}" destId="{58D026C7-FE1A-47FF-B552-C1429257771D}" srcOrd="1" destOrd="0" presId="urn:microsoft.com/office/officeart/2005/8/layout/list1"/>
    <dgm:cxn modelId="{3CD8B91F-CDD5-4AF7-BFDA-5C18A432E289}" type="presParOf" srcId="{4D585F68-F1C3-491E-97C8-FE191B789273}" destId="{9F96252F-C067-4A42-BFF9-25916860290D}" srcOrd="21" destOrd="0" presId="urn:microsoft.com/office/officeart/2005/8/layout/list1"/>
    <dgm:cxn modelId="{63A1E7DF-7EF7-485B-B27B-5C7365F9687D}" type="presParOf" srcId="{4D585F68-F1C3-491E-97C8-FE191B789273}" destId="{7E2D209C-DA36-4A46-997A-299371CF31AD}" srcOrd="22" destOrd="0" presId="urn:microsoft.com/office/officeart/2005/8/layout/list1"/>
    <dgm:cxn modelId="{74E2A159-DB99-4E78-9C5D-ADBF4C015586}" type="presParOf" srcId="{4D585F68-F1C3-491E-97C8-FE191B789273}" destId="{35481624-1A87-4A87-8BBC-57E51A844995}" srcOrd="23" destOrd="0" presId="urn:microsoft.com/office/officeart/2005/8/layout/list1"/>
    <dgm:cxn modelId="{BCCF8A58-182B-4519-BC3D-A3A1BC842C4C}" type="presParOf" srcId="{4D585F68-F1C3-491E-97C8-FE191B789273}" destId="{9241B460-79CC-41C1-AA5B-CCF58F32A154}" srcOrd="24" destOrd="0" presId="urn:microsoft.com/office/officeart/2005/8/layout/list1"/>
    <dgm:cxn modelId="{3DC97D26-0048-42D5-8D43-C7325A509A02}" type="presParOf" srcId="{9241B460-79CC-41C1-AA5B-CCF58F32A154}" destId="{B9EB4781-9F4F-47C0-9EC4-F7127FC8B35B}" srcOrd="0" destOrd="0" presId="urn:microsoft.com/office/officeart/2005/8/layout/list1"/>
    <dgm:cxn modelId="{A476AB13-B0CC-46E7-8218-F56E48F7B2CB}" type="presParOf" srcId="{9241B460-79CC-41C1-AA5B-CCF58F32A154}" destId="{A7F2AC5C-B2F5-42AC-A317-ED166E7A4ECA}" srcOrd="1" destOrd="0" presId="urn:microsoft.com/office/officeart/2005/8/layout/list1"/>
    <dgm:cxn modelId="{6E5D3D86-A6D9-4735-AFE9-B7A4239A249D}" type="presParOf" srcId="{4D585F68-F1C3-491E-97C8-FE191B789273}" destId="{6CE856B3-227B-4D6D-B616-4E6E1A5AE517}" srcOrd="25" destOrd="0" presId="urn:microsoft.com/office/officeart/2005/8/layout/list1"/>
    <dgm:cxn modelId="{7CF707D0-10E8-497B-B99A-F3CDFA2DCF33}" type="presParOf" srcId="{4D585F68-F1C3-491E-97C8-FE191B789273}" destId="{971DB6B9-5028-4B16-BE60-62DDDBC2266E}" srcOrd="26" destOrd="0" presId="urn:microsoft.com/office/officeart/2005/8/layout/list1"/>
    <dgm:cxn modelId="{0EBEED00-58A1-4C36-BCAD-B432FE0F65A5}" type="presParOf" srcId="{4D585F68-F1C3-491E-97C8-FE191B789273}" destId="{C7D66A4E-12F5-478D-B680-D6BD2EFC525B}" srcOrd="27" destOrd="0" presId="urn:microsoft.com/office/officeart/2005/8/layout/list1"/>
    <dgm:cxn modelId="{2A135938-D71C-48AD-8743-E26ED83A7B13}" type="presParOf" srcId="{4D585F68-F1C3-491E-97C8-FE191B789273}" destId="{F302EC8A-7CB9-48DD-8254-EE8AE740E4C6}" srcOrd="28" destOrd="0" presId="urn:microsoft.com/office/officeart/2005/8/layout/list1"/>
    <dgm:cxn modelId="{78E28F05-906A-41C4-97F4-6C351242C6DE}" type="presParOf" srcId="{F302EC8A-7CB9-48DD-8254-EE8AE740E4C6}" destId="{ED19826F-B3F8-47F7-A8AA-936E3DC1C694}" srcOrd="0" destOrd="0" presId="urn:microsoft.com/office/officeart/2005/8/layout/list1"/>
    <dgm:cxn modelId="{D772108D-7DDB-45BE-90B5-E6479D6A734D}" type="presParOf" srcId="{F302EC8A-7CB9-48DD-8254-EE8AE740E4C6}" destId="{72E4A986-4E51-4EB0-9642-B9EFE2DBD9AB}" srcOrd="1" destOrd="0" presId="urn:microsoft.com/office/officeart/2005/8/layout/list1"/>
    <dgm:cxn modelId="{4D9C112C-2621-423E-BA6B-BF68BAED7C29}" type="presParOf" srcId="{4D585F68-F1C3-491E-97C8-FE191B789273}" destId="{4A41912A-7050-4A0F-B9AE-46B9D82E5711}" srcOrd="29" destOrd="0" presId="urn:microsoft.com/office/officeart/2005/8/layout/list1"/>
    <dgm:cxn modelId="{8F792D17-31CC-4A44-B461-A3F89BDED68E}" type="presParOf" srcId="{4D585F68-F1C3-491E-97C8-FE191B789273}" destId="{7CD641FE-7E69-460C-A8CF-8F798E915FE7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Supports multiple teams working in parallel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All aspects of a project tracked by feature, reduce the risk of fixed-price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smtClean="0"/>
            <a:t>Design by feature and build by feature aspects are easy to understand and adopt</a:t>
          </a:r>
          <a:endParaRPr lang="en-US" sz="2000" dirty="0" smtClean="0"/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8FE248D4-A45B-4926-B4CF-3C227108DC0F}">
      <dgm:prSet custT="1"/>
      <dgm:spPr/>
      <dgm:t>
        <a:bodyPr/>
        <a:lstStyle/>
        <a:p>
          <a:r>
            <a:rPr lang="en-US" sz="2000" dirty="0" smtClean="0"/>
            <a:t>Scales to large teams or projects well</a:t>
          </a:r>
        </a:p>
      </dgm:t>
    </dgm:pt>
    <dgm:pt modelId="{DF4385A3-724F-4E7E-BE02-EE64DA860F3B}" type="parTrans" cxnId="{DEBD0344-8197-40D4-BC12-BDDD6AA72080}">
      <dgm:prSet/>
      <dgm:spPr/>
      <dgm:t>
        <a:bodyPr/>
        <a:lstStyle/>
        <a:p>
          <a:endParaRPr lang="en-US"/>
        </a:p>
      </dgm:t>
    </dgm:pt>
    <dgm:pt modelId="{A1D4FAAD-FA4B-47A0-8F0E-B34DD218D26D}" type="sibTrans" cxnId="{DEBD0344-8197-40D4-BC12-BDDD6AA72080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4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4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1" presStyleCnt="4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1" presStyleCnt="4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2" presStyleCnt="4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2" presStyleCnt="4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57F304A3-81E0-47D3-AF06-BCB52BC753FC}" type="pres">
      <dgm:prSet presAssocID="{8FE248D4-A45B-4926-B4CF-3C227108DC0F}" presName="parentLin" presStyleCnt="0"/>
      <dgm:spPr/>
    </dgm:pt>
    <dgm:pt modelId="{358607A7-5498-4B39-B3DA-BFA733A93729}" type="pres">
      <dgm:prSet presAssocID="{8FE248D4-A45B-4926-B4CF-3C227108DC0F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173C0FF9-1BA9-4464-98AC-F588DCA3E395}" type="pres">
      <dgm:prSet presAssocID="{8FE248D4-A45B-4926-B4CF-3C227108DC0F}" presName="parentText" presStyleLbl="node1" presStyleIdx="3" presStyleCnt="4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95D94-CC97-49FF-9F4A-60D4A9F3F91A}" type="pres">
      <dgm:prSet presAssocID="{8FE248D4-A45B-4926-B4CF-3C227108DC0F}" presName="negativeSpace" presStyleCnt="0"/>
      <dgm:spPr/>
    </dgm:pt>
    <dgm:pt modelId="{B1F5484C-D369-4BD5-8482-9E711671C4DF}" type="pres">
      <dgm:prSet presAssocID="{8FE248D4-A45B-4926-B4CF-3C227108DC0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EBD0344-8197-40D4-BC12-BDDD6AA72080}" srcId="{259721CE-C292-4BF7-AA2B-27507BE9C04D}" destId="{8FE248D4-A45B-4926-B4CF-3C227108DC0F}" srcOrd="3" destOrd="0" parTransId="{DF4385A3-724F-4E7E-BE02-EE64DA860F3B}" sibTransId="{A1D4FAAD-FA4B-47A0-8F0E-B34DD218D26D}"/>
    <dgm:cxn modelId="{553ACEAB-38C2-4614-BB93-D4C981B25D18}" type="presOf" srcId="{8FE248D4-A45B-4926-B4CF-3C227108DC0F}" destId="{173C0FF9-1BA9-4464-98AC-F588DCA3E395}" srcOrd="1" destOrd="0" presId="urn:microsoft.com/office/officeart/2005/8/layout/list1"/>
    <dgm:cxn modelId="{E3E0A928-2C3B-427D-93EC-665620FB4A38}" type="presOf" srcId="{FD8EEF94-57C4-43B6-B503-52A235AFE355}" destId="{9E2FD9A1-0DC8-4FB6-B016-05F84FC27B09}" srcOrd="1" destOrd="0" presId="urn:microsoft.com/office/officeart/2005/8/layout/list1"/>
    <dgm:cxn modelId="{6198A189-0D13-44DF-BA7C-6BC131FDB0AD}" type="presOf" srcId="{FD8EEF94-57C4-43B6-B503-52A235AFE355}" destId="{CD4AC616-B058-4A20-A9E6-3AC0F8BFAD7C}" srcOrd="0" destOrd="0" presId="urn:microsoft.com/office/officeart/2005/8/layout/list1"/>
    <dgm:cxn modelId="{66F907DD-AC0B-43D2-A26F-7BF1BD7B834A}" srcId="{259721CE-C292-4BF7-AA2B-27507BE9C04D}" destId="{E7F16E8F-B07B-49CD-9F52-85A84C58F053}" srcOrd="1" destOrd="0" parTransId="{34AEC5FF-E97D-4573-851C-EF83ABF7DC00}" sibTransId="{E4243C59-659E-46FE-A2F9-831D4FBC603F}"/>
    <dgm:cxn modelId="{6A897B99-6380-47C9-B613-5DD4CC99F3C4}" type="presOf" srcId="{E7F16E8F-B07B-49CD-9F52-85A84C58F053}" destId="{35B351AB-B61D-4E2F-B86C-96E3F283D1FD}" srcOrd="1" destOrd="0" presId="urn:microsoft.com/office/officeart/2005/8/layout/list1"/>
    <dgm:cxn modelId="{8350DFBF-0DF1-46B1-9F7C-E192DD38E300}" type="presOf" srcId="{E7F16E8F-B07B-49CD-9F52-85A84C58F053}" destId="{A7CBC039-0BC2-4AA9-96C5-D53214E7072C}" srcOrd="0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E874F74C-88FB-4557-8199-6438B6991878}" type="presOf" srcId="{259721CE-C292-4BF7-AA2B-27507BE9C04D}" destId="{4D585F68-F1C3-491E-97C8-FE191B789273}" srcOrd="0" destOrd="0" presId="urn:microsoft.com/office/officeart/2005/8/layout/list1"/>
    <dgm:cxn modelId="{CB693016-CBDC-4514-BAA7-3F2FEFAE02CB}" type="presOf" srcId="{8FE248D4-A45B-4926-B4CF-3C227108DC0F}" destId="{358607A7-5498-4B39-B3DA-BFA733A93729}" srcOrd="0" destOrd="0" presId="urn:microsoft.com/office/officeart/2005/8/layout/list1"/>
    <dgm:cxn modelId="{4589E84F-8756-4C21-BBBB-F2AD6058C94F}" type="presOf" srcId="{5A232CEB-62D8-4589-8260-D2DD0950260D}" destId="{0B349CBC-8ED4-48C8-A222-9C9340338692}" srcOrd="0" destOrd="0" presId="urn:microsoft.com/office/officeart/2005/8/layout/list1"/>
    <dgm:cxn modelId="{1121BB57-1341-4FF2-856C-071F1CDBC82C}" srcId="{259721CE-C292-4BF7-AA2B-27507BE9C04D}" destId="{FD8EEF94-57C4-43B6-B503-52A235AFE355}" srcOrd="2" destOrd="0" parTransId="{9506D5D9-244F-47FC-A842-FAED04651DF1}" sibTransId="{3F769E75-5A96-43B8-905A-7C7895322FC2}"/>
    <dgm:cxn modelId="{8280066A-FE62-4909-ADE1-E3596EE56A72}" type="presOf" srcId="{5A232CEB-62D8-4589-8260-D2DD0950260D}" destId="{848FFB67-E67A-4AED-860D-D3CE90B334DB}" srcOrd="1" destOrd="0" presId="urn:microsoft.com/office/officeart/2005/8/layout/list1"/>
    <dgm:cxn modelId="{67A34C00-007E-4CC3-8948-0FE8C0A07213}" type="presParOf" srcId="{4D585F68-F1C3-491E-97C8-FE191B789273}" destId="{E9118B4B-820F-4974-9EC5-2AA1C73EF9CD}" srcOrd="0" destOrd="0" presId="urn:microsoft.com/office/officeart/2005/8/layout/list1"/>
    <dgm:cxn modelId="{32399D80-B009-4C93-A542-D59E4C9EFDFC}" type="presParOf" srcId="{E9118B4B-820F-4974-9EC5-2AA1C73EF9CD}" destId="{0B349CBC-8ED4-48C8-A222-9C9340338692}" srcOrd="0" destOrd="0" presId="urn:microsoft.com/office/officeart/2005/8/layout/list1"/>
    <dgm:cxn modelId="{166934C5-EB8C-4044-B743-57AB2A9CD2BC}" type="presParOf" srcId="{E9118B4B-820F-4974-9EC5-2AA1C73EF9CD}" destId="{848FFB67-E67A-4AED-860D-D3CE90B334DB}" srcOrd="1" destOrd="0" presId="urn:microsoft.com/office/officeart/2005/8/layout/list1"/>
    <dgm:cxn modelId="{3C2161F9-3149-43C5-AA4C-2C8FBDC0FAFF}" type="presParOf" srcId="{4D585F68-F1C3-491E-97C8-FE191B789273}" destId="{E60DF7E8-B64D-4839-AD8F-7162382F7282}" srcOrd="1" destOrd="0" presId="urn:microsoft.com/office/officeart/2005/8/layout/list1"/>
    <dgm:cxn modelId="{5CDE1703-3BE0-48B8-912F-F4536AF976E2}" type="presParOf" srcId="{4D585F68-F1C3-491E-97C8-FE191B789273}" destId="{5E62230B-D0E7-44B1-B792-63524C0AF476}" srcOrd="2" destOrd="0" presId="urn:microsoft.com/office/officeart/2005/8/layout/list1"/>
    <dgm:cxn modelId="{1F9B97FA-B1B1-4FA9-A881-B902A41A8804}" type="presParOf" srcId="{4D585F68-F1C3-491E-97C8-FE191B789273}" destId="{9AD6B864-3920-4D2F-995E-6A1AAEBE2594}" srcOrd="3" destOrd="0" presId="urn:microsoft.com/office/officeart/2005/8/layout/list1"/>
    <dgm:cxn modelId="{6F72D37C-1936-48BB-BF91-129F390A2EAB}" type="presParOf" srcId="{4D585F68-F1C3-491E-97C8-FE191B789273}" destId="{9050E09B-0304-4E94-A05D-E80A6123DE47}" srcOrd="4" destOrd="0" presId="urn:microsoft.com/office/officeart/2005/8/layout/list1"/>
    <dgm:cxn modelId="{4D42B0C1-0B94-4ACD-86F4-18DAD388148E}" type="presParOf" srcId="{9050E09B-0304-4E94-A05D-E80A6123DE47}" destId="{A7CBC039-0BC2-4AA9-96C5-D53214E7072C}" srcOrd="0" destOrd="0" presId="urn:microsoft.com/office/officeart/2005/8/layout/list1"/>
    <dgm:cxn modelId="{EA0F82BD-D32F-46B3-AB1E-9A0033B31494}" type="presParOf" srcId="{9050E09B-0304-4E94-A05D-E80A6123DE47}" destId="{35B351AB-B61D-4E2F-B86C-96E3F283D1FD}" srcOrd="1" destOrd="0" presId="urn:microsoft.com/office/officeart/2005/8/layout/list1"/>
    <dgm:cxn modelId="{4EC89EE8-2F6A-44F1-90DD-D6CC6084AE26}" type="presParOf" srcId="{4D585F68-F1C3-491E-97C8-FE191B789273}" destId="{A1AB935D-4B4E-4F4B-A4EF-168A28D53E37}" srcOrd="5" destOrd="0" presId="urn:microsoft.com/office/officeart/2005/8/layout/list1"/>
    <dgm:cxn modelId="{560C2D7A-CF0B-4503-82A7-4979C956847A}" type="presParOf" srcId="{4D585F68-F1C3-491E-97C8-FE191B789273}" destId="{EDC5F971-55C6-44F2-8041-4D20B3A7D8A0}" srcOrd="6" destOrd="0" presId="urn:microsoft.com/office/officeart/2005/8/layout/list1"/>
    <dgm:cxn modelId="{C122BD9B-7CED-45D7-8C73-496F3C82ECD0}" type="presParOf" srcId="{4D585F68-F1C3-491E-97C8-FE191B789273}" destId="{7509880B-10B1-4282-819D-76C7F35E568C}" srcOrd="7" destOrd="0" presId="urn:microsoft.com/office/officeart/2005/8/layout/list1"/>
    <dgm:cxn modelId="{DBCADB67-3E2E-4558-9CDC-F18903953539}" type="presParOf" srcId="{4D585F68-F1C3-491E-97C8-FE191B789273}" destId="{BFAAC808-3202-49AF-908A-D136EAA6760E}" srcOrd="8" destOrd="0" presId="urn:microsoft.com/office/officeart/2005/8/layout/list1"/>
    <dgm:cxn modelId="{7C5AC497-6487-4A3C-9737-847C5F36853D}" type="presParOf" srcId="{BFAAC808-3202-49AF-908A-D136EAA6760E}" destId="{CD4AC616-B058-4A20-A9E6-3AC0F8BFAD7C}" srcOrd="0" destOrd="0" presId="urn:microsoft.com/office/officeart/2005/8/layout/list1"/>
    <dgm:cxn modelId="{F16EB637-058F-475E-889E-D9B376201760}" type="presParOf" srcId="{BFAAC808-3202-49AF-908A-D136EAA6760E}" destId="{9E2FD9A1-0DC8-4FB6-B016-05F84FC27B09}" srcOrd="1" destOrd="0" presId="urn:microsoft.com/office/officeart/2005/8/layout/list1"/>
    <dgm:cxn modelId="{09D5D61C-C143-4E0F-A223-6B2646ADD3ED}" type="presParOf" srcId="{4D585F68-F1C3-491E-97C8-FE191B789273}" destId="{AC23DE4B-16EE-4B2F-A0F5-3334A7C9EECE}" srcOrd="9" destOrd="0" presId="urn:microsoft.com/office/officeart/2005/8/layout/list1"/>
    <dgm:cxn modelId="{BA9EAADB-F089-4595-8DE3-74E674457B3F}" type="presParOf" srcId="{4D585F68-F1C3-491E-97C8-FE191B789273}" destId="{CE7D5704-C2DE-44BA-A3C2-E1E61EDD936F}" srcOrd="10" destOrd="0" presId="urn:microsoft.com/office/officeart/2005/8/layout/list1"/>
    <dgm:cxn modelId="{53CD4A57-5DC2-4878-AB27-5932788EFAC5}" type="presParOf" srcId="{4D585F68-F1C3-491E-97C8-FE191B789273}" destId="{4E6CC7CE-076B-4102-A15A-E0217C6BB838}" srcOrd="11" destOrd="0" presId="urn:microsoft.com/office/officeart/2005/8/layout/list1"/>
    <dgm:cxn modelId="{10505ACA-4A98-4AA5-9A29-18A124C81E9B}" type="presParOf" srcId="{4D585F68-F1C3-491E-97C8-FE191B789273}" destId="{57F304A3-81E0-47D3-AF06-BCB52BC753FC}" srcOrd="12" destOrd="0" presId="urn:microsoft.com/office/officeart/2005/8/layout/list1"/>
    <dgm:cxn modelId="{D9C0754C-AA75-4C54-92ED-5168A59AEEF1}" type="presParOf" srcId="{57F304A3-81E0-47D3-AF06-BCB52BC753FC}" destId="{358607A7-5498-4B39-B3DA-BFA733A93729}" srcOrd="0" destOrd="0" presId="urn:microsoft.com/office/officeart/2005/8/layout/list1"/>
    <dgm:cxn modelId="{66BD6879-B303-4F73-B5F1-2A5672C79F31}" type="presParOf" srcId="{57F304A3-81E0-47D3-AF06-BCB52BC753FC}" destId="{173C0FF9-1BA9-4464-98AC-F588DCA3E395}" srcOrd="1" destOrd="0" presId="urn:microsoft.com/office/officeart/2005/8/layout/list1"/>
    <dgm:cxn modelId="{A7223C1F-A5B5-401B-BF69-2A609349822F}" type="presParOf" srcId="{4D585F68-F1C3-491E-97C8-FE191B789273}" destId="{94495D94-CC97-49FF-9F4A-60D4A9F3F91A}" srcOrd="13" destOrd="0" presId="urn:microsoft.com/office/officeart/2005/8/layout/list1"/>
    <dgm:cxn modelId="{52BB8CCB-43C9-4A17-866D-E0562D686296}" type="presParOf" srcId="{4D585F68-F1C3-491E-97C8-FE191B789273}" destId="{B1F5484C-D369-4BD5-8482-9E711671C4D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Active user involvement is imperative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The Team Must Be Empowered to Make Decisions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Frequent delivery is key</a:t>
          </a:r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8FE248D4-A45B-4926-B4CF-3C227108DC0F}">
      <dgm:prSet custT="1"/>
      <dgm:spPr/>
      <dgm:t>
        <a:bodyPr/>
        <a:lstStyle/>
        <a:p>
          <a:r>
            <a:rPr lang="en-US" sz="2000" dirty="0" smtClean="0"/>
            <a:t>The primary criterion for acceptance is the delivery of functionality that meets the current business needs</a:t>
          </a:r>
        </a:p>
      </dgm:t>
    </dgm:pt>
    <dgm:pt modelId="{DF4385A3-724F-4E7E-BE02-EE64DA860F3B}" type="parTrans" cxnId="{DEBD0344-8197-40D4-BC12-BDDD6AA72080}">
      <dgm:prSet/>
      <dgm:spPr/>
      <dgm:t>
        <a:bodyPr/>
        <a:lstStyle/>
        <a:p>
          <a:endParaRPr lang="en-US"/>
        </a:p>
      </dgm:t>
    </dgm:pt>
    <dgm:pt modelId="{A1D4FAAD-FA4B-47A0-8F0E-B34DD218D26D}" type="sibTrans" cxnId="{DEBD0344-8197-40D4-BC12-BDDD6AA72080}">
      <dgm:prSet/>
      <dgm:spPr/>
      <dgm:t>
        <a:bodyPr/>
        <a:lstStyle/>
        <a:p>
          <a:endParaRPr lang="en-US"/>
        </a:p>
      </dgm:t>
    </dgm:pt>
    <dgm:pt modelId="{3D95CF3C-1034-4028-A9B6-4A57E55FDE55}">
      <dgm:prSet custT="1"/>
      <dgm:spPr/>
      <dgm:t>
        <a:bodyPr/>
        <a:lstStyle/>
        <a:p>
          <a:r>
            <a:rPr lang="en-US" sz="2000" dirty="0" smtClean="0"/>
            <a:t>Iterative and incremental delivery is essential</a:t>
          </a:r>
        </a:p>
      </dgm:t>
    </dgm:pt>
    <dgm:pt modelId="{AB944805-5588-4B6E-AFFB-12B6CF469F0C}" type="parTrans" cxnId="{D5C040F3-95D8-4C79-BB75-5DFC8EC01000}">
      <dgm:prSet/>
      <dgm:spPr/>
      <dgm:t>
        <a:bodyPr/>
        <a:lstStyle/>
        <a:p>
          <a:endParaRPr lang="en-US"/>
        </a:p>
      </dgm:t>
    </dgm:pt>
    <dgm:pt modelId="{C3910B74-C4F7-4919-B0E2-F245AD397E28}" type="sibTrans" cxnId="{D5C040F3-95D8-4C79-BB75-5DFC8EC01000}">
      <dgm:prSet/>
      <dgm:spPr/>
      <dgm:t>
        <a:bodyPr/>
        <a:lstStyle/>
        <a:p>
          <a:endParaRPr lang="en-US"/>
        </a:p>
      </dgm:t>
    </dgm:pt>
    <dgm:pt modelId="{C907F713-F67F-4A5C-BD88-2EEBC2388FC6}">
      <dgm:prSet custT="1"/>
      <dgm:spPr/>
      <dgm:t>
        <a:bodyPr/>
        <a:lstStyle/>
        <a:p>
          <a:r>
            <a:rPr lang="en-US" sz="2000" dirty="0" smtClean="0"/>
            <a:t>All changes during the project lifecycle are reversible</a:t>
          </a:r>
        </a:p>
      </dgm:t>
    </dgm:pt>
    <dgm:pt modelId="{9B3172B0-9A52-481D-BDA3-EBE09255361F}" type="parTrans" cxnId="{A1D76922-5F67-4FA6-9A4E-A829E6742BA8}">
      <dgm:prSet/>
      <dgm:spPr/>
      <dgm:t>
        <a:bodyPr/>
        <a:lstStyle/>
        <a:p>
          <a:endParaRPr lang="en-US"/>
        </a:p>
      </dgm:t>
    </dgm:pt>
    <dgm:pt modelId="{50258BCC-B1B4-42D4-ACDE-35395F6A2ACC}" type="sibTrans" cxnId="{A1D76922-5F67-4FA6-9A4E-A829E6742BA8}">
      <dgm:prSet/>
      <dgm:spPr/>
      <dgm:t>
        <a:bodyPr/>
        <a:lstStyle/>
        <a:p>
          <a:endParaRPr lang="en-US"/>
        </a:p>
      </dgm:t>
    </dgm:pt>
    <dgm:pt modelId="{D267EE9E-8B73-4E3A-9E03-C6709D96DD46}">
      <dgm:prSet custT="1"/>
      <dgm:spPr/>
      <dgm:t>
        <a:bodyPr/>
        <a:lstStyle/>
        <a:p>
          <a:r>
            <a:rPr lang="en-US" sz="2000" dirty="0" smtClean="0"/>
            <a:t>Requirements are base-lined at a high level</a:t>
          </a:r>
        </a:p>
      </dgm:t>
    </dgm:pt>
    <dgm:pt modelId="{389F10EC-B258-49DA-8324-6042BBEE7BEC}" type="parTrans" cxnId="{E2C5FD33-C8C2-4F58-94AC-62F9982118A6}">
      <dgm:prSet/>
      <dgm:spPr/>
      <dgm:t>
        <a:bodyPr/>
        <a:lstStyle/>
        <a:p>
          <a:endParaRPr lang="en-US"/>
        </a:p>
      </dgm:t>
    </dgm:pt>
    <dgm:pt modelId="{ED1D57F6-605C-461C-9BBD-26B8DC18697E}" type="sibTrans" cxnId="{E2C5FD33-C8C2-4F58-94AC-62F9982118A6}">
      <dgm:prSet/>
      <dgm:spPr/>
      <dgm:t>
        <a:bodyPr/>
        <a:lstStyle/>
        <a:p>
          <a:endParaRPr lang="en-US"/>
        </a:p>
      </dgm:t>
    </dgm:pt>
    <dgm:pt modelId="{62219AF2-CAD7-4A4D-B20A-176AF9BA3BE3}">
      <dgm:prSet custT="1"/>
      <dgm:spPr/>
      <dgm:t>
        <a:bodyPr/>
        <a:lstStyle/>
        <a:p>
          <a:r>
            <a:rPr lang="en-US" sz="2000" dirty="0" smtClean="0"/>
            <a:t>Integrated testing during the entire project lifecycle is expected</a:t>
          </a:r>
        </a:p>
      </dgm:t>
    </dgm:pt>
    <dgm:pt modelId="{B598D3D2-40D0-44D7-9966-391F8B7E687C}" type="parTrans" cxnId="{96B1C28B-19E6-4A0C-BEAB-3711F897B63A}">
      <dgm:prSet/>
      <dgm:spPr/>
      <dgm:t>
        <a:bodyPr/>
        <a:lstStyle/>
        <a:p>
          <a:endParaRPr lang="en-US"/>
        </a:p>
      </dgm:t>
    </dgm:pt>
    <dgm:pt modelId="{3DC9313F-BCC7-48BF-AB69-76B18A36551F}" type="sibTrans" cxnId="{96B1C28B-19E6-4A0C-BEAB-3711F897B63A}">
      <dgm:prSet/>
      <dgm:spPr/>
      <dgm:t>
        <a:bodyPr/>
        <a:lstStyle/>
        <a:p>
          <a:endParaRPr lang="en-US"/>
        </a:p>
      </dgm:t>
    </dgm:pt>
    <dgm:pt modelId="{BC03AA9F-979A-495F-BD5C-B7F6EBA5C409}">
      <dgm:prSet custT="1"/>
      <dgm:spPr/>
      <dgm:t>
        <a:bodyPr/>
        <a:lstStyle/>
        <a:p>
          <a:r>
            <a:rPr lang="en-US" sz="2000" dirty="0" smtClean="0"/>
            <a:t>Collaboration and cooperation between all stakeholders is essential</a:t>
          </a:r>
        </a:p>
      </dgm:t>
    </dgm:pt>
    <dgm:pt modelId="{20179708-1457-452B-A784-96C77BAC8A40}" type="parTrans" cxnId="{024B7095-D8C9-4A16-8241-66DF6138B842}">
      <dgm:prSet/>
      <dgm:spPr/>
      <dgm:t>
        <a:bodyPr/>
        <a:lstStyle/>
        <a:p>
          <a:endParaRPr lang="en-US"/>
        </a:p>
      </dgm:t>
    </dgm:pt>
    <dgm:pt modelId="{64FC366E-8223-425A-A71C-821429263ADD}" type="sibTrans" cxnId="{024B7095-D8C9-4A16-8241-66DF6138B842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9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9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9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0" presStyleCnt="9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1" presStyleCnt="9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1" presStyleCnt="9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1" presStyleCnt="9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2" presStyleCnt="9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2" presStyleCnt="9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57F304A3-81E0-47D3-AF06-BCB52BC753FC}" type="pres">
      <dgm:prSet presAssocID="{8FE248D4-A45B-4926-B4CF-3C227108DC0F}" presName="parentLin" presStyleCnt="0"/>
      <dgm:spPr/>
    </dgm:pt>
    <dgm:pt modelId="{358607A7-5498-4B39-B3DA-BFA733A93729}" type="pres">
      <dgm:prSet presAssocID="{8FE248D4-A45B-4926-B4CF-3C227108DC0F}" presName="parentLeftMargin" presStyleLbl="node1" presStyleIdx="2" presStyleCnt="9"/>
      <dgm:spPr/>
      <dgm:t>
        <a:bodyPr/>
        <a:lstStyle/>
        <a:p>
          <a:endParaRPr lang="en-US"/>
        </a:p>
      </dgm:t>
    </dgm:pt>
    <dgm:pt modelId="{173C0FF9-1BA9-4464-98AC-F588DCA3E395}" type="pres">
      <dgm:prSet presAssocID="{8FE248D4-A45B-4926-B4CF-3C227108DC0F}" presName="parentText" presStyleLbl="node1" presStyleIdx="3" presStyleCnt="9" custScaleX="134161" custScaleY="17357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95D94-CC97-49FF-9F4A-60D4A9F3F91A}" type="pres">
      <dgm:prSet presAssocID="{8FE248D4-A45B-4926-B4CF-3C227108DC0F}" presName="negativeSpace" presStyleCnt="0"/>
      <dgm:spPr/>
    </dgm:pt>
    <dgm:pt modelId="{B1F5484C-D369-4BD5-8482-9E711671C4DF}" type="pres">
      <dgm:prSet presAssocID="{8FE248D4-A45B-4926-B4CF-3C227108DC0F}" presName="childText" presStyleLbl="conFgAcc1" presStyleIdx="3" presStyleCnt="9">
        <dgm:presLayoutVars>
          <dgm:bulletEnabled val="1"/>
        </dgm:presLayoutVars>
      </dgm:prSet>
      <dgm:spPr/>
    </dgm:pt>
    <dgm:pt modelId="{0C5BE476-19FB-492C-8F1A-D69EB9C097F7}" type="pres">
      <dgm:prSet presAssocID="{A1D4FAAD-FA4B-47A0-8F0E-B34DD218D26D}" presName="spaceBetweenRectangles" presStyleCnt="0"/>
      <dgm:spPr/>
    </dgm:pt>
    <dgm:pt modelId="{6E7B3EB9-AA85-4CA2-87C4-407CB90FC0DF}" type="pres">
      <dgm:prSet presAssocID="{3D95CF3C-1034-4028-A9B6-4A57E55FDE55}" presName="parentLin" presStyleCnt="0"/>
      <dgm:spPr/>
    </dgm:pt>
    <dgm:pt modelId="{51465236-67AF-4B28-87C7-38988AA8CADB}" type="pres">
      <dgm:prSet presAssocID="{3D95CF3C-1034-4028-A9B6-4A57E55FDE55}" presName="parentLeftMargin" presStyleLbl="node1" presStyleIdx="3" presStyleCnt="9"/>
      <dgm:spPr/>
      <dgm:t>
        <a:bodyPr/>
        <a:lstStyle/>
        <a:p>
          <a:endParaRPr lang="en-US"/>
        </a:p>
      </dgm:t>
    </dgm:pt>
    <dgm:pt modelId="{41319168-0667-4056-BABA-358591EF7E69}" type="pres">
      <dgm:prSet presAssocID="{3D95CF3C-1034-4028-A9B6-4A57E55FDE55}" presName="parentText" presStyleLbl="node1" presStyleIdx="4" presStyleCnt="9" custScaleX="13416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EDA8A5-B3DB-4B2F-852E-9317FF348744}" type="pres">
      <dgm:prSet presAssocID="{3D95CF3C-1034-4028-A9B6-4A57E55FDE55}" presName="negativeSpace" presStyleCnt="0"/>
      <dgm:spPr/>
    </dgm:pt>
    <dgm:pt modelId="{4A8180FC-8FFB-4366-8615-E96D7DCDCE55}" type="pres">
      <dgm:prSet presAssocID="{3D95CF3C-1034-4028-A9B6-4A57E55FDE55}" presName="childText" presStyleLbl="conFgAcc1" presStyleIdx="4" presStyleCnt="9">
        <dgm:presLayoutVars>
          <dgm:bulletEnabled val="1"/>
        </dgm:presLayoutVars>
      </dgm:prSet>
      <dgm:spPr/>
    </dgm:pt>
    <dgm:pt modelId="{42FB377C-8721-4DA9-A3C7-A29F11EF3547}" type="pres">
      <dgm:prSet presAssocID="{C3910B74-C4F7-4919-B0E2-F245AD397E28}" presName="spaceBetweenRectangles" presStyleCnt="0"/>
      <dgm:spPr/>
    </dgm:pt>
    <dgm:pt modelId="{945BD2CD-D92D-4164-8DED-F1BF7A62FDAD}" type="pres">
      <dgm:prSet presAssocID="{C907F713-F67F-4A5C-BD88-2EEBC2388FC6}" presName="parentLin" presStyleCnt="0"/>
      <dgm:spPr/>
    </dgm:pt>
    <dgm:pt modelId="{07838102-959C-4C3D-B0EC-F2246301927D}" type="pres">
      <dgm:prSet presAssocID="{C907F713-F67F-4A5C-BD88-2EEBC2388FC6}" presName="parentLeftMargin" presStyleLbl="node1" presStyleIdx="4" presStyleCnt="9"/>
      <dgm:spPr/>
      <dgm:t>
        <a:bodyPr/>
        <a:lstStyle/>
        <a:p>
          <a:endParaRPr lang="en-US"/>
        </a:p>
      </dgm:t>
    </dgm:pt>
    <dgm:pt modelId="{58D026C7-FE1A-47FF-B552-C1429257771D}" type="pres">
      <dgm:prSet presAssocID="{C907F713-F67F-4A5C-BD88-2EEBC2388FC6}" presName="parentText" presStyleLbl="node1" presStyleIdx="5" presStyleCnt="9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6252F-C067-4A42-BFF9-25916860290D}" type="pres">
      <dgm:prSet presAssocID="{C907F713-F67F-4A5C-BD88-2EEBC2388FC6}" presName="negativeSpace" presStyleCnt="0"/>
      <dgm:spPr/>
    </dgm:pt>
    <dgm:pt modelId="{7E2D209C-DA36-4A46-997A-299371CF31AD}" type="pres">
      <dgm:prSet presAssocID="{C907F713-F67F-4A5C-BD88-2EEBC2388FC6}" presName="childText" presStyleLbl="conFgAcc1" presStyleIdx="5" presStyleCnt="9">
        <dgm:presLayoutVars>
          <dgm:bulletEnabled val="1"/>
        </dgm:presLayoutVars>
      </dgm:prSet>
      <dgm:spPr/>
    </dgm:pt>
    <dgm:pt modelId="{35481624-1A87-4A87-8BBC-57E51A844995}" type="pres">
      <dgm:prSet presAssocID="{50258BCC-B1B4-42D4-ACDE-35395F6A2ACC}" presName="spaceBetweenRectangles" presStyleCnt="0"/>
      <dgm:spPr/>
    </dgm:pt>
    <dgm:pt modelId="{9241B460-79CC-41C1-AA5B-CCF58F32A154}" type="pres">
      <dgm:prSet presAssocID="{D267EE9E-8B73-4E3A-9E03-C6709D96DD46}" presName="parentLin" presStyleCnt="0"/>
      <dgm:spPr/>
    </dgm:pt>
    <dgm:pt modelId="{B9EB4781-9F4F-47C0-9EC4-F7127FC8B35B}" type="pres">
      <dgm:prSet presAssocID="{D267EE9E-8B73-4E3A-9E03-C6709D96DD46}" presName="parentLeftMargin" presStyleLbl="node1" presStyleIdx="5" presStyleCnt="9"/>
      <dgm:spPr/>
      <dgm:t>
        <a:bodyPr/>
        <a:lstStyle/>
        <a:p>
          <a:endParaRPr lang="en-US"/>
        </a:p>
      </dgm:t>
    </dgm:pt>
    <dgm:pt modelId="{A7F2AC5C-B2F5-42AC-A317-ED166E7A4ECA}" type="pres">
      <dgm:prSet presAssocID="{D267EE9E-8B73-4E3A-9E03-C6709D96DD46}" presName="parentText" presStyleLbl="node1" presStyleIdx="6" presStyleCnt="9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856B3-227B-4D6D-B616-4E6E1A5AE517}" type="pres">
      <dgm:prSet presAssocID="{D267EE9E-8B73-4E3A-9E03-C6709D96DD46}" presName="negativeSpace" presStyleCnt="0"/>
      <dgm:spPr/>
    </dgm:pt>
    <dgm:pt modelId="{971DB6B9-5028-4B16-BE60-62DDDBC2266E}" type="pres">
      <dgm:prSet presAssocID="{D267EE9E-8B73-4E3A-9E03-C6709D96DD46}" presName="childText" presStyleLbl="conFgAcc1" presStyleIdx="6" presStyleCnt="9">
        <dgm:presLayoutVars>
          <dgm:bulletEnabled val="1"/>
        </dgm:presLayoutVars>
      </dgm:prSet>
      <dgm:spPr/>
    </dgm:pt>
    <dgm:pt modelId="{C7D66A4E-12F5-478D-B680-D6BD2EFC525B}" type="pres">
      <dgm:prSet presAssocID="{ED1D57F6-605C-461C-9BBD-26B8DC18697E}" presName="spaceBetweenRectangles" presStyleCnt="0"/>
      <dgm:spPr/>
    </dgm:pt>
    <dgm:pt modelId="{F302EC8A-7CB9-48DD-8254-EE8AE740E4C6}" type="pres">
      <dgm:prSet presAssocID="{62219AF2-CAD7-4A4D-B20A-176AF9BA3BE3}" presName="parentLin" presStyleCnt="0"/>
      <dgm:spPr/>
    </dgm:pt>
    <dgm:pt modelId="{ED19826F-B3F8-47F7-A8AA-936E3DC1C694}" type="pres">
      <dgm:prSet presAssocID="{62219AF2-CAD7-4A4D-B20A-176AF9BA3BE3}" presName="parentLeftMargin" presStyleLbl="node1" presStyleIdx="6" presStyleCnt="9"/>
      <dgm:spPr/>
      <dgm:t>
        <a:bodyPr/>
        <a:lstStyle/>
        <a:p>
          <a:endParaRPr lang="en-US"/>
        </a:p>
      </dgm:t>
    </dgm:pt>
    <dgm:pt modelId="{72E4A986-4E51-4EB0-9642-B9EFE2DBD9AB}" type="pres">
      <dgm:prSet presAssocID="{62219AF2-CAD7-4A4D-B20A-176AF9BA3BE3}" presName="parentText" presStyleLbl="node1" presStyleIdx="7" presStyleCnt="9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41912A-7050-4A0F-B9AE-46B9D82E5711}" type="pres">
      <dgm:prSet presAssocID="{62219AF2-CAD7-4A4D-B20A-176AF9BA3BE3}" presName="negativeSpace" presStyleCnt="0"/>
      <dgm:spPr/>
    </dgm:pt>
    <dgm:pt modelId="{7CD641FE-7E69-460C-A8CF-8F798E915FE7}" type="pres">
      <dgm:prSet presAssocID="{62219AF2-CAD7-4A4D-B20A-176AF9BA3BE3}" presName="childText" presStyleLbl="conFgAcc1" presStyleIdx="7" presStyleCnt="9">
        <dgm:presLayoutVars>
          <dgm:bulletEnabled val="1"/>
        </dgm:presLayoutVars>
      </dgm:prSet>
      <dgm:spPr/>
    </dgm:pt>
    <dgm:pt modelId="{DCC00B8C-B8FA-4414-9D0C-4F1AA19D298B}" type="pres">
      <dgm:prSet presAssocID="{3DC9313F-BCC7-48BF-AB69-76B18A36551F}" presName="spaceBetweenRectangles" presStyleCnt="0"/>
      <dgm:spPr/>
    </dgm:pt>
    <dgm:pt modelId="{F46D5EE4-5A25-4357-89FB-09C522A47630}" type="pres">
      <dgm:prSet presAssocID="{BC03AA9F-979A-495F-BD5C-B7F6EBA5C409}" presName="parentLin" presStyleCnt="0"/>
      <dgm:spPr/>
    </dgm:pt>
    <dgm:pt modelId="{33FEEC48-1FE8-40DB-B425-F21EDD8F181E}" type="pres">
      <dgm:prSet presAssocID="{BC03AA9F-979A-495F-BD5C-B7F6EBA5C409}" presName="parentLeftMargin" presStyleLbl="node1" presStyleIdx="7" presStyleCnt="9"/>
      <dgm:spPr/>
      <dgm:t>
        <a:bodyPr/>
        <a:lstStyle/>
        <a:p>
          <a:endParaRPr lang="en-US"/>
        </a:p>
      </dgm:t>
    </dgm:pt>
    <dgm:pt modelId="{7F7A5C7B-AB03-437B-8A7D-9B624E16DB35}" type="pres">
      <dgm:prSet presAssocID="{BC03AA9F-979A-495F-BD5C-B7F6EBA5C409}" presName="parentText" presStyleLbl="node1" presStyleIdx="8" presStyleCnt="9" custScaleX="13433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AA20E2-EB96-4233-92C1-D08B4AC1AECE}" type="pres">
      <dgm:prSet presAssocID="{BC03AA9F-979A-495F-BD5C-B7F6EBA5C409}" presName="negativeSpace" presStyleCnt="0"/>
      <dgm:spPr/>
    </dgm:pt>
    <dgm:pt modelId="{C724E779-58E5-4B81-BF7C-140594D37D9A}" type="pres">
      <dgm:prSet presAssocID="{BC03AA9F-979A-495F-BD5C-B7F6EBA5C409}" presName="childText" presStyleLbl="conFgAcc1" presStyleIdx="8" presStyleCnt="9">
        <dgm:presLayoutVars>
          <dgm:bulletEnabled val="1"/>
        </dgm:presLayoutVars>
      </dgm:prSet>
      <dgm:spPr/>
    </dgm:pt>
  </dgm:ptLst>
  <dgm:cxnLst>
    <dgm:cxn modelId="{16388FFA-E1D3-4E35-BBDB-C16D294F2A64}" type="presOf" srcId="{3D95CF3C-1034-4028-A9B6-4A57E55FDE55}" destId="{51465236-67AF-4B28-87C7-38988AA8CADB}" srcOrd="0" destOrd="0" presId="urn:microsoft.com/office/officeart/2005/8/layout/list1"/>
    <dgm:cxn modelId="{DEBD0344-8197-40D4-BC12-BDDD6AA72080}" srcId="{259721CE-C292-4BF7-AA2B-27507BE9C04D}" destId="{8FE248D4-A45B-4926-B4CF-3C227108DC0F}" srcOrd="3" destOrd="0" parTransId="{DF4385A3-724F-4E7E-BE02-EE64DA860F3B}" sibTransId="{A1D4FAAD-FA4B-47A0-8F0E-B34DD218D26D}"/>
    <dgm:cxn modelId="{6A58B928-868C-49C1-8FB4-8EA381361D73}" type="presOf" srcId="{62219AF2-CAD7-4A4D-B20A-176AF9BA3BE3}" destId="{ED19826F-B3F8-47F7-A8AA-936E3DC1C694}" srcOrd="0" destOrd="0" presId="urn:microsoft.com/office/officeart/2005/8/layout/list1"/>
    <dgm:cxn modelId="{DBD0B64D-1F66-4D75-AC68-5AFA0D9EFD67}" type="presOf" srcId="{D267EE9E-8B73-4E3A-9E03-C6709D96DD46}" destId="{A7F2AC5C-B2F5-42AC-A317-ED166E7A4ECA}" srcOrd="1" destOrd="0" presId="urn:microsoft.com/office/officeart/2005/8/layout/list1"/>
    <dgm:cxn modelId="{A97A2296-FE8C-46DE-8FD4-0AC572197DDA}" type="presOf" srcId="{E7F16E8F-B07B-49CD-9F52-85A84C58F053}" destId="{35B351AB-B61D-4E2F-B86C-96E3F283D1FD}" srcOrd="1" destOrd="0" presId="urn:microsoft.com/office/officeart/2005/8/layout/list1"/>
    <dgm:cxn modelId="{E2C5FD33-C8C2-4F58-94AC-62F9982118A6}" srcId="{259721CE-C292-4BF7-AA2B-27507BE9C04D}" destId="{D267EE9E-8B73-4E3A-9E03-C6709D96DD46}" srcOrd="6" destOrd="0" parTransId="{389F10EC-B258-49DA-8324-6042BBEE7BEC}" sibTransId="{ED1D57F6-605C-461C-9BBD-26B8DC18697E}"/>
    <dgm:cxn modelId="{99D09CF9-666F-4366-B325-F63FDDF96978}" type="presOf" srcId="{C907F713-F67F-4A5C-BD88-2EEBC2388FC6}" destId="{07838102-959C-4C3D-B0EC-F2246301927D}" srcOrd="0" destOrd="0" presId="urn:microsoft.com/office/officeart/2005/8/layout/list1"/>
    <dgm:cxn modelId="{B73B3B61-7652-46E4-B29C-C9D4481D06F6}" type="presOf" srcId="{5A232CEB-62D8-4589-8260-D2DD0950260D}" destId="{848FFB67-E67A-4AED-860D-D3CE90B334DB}" srcOrd="1" destOrd="0" presId="urn:microsoft.com/office/officeart/2005/8/layout/list1"/>
    <dgm:cxn modelId="{51F97973-F862-4ED7-990B-9C56BA823CAF}" type="presOf" srcId="{3D95CF3C-1034-4028-A9B6-4A57E55FDE55}" destId="{41319168-0667-4056-BABA-358591EF7E69}" srcOrd="1" destOrd="0" presId="urn:microsoft.com/office/officeart/2005/8/layout/list1"/>
    <dgm:cxn modelId="{96B1C28B-19E6-4A0C-BEAB-3711F897B63A}" srcId="{259721CE-C292-4BF7-AA2B-27507BE9C04D}" destId="{62219AF2-CAD7-4A4D-B20A-176AF9BA3BE3}" srcOrd="7" destOrd="0" parTransId="{B598D3D2-40D0-44D7-9966-391F8B7E687C}" sibTransId="{3DC9313F-BCC7-48BF-AB69-76B18A36551F}"/>
    <dgm:cxn modelId="{20E5ACD0-9DCA-457C-9ED8-1487EA2E27A2}" type="presOf" srcId="{FD8EEF94-57C4-43B6-B503-52A235AFE355}" destId="{9E2FD9A1-0DC8-4FB6-B016-05F84FC27B09}" srcOrd="1" destOrd="0" presId="urn:microsoft.com/office/officeart/2005/8/layout/list1"/>
    <dgm:cxn modelId="{DAC89073-8646-44C5-A959-8D17C7EED800}" type="presOf" srcId="{C907F713-F67F-4A5C-BD88-2EEBC2388FC6}" destId="{58D026C7-FE1A-47FF-B552-C1429257771D}" srcOrd="1" destOrd="0" presId="urn:microsoft.com/office/officeart/2005/8/layout/list1"/>
    <dgm:cxn modelId="{0990A80C-6608-47C2-B648-5A05F42BF5FB}" type="presOf" srcId="{BC03AA9F-979A-495F-BD5C-B7F6EBA5C409}" destId="{7F7A5C7B-AB03-437B-8A7D-9B624E16DB35}" srcOrd="1" destOrd="0" presId="urn:microsoft.com/office/officeart/2005/8/layout/list1"/>
    <dgm:cxn modelId="{38C88928-EB54-4613-AA91-2CC8862EF6E9}" type="presOf" srcId="{E7F16E8F-B07B-49CD-9F52-85A84C58F053}" destId="{A7CBC039-0BC2-4AA9-96C5-D53214E7072C}" srcOrd="0" destOrd="0" presId="urn:microsoft.com/office/officeart/2005/8/layout/list1"/>
    <dgm:cxn modelId="{A1D76922-5F67-4FA6-9A4E-A829E6742BA8}" srcId="{259721CE-C292-4BF7-AA2B-27507BE9C04D}" destId="{C907F713-F67F-4A5C-BD88-2EEBC2388FC6}" srcOrd="5" destOrd="0" parTransId="{9B3172B0-9A52-481D-BDA3-EBE09255361F}" sibTransId="{50258BCC-B1B4-42D4-ACDE-35395F6A2ACC}"/>
    <dgm:cxn modelId="{D684BCC7-A82F-461E-81B6-E989FAA69F83}" type="presOf" srcId="{8FE248D4-A45B-4926-B4CF-3C227108DC0F}" destId="{173C0FF9-1BA9-4464-98AC-F588DCA3E395}" srcOrd="1" destOrd="0" presId="urn:microsoft.com/office/officeart/2005/8/layout/list1"/>
    <dgm:cxn modelId="{1121BB57-1341-4FF2-856C-071F1CDBC82C}" srcId="{259721CE-C292-4BF7-AA2B-27507BE9C04D}" destId="{FD8EEF94-57C4-43B6-B503-52A235AFE355}" srcOrd="2" destOrd="0" parTransId="{9506D5D9-244F-47FC-A842-FAED04651DF1}" sibTransId="{3F769E75-5A96-43B8-905A-7C7895322FC2}"/>
    <dgm:cxn modelId="{6EFDC9DF-4B91-4279-8929-1D56D96EC5CD}" type="presOf" srcId="{D267EE9E-8B73-4E3A-9E03-C6709D96DD46}" destId="{B9EB4781-9F4F-47C0-9EC4-F7127FC8B35B}" srcOrd="0" destOrd="0" presId="urn:microsoft.com/office/officeart/2005/8/layout/list1"/>
    <dgm:cxn modelId="{1801EE91-E42B-45C5-B14C-0281105FBAB1}" type="presOf" srcId="{8FE248D4-A45B-4926-B4CF-3C227108DC0F}" destId="{358607A7-5498-4B39-B3DA-BFA733A93729}" srcOrd="0" destOrd="0" presId="urn:microsoft.com/office/officeart/2005/8/layout/list1"/>
    <dgm:cxn modelId="{CAE6E5E2-DBE7-42AD-993A-473FE1F8EDAB}" type="presOf" srcId="{BC03AA9F-979A-495F-BD5C-B7F6EBA5C409}" destId="{33FEEC48-1FE8-40DB-B425-F21EDD8F181E}" srcOrd="0" destOrd="0" presId="urn:microsoft.com/office/officeart/2005/8/layout/list1"/>
    <dgm:cxn modelId="{FA241A59-6BAD-4F0E-BBB4-EE52135C55F9}" type="presOf" srcId="{259721CE-C292-4BF7-AA2B-27507BE9C04D}" destId="{4D585F68-F1C3-491E-97C8-FE191B789273}" srcOrd="0" destOrd="0" presId="urn:microsoft.com/office/officeart/2005/8/layout/list1"/>
    <dgm:cxn modelId="{66F907DD-AC0B-43D2-A26F-7BF1BD7B834A}" srcId="{259721CE-C292-4BF7-AA2B-27507BE9C04D}" destId="{E7F16E8F-B07B-49CD-9F52-85A84C58F053}" srcOrd="1" destOrd="0" parTransId="{34AEC5FF-E97D-4573-851C-EF83ABF7DC00}" sibTransId="{E4243C59-659E-46FE-A2F9-831D4FBC603F}"/>
    <dgm:cxn modelId="{024B7095-D8C9-4A16-8241-66DF6138B842}" srcId="{259721CE-C292-4BF7-AA2B-27507BE9C04D}" destId="{BC03AA9F-979A-495F-BD5C-B7F6EBA5C409}" srcOrd="8" destOrd="0" parTransId="{20179708-1457-452B-A784-96C77BAC8A40}" sibTransId="{64FC366E-8223-425A-A71C-821429263ADD}"/>
    <dgm:cxn modelId="{05E127FE-9986-4521-B6B6-ED82D5DE476F}" type="presOf" srcId="{5A232CEB-62D8-4589-8260-D2DD0950260D}" destId="{0B349CBC-8ED4-48C8-A222-9C9340338692}" srcOrd="0" destOrd="0" presId="urn:microsoft.com/office/officeart/2005/8/layout/list1"/>
    <dgm:cxn modelId="{425C4D6E-8499-4868-ACE4-CAB12FD3C039}" type="presOf" srcId="{FD8EEF94-57C4-43B6-B503-52A235AFE355}" destId="{CD4AC616-B058-4A20-A9E6-3AC0F8BFAD7C}" srcOrd="0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E034FE5B-6E70-473B-8899-C338C4F0BCD6}" type="presOf" srcId="{62219AF2-CAD7-4A4D-B20A-176AF9BA3BE3}" destId="{72E4A986-4E51-4EB0-9642-B9EFE2DBD9AB}" srcOrd="1" destOrd="0" presId="urn:microsoft.com/office/officeart/2005/8/layout/list1"/>
    <dgm:cxn modelId="{D5C040F3-95D8-4C79-BB75-5DFC8EC01000}" srcId="{259721CE-C292-4BF7-AA2B-27507BE9C04D}" destId="{3D95CF3C-1034-4028-A9B6-4A57E55FDE55}" srcOrd="4" destOrd="0" parTransId="{AB944805-5588-4B6E-AFFB-12B6CF469F0C}" sibTransId="{C3910B74-C4F7-4919-B0E2-F245AD397E28}"/>
    <dgm:cxn modelId="{110A48CC-CB24-4558-BC03-F4274D660C65}" type="presParOf" srcId="{4D585F68-F1C3-491E-97C8-FE191B789273}" destId="{E9118B4B-820F-4974-9EC5-2AA1C73EF9CD}" srcOrd="0" destOrd="0" presId="urn:microsoft.com/office/officeart/2005/8/layout/list1"/>
    <dgm:cxn modelId="{612544BF-2C0D-481E-9BAA-A5A33DEAD3D8}" type="presParOf" srcId="{E9118B4B-820F-4974-9EC5-2AA1C73EF9CD}" destId="{0B349CBC-8ED4-48C8-A222-9C9340338692}" srcOrd="0" destOrd="0" presId="urn:microsoft.com/office/officeart/2005/8/layout/list1"/>
    <dgm:cxn modelId="{66E475C2-2D18-4750-AAB7-AE52EEA2C4A8}" type="presParOf" srcId="{E9118B4B-820F-4974-9EC5-2AA1C73EF9CD}" destId="{848FFB67-E67A-4AED-860D-D3CE90B334DB}" srcOrd="1" destOrd="0" presId="urn:microsoft.com/office/officeart/2005/8/layout/list1"/>
    <dgm:cxn modelId="{C9DA4E61-BA06-45E2-8B6E-B46A1790B77E}" type="presParOf" srcId="{4D585F68-F1C3-491E-97C8-FE191B789273}" destId="{E60DF7E8-B64D-4839-AD8F-7162382F7282}" srcOrd="1" destOrd="0" presId="urn:microsoft.com/office/officeart/2005/8/layout/list1"/>
    <dgm:cxn modelId="{D7FF9454-A5CA-42F2-8D22-089E03DFB6E4}" type="presParOf" srcId="{4D585F68-F1C3-491E-97C8-FE191B789273}" destId="{5E62230B-D0E7-44B1-B792-63524C0AF476}" srcOrd="2" destOrd="0" presId="urn:microsoft.com/office/officeart/2005/8/layout/list1"/>
    <dgm:cxn modelId="{1F2C3DE9-92B4-48D1-AF00-B07E96ABFA6D}" type="presParOf" srcId="{4D585F68-F1C3-491E-97C8-FE191B789273}" destId="{9AD6B864-3920-4D2F-995E-6A1AAEBE2594}" srcOrd="3" destOrd="0" presId="urn:microsoft.com/office/officeart/2005/8/layout/list1"/>
    <dgm:cxn modelId="{F54A8849-F284-4EDC-ADB2-A5640749B267}" type="presParOf" srcId="{4D585F68-F1C3-491E-97C8-FE191B789273}" destId="{9050E09B-0304-4E94-A05D-E80A6123DE47}" srcOrd="4" destOrd="0" presId="urn:microsoft.com/office/officeart/2005/8/layout/list1"/>
    <dgm:cxn modelId="{1A0554D1-8A12-4B34-9E26-C0168DB698C1}" type="presParOf" srcId="{9050E09B-0304-4E94-A05D-E80A6123DE47}" destId="{A7CBC039-0BC2-4AA9-96C5-D53214E7072C}" srcOrd="0" destOrd="0" presId="urn:microsoft.com/office/officeart/2005/8/layout/list1"/>
    <dgm:cxn modelId="{B9577511-9E5A-443E-9891-DC7D07BB6DE5}" type="presParOf" srcId="{9050E09B-0304-4E94-A05D-E80A6123DE47}" destId="{35B351AB-B61D-4E2F-B86C-96E3F283D1FD}" srcOrd="1" destOrd="0" presId="urn:microsoft.com/office/officeart/2005/8/layout/list1"/>
    <dgm:cxn modelId="{8D5951D0-9F68-4B04-A638-E55220E1A679}" type="presParOf" srcId="{4D585F68-F1C3-491E-97C8-FE191B789273}" destId="{A1AB935D-4B4E-4F4B-A4EF-168A28D53E37}" srcOrd="5" destOrd="0" presId="urn:microsoft.com/office/officeart/2005/8/layout/list1"/>
    <dgm:cxn modelId="{47A43C38-2D3E-49EB-BB74-634DC88C9BEC}" type="presParOf" srcId="{4D585F68-F1C3-491E-97C8-FE191B789273}" destId="{EDC5F971-55C6-44F2-8041-4D20B3A7D8A0}" srcOrd="6" destOrd="0" presId="urn:microsoft.com/office/officeart/2005/8/layout/list1"/>
    <dgm:cxn modelId="{AD9D26F3-36BC-4DF2-98FD-DE97D2392511}" type="presParOf" srcId="{4D585F68-F1C3-491E-97C8-FE191B789273}" destId="{7509880B-10B1-4282-819D-76C7F35E568C}" srcOrd="7" destOrd="0" presId="urn:microsoft.com/office/officeart/2005/8/layout/list1"/>
    <dgm:cxn modelId="{C0503C0C-D6E4-453A-8393-5FEEED9D5271}" type="presParOf" srcId="{4D585F68-F1C3-491E-97C8-FE191B789273}" destId="{BFAAC808-3202-49AF-908A-D136EAA6760E}" srcOrd="8" destOrd="0" presId="urn:microsoft.com/office/officeart/2005/8/layout/list1"/>
    <dgm:cxn modelId="{7BECBDCA-1C26-4C72-9EE7-3B961A221F53}" type="presParOf" srcId="{BFAAC808-3202-49AF-908A-D136EAA6760E}" destId="{CD4AC616-B058-4A20-A9E6-3AC0F8BFAD7C}" srcOrd="0" destOrd="0" presId="urn:microsoft.com/office/officeart/2005/8/layout/list1"/>
    <dgm:cxn modelId="{A67F2003-A0B9-4B10-8D29-D77F1B7F2BE3}" type="presParOf" srcId="{BFAAC808-3202-49AF-908A-D136EAA6760E}" destId="{9E2FD9A1-0DC8-4FB6-B016-05F84FC27B09}" srcOrd="1" destOrd="0" presId="urn:microsoft.com/office/officeart/2005/8/layout/list1"/>
    <dgm:cxn modelId="{8CEB9AC6-4E23-416D-90F9-E752CF82FB15}" type="presParOf" srcId="{4D585F68-F1C3-491E-97C8-FE191B789273}" destId="{AC23DE4B-16EE-4B2F-A0F5-3334A7C9EECE}" srcOrd="9" destOrd="0" presId="urn:microsoft.com/office/officeart/2005/8/layout/list1"/>
    <dgm:cxn modelId="{4D1631F0-E25C-435E-86EC-A8D482284FDD}" type="presParOf" srcId="{4D585F68-F1C3-491E-97C8-FE191B789273}" destId="{CE7D5704-C2DE-44BA-A3C2-E1E61EDD936F}" srcOrd="10" destOrd="0" presId="urn:microsoft.com/office/officeart/2005/8/layout/list1"/>
    <dgm:cxn modelId="{52B286C0-82D0-4288-AC08-2691613E7EB6}" type="presParOf" srcId="{4D585F68-F1C3-491E-97C8-FE191B789273}" destId="{4E6CC7CE-076B-4102-A15A-E0217C6BB838}" srcOrd="11" destOrd="0" presId="urn:microsoft.com/office/officeart/2005/8/layout/list1"/>
    <dgm:cxn modelId="{C1E1FC6D-6FAD-4EC3-9025-5B6D7CBA5FE5}" type="presParOf" srcId="{4D585F68-F1C3-491E-97C8-FE191B789273}" destId="{57F304A3-81E0-47D3-AF06-BCB52BC753FC}" srcOrd="12" destOrd="0" presId="urn:microsoft.com/office/officeart/2005/8/layout/list1"/>
    <dgm:cxn modelId="{2C58A2C9-6DA2-4360-A126-FD389E6C7B2B}" type="presParOf" srcId="{57F304A3-81E0-47D3-AF06-BCB52BC753FC}" destId="{358607A7-5498-4B39-B3DA-BFA733A93729}" srcOrd="0" destOrd="0" presId="urn:microsoft.com/office/officeart/2005/8/layout/list1"/>
    <dgm:cxn modelId="{52E66C63-92C0-436E-B57E-29C1420674CD}" type="presParOf" srcId="{57F304A3-81E0-47D3-AF06-BCB52BC753FC}" destId="{173C0FF9-1BA9-4464-98AC-F588DCA3E395}" srcOrd="1" destOrd="0" presId="urn:microsoft.com/office/officeart/2005/8/layout/list1"/>
    <dgm:cxn modelId="{360ABA43-7391-4373-B60D-4F53B5AFE972}" type="presParOf" srcId="{4D585F68-F1C3-491E-97C8-FE191B789273}" destId="{94495D94-CC97-49FF-9F4A-60D4A9F3F91A}" srcOrd="13" destOrd="0" presId="urn:microsoft.com/office/officeart/2005/8/layout/list1"/>
    <dgm:cxn modelId="{0C21772A-66CB-4FEF-A5B6-2E714B9C1C8D}" type="presParOf" srcId="{4D585F68-F1C3-491E-97C8-FE191B789273}" destId="{B1F5484C-D369-4BD5-8482-9E711671C4DF}" srcOrd="14" destOrd="0" presId="urn:microsoft.com/office/officeart/2005/8/layout/list1"/>
    <dgm:cxn modelId="{0FD8D39E-17F7-4CB4-A6AA-76D4B79E3F5F}" type="presParOf" srcId="{4D585F68-F1C3-491E-97C8-FE191B789273}" destId="{0C5BE476-19FB-492C-8F1A-D69EB9C097F7}" srcOrd="15" destOrd="0" presId="urn:microsoft.com/office/officeart/2005/8/layout/list1"/>
    <dgm:cxn modelId="{1F19EFEA-4D6C-482C-8355-B237F0F782FB}" type="presParOf" srcId="{4D585F68-F1C3-491E-97C8-FE191B789273}" destId="{6E7B3EB9-AA85-4CA2-87C4-407CB90FC0DF}" srcOrd="16" destOrd="0" presId="urn:microsoft.com/office/officeart/2005/8/layout/list1"/>
    <dgm:cxn modelId="{788FAE0D-4430-4D0B-8404-F753895F9A12}" type="presParOf" srcId="{6E7B3EB9-AA85-4CA2-87C4-407CB90FC0DF}" destId="{51465236-67AF-4B28-87C7-38988AA8CADB}" srcOrd="0" destOrd="0" presId="urn:microsoft.com/office/officeart/2005/8/layout/list1"/>
    <dgm:cxn modelId="{EF091CE5-27BB-4D89-9BD0-0413DA3E4CF6}" type="presParOf" srcId="{6E7B3EB9-AA85-4CA2-87C4-407CB90FC0DF}" destId="{41319168-0667-4056-BABA-358591EF7E69}" srcOrd="1" destOrd="0" presId="urn:microsoft.com/office/officeart/2005/8/layout/list1"/>
    <dgm:cxn modelId="{332A4677-F19C-4D07-8E18-2891001222F1}" type="presParOf" srcId="{4D585F68-F1C3-491E-97C8-FE191B789273}" destId="{2BEDA8A5-B3DB-4B2F-852E-9317FF348744}" srcOrd="17" destOrd="0" presId="urn:microsoft.com/office/officeart/2005/8/layout/list1"/>
    <dgm:cxn modelId="{180648CD-311B-4424-AE9D-4E2FA9C3CD60}" type="presParOf" srcId="{4D585F68-F1C3-491E-97C8-FE191B789273}" destId="{4A8180FC-8FFB-4366-8615-E96D7DCDCE55}" srcOrd="18" destOrd="0" presId="urn:microsoft.com/office/officeart/2005/8/layout/list1"/>
    <dgm:cxn modelId="{3457D46E-DC09-4C4C-A188-5AB0C3C3AB79}" type="presParOf" srcId="{4D585F68-F1C3-491E-97C8-FE191B789273}" destId="{42FB377C-8721-4DA9-A3C7-A29F11EF3547}" srcOrd="19" destOrd="0" presId="urn:microsoft.com/office/officeart/2005/8/layout/list1"/>
    <dgm:cxn modelId="{5AEBFE04-9A29-4DEC-ADAB-3F8227F0ED68}" type="presParOf" srcId="{4D585F68-F1C3-491E-97C8-FE191B789273}" destId="{945BD2CD-D92D-4164-8DED-F1BF7A62FDAD}" srcOrd="20" destOrd="0" presId="urn:microsoft.com/office/officeart/2005/8/layout/list1"/>
    <dgm:cxn modelId="{1FAA54E3-1E7B-47F9-BFF4-2C2ED7233F70}" type="presParOf" srcId="{945BD2CD-D92D-4164-8DED-F1BF7A62FDAD}" destId="{07838102-959C-4C3D-B0EC-F2246301927D}" srcOrd="0" destOrd="0" presId="urn:microsoft.com/office/officeart/2005/8/layout/list1"/>
    <dgm:cxn modelId="{9288FACF-A5FD-463A-8F6E-81CB451F00EC}" type="presParOf" srcId="{945BD2CD-D92D-4164-8DED-F1BF7A62FDAD}" destId="{58D026C7-FE1A-47FF-B552-C1429257771D}" srcOrd="1" destOrd="0" presId="urn:microsoft.com/office/officeart/2005/8/layout/list1"/>
    <dgm:cxn modelId="{CCA24B38-D0B5-446A-AB23-98D762897C7D}" type="presParOf" srcId="{4D585F68-F1C3-491E-97C8-FE191B789273}" destId="{9F96252F-C067-4A42-BFF9-25916860290D}" srcOrd="21" destOrd="0" presId="urn:microsoft.com/office/officeart/2005/8/layout/list1"/>
    <dgm:cxn modelId="{F7C1689F-F80A-4615-B478-AEEE6CF8F849}" type="presParOf" srcId="{4D585F68-F1C3-491E-97C8-FE191B789273}" destId="{7E2D209C-DA36-4A46-997A-299371CF31AD}" srcOrd="22" destOrd="0" presId="urn:microsoft.com/office/officeart/2005/8/layout/list1"/>
    <dgm:cxn modelId="{984FA0EB-D013-449E-95F6-C695B8666967}" type="presParOf" srcId="{4D585F68-F1C3-491E-97C8-FE191B789273}" destId="{35481624-1A87-4A87-8BBC-57E51A844995}" srcOrd="23" destOrd="0" presId="urn:microsoft.com/office/officeart/2005/8/layout/list1"/>
    <dgm:cxn modelId="{BEA6F016-6A84-4A20-844C-0EF30886D5BD}" type="presParOf" srcId="{4D585F68-F1C3-491E-97C8-FE191B789273}" destId="{9241B460-79CC-41C1-AA5B-CCF58F32A154}" srcOrd="24" destOrd="0" presId="urn:microsoft.com/office/officeart/2005/8/layout/list1"/>
    <dgm:cxn modelId="{DDBE18A9-5EC9-4D10-8436-FDE122B19D2B}" type="presParOf" srcId="{9241B460-79CC-41C1-AA5B-CCF58F32A154}" destId="{B9EB4781-9F4F-47C0-9EC4-F7127FC8B35B}" srcOrd="0" destOrd="0" presId="urn:microsoft.com/office/officeart/2005/8/layout/list1"/>
    <dgm:cxn modelId="{EB9C3247-1A58-40EE-AFCE-98E8E5654302}" type="presParOf" srcId="{9241B460-79CC-41C1-AA5B-CCF58F32A154}" destId="{A7F2AC5C-B2F5-42AC-A317-ED166E7A4ECA}" srcOrd="1" destOrd="0" presId="urn:microsoft.com/office/officeart/2005/8/layout/list1"/>
    <dgm:cxn modelId="{540DB0BF-32F2-4375-B9BC-85CEE8F2ACDA}" type="presParOf" srcId="{4D585F68-F1C3-491E-97C8-FE191B789273}" destId="{6CE856B3-227B-4D6D-B616-4E6E1A5AE517}" srcOrd="25" destOrd="0" presId="urn:microsoft.com/office/officeart/2005/8/layout/list1"/>
    <dgm:cxn modelId="{5D94EA45-D2D3-46C6-9B40-44DC9DF4CEAA}" type="presParOf" srcId="{4D585F68-F1C3-491E-97C8-FE191B789273}" destId="{971DB6B9-5028-4B16-BE60-62DDDBC2266E}" srcOrd="26" destOrd="0" presId="urn:microsoft.com/office/officeart/2005/8/layout/list1"/>
    <dgm:cxn modelId="{2CA04402-F9AA-4BD9-BB34-5CEF8204D6AF}" type="presParOf" srcId="{4D585F68-F1C3-491E-97C8-FE191B789273}" destId="{C7D66A4E-12F5-478D-B680-D6BD2EFC525B}" srcOrd="27" destOrd="0" presId="urn:microsoft.com/office/officeart/2005/8/layout/list1"/>
    <dgm:cxn modelId="{2F12A961-087E-43A9-B665-6094A54F617F}" type="presParOf" srcId="{4D585F68-F1C3-491E-97C8-FE191B789273}" destId="{F302EC8A-7CB9-48DD-8254-EE8AE740E4C6}" srcOrd="28" destOrd="0" presId="urn:microsoft.com/office/officeart/2005/8/layout/list1"/>
    <dgm:cxn modelId="{52E0F1FD-669C-4BC2-AC82-F93CBF990183}" type="presParOf" srcId="{F302EC8A-7CB9-48DD-8254-EE8AE740E4C6}" destId="{ED19826F-B3F8-47F7-A8AA-936E3DC1C694}" srcOrd="0" destOrd="0" presId="urn:microsoft.com/office/officeart/2005/8/layout/list1"/>
    <dgm:cxn modelId="{B91FE078-EB2E-4052-92D2-58A44F8CE0F0}" type="presParOf" srcId="{F302EC8A-7CB9-48DD-8254-EE8AE740E4C6}" destId="{72E4A986-4E51-4EB0-9642-B9EFE2DBD9AB}" srcOrd="1" destOrd="0" presId="urn:microsoft.com/office/officeart/2005/8/layout/list1"/>
    <dgm:cxn modelId="{7362885D-B8CC-4AB3-BC6A-7AE494D14A99}" type="presParOf" srcId="{4D585F68-F1C3-491E-97C8-FE191B789273}" destId="{4A41912A-7050-4A0F-B9AE-46B9D82E5711}" srcOrd="29" destOrd="0" presId="urn:microsoft.com/office/officeart/2005/8/layout/list1"/>
    <dgm:cxn modelId="{553D8585-C13C-40EA-9A95-C3ABF23C8302}" type="presParOf" srcId="{4D585F68-F1C3-491E-97C8-FE191B789273}" destId="{7CD641FE-7E69-460C-A8CF-8F798E915FE7}" srcOrd="30" destOrd="0" presId="urn:microsoft.com/office/officeart/2005/8/layout/list1"/>
    <dgm:cxn modelId="{8543C769-C1B1-4AD0-80C1-97A3B675493C}" type="presParOf" srcId="{4D585F68-F1C3-491E-97C8-FE191B789273}" destId="{DCC00B8C-B8FA-4414-9D0C-4F1AA19D298B}" srcOrd="31" destOrd="0" presId="urn:microsoft.com/office/officeart/2005/8/layout/list1"/>
    <dgm:cxn modelId="{3268C6E6-6289-4C30-B648-87F575C590EB}" type="presParOf" srcId="{4D585F68-F1C3-491E-97C8-FE191B789273}" destId="{F46D5EE4-5A25-4357-89FB-09C522A47630}" srcOrd="32" destOrd="0" presId="urn:microsoft.com/office/officeart/2005/8/layout/list1"/>
    <dgm:cxn modelId="{0E332F56-63E8-445C-9639-50A5AE8B096D}" type="presParOf" srcId="{F46D5EE4-5A25-4357-89FB-09C522A47630}" destId="{33FEEC48-1FE8-40DB-B425-F21EDD8F181E}" srcOrd="0" destOrd="0" presId="urn:microsoft.com/office/officeart/2005/8/layout/list1"/>
    <dgm:cxn modelId="{145839E6-F6F9-451D-A56E-7AAB5C6AD582}" type="presParOf" srcId="{F46D5EE4-5A25-4357-89FB-09C522A47630}" destId="{7F7A5C7B-AB03-437B-8A7D-9B624E16DB35}" srcOrd="1" destOrd="0" presId="urn:microsoft.com/office/officeart/2005/8/layout/list1"/>
    <dgm:cxn modelId="{5A074D67-9E83-40B0-9B9C-D6BE5FE9A815}" type="presParOf" srcId="{4D585F68-F1C3-491E-97C8-FE191B789273}" destId="{FAAA20E2-EB96-4233-92C1-D08B4AC1AECE}" srcOrd="33" destOrd="0" presId="urn:microsoft.com/office/officeart/2005/8/layout/list1"/>
    <dgm:cxn modelId="{5D1A7EAD-4F89-41EC-BDD4-AEEB68F3FE90}" type="presParOf" srcId="{4D585F68-F1C3-491E-97C8-FE191B789273}" destId="{C724E779-58E5-4B81-BF7C-140594D37D9A}" srcOrd="3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Feasibility Report, Outline Plan, Fast Prototype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719B10B4-9235-4D0A-9007-9ACF0D54C8AC}">
      <dgm:prSet custT="1"/>
      <dgm:spPr/>
      <dgm:t>
        <a:bodyPr/>
        <a:lstStyle/>
        <a:p>
          <a:r>
            <a:rPr lang="en-US" sz="2000" dirty="0" smtClean="0"/>
            <a:t>ER Diagram, Business Object Model</a:t>
          </a:r>
        </a:p>
      </dgm:t>
    </dgm:pt>
    <dgm:pt modelId="{E12344C1-4745-4BFC-8CAC-D4F318FB9F19}" type="parTrans" cxnId="{0C349D60-7212-4F0D-BC5A-8A8540D0DA47}">
      <dgm:prSet/>
      <dgm:spPr/>
      <dgm:t>
        <a:bodyPr/>
        <a:lstStyle/>
        <a:p>
          <a:endParaRPr lang="en-US"/>
        </a:p>
      </dgm:t>
    </dgm:pt>
    <dgm:pt modelId="{9E0E45FC-4A44-4D0A-BFC0-6912204EA15A}" type="sibTrans" cxnId="{0C349D60-7212-4F0D-BC5A-8A8540D0DA47}">
      <dgm:prSet/>
      <dgm:spPr/>
      <dgm:t>
        <a:bodyPr/>
        <a:lstStyle/>
        <a:p>
          <a:endParaRPr lang="en-US"/>
        </a:p>
      </dgm:t>
    </dgm:pt>
    <dgm:pt modelId="{3863BDEE-0FE7-46FC-882E-4F5747835701}">
      <dgm:prSet phldrT="[Text]" custT="1"/>
      <dgm:spPr/>
      <dgm:t>
        <a:bodyPr/>
        <a:lstStyle/>
        <a:p>
          <a:r>
            <a:rPr lang="en-US" sz="2000" dirty="0" smtClean="0"/>
            <a:t>Prioritized Functions, Review Documents</a:t>
          </a:r>
        </a:p>
      </dgm:t>
    </dgm:pt>
    <dgm:pt modelId="{D6087A99-E995-45EC-802F-FF41348C1B0C}" type="parTrans" cxnId="{1CE8A51A-959B-4A63-9121-1A9E8AEF3393}">
      <dgm:prSet/>
      <dgm:spPr/>
    </dgm:pt>
    <dgm:pt modelId="{5A95700D-5665-47D5-AC1B-3F884C910485}" type="sibTrans" cxnId="{1CE8A51A-959B-4A63-9121-1A9E8AEF3393}">
      <dgm:prSet/>
      <dgm:spPr/>
    </dgm:pt>
    <dgm:pt modelId="{12570102-866D-400E-8CFF-7DC399BDCBE6}">
      <dgm:prSet phldrT="[Text]" custT="1"/>
      <dgm:spPr/>
      <dgm:t>
        <a:bodyPr/>
        <a:lstStyle/>
        <a:p>
          <a:r>
            <a:rPr lang="en-US" sz="2000" dirty="0" smtClean="0"/>
            <a:t>Non-functional Requirements, Risk List For Further Development, Configuration Plan</a:t>
          </a:r>
        </a:p>
      </dgm:t>
    </dgm:pt>
    <dgm:pt modelId="{32EA86BC-5655-42B3-85A6-8431912B8CE1}" type="parTrans" cxnId="{34254450-9E90-46F0-ACF2-ADB7EAC00462}">
      <dgm:prSet/>
      <dgm:spPr/>
    </dgm:pt>
    <dgm:pt modelId="{4A7AC10D-E8DB-4FCF-A90C-2297AD165AA8}" type="sibTrans" cxnId="{34254450-9E90-46F0-ACF2-ADB7EAC00462}">
      <dgm:prSet/>
      <dgm:spPr/>
    </dgm:pt>
    <dgm:pt modelId="{B9C25224-8BC7-4F49-8433-79119C934D1E}">
      <dgm:prSet phldrT="[Text]" custT="1"/>
      <dgm:spPr/>
      <dgm:t>
        <a:bodyPr/>
        <a:lstStyle/>
        <a:p>
          <a:r>
            <a:rPr lang="en-US" sz="2000" dirty="0" smtClean="0"/>
            <a:t>User Manual, Project Review</a:t>
          </a:r>
        </a:p>
      </dgm:t>
    </dgm:pt>
    <dgm:pt modelId="{39E02656-0DB8-490B-A0DB-A321FBFC1FD1}" type="parTrans" cxnId="{75E8ACF6-C5E6-42DA-B848-58C26DDB5883}">
      <dgm:prSet/>
      <dgm:spPr/>
    </dgm:pt>
    <dgm:pt modelId="{58F13395-3D71-4A6F-A2DD-EF4A5AB7EE3A}" type="sibTrans" cxnId="{75E8ACF6-C5E6-42DA-B848-58C26DDB5883}">
      <dgm:prSet/>
      <dgm:spPr/>
    </dgm:pt>
    <dgm:pt modelId="{14D87EDC-2815-458B-B3E8-5DA78FEE6E06}">
      <dgm:prSet custT="1"/>
      <dgm:spPr/>
      <dgm:t>
        <a:bodyPr/>
        <a:lstStyle/>
        <a:p>
          <a:r>
            <a:rPr lang="en-US" sz="2000" dirty="0" smtClean="0"/>
            <a:t>Architecture Design, Prototyping Plan</a:t>
          </a:r>
        </a:p>
      </dgm:t>
    </dgm:pt>
    <dgm:pt modelId="{7A4D933A-A277-4366-91D5-4036558862BD}" type="parTrans" cxnId="{4F975E44-C266-4748-91F6-3E12588B0AAD}">
      <dgm:prSet/>
      <dgm:spPr/>
    </dgm:pt>
    <dgm:pt modelId="{30285642-E9F5-4925-B4F0-72BF0452623B}" type="sibTrans" cxnId="{4F975E44-C266-4748-91F6-3E12588B0AAD}">
      <dgm:prSet/>
      <dgm:spPr/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6" custScaleX="10023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6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657E3C1D-2478-4C29-99D9-977BC13CE97A}" type="pres">
      <dgm:prSet presAssocID="{719B10B4-9235-4D0A-9007-9ACF0D54C8AC}" presName="parentLin" presStyleCnt="0"/>
      <dgm:spPr/>
    </dgm:pt>
    <dgm:pt modelId="{CFCC2FE3-37C2-471F-A538-8BD6D7A0736C}" type="pres">
      <dgm:prSet presAssocID="{719B10B4-9235-4D0A-9007-9ACF0D54C8AC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7E151F76-28B5-491E-810B-66D5826F93E5}" type="pres">
      <dgm:prSet presAssocID="{719B10B4-9235-4D0A-9007-9ACF0D54C8AC}" presName="parentText" presStyleLbl="node1" presStyleIdx="1" presStyleCnt="6" custScaleX="10014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CAF120-95FA-4DE6-8F23-2D1236AF9A2A}" type="pres">
      <dgm:prSet presAssocID="{719B10B4-9235-4D0A-9007-9ACF0D54C8AC}" presName="negativeSpace" presStyleCnt="0"/>
      <dgm:spPr/>
    </dgm:pt>
    <dgm:pt modelId="{0DF38826-3530-42A7-93C6-D4B872519025}" type="pres">
      <dgm:prSet presAssocID="{719B10B4-9235-4D0A-9007-9ACF0D54C8AC}" presName="childText" presStyleLbl="conFgAcc1" presStyleIdx="1" presStyleCnt="6">
        <dgm:presLayoutVars>
          <dgm:bulletEnabled val="1"/>
        </dgm:presLayoutVars>
      </dgm:prSet>
      <dgm:spPr/>
    </dgm:pt>
    <dgm:pt modelId="{0A7BDEC3-EA6F-4122-80C4-1B76BCBF29CD}" type="pres">
      <dgm:prSet presAssocID="{9E0E45FC-4A44-4D0A-BFC0-6912204EA15A}" presName="spaceBetweenRectangles" presStyleCnt="0"/>
      <dgm:spPr/>
    </dgm:pt>
    <dgm:pt modelId="{C86E632D-69A0-4852-B0C1-DF4B8008D92E}" type="pres">
      <dgm:prSet presAssocID="{14D87EDC-2815-458B-B3E8-5DA78FEE6E06}" presName="parentLin" presStyleCnt="0"/>
      <dgm:spPr/>
    </dgm:pt>
    <dgm:pt modelId="{8F944C54-DF4F-4FDD-BB97-77ADD7060AEB}" type="pres">
      <dgm:prSet presAssocID="{14D87EDC-2815-458B-B3E8-5DA78FEE6E06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3B54A091-B12B-4093-A932-E580B09715F9}" type="pres">
      <dgm:prSet presAssocID="{14D87EDC-2815-458B-B3E8-5DA78FEE6E06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C0E2FA-2CD3-4411-9ABE-6E9756B95419}" type="pres">
      <dgm:prSet presAssocID="{14D87EDC-2815-458B-B3E8-5DA78FEE6E06}" presName="negativeSpace" presStyleCnt="0"/>
      <dgm:spPr/>
    </dgm:pt>
    <dgm:pt modelId="{D0D4FD5F-F49C-4278-BA0C-94AF5EE5C512}" type="pres">
      <dgm:prSet presAssocID="{14D87EDC-2815-458B-B3E8-5DA78FEE6E06}" presName="childText" presStyleLbl="conFgAcc1" presStyleIdx="2" presStyleCnt="6">
        <dgm:presLayoutVars>
          <dgm:bulletEnabled val="1"/>
        </dgm:presLayoutVars>
      </dgm:prSet>
      <dgm:spPr/>
    </dgm:pt>
    <dgm:pt modelId="{51B5E392-FAAD-4C8B-80DA-F9CB80022707}" type="pres">
      <dgm:prSet presAssocID="{30285642-E9F5-4925-B4F0-72BF0452623B}" presName="spaceBetweenRectangles" presStyleCnt="0"/>
      <dgm:spPr/>
    </dgm:pt>
    <dgm:pt modelId="{D9AA5FD4-1A07-412B-A3EC-0CDF1773F66C}" type="pres">
      <dgm:prSet presAssocID="{3863BDEE-0FE7-46FC-882E-4F5747835701}" presName="parentLin" presStyleCnt="0"/>
      <dgm:spPr/>
    </dgm:pt>
    <dgm:pt modelId="{5C5BE01A-2636-4C28-8CA6-1B65482A384E}" type="pres">
      <dgm:prSet presAssocID="{3863BDEE-0FE7-46FC-882E-4F5747835701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0CC01930-6B9F-4DD3-9012-25765EC97D20}" type="pres">
      <dgm:prSet presAssocID="{3863BDEE-0FE7-46FC-882E-4F5747835701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D7FBAA-156B-470C-9D6F-591102E8287C}" type="pres">
      <dgm:prSet presAssocID="{3863BDEE-0FE7-46FC-882E-4F5747835701}" presName="negativeSpace" presStyleCnt="0"/>
      <dgm:spPr/>
    </dgm:pt>
    <dgm:pt modelId="{4C07895B-D256-4301-81C2-F1B6D06DC4B2}" type="pres">
      <dgm:prSet presAssocID="{3863BDEE-0FE7-46FC-882E-4F5747835701}" presName="childText" presStyleLbl="conFgAcc1" presStyleIdx="3" presStyleCnt="6">
        <dgm:presLayoutVars>
          <dgm:bulletEnabled val="1"/>
        </dgm:presLayoutVars>
      </dgm:prSet>
      <dgm:spPr/>
    </dgm:pt>
    <dgm:pt modelId="{911851A2-C96E-476B-9D0E-00FFA9D48978}" type="pres">
      <dgm:prSet presAssocID="{5A95700D-5665-47D5-AC1B-3F884C910485}" presName="spaceBetweenRectangles" presStyleCnt="0"/>
      <dgm:spPr/>
    </dgm:pt>
    <dgm:pt modelId="{20C88DB2-2B31-45F3-806E-4F64132A9873}" type="pres">
      <dgm:prSet presAssocID="{12570102-866D-400E-8CFF-7DC399BDCBE6}" presName="parentLin" presStyleCnt="0"/>
      <dgm:spPr/>
    </dgm:pt>
    <dgm:pt modelId="{D8A3A1C6-BD85-4DB7-BA32-BCBA2F4B32F3}" type="pres">
      <dgm:prSet presAssocID="{12570102-866D-400E-8CFF-7DC399BDCBE6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570C43E1-33E1-487A-9C6C-0F35CCE36365}" type="pres">
      <dgm:prSet presAssocID="{12570102-866D-400E-8CFF-7DC399BDCBE6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CB3C73-4F28-4008-9150-22D26F14CD29}" type="pres">
      <dgm:prSet presAssocID="{12570102-866D-400E-8CFF-7DC399BDCBE6}" presName="negativeSpace" presStyleCnt="0"/>
      <dgm:spPr/>
    </dgm:pt>
    <dgm:pt modelId="{0C490377-F1FA-4219-85FF-D6DF906DA1DC}" type="pres">
      <dgm:prSet presAssocID="{12570102-866D-400E-8CFF-7DC399BDCBE6}" presName="childText" presStyleLbl="conFgAcc1" presStyleIdx="4" presStyleCnt="6">
        <dgm:presLayoutVars>
          <dgm:bulletEnabled val="1"/>
        </dgm:presLayoutVars>
      </dgm:prSet>
      <dgm:spPr/>
    </dgm:pt>
    <dgm:pt modelId="{FB9ED7F1-076D-437D-AEE9-3C3FA770D8D0}" type="pres">
      <dgm:prSet presAssocID="{4A7AC10D-E8DB-4FCF-A90C-2297AD165AA8}" presName="spaceBetweenRectangles" presStyleCnt="0"/>
      <dgm:spPr/>
    </dgm:pt>
    <dgm:pt modelId="{67745130-7A44-4873-8971-C62A7DFB8B9B}" type="pres">
      <dgm:prSet presAssocID="{B9C25224-8BC7-4F49-8433-79119C934D1E}" presName="parentLin" presStyleCnt="0"/>
      <dgm:spPr/>
    </dgm:pt>
    <dgm:pt modelId="{2B2B965A-A027-4DCA-8206-EE18CA24BEF1}" type="pres">
      <dgm:prSet presAssocID="{B9C25224-8BC7-4F49-8433-79119C934D1E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220B1167-953B-473B-AB1E-0A710DBFAC6D}" type="pres">
      <dgm:prSet presAssocID="{B9C25224-8BC7-4F49-8433-79119C934D1E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55821-046B-4A82-97F4-8055560501CF}" type="pres">
      <dgm:prSet presAssocID="{B9C25224-8BC7-4F49-8433-79119C934D1E}" presName="negativeSpace" presStyleCnt="0"/>
      <dgm:spPr/>
    </dgm:pt>
    <dgm:pt modelId="{93701A64-AEB0-40DE-88A9-7464EB097D94}" type="pres">
      <dgm:prSet presAssocID="{B9C25224-8BC7-4F49-8433-79119C934D1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542CA83-1FC6-43AE-9B48-E260FFF863BD}" type="presOf" srcId="{3863BDEE-0FE7-46FC-882E-4F5747835701}" destId="{5C5BE01A-2636-4C28-8CA6-1B65482A384E}" srcOrd="0" destOrd="0" presId="urn:microsoft.com/office/officeart/2005/8/layout/list1"/>
    <dgm:cxn modelId="{34254450-9E90-46F0-ACF2-ADB7EAC00462}" srcId="{259721CE-C292-4BF7-AA2B-27507BE9C04D}" destId="{12570102-866D-400E-8CFF-7DC399BDCBE6}" srcOrd="4" destOrd="0" parTransId="{32EA86BC-5655-42B3-85A6-8431912B8CE1}" sibTransId="{4A7AC10D-E8DB-4FCF-A90C-2297AD165AA8}"/>
    <dgm:cxn modelId="{C641C420-0710-4DCF-AC44-D8216331D1D7}" type="presOf" srcId="{259721CE-C292-4BF7-AA2B-27507BE9C04D}" destId="{4D585F68-F1C3-491E-97C8-FE191B789273}" srcOrd="0" destOrd="0" presId="urn:microsoft.com/office/officeart/2005/8/layout/list1"/>
    <dgm:cxn modelId="{1B761F23-14A2-4E4D-A154-B6AE75376827}" type="presOf" srcId="{14D87EDC-2815-458B-B3E8-5DA78FEE6E06}" destId="{3B54A091-B12B-4093-A932-E580B09715F9}" srcOrd="1" destOrd="0" presId="urn:microsoft.com/office/officeart/2005/8/layout/list1"/>
    <dgm:cxn modelId="{7F5341F4-8FB8-48CE-B4A8-058E898C355F}" type="presOf" srcId="{B9C25224-8BC7-4F49-8433-79119C934D1E}" destId="{2B2B965A-A027-4DCA-8206-EE18CA24BEF1}" srcOrd="0" destOrd="0" presId="urn:microsoft.com/office/officeart/2005/8/layout/list1"/>
    <dgm:cxn modelId="{92037177-5E97-4384-9823-7457557AFF2A}" type="presOf" srcId="{5A232CEB-62D8-4589-8260-D2DD0950260D}" destId="{848FFB67-E67A-4AED-860D-D3CE90B334DB}" srcOrd="1" destOrd="0" presId="urn:microsoft.com/office/officeart/2005/8/layout/list1"/>
    <dgm:cxn modelId="{01AB82CC-3393-4696-9984-FCA186B17827}" type="presOf" srcId="{719B10B4-9235-4D0A-9007-9ACF0D54C8AC}" destId="{7E151F76-28B5-491E-810B-66D5826F93E5}" srcOrd="1" destOrd="0" presId="urn:microsoft.com/office/officeart/2005/8/layout/list1"/>
    <dgm:cxn modelId="{1238CF38-C8EC-4D88-87F6-5961114E1F2A}" type="presOf" srcId="{719B10B4-9235-4D0A-9007-9ACF0D54C8AC}" destId="{CFCC2FE3-37C2-471F-A538-8BD6D7A0736C}" srcOrd="0" destOrd="0" presId="urn:microsoft.com/office/officeart/2005/8/layout/list1"/>
    <dgm:cxn modelId="{0C349D60-7212-4F0D-BC5A-8A8540D0DA47}" srcId="{259721CE-C292-4BF7-AA2B-27507BE9C04D}" destId="{719B10B4-9235-4D0A-9007-9ACF0D54C8AC}" srcOrd="1" destOrd="0" parTransId="{E12344C1-4745-4BFC-8CAC-D4F318FB9F19}" sibTransId="{9E0E45FC-4A44-4D0A-BFC0-6912204EA15A}"/>
    <dgm:cxn modelId="{58EBF83D-EB6E-422E-A7EE-93B60E8D25FB}" type="presOf" srcId="{3863BDEE-0FE7-46FC-882E-4F5747835701}" destId="{0CC01930-6B9F-4DD3-9012-25765EC97D20}" srcOrd="1" destOrd="0" presId="urn:microsoft.com/office/officeart/2005/8/layout/list1"/>
    <dgm:cxn modelId="{B93D7B97-6985-4E86-8A4A-9E4FF25B82B6}" type="presOf" srcId="{B9C25224-8BC7-4F49-8433-79119C934D1E}" destId="{220B1167-953B-473B-AB1E-0A710DBFAC6D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4F975E44-C266-4748-91F6-3E12588B0AAD}" srcId="{259721CE-C292-4BF7-AA2B-27507BE9C04D}" destId="{14D87EDC-2815-458B-B3E8-5DA78FEE6E06}" srcOrd="2" destOrd="0" parTransId="{7A4D933A-A277-4366-91D5-4036558862BD}" sibTransId="{30285642-E9F5-4925-B4F0-72BF0452623B}"/>
    <dgm:cxn modelId="{6E9CD25D-04E7-45E6-AA46-D2041A4165FC}" type="presOf" srcId="{14D87EDC-2815-458B-B3E8-5DA78FEE6E06}" destId="{8F944C54-DF4F-4FDD-BB97-77ADD7060AEB}" srcOrd="0" destOrd="0" presId="urn:microsoft.com/office/officeart/2005/8/layout/list1"/>
    <dgm:cxn modelId="{BD5D5498-AFA3-489A-A900-A6EED1D6E5AD}" type="presOf" srcId="{12570102-866D-400E-8CFF-7DC399BDCBE6}" destId="{570C43E1-33E1-487A-9C6C-0F35CCE36365}" srcOrd="1" destOrd="0" presId="urn:microsoft.com/office/officeart/2005/8/layout/list1"/>
    <dgm:cxn modelId="{75E8ACF6-C5E6-42DA-B848-58C26DDB5883}" srcId="{259721CE-C292-4BF7-AA2B-27507BE9C04D}" destId="{B9C25224-8BC7-4F49-8433-79119C934D1E}" srcOrd="5" destOrd="0" parTransId="{39E02656-0DB8-490B-A0DB-A321FBFC1FD1}" sibTransId="{58F13395-3D71-4A6F-A2DD-EF4A5AB7EE3A}"/>
    <dgm:cxn modelId="{1CE8A51A-959B-4A63-9121-1A9E8AEF3393}" srcId="{259721CE-C292-4BF7-AA2B-27507BE9C04D}" destId="{3863BDEE-0FE7-46FC-882E-4F5747835701}" srcOrd="3" destOrd="0" parTransId="{D6087A99-E995-45EC-802F-FF41348C1B0C}" sibTransId="{5A95700D-5665-47D5-AC1B-3F884C910485}"/>
    <dgm:cxn modelId="{62D5FD71-EB2C-4E45-A890-7FF76D491FEC}" type="presOf" srcId="{5A232CEB-62D8-4589-8260-D2DD0950260D}" destId="{0B349CBC-8ED4-48C8-A222-9C9340338692}" srcOrd="0" destOrd="0" presId="urn:microsoft.com/office/officeart/2005/8/layout/list1"/>
    <dgm:cxn modelId="{B010F0DB-93E4-4726-A54D-B7918E5200C9}" type="presOf" srcId="{12570102-866D-400E-8CFF-7DC399BDCBE6}" destId="{D8A3A1C6-BD85-4DB7-BA32-BCBA2F4B32F3}" srcOrd="0" destOrd="0" presId="urn:microsoft.com/office/officeart/2005/8/layout/list1"/>
    <dgm:cxn modelId="{EE2CC483-AC03-4FFA-8425-CD444A3F972D}" type="presParOf" srcId="{4D585F68-F1C3-491E-97C8-FE191B789273}" destId="{E9118B4B-820F-4974-9EC5-2AA1C73EF9CD}" srcOrd="0" destOrd="0" presId="urn:microsoft.com/office/officeart/2005/8/layout/list1"/>
    <dgm:cxn modelId="{236275E9-A180-4D8A-8D17-BF5C6E70E963}" type="presParOf" srcId="{E9118B4B-820F-4974-9EC5-2AA1C73EF9CD}" destId="{0B349CBC-8ED4-48C8-A222-9C9340338692}" srcOrd="0" destOrd="0" presId="urn:microsoft.com/office/officeart/2005/8/layout/list1"/>
    <dgm:cxn modelId="{D72BABBF-A222-4573-AD82-51E782544184}" type="presParOf" srcId="{E9118B4B-820F-4974-9EC5-2AA1C73EF9CD}" destId="{848FFB67-E67A-4AED-860D-D3CE90B334DB}" srcOrd="1" destOrd="0" presId="urn:microsoft.com/office/officeart/2005/8/layout/list1"/>
    <dgm:cxn modelId="{A4FD2AC6-F03B-4D06-9848-BED847FBDFA0}" type="presParOf" srcId="{4D585F68-F1C3-491E-97C8-FE191B789273}" destId="{E60DF7E8-B64D-4839-AD8F-7162382F7282}" srcOrd="1" destOrd="0" presId="urn:microsoft.com/office/officeart/2005/8/layout/list1"/>
    <dgm:cxn modelId="{A69BD5CF-19C8-4A67-A53E-303BEA4FAFF3}" type="presParOf" srcId="{4D585F68-F1C3-491E-97C8-FE191B789273}" destId="{5E62230B-D0E7-44B1-B792-63524C0AF476}" srcOrd="2" destOrd="0" presId="urn:microsoft.com/office/officeart/2005/8/layout/list1"/>
    <dgm:cxn modelId="{06545939-9B64-4DEF-B5AF-9C497B07F612}" type="presParOf" srcId="{4D585F68-F1C3-491E-97C8-FE191B789273}" destId="{9AD6B864-3920-4D2F-995E-6A1AAEBE2594}" srcOrd="3" destOrd="0" presId="urn:microsoft.com/office/officeart/2005/8/layout/list1"/>
    <dgm:cxn modelId="{3D5D682D-287F-433B-8BF3-D026E64ECB27}" type="presParOf" srcId="{4D585F68-F1C3-491E-97C8-FE191B789273}" destId="{657E3C1D-2478-4C29-99D9-977BC13CE97A}" srcOrd="4" destOrd="0" presId="urn:microsoft.com/office/officeart/2005/8/layout/list1"/>
    <dgm:cxn modelId="{3DA90508-A625-4BD1-99A9-A9AE2B224A32}" type="presParOf" srcId="{657E3C1D-2478-4C29-99D9-977BC13CE97A}" destId="{CFCC2FE3-37C2-471F-A538-8BD6D7A0736C}" srcOrd="0" destOrd="0" presId="urn:microsoft.com/office/officeart/2005/8/layout/list1"/>
    <dgm:cxn modelId="{8511EBB2-C668-4CC8-AA9E-96F284DD0030}" type="presParOf" srcId="{657E3C1D-2478-4C29-99D9-977BC13CE97A}" destId="{7E151F76-28B5-491E-810B-66D5826F93E5}" srcOrd="1" destOrd="0" presId="urn:microsoft.com/office/officeart/2005/8/layout/list1"/>
    <dgm:cxn modelId="{1743BA96-C0CA-4557-8DA2-33390A8486A3}" type="presParOf" srcId="{4D585F68-F1C3-491E-97C8-FE191B789273}" destId="{C6CAF120-95FA-4DE6-8F23-2D1236AF9A2A}" srcOrd="5" destOrd="0" presId="urn:microsoft.com/office/officeart/2005/8/layout/list1"/>
    <dgm:cxn modelId="{95C112F7-1D7B-48D9-99C8-EC401826439B}" type="presParOf" srcId="{4D585F68-F1C3-491E-97C8-FE191B789273}" destId="{0DF38826-3530-42A7-93C6-D4B872519025}" srcOrd="6" destOrd="0" presId="urn:microsoft.com/office/officeart/2005/8/layout/list1"/>
    <dgm:cxn modelId="{0007CF64-87AF-45EF-8C31-71882A1B1A35}" type="presParOf" srcId="{4D585F68-F1C3-491E-97C8-FE191B789273}" destId="{0A7BDEC3-EA6F-4122-80C4-1B76BCBF29CD}" srcOrd="7" destOrd="0" presId="urn:microsoft.com/office/officeart/2005/8/layout/list1"/>
    <dgm:cxn modelId="{A5A02A67-A69E-4D58-9037-A4EF340AD7FF}" type="presParOf" srcId="{4D585F68-F1C3-491E-97C8-FE191B789273}" destId="{C86E632D-69A0-4852-B0C1-DF4B8008D92E}" srcOrd="8" destOrd="0" presId="urn:microsoft.com/office/officeart/2005/8/layout/list1"/>
    <dgm:cxn modelId="{0022F856-A3E1-41B5-979B-69F2D1B7FF62}" type="presParOf" srcId="{C86E632D-69A0-4852-B0C1-DF4B8008D92E}" destId="{8F944C54-DF4F-4FDD-BB97-77ADD7060AEB}" srcOrd="0" destOrd="0" presId="urn:microsoft.com/office/officeart/2005/8/layout/list1"/>
    <dgm:cxn modelId="{585117DE-7C45-4467-940A-824B58DB739C}" type="presParOf" srcId="{C86E632D-69A0-4852-B0C1-DF4B8008D92E}" destId="{3B54A091-B12B-4093-A932-E580B09715F9}" srcOrd="1" destOrd="0" presId="urn:microsoft.com/office/officeart/2005/8/layout/list1"/>
    <dgm:cxn modelId="{7C329DB6-33C8-4339-9A23-B09E84471AC5}" type="presParOf" srcId="{4D585F68-F1C3-491E-97C8-FE191B789273}" destId="{16C0E2FA-2CD3-4411-9ABE-6E9756B95419}" srcOrd="9" destOrd="0" presId="urn:microsoft.com/office/officeart/2005/8/layout/list1"/>
    <dgm:cxn modelId="{E77E9471-1B85-43F0-A08F-F8AF7D481814}" type="presParOf" srcId="{4D585F68-F1C3-491E-97C8-FE191B789273}" destId="{D0D4FD5F-F49C-4278-BA0C-94AF5EE5C512}" srcOrd="10" destOrd="0" presId="urn:microsoft.com/office/officeart/2005/8/layout/list1"/>
    <dgm:cxn modelId="{87ED883C-F2E5-41C0-A771-641B39BF3BC9}" type="presParOf" srcId="{4D585F68-F1C3-491E-97C8-FE191B789273}" destId="{51B5E392-FAAD-4C8B-80DA-F9CB80022707}" srcOrd="11" destOrd="0" presId="urn:microsoft.com/office/officeart/2005/8/layout/list1"/>
    <dgm:cxn modelId="{22EF4689-450A-4A2B-AB21-8AB3B35FA26D}" type="presParOf" srcId="{4D585F68-F1C3-491E-97C8-FE191B789273}" destId="{D9AA5FD4-1A07-412B-A3EC-0CDF1773F66C}" srcOrd="12" destOrd="0" presId="urn:microsoft.com/office/officeart/2005/8/layout/list1"/>
    <dgm:cxn modelId="{B26ABCFD-4FA5-4C46-8800-3B75FE41B933}" type="presParOf" srcId="{D9AA5FD4-1A07-412B-A3EC-0CDF1773F66C}" destId="{5C5BE01A-2636-4C28-8CA6-1B65482A384E}" srcOrd="0" destOrd="0" presId="urn:microsoft.com/office/officeart/2005/8/layout/list1"/>
    <dgm:cxn modelId="{478A8F27-B9E3-4E79-80BD-FB9F51430567}" type="presParOf" srcId="{D9AA5FD4-1A07-412B-A3EC-0CDF1773F66C}" destId="{0CC01930-6B9F-4DD3-9012-25765EC97D20}" srcOrd="1" destOrd="0" presId="urn:microsoft.com/office/officeart/2005/8/layout/list1"/>
    <dgm:cxn modelId="{591F1ED1-7B48-4B0A-B380-2A3D7F9C7145}" type="presParOf" srcId="{4D585F68-F1C3-491E-97C8-FE191B789273}" destId="{31D7FBAA-156B-470C-9D6F-591102E8287C}" srcOrd="13" destOrd="0" presId="urn:microsoft.com/office/officeart/2005/8/layout/list1"/>
    <dgm:cxn modelId="{F0B3FFD0-0960-43A5-B1FD-7AA57E7567E3}" type="presParOf" srcId="{4D585F68-F1C3-491E-97C8-FE191B789273}" destId="{4C07895B-D256-4301-81C2-F1B6D06DC4B2}" srcOrd="14" destOrd="0" presId="urn:microsoft.com/office/officeart/2005/8/layout/list1"/>
    <dgm:cxn modelId="{817F3C49-B2D0-4B54-9FE6-5F5AC6EE0975}" type="presParOf" srcId="{4D585F68-F1C3-491E-97C8-FE191B789273}" destId="{911851A2-C96E-476B-9D0E-00FFA9D48978}" srcOrd="15" destOrd="0" presId="urn:microsoft.com/office/officeart/2005/8/layout/list1"/>
    <dgm:cxn modelId="{B934569D-AB65-453C-9DE5-72CF335F2215}" type="presParOf" srcId="{4D585F68-F1C3-491E-97C8-FE191B789273}" destId="{20C88DB2-2B31-45F3-806E-4F64132A9873}" srcOrd="16" destOrd="0" presId="urn:microsoft.com/office/officeart/2005/8/layout/list1"/>
    <dgm:cxn modelId="{B04EE414-F845-456B-A719-276C4C3F823E}" type="presParOf" srcId="{20C88DB2-2B31-45F3-806E-4F64132A9873}" destId="{D8A3A1C6-BD85-4DB7-BA32-BCBA2F4B32F3}" srcOrd="0" destOrd="0" presId="urn:microsoft.com/office/officeart/2005/8/layout/list1"/>
    <dgm:cxn modelId="{5B9B8404-0FB4-4C24-BAEB-0590578E6C6C}" type="presParOf" srcId="{20C88DB2-2B31-45F3-806E-4F64132A9873}" destId="{570C43E1-33E1-487A-9C6C-0F35CCE36365}" srcOrd="1" destOrd="0" presId="urn:microsoft.com/office/officeart/2005/8/layout/list1"/>
    <dgm:cxn modelId="{DBDE7E2B-B6C5-42A5-BD20-029AC60FCDE8}" type="presParOf" srcId="{4D585F68-F1C3-491E-97C8-FE191B789273}" destId="{1ECB3C73-4F28-4008-9150-22D26F14CD29}" srcOrd="17" destOrd="0" presId="urn:microsoft.com/office/officeart/2005/8/layout/list1"/>
    <dgm:cxn modelId="{231DE740-A13D-4160-ACA9-385BAD8F45AC}" type="presParOf" srcId="{4D585F68-F1C3-491E-97C8-FE191B789273}" destId="{0C490377-F1FA-4219-85FF-D6DF906DA1DC}" srcOrd="18" destOrd="0" presId="urn:microsoft.com/office/officeart/2005/8/layout/list1"/>
    <dgm:cxn modelId="{92EEE9B3-38BF-4163-8D08-4D833412A88F}" type="presParOf" srcId="{4D585F68-F1C3-491E-97C8-FE191B789273}" destId="{FB9ED7F1-076D-437D-AEE9-3C3FA770D8D0}" srcOrd="19" destOrd="0" presId="urn:microsoft.com/office/officeart/2005/8/layout/list1"/>
    <dgm:cxn modelId="{D5C74895-29BA-4151-95C9-759B40CA0E6E}" type="presParOf" srcId="{4D585F68-F1C3-491E-97C8-FE191B789273}" destId="{67745130-7A44-4873-8971-C62A7DFB8B9B}" srcOrd="20" destOrd="0" presId="urn:microsoft.com/office/officeart/2005/8/layout/list1"/>
    <dgm:cxn modelId="{A8E02946-1ACA-4F19-B13B-1F7BCE1F227B}" type="presParOf" srcId="{67745130-7A44-4873-8971-C62A7DFB8B9B}" destId="{2B2B965A-A027-4DCA-8206-EE18CA24BEF1}" srcOrd="0" destOrd="0" presId="urn:microsoft.com/office/officeart/2005/8/layout/list1"/>
    <dgm:cxn modelId="{0D52FD24-ECCD-44BA-9953-E064E39798CE}" type="presParOf" srcId="{67745130-7A44-4873-8971-C62A7DFB8B9B}" destId="{220B1167-953B-473B-AB1E-0A710DBFAC6D}" srcOrd="1" destOrd="0" presId="urn:microsoft.com/office/officeart/2005/8/layout/list1"/>
    <dgm:cxn modelId="{50A68BAA-99DE-49FC-803F-F7E86E449446}" type="presParOf" srcId="{4D585F68-F1C3-491E-97C8-FE191B789273}" destId="{8F655821-046B-4A82-97F4-8055560501CF}" srcOrd="21" destOrd="0" presId="urn:microsoft.com/office/officeart/2005/8/layout/list1"/>
    <dgm:cxn modelId="{9F00F12B-D790-4D18-B32D-BBAB3BD3F9C9}" type="presParOf" srcId="{4D585F68-F1C3-491E-97C8-FE191B789273}" destId="{93701A64-AEB0-40DE-88A9-7464EB097D9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(Ambassador) User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719B10B4-9235-4D0A-9007-9ACF0D54C8AC}">
      <dgm:prSet custT="1"/>
      <dgm:spPr/>
      <dgm:t>
        <a:bodyPr/>
        <a:lstStyle/>
        <a:p>
          <a:r>
            <a:rPr lang="en-US" sz="2000" dirty="0" smtClean="0"/>
            <a:t>Executive Sponsor</a:t>
          </a:r>
        </a:p>
      </dgm:t>
    </dgm:pt>
    <dgm:pt modelId="{E12344C1-4745-4BFC-8CAC-D4F318FB9F19}" type="parTrans" cxnId="{0C349D60-7212-4F0D-BC5A-8A8540D0DA47}">
      <dgm:prSet/>
      <dgm:spPr/>
      <dgm:t>
        <a:bodyPr/>
        <a:lstStyle/>
        <a:p>
          <a:endParaRPr lang="en-US"/>
        </a:p>
      </dgm:t>
    </dgm:pt>
    <dgm:pt modelId="{9E0E45FC-4A44-4D0A-BFC0-6912204EA15A}" type="sibTrans" cxnId="{0C349D60-7212-4F0D-BC5A-8A8540D0DA47}">
      <dgm:prSet/>
      <dgm:spPr/>
      <dgm:t>
        <a:bodyPr/>
        <a:lstStyle/>
        <a:p>
          <a:endParaRPr lang="en-US"/>
        </a:p>
      </dgm:t>
    </dgm:pt>
    <dgm:pt modelId="{42387B53-88F4-47DF-A781-7517F3AC9808}">
      <dgm:prSet phldrT="[Text]" custT="1"/>
      <dgm:spPr/>
      <dgm:t>
        <a:bodyPr/>
        <a:lstStyle/>
        <a:p>
          <a:r>
            <a:rPr lang="en-US" sz="2000" dirty="0" smtClean="0"/>
            <a:t>Project Manager</a:t>
          </a:r>
        </a:p>
      </dgm:t>
    </dgm:pt>
    <dgm:pt modelId="{92B2358A-891C-4332-99A7-30AACEC1F9B5}" type="parTrans" cxnId="{3C34B617-B057-450D-B56C-08C40E70B777}">
      <dgm:prSet/>
      <dgm:spPr/>
      <dgm:t>
        <a:bodyPr/>
        <a:lstStyle/>
        <a:p>
          <a:endParaRPr lang="en-US"/>
        </a:p>
      </dgm:t>
    </dgm:pt>
    <dgm:pt modelId="{7D85AEDB-7D12-413A-A217-238EB204C1A1}" type="sibTrans" cxnId="{3C34B617-B057-450D-B56C-08C40E70B777}">
      <dgm:prSet/>
      <dgm:spPr/>
      <dgm:t>
        <a:bodyPr/>
        <a:lstStyle/>
        <a:p>
          <a:endParaRPr lang="en-US"/>
        </a:p>
      </dgm:t>
    </dgm:pt>
    <dgm:pt modelId="{D3D0CEB7-16BE-42F3-83F6-D5BDAD3C0D04}">
      <dgm:prSet custT="1"/>
      <dgm:spPr/>
      <dgm:t>
        <a:bodyPr/>
        <a:lstStyle/>
        <a:p>
          <a:r>
            <a:rPr lang="en-US" sz="2000" smtClean="0"/>
            <a:t>Visionary</a:t>
          </a:r>
          <a:endParaRPr lang="en-US" sz="2000" dirty="0" smtClean="0"/>
        </a:p>
      </dgm:t>
    </dgm:pt>
    <dgm:pt modelId="{DE4B3B9B-E921-4714-8516-62F818D8C9F5}" type="sibTrans" cxnId="{CEB6981A-94D4-45E4-8EEE-2F4956A5E177}">
      <dgm:prSet/>
      <dgm:spPr/>
      <dgm:t>
        <a:bodyPr/>
        <a:lstStyle/>
        <a:p>
          <a:endParaRPr lang="en-US"/>
        </a:p>
      </dgm:t>
    </dgm:pt>
    <dgm:pt modelId="{B1E61B00-99E1-4B9B-9931-D299D9945696}" type="parTrans" cxnId="{CEB6981A-94D4-45E4-8EEE-2F4956A5E177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Advisor</a:t>
          </a:r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863BDEE-0FE7-46FC-882E-4F5747835701}">
      <dgm:prSet phldrT="[Text]" custT="1"/>
      <dgm:spPr/>
      <dgm:t>
        <a:bodyPr/>
        <a:lstStyle/>
        <a:p>
          <a:r>
            <a:rPr lang="en-US" sz="2000" dirty="0" smtClean="0"/>
            <a:t>Team Manager</a:t>
          </a:r>
        </a:p>
      </dgm:t>
    </dgm:pt>
    <dgm:pt modelId="{D6087A99-E995-45EC-802F-FF41348C1B0C}" type="parTrans" cxnId="{1CE8A51A-959B-4A63-9121-1A9E8AEF3393}">
      <dgm:prSet/>
      <dgm:spPr/>
    </dgm:pt>
    <dgm:pt modelId="{5A95700D-5665-47D5-AC1B-3F884C910485}" type="sibTrans" cxnId="{1CE8A51A-959B-4A63-9121-1A9E8AEF3393}">
      <dgm:prSet/>
      <dgm:spPr/>
    </dgm:pt>
    <dgm:pt modelId="{12570102-866D-400E-8CFF-7DC399BDCBE6}">
      <dgm:prSet phldrT="[Text]" custT="1"/>
      <dgm:spPr/>
      <dgm:t>
        <a:bodyPr/>
        <a:lstStyle/>
        <a:p>
          <a:r>
            <a:rPr lang="en-US" sz="2000" dirty="0" smtClean="0"/>
            <a:t>Developer</a:t>
          </a:r>
        </a:p>
      </dgm:t>
    </dgm:pt>
    <dgm:pt modelId="{32EA86BC-5655-42B3-85A6-8431912B8CE1}" type="parTrans" cxnId="{34254450-9E90-46F0-ACF2-ADB7EAC00462}">
      <dgm:prSet/>
      <dgm:spPr/>
    </dgm:pt>
    <dgm:pt modelId="{4A7AC10D-E8DB-4FCF-A90C-2297AD165AA8}" type="sibTrans" cxnId="{34254450-9E90-46F0-ACF2-ADB7EAC00462}">
      <dgm:prSet/>
      <dgm:spPr/>
    </dgm:pt>
    <dgm:pt modelId="{B9C25224-8BC7-4F49-8433-79119C934D1E}">
      <dgm:prSet phldrT="[Text]" custT="1"/>
      <dgm:spPr/>
      <dgm:t>
        <a:bodyPr/>
        <a:lstStyle/>
        <a:p>
          <a:r>
            <a:rPr lang="en-US" sz="2000" dirty="0" smtClean="0"/>
            <a:t>Scribe</a:t>
          </a:r>
        </a:p>
      </dgm:t>
    </dgm:pt>
    <dgm:pt modelId="{39E02656-0DB8-490B-A0DB-A321FBFC1FD1}" type="parTrans" cxnId="{75E8ACF6-C5E6-42DA-B848-58C26DDB5883}">
      <dgm:prSet/>
      <dgm:spPr/>
    </dgm:pt>
    <dgm:pt modelId="{58F13395-3D71-4A6F-A2DD-EF4A5AB7EE3A}" type="sibTrans" cxnId="{75E8ACF6-C5E6-42DA-B848-58C26DDB5883}">
      <dgm:prSet/>
      <dgm:spPr/>
    </dgm:pt>
    <dgm:pt modelId="{14D87EDC-2815-458B-B3E8-5DA78FEE6E06}">
      <dgm:prSet custT="1"/>
      <dgm:spPr/>
      <dgm:t>
        <a:bodyPr/>
        <a:lstStyle/>
        <a:p>
          <a:r>
            <a:rPr lang="en-US" sz="2000" dirty="0" smtClean="0"/>
            <a:t>Technical Coordinator</a:t>
          </a:r>
        </a:p>
      </dgm:t>
    </dgm:pt>
    <dgm:pt modelId="{7A4D933A-A277-4366-91D5-4036558862BD}" type="parTrans" cxnId="{4F975E44-C266-4748-91F6-3E12588B0AAD}">
      <dgm:prSet/>
      <dgm:spPr/>
    </dgm:pt>
    <dgm:pt modelId="{30285642-E9F5-4925-B4F0-72BF0452623B}" type="sibTrans" cxnId="{4F975E44-C266-4748-91F6-3E12588B0AAD}">
      <dgm:prSet/>
      <dgm:spPr/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9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9" custScaleX="10023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9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0" presStyleCnt="9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1" presStyleCnt="9" custScaleX="100231" custScaleY="9804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1" presStyleCnt="9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8323F848-BA0E-4096-B26C-73C61C02E7C0}" type="pres">
      <dgm:prSet presAssocID="{D3D0CEB7-16BE-42F3-83F6-D5BDAD3C0D04}" presName="parentLin" presStyleCnt="0"/>
      <dgm:spPr/>
    </dgm:pt>
    <dgm:pt modelId="{5156C545-4211-4D3F-A5EB-0C5C5C69A7B5}" type="pres">
      <dgm:prSet presAssocID="{D3D0CEB7-16BE-42F3-83F6-D5BDAD3C0D04}" presName="parentLeftMargin" presStyleLbl="node1" presStyleIdx="1" presStyleCnt="9"/>
      <dgm:spPr/>
      <dgm:t>
        <a:bodyPr/>
        <a:lstStyle/>
        <a:p>
          <a:endParaRPr lang="en-US"/>
        </a:p>
      </dgm:t>
    </dgm:pt>
    <dgm:pt modelId="{BC5A5076-5872-4253-9EB3-F113BB814774}" type="pres">
      <dgm:prSet presAssocID="{D3D0CEB7-16BE-42F3-83F6-D5BDAD3C0D04}" presName="parentText" presStyleLbl="node1" presStyleIdx="2" presStyleCnt="9" custScaleX="10040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EDCBEA-E0EE-4136-AB4B-C6E6338F4015}" type="pres">
      <dgm:prSet presAssocID="{D3D0CEB7-16BE-42F3-83F6-D5BDAD3C0D04}" presName="negativeSpace" presStyleCnt="0"/>
      <dgm:spPr/>
    </dgm:pt>
    <dgm:pt modelId="{5ED80155-CC3E-4CB6-AF55-CE3BBE0DB9A0}" type="pres">
      <dgm:prSet presAssocID="{D3D0CEB7-16BE-42F3-83F6-D5BDAD3C0D04}" presName="childText" presStyleLbl="conFgAcc1" presStyleIdx="2" presStyleCnt="9">
        <dgm:presLayoutVars>
          <dgm:bulletEnabled val="1"/>
        </dgm:presLayoutVars>
      </dgm:prSet>
      <dgm:spPr/>
    </dgm:pt>
    <dgm:pt modelId="{819FB867-AFDF-4C00-9785-A621A607858D}" type="pres">
      <dgm:prSet presAssocID="{DE4B3B9B-E921-4714-8516-62F818D8C9F5}" presName="spaceBetweenRectangles" presStyleCnt="0"/>
      <dgm:spPr/>
    </dgm:pt>
    <dgm:pt modelId="{657E3C1D-2478-4C29-99D9-977BC13CE97A}" type="pres">
      <dgm:prSet presAssocID="{719B10B4-9235-4D0A-9007-9ACF0D54C8AC}" presName="parentLin" presStyleCnt="0"/>
      <dgm:spPr/>
    </dgm:pt>
    <dgm:pt modelId="{CFCC2FE3-37C2-471F-A538-8BD6D7A0736C}" type="pres">
      <dgm:prSet presAssocID="{719B10B4-9235-4D0A-9007-9ACF0D54C8AC}" presName="parentLeftMargin" presStyleLbl="node1" presStyleIdx="2" presStyleCnt="9"/>
      <dgm:spPr/>
      <dgm:t>
        <a:bodyPr/>
        <a:lstStyle/>
        <a:p>
          <a:endParaRPr lang="en-US"/>
        </a:p>
      </dgm:t>
    </dgm:pt>
    <dgm:pt modelId="{7E151F76-28B5-491E-810B-66D5826F93E5}" type="pres">
      <dgm:prSet presAssocID="{719B10B4-9235-4D0A-9007-9ACF0D54C8AC}" presName="parentText" presStyleLbl="node1" presStyleIdx="3" presStyleCnt="9" custScaleX="10014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CAF120-95FA-4DE6-8F23-2D1236AF9A2A}" type="pres">
      <dgm:prSet presAssocID="{719B10B4-9235-4D0A-9007-9ACF0D54C8AC}" presName="negativeSpace" presStyleCnt="0"/>
      <dgm:spPr/>
    </dgm:pt>
    <dgm:pt modelId="{0DF38826-3530-42A7-93C6-D4B872519025}" type="pres">
      <dgm:prSet presAssocID="{719B10B4-9235-4D0A-9007-9ACF0D54C8AC}" presName="childText" presStyleLbl="conFgAcc1" presStyleIdx="3" presStyleCnt="9">
        <dgm:presLayoutVars>
          <dgm:bulletEnabled val="1"/>
        </dgm:presLayoutVars>
      </dgm:prSet>
      <dgm:spPr/>
    </dgm:pt>
    <dgm:pt modelId="{0A7BDEC3-EA6F-4122-80C4-1B76BCBF29CD}" type="pres">
      <dgm:prSet presAssocID="{9E0E45FC-4A44-4D0A-BFC0-6912204EA15A}" presName="spaceBetweenRectangles" presStyleCnt="0"/>
      <dgm:spPr/>
    </dgm:pt>
    <dgm:pt modelId="{C86E632D-69A0-4852-B0C1-DF4B8008D92E}" type="pres">
      <dgm:prSet presAssocID="{14D87EDC-2815-458B-B3E8-5DA78FEE6E06}" presName="parentLin" presStyleCnt="0"/>
      <dgm:spPr/>
    </dgm:pt>
    <dgm:pt modelId="{8F944C54-DF4F-4FDD-BB97-77ADD7060AEB}" type="pres">
      <dgm:prSet presAssocID="{14D87EDC-2815-458B-B3E8-5DA78FEE6E06}" presName="parentLeftMargin" presStyleLbl="node1" presStyleIdx="3" presStyleCnt="9"/>
      <dgm:spPr/>
      <dgm:t>
        <a:bodyPr/>
        <a:lstStyle/>
        <a:p>
          <a:endParaRPr lang="en-US"/>
        </a:p>
      </dgm:t>
    </dgm:pt>
    <dgm:pt modelId="{3B54A091-B12B-4093-A932-E580B09715F9}" type="pres">
      <dgm:prSet presAssocID="{14D87EDC-2815-458B-B3E8-5DA78FEE6E06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C0E2FA-2CD3-4411-9ABE-6E9756B95419}" type="pres">
      <dgm:prSet presAssocID="{14D87EDC-2815-458B-B3E8-5DA78FEE6E06}" presName="negativeSpace" presStyleCnt="0"/>
      <dgm:spPr/>
    </dgm:pt>
    <dgm:pt modelId="{D0D4FD5F-F49C-4278-BA0C-94AF5EE5C512}" type="pres">
      <dgm:prSet presAssocID="{14D87EDC-2815-458B-B3E8-5DA78FEE6E06}" presName="childText" presStyleLbl="conFgAcc1" presStyleIdx="4" presStyleCnt="9">
        <dgm:presLayoutVars>
          <dgm:bulletEnabled val="1"/>
        </dgm:presLayoutVars>
      </dgm:prSet>
      <dgm:spPr/>
    </dgm:pt>
    <dgm:pt modelId="{51B5E392-FAAD-4C8B-80DA-F9CB80022707}" type="pres">
      <dgm:prSet presAssocID="{30285642-E9F5-4925-B4F0-72BF0452623B}" presName="spaceBetweenRectangles" presStyleCnt="0"/>
      <dgm:spPr/>
    </dgm:pt>
    <dgm:pt modelId="{4A9E5793-1386-4F3E-9B66-6541A78DB043}" type="pres">
      <dgm:prSet presAssocID="{42387B53-88F4-47DF-A781-7517F3AC9808}" presName="parentLin" presStyleCnt="0"/>
      <dgm:spPr/>
    </dgm:pt>
    <dgm:pt modelId="{268A19A3-13A3-4618-95E5-F3AEE110263B}" type="pres">
      <dgm:prSet presAssocID="{42387B53-88F4-47DF-A781-7517F3AC9808}" presName="parentLeftMargin" presStyleLbl="node1" presStyleIdx="4" presStyleCnt="9"/>
      <dgm:spPr/>
      <dgm:t>
        <a:bodyPr/>
        <a:lstStyle/>
        <a:p>
          <a:endParaRPr lang="en-US"/>
        </a:p>
      </dgm:t>
    </dgm:pt>
    <dgm:pt modelId="{794D9C76-9811-4F93-ADAB-5BDAB93E2AE9}" type="pres">
      <dgm:prSet presAssocID="{42387B53-88F4-47DF-A781-7517F3AC9808}" presName="parentText" presStyleLbl="node1" presStyleIdx="5" presStyleCnt="9" custScaleX="100231" custScaleY="11633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D12D80-850A-4FE9-B057-08973A86B307}" type="pres">
      <dgm:prSet presAssocID="{42387B53-88F4-47DF-A781-7517F3AC9808}" presName="negativeSpace" presStyleCnt="0"/>
      <dgm:spPr/>
    </dgm:pt>
    <dgm:pt modelId="{1454C935-AE50-47F6-83E5-DA16C23E2F55}" type="pres">
      <dgm:prSet presAssocID="{42387B53-88F4-47DF-A781-7517F3AC9808}" presName="childText" presStyleLbl="conFgAcc1" presStyleIdx="5" presStyleCnt="9">
        <dgm:presLayoutVars>
          <dgm:bulletEnabled val="1"/>
        </dgm:presLayoutVars>
      </dgm:prSet>
      <dgm:spPr/>
    </dgm:pt>
    <dgm:pt modelId="{40EBA620-88C3-4BFC-871D-BD3F0F166EC2}" type="pres">
      <dgm:prSet presAssocID="{7D85AEDB-7D12-413A-A217-238EB204C1A1}" presName="spaceBetweenRectangles" presStyleCnt="0"/>
      <dgm:spPr/>
    </dgm:pt>
    <dgm:pt modelId="{D9AA5FD4-1A07-412B-A3EC-0CDF1773F66C}" type="pres">
      <dgm:prSet presAssocID="{3863BDEE-0FE7-46FC-882E-4F5747835701}" presName="parentLin" presStyleCnt="0"/>
      <dgm:spPr/>
    </dgm:pt>
    <dgm:pt modelId="{5C5BE01A-2636-4C28-8CA6-1B65482A384E}" type="pres">
      <dgm:prSet presAssocID="{3863BDEE-0FE7-46FC-882E-4F5747835701}" presName="parentLeftMargin" presStyleLbl="node1" presStyleIdx="5" presStyleCnt="9"/>
      <dgm:spPr/>
      <dgm:t>
        <a:bodyPr/>
        <a:lstStyle/>
        <a:p>
          <a:endParaRPr lang="en-US"/>
        </a:p>
      </dgm:t>
    </dgm:pt>
    <dgm:pt modelId="{0CC01930-6B9F-4DD3-9012-25765EC97D20}" type="pres">
      <dgm:prSet presAssocID="{3863BDEE-0FE7-46FC-882E-4F5747835701}" presName="parentText" presStyleLbl="node1" presStyleIdx="6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D7FBAA-156B-470C-9D6F-591102E8287C}" type="pres">
      <dgm:prSet presAssocID="{3863BDEE-0FE7-46FC-882E-4F5747835701}" presName="negativeSpace" presStyleCnt="0"/>
      <dgm:spPr/>
    </dgm:pt>
    <dgm:pt modelId="{4C07895B-D256-4301-81C2-F1B6D06DC4B2}" type="pres">
      <dgm:prSet presAssocID="{3863BDEE-0FE7-46FC-882E-4F5747835701}" presName="childText" presStyleLbl="conFgAcc1" presStyleIdx="6" presStyleCnt="9">
        <dgm:presLayoutVars>
          <dgm:bulletEnabled val="1"/>
        </dgm:presLayoutVars>
      </dgm:prSet>
      <dgm:spPr/>
    </dgm:pt>
    <dgm:pt modelId="{911851A2-C96E-476B-9D0E-00FFA9D48978}" type="pres">
      <dgm:prSet presAssocID="{5A95700D-5665-47D5-AC1B-3F884C910485}" presName="spaceBetweenRectangles" presStyleCnt="0"/>
      <dgm:spPr/>
    </dgm:pt>
    <dgm:pt modelId="{20C88DB2-2B31-45F3-806E-4F64132A9873}" type="pres">
      <dgm:prSet presAssocID="{12570102-866D-400E-8CFF-7DC399BDCBE6}" presName="parentLin" presStyleCnt="0"/>
      <dgm:spPr/>
    </dgm:pt>
    <dgm:pt modelId="{D8A3A1C6-BD85-4DB7-BA32-BCBA2F4B32F3}" type="pres">
      <dgm:prSet presAssocID="{12570102-866D-400E-8CFF-7DC399BDCBE6}" presName="parentLeftMargin" presStyleLbl="node1" presStyleIdx="6" presStyleCnt="9"/>
      <dgm:spPr/>
      <dgm:t>
        <a:bodyPr/>
        <a:lstStyle/>
        <a:p>
          <a:endParaRPr lang="en-US"/>
        </a:p>
      </dgm:t>
    </dgm:pt>
    <dgm:pt modelId="{570C43E1-33E1-487A-9C6C-0F35CCE36365}" type="pres">
      <dgm:prSet presAssocID="{12570102-866D-400E-8CFF-7DC399BDCBE6}" presName="parentText" presStyleLbl="node1" presStyleIdx="7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CB3C73-4F28-4008-9150-22D26F14CD29}" type="pres">
      <dgm:prSet presAssocID="{12570102-866D-400E-8CFF-7DC399BDCBE6}" presName="negativeSpace" presStyleCnt="0"/>
      <dgm:spPr/>
    </dgm:pt>
    <dgm:pt modelId="{0C490377-F1FA-4219-85FF-D6DF906DA1DC}" type="pres">
      <dgm:prSet presAssocID="{12570102-866D-400E-8CFF-7DC399BDCBE6}" presName="childText" presStyleLbl="conFgAcc1" presStyleIdx="7" presStyleCnt="9">
        <dgm:presLayoutVars>
          <dgm:bulletEnabled val="1"/>
        </dgm:presLayoutVars>
      </dgm:prSet>
      <dgm:spPr/>
    </dgm:pt>
    <dgm:pt modelId="{FB9ED7F1-076D-437D-AEE9-3C3FA770D8D0}" type="pres">
      <dgm:prSet presAssocID="{4A7AC10D-E8DB-4FCF-A90C-2297AD165AA8}" presName="spaceBetweenRectangles" presStyleCnt="0"/>
      <dgm:spPr/>
    </dgm:pt>
    <dgm:pt modelId="{67745130-7A44-4873-8971-C62A7DFB8B9B}" type="pres">
      <dgm:prSet presAssocID="{B9C25224-8BC7-4F49-8433-79119C934D1E}" presName="parentLin" presStyleCnt="0"/>
      <dgm:spPr/>
    </dgm:pt>
    <dgm:pt modelId="{2B2B965A-A027-4DCA-8206-EE18CA24BEF1}" type="pres">
      <dgm:prSet presAssocID="{B9C25224-8BC7-4F49-8433-79119C934D1E}" presName="parentLeftMargin" presStyleLbl="node1" presStyleIdx="7" presStyleCnt="9"/>
      <dgm:spPr/>
      <dgm:t>
        <a:bodyPr/>
        <a:lstStyle/>
        <a:p>
          <a:endParaRPr lang="en-US"/>
        </a:p>
      </dgm:t>
    </dgm:pt>
    <dgm:pt modelId="{220B1167-953B-473B-AB1E-0A710DBFAC6D}" type="pres">
      <dgm:prSet presAssocID="{B9C25224-8BC7-4F49-8433-79119C934D1E}" presName="parentText" presStyleLbl="node1" presStyleIdx="8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55821-046B-4A82-97F4-8055560501CF}" type="pres">
      <dgm:prSet presAssocID="{B9C25224-8BC7-4F49-8433-79119C934D1E}" presName="negativeSpace" presStyleCnt="0"/>
      <dgm:spPr/>
    </dgm:pt>
    <dgm:pt modelId="{93701A64-AEB0-40DE-88A9-7464EB097D94}" type="pres">
      <dgm:prSet presAssocID="{B9C25224-8BC7-4F49-8433-79119C934D1E}" presName="childText" presStyleLbl="conFgAcc1" presStyleIdx="8" presStyleCnt="9">
        <dgm:presLayoutVars>
          <dgm:bulletEnabled val="1"/>
        </dgm:presLayoutVars>
      </dgm:prSet>
      <dgm:spPr/>
    </dgm:pt>
  </dgm:ptLst>
  <dgm:cxnLst>
    <dgm:cxn modelId="{1D8FA7C9-C555-4C8B-8098-DDC7306DECC9}" type="presOf" srcId="{719B10B4-9235-4D0A-9007-9ACF0D54C8AC}" destId="{7E151F76-28B5-491E-810B-66D5826F93E5}" srcOrd="1" destOrd="0" presId="urn:microsoft.com/office/officeart/2005/8/layout/list1"/>
    <dgm:cxn modelId="{CEB6981A-94D4-45E4-8EEE-2F4956A5E177}" srcId="{259721CE-C292-4BF7-AA2B-27507BE9C04D}" destId="{D3D0CEB7-16BE-42F3-83F6-D5BDAD3C0D04}" srcOrd="2" destOrd="0" parTransId="{B1E61B00-99E1-4B9B-9931-D299D9945696}" sibTransId="{DE4B3B9B-E921-4714-8516-62F818D8C9F5}"/>
    <dgm:cxn modelId="{3C34B617-B057-450D-B56C-08C40E70B777}" srcId="{259721CE-C292-4BF7-AA2B-27507BE9C04D}" destId="{42387B53-88F4-47DF-A781-7517F3AC9808}" srcOrd="5" destOrd="0" parTransId="{92B2358A-891C-4332-99A7-30AACEC1F9B5}" sibTransId="{7D85AEDB-7D12-413A-A217-238EB204C1A1}"/>
    <dgm:cxn modelId="{CA05241E-F8CF-46BE-8597-5B72C28CBEB6}" type="presOf" srcId="{5A232CEB-62D8-4589-8260-D2DD0950260D}" destId="{848FFB67-E67A-4AED-860D-D3CE90B334DB}" srcOrd="1" destOrd="0" presId="urn:microsoft.com/office/officeart/2005/8/layout/list1"/>
    <dgm:cxn modelId="{DE9826D9-CD4E-4F7B-8ED7-18F7884C6507}" type="presOf" srcId="{719B10B4-9235-4D0A-9007-9ACF0D54C8AC}" destId="{CFCC2FE3-37C2-471F-A538-8BD6D7A0736C}" srcOrd="0" destOrd="0" presId="urn:microsoft.com/office/officeart/2005/8/layout/list1"/>
    <dgm:cxn modelId="{4A0E08BF-A9EF-4C11-8DB8-D380F0817719}" type="presOf" srcId="{259721CE-C292-4BF7-AA2B-27507BE9C04D}" destId="{4D585F68-F1C3-491E-97C8-FE191B789273}" srcOrd="0" destOrd="0" presId="urn:microsoft.com/office/officeart/2005/8/layout/list1"/>
    <dgm:cxn modelId="{1CE8A51A-959B-4A63-9121-1A9E8AEF3393}" srcId="{259721CE-C292-4BF7-AA2B-27507BE9C04D}" destId="{3863BDEE-0FE7-46FC-882E-4F5747835701}" srcOrd="6" destOrd="0" parTransId="{D6087A99-E995-45EC-802F-FF41348C1B0C}" sibTransId="{5A95700D-5665-47D5-AC1B-3F884C910485}"/>
    <dgm:cxn modelId="{34254450-9E90-46F0-ACF2-ADB7EAC00462}" srcId="{259721CE-C292-4BF7-AA2B-27507BE9C04D}" destId="{12570102-866D-400E-8CFF-7DC399BDCBE6}" srcOrd="7" destOrd="0" parTransId="{32EA86BC-5655-42B3-85A6-8431912B8CE1}" sibTransId="{4A7AC10D-E8DB-4FCF-A90C-2297AD165AA8}"/>
    <dgm:cxn modelId="{100FA684-7372-40AD-AEC3-564C9302F25E}" type="presOf" srcId="{FD8EEF94-57C4-43B6-B503-52A235AFE355}" destId="{CD4AC616-B058-4A20-A9E6-3AC0F8BFAD7C}" srcOrd="0" destOrd="0" presId="urn:microsoft.com/office/officeart/2005/8/layout/list1"/>
    <dgm:cxn modelId="{F9F797C1-D679-486B-9273-DAA778C1B24A}" type="presOf" srcId="{B9C25224-8BC7-4F49-8433-79119C934D1E}" destId="{2B2B965A-A027-4DCA-8206-EE18CA24BEF1}" srcOrd="0" destOrd="0" presId="urn:microsoft.com/office/officeart/2005/8/layout/list1"/>
    <dgm:cxn modelId="{0C349D60-7212-4F0D-BC5A-8A8540D0DA47}" srcId="{259721CE-C292-4BF7-AA2B-27507BE9C04D}" destId="{719B10B4-9235-4D0A-9007-9ACF0D54C8AC}" srcOrd="3" destOrd="0" parTransId="{E12344C1-4745-4BFC-8CAC-D4F318FB9F19}" sibTransId="{9E0E45FC-4A44-4D0A-BFC0-6912204EA15A}"/>
    <dgm:cxn modelId="{A2CDC8B6-635F-4BBD-B217-8F049DBAA721}" type="presOf" srcId="{FD8EEF94-57C4-43B6-B503-52A235AFE355}" destId="{9E2FD9A1-0DC8-4FB6-B016-05F84FC27B09}" srcOrd="1" destOrd="0" presId="urn:microsoft.com/office/officeart/2005/8/layout/list1"/>
    <dgm:cxn modelId="{4F975E44-C266-4748-91F6-3E12588B0AAD}" srcId="{259721CE-C292-4BF7-AA2B-27507BE9C04D}" destId="{14D87EDC-2815-458B-B3E8-5DA78FEE6E06}" srcOrd="4" destOrd="0" parTransId="{7A4D933A-A277-4366-91D5-4036558862BD}" sibTransId="{30285642-E9F5-4925-B4F0-72BF0452623B}"/>
    <dgm:cxn modelId="{323383E0-BEDD-4444-BE7C-4B114DD45316}" type="presOf" srcId="{B9C25224-8BC7-4F49-8433-79119C934D1E}" destId="{220B1167-953B-473B-AB1E-0A710DBFAC6D}" srcOrd="1" destOrd="0" presId="urn:microsoft.com/office/officeart/2005/8/layout/list1"/>
    <dgm:cxn modelId="{963A5E25-2502-4325-9CA8-649DBAAFCC47}" type="presOf" srcId="{5A232CEB-62D8-4589-8260-D2DD0950260D}" destId="{0B349CBC-8ED4-48C8-A222-9C9340338692}" srcOrd="0" destOrd="0" presId="urn:microsoft.com/office/officeart/2005/8/layout/list1"/>
    <dgm:cxn modelId="{05A5AB68-213D-494D-8FFD-1866C5B03307}" type="presOf" srcId="{D3D0CEB7-16BE-42F3-83F6-D5BDAD3C0D04}" destId="{5156C545-4211-4D3F-A5EB-0C5C5C69A7B5}" srcOrd="0" destOrd="0" presId="urn:microsoft.com/office/officeart/2005/8/layout/list1"/>
    <dgm:cxn modelId="{9B8CCDEB-1E23-4697-BD7A-9E95AC70CF17}" type="presOf" srcId="{3863BDEE-0FE7-46FC-882E-4F5747835701}" destId="{0CC01930-6B9F-4DD3-9012-25765EC97D20}" srcOrd="1" destOrd="0" presId="urn:microsoft.com/office/officeart/2005/8/layout/list1"/>
    <dgm:cxn modelId="{C5052CF1-343A-46C2-A2B7-7DB7B14406A9}" type="presOf" srcId="{14D87EDC-2815-458B-B3E8-5DA78FEE6E06}" destId="{3B54A091-B12B-4093-A932-E580B09715F9}" srcOrd="1" destOrd="0" presId="urn:microsoft.com/office/officeart/2005/8/layout/list1"/>
    <dgm:cxn modelId="{842EA46A-D4EC-4E9D-BAA6-8207E9DC7CD1}" type="presOf" srcId="{42387B53-88F4-47DF-A781-7517F3AC9808}" destId="{268A19A3-13A3-4618-95E5-F3AEE110263B}" srcOrd="0" destOrd="0" presId="urn:microsoft.com/office/officeart/2005/8/layout/list1"/>
    <dgm:cxn modelId="{ADF1F697-7935-4E58-B819-F4710E195E31}" type="presOf" srcId="{D3D0CEB7-16BE-42F3-83F6-D5BDAD3C0D04}" destId="{BC5A5076-5872-4253-9EB3-F113BB814774}" srcOrd="1" destOrd="0" presId="urn:microsoft.com/office/officeart/2005/8/layout/list1"/>
    <dgm:cxn modelId="{C0E1DCD4-F4A9-47C0-8395-12D07E3F90E6}" type="presOf" srcId="{12570102-866D-400E-8CFF-7DC399BDCBE6}" destId="{570C43E1-33E1-487A-9C6C-0F35CCE36365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4CF2F039-40E1-4456-81CF-E4D1F3997136}" type="presOf" srcId="{42387B53-88F4-47DF-A781-7517F3AC9808}" destId="{794D9C76-9811-4F93-ADAB-5BDAB93E2AE9}" srcOrd="1" destOrd="0" presId="urn:microsoft.com/office/officeart/2005/8/layout/list1"/>
    <dgm:cxn modelId="{02CD1E60-BC08-4382-B75D-BF71C58DE219}" type="presOf" srcId="{12570102-866D-400E-8CFF-7DC399BDCBE6}" destId="{D8A3A1C6-BD85-4DB7-BA32-BCBA2F4B32F3}" srcOrd="0" destOrd="0" presId="urn:microsoft.com/office/officeart/2005/8/layout/list1"/>
    <dgm:cxn modelId="{A84E35C1-4111-453C-88E1-7F370348F7C2}" type="presOf" srcId="{3863BDEE-0FE7-46FC-882E-4F5747835701}" destId="{5C5BE01A-2636-4C28-8CA6-1B65482A384E}" srcOrd="0" destOrd="0" presId="urn:microsoft.com/office/officeart/2005/8/layout/list1"/>
    <dgm:cxn modelId="{654DFE8F-B7AC-4D33-AD3A-2A4BA08EDE4B}" type="presOf" srcId="{14D87EDC-2815-458B-B3E8-5DA78FEE6E06}" destId="{8F944C54-DF4F-4FDD-BB97-77ADD7060AEB}" srcOrd="0" destOrd="0" presId="urn:microsoft.com/office/officeart/2005/8/layout/list1"/>
    <dgm:cxn modelId="{1121BB57-1341-4FF2-856C-071F1CDBC82C}" srcId="{259721CE-C292-4BF7-AA2B-27507BE9C04D}" destId="{FD8EEF94-57C4-43B6-B503-52A235AFE355}" srcOrd="1" destOrd="0" parTransId="{9506D5D9-244F-47FC-A842-FAED04651DF1}" sibTransId="{3F769E75-5A96-43B8-905A-7C7895322FC2}"/>
    <dgm:cxn modelId="{75E8ACF6-C5E6-42DA-B848-58C26DDB5883}" srcId="{259721CE-C292-4BF7-AA2B-27507BE9C04D}" destId="{B9C25224-8BC7-4F49-8433-79119C934D1E}" srcOrd="8" destOrd="0" parTransId="{39E02656-0DB8-490B-A0DB-A321FBFC1FD1}" sibTransId="{58F13395-3D71-4A6F-A2DD-EF4A5AB7EE3A}"/>
    <dgm:cxn modelId="{1A757627-C928-495B-8DCD-C77EA2B01D5B}" type="presParOf" srcId="{4D585F68-F1C3-491E-97C8-FE191B789273}" destId="{E9118B4B-820F-4974-9EC5-2AA1C73EF9CD}" srcOrd="0" destOrd="0" presId="urn:microsoft.com/office/officeart/2005/8/layout/list1"/>
    <dgm:cxn modelId="{3089E973-DFC1-4E6E-9F27-136F75058C0B}" type="presParOf" srcId="{E9118B4B-820F-4974-9EC5-2AA1C73EF9CD}" destId="{0B349CBC-8ED4-48C8-A222-9C9340338692}" srcOrd="0" destOrd="0" presId="urn:microsoft.com/office/officeart/2005/8/layout/list1"/>
    <dgm:cxn modelId="{5902AF24-56E9-4B14-8DD2-8B2B61E2D0AE}" type="presParOf" srcId="{E9118B4B-820F-4974-9EC5-2AA1C73EF9CD}" destId="{848FFB67-E67A-4AED-860D-D3CE90B334DB}" srcOrd="1" destOrd="0" presId="urn:microsoft.com/office/officeart/2005/8/layout/list1"/>
    <dgm:cxn modelId="{542C7833-44B5-40FF-BA79-3FDD44B55F50}" type="presParOf" srcId="{4D585F68-F1C3-491E-97C8-FE191B789273}" destId="{E60DF7E8-B64D-4839-AD8F-7162382F7282}" srcOrd="1" destOrd="0" presId="urn:microsoft.com/office/officeart/2005/8/layout/list1"/>
    <dgm:cxn modelId="{1E46CC79-59E3-408E-BC75-3865BF4CA459}" type="presParOf" srcId="{4D585F68-F1C3-491E-97C8-FE191B789273}" destId="{5E62230B-D0E7-44B1-B792-63524C0AF476}" srcOrd="2" destOrd="0" presId="urn:microsoft.com/office/officeart/2005/8/layout/list1"/>
    <dgm:cxn modelId="{5345F109-C547-44DF-B968-0C98A28EC018}" type="presParOf" srcId="{4D585F68-F1C3-491E-97C8-FE191B789273}" destId="{9AD6B864-3920-4D2F-995E-6A1AAEBE2594}" srcOrd="3" destOrd="0" presId="urn:microsoft.com/office/officeart/2005/8/layout/list1"/>
    <dgm:cxn modelId="{D1DB5192-42A8-43BE-A1E9-F8A7AD17690F}" type="presParOf" srcId="{4D585F68-F1C3-491E-97C8-FE191B789273}" destId="{BFAAC808-3202-49AF-908A-D136EAA6760E}" srcOrd="4" destOrd="0" presId="urn:microsoft.com/office/officeart/2005/8/layout/list1"/>
    <dgm:cxn modelId="{D56F346E-A07D-417C-87D9-20FEA70E42CA}" type="presParOf" srcId="{BFAAC808-3202-49AF-908A-D136EAA6760E}" destId="{CD4AC616-B058-4A20-A9E6-3AC0F8BFAD7C}" srcOrd="0" destOrd="0" presId="urn:microsoft.com/office/officeart/2005/8/layout/list1"/>
    <dgm:cxn modelId="{A3E7CC2A-54C8-4D0C-9780-9EAD134702F1}" type="presParOf" srcId="{BFAAC808-3202-49AF-908A-D136EAA6760E}" destId="{9E2FD9A1-0DC8-4FB6-B016-05F84FC27B09}" srcOrd="1" destOrd="0" presId="urn:microsoft.com/office/officeart/2005/8/layout/list1"/>
    <dgm:cxn modelId="{466F2FCA-7C20-45A2-ABE9-A9FB9A0ADAE5}" type="presParOf" srcId="{4D585F68-F1C3-491E-97C8-FE191B789273}" destId="{AC23DE4B-16EE-4B2F-A0F5-3334A7C9EECE}" srcOrd="5" destOrd="0" presId="urn:microsoft.com/office/officeart/2005/8/layout/list1"/>
    <dgm:cxn modelId="{A0421094-9348-46FC-B88C-6D3DA9D5554E}" type="presParOf" srcId="{4D585F68-F1C3-491E-97C8-FE191B789273}" destId="{CE7D5704-C2DE-44BA-A3C2-E1E61EDD936F}" srcOrd="6" destOrd="0" presId="urn:microsoft.com/office/officeart/2005/8/layout/list1"/>
    <dgm:cxn modelId="{65B66350-A676-4F08-B5D3-C99671346CB7}" type="presParOf" srcId="{4D585F68-F1C3-491E-97C8-FE191B789273}" destId="{4E6CC7CE-076B-4102-A15A-E0217C6BB838}" srcOrd="7" destOrd="0" presId="urn:microsoft.com/office/officeart/2005/8/layout/list1"/>
    <dgm:cxn modelId="{C5B1CC75-BA50-4301-B18F-E7A6A2134243}" type="presParOf" srcId="{4D585F68-F1C3-491E-97C8-FE191B789273}" destId="{8323F848-BA0E-4096-B26C-73C61C02E7C0}" srcOrd="8" destOrd="0" presId="urn:microsoft.com/office/officeart/2005/8/layout/list1"/>
    <dgm:cxn modelId="{304DC58C-4F55-4AC5-A859-E292E31DD3A4}" type="presParOf" srcId="{8323F848-BA0E-4096-B26C-73C61C02E7C0}" destId="{5156C545-4211-4D3F-A5EB-0C5C5C69A7B5}" srcOrd="0" destOrd="0" presId="urn:microsoft.com/office/officeart/2005/8/layout/list1"/>
    <dgm:cxn modelId="{CE251C70-23B6-409A-ABD7-9C955BEF0F92}" type="presParOf" srcId="{8323F848-BA0E-4096-B26C-73C61C02E7C0}" destId="{BC5A5076-5872-4253-9EB3-F113BB814774}" srcOrd="1" destOrd="0" presId="urn:microsoft.com/office/officeart/2005/8/layout/list1"/>
    <dgm:cxn modelId="{1991853A-1FB0-4DB1-A519-0C424FC51756}" type="presParOf" srcId="{4D585F68-F1C3-491E-97C8-FE191B789273}" destId="{D1EDCBEA-E0EE-4136-AB4B-C6E6338F4015}" srcOrd="9" destOrd="0" presId="urn:microsoft.com/office/officeart/2005/8/layout/list1"/>
    <dgm:cxn modelId="{8A024303-83EA-4BB3-A76B-F415700C5F4B}" type="presParOf" srcId="{4D585F68-F1C3-491E-97C8-FE191B789273}" destId="{5ED80155-CC3E-4CB6-AF55-CE3BBE0DB9A0}" srcOrd="10" destOrd="0" presId="urn:microsoft.com/office/officeart/2005/8/layout/list1"/>
    <dgm:cxn modelId="{A3BCD352-E3CC-43B3-A28A-ADEC2C7BD991}" type="presParOf" srcId="{4D585F68-F1C3-491E-97C8-FE191B789273}" destId="{819FB867-AFDF-4C00-9785-A621A607858D}" srcOrd="11" destOrd="0" presId="urn:microsoft.com/office/officeart/2005/8/layout/list1"/>
    <dgm:cxn modelId="{C1EDC8A2-6A1B-4FD7-B557-236CEA1FF74D}" type="presParOf" srcId="{4D585F68-F1C3-491E-97C8-FE191B789273}" destId="{657E3C1D-2478-4C29-99D9-977BC13CE97A}" srcOrd="12" destOrd="0" presId="urn:microsoft.com/office/officeart/2005/8/layout/list1"/>
    <dgm:cxn modelId="{3323DE17-1075-4343-812E-3F0D13A3237D}" type="presParOf" srcId="{657E3C1D-2478-4C29-99D9-977BC13CE97A}" destId="{CFCC2FE3-37C2-471F-A538-8BD6D7A0736C}" srcOrd="0" destOrd="0" presId="urn:microsoft.com/office/officeart/2005/8/layout/list1"/>
    <dgm:cxn modelId="{537AE61B-9043-4994-9193-A6E727DBE596}" type="presParOf" srcId="{657E3C1D-2478-4C29-99D9-977BC13CE97A}" destId="{7E151F76-28B5-491E-810B-66D5826F93E5}" srcOrd="1" destOrd="0" presId="urn:microsoft.com/office/officeart/2005/8/layout/list1"/>
    <dgm:cxn modelId="{67CF4D9E-DE4D-4AEE-A111-F4C2A8A5303C}" type="presParOf" srcId="{4D585F68-F1C3-491E-97C8-FE191B789273}" destId="{C6CAF120-95FA-4DE6-8F23-2D1236AF9A2A}" srcOrd="13" destOrd="0" presId="urn:microsoft.com/office/officeart/2005/8/layout/list1"/>
    <dgm:cxn modelId="{DC44D2A0-17D3-4CB6-BD2F-19BD23F6AB4F}" type="presParOf" srcId="{4D585F68-F1C3-491E-97C8-FE191B789273}" destId="{0DF38826-3530-42A7-93C6-D4B872519025}" srcOrd="14" destOrd="0" presId="urn:microsoft.com/office/officeart/2005/8/layout/list1"/>
    <dgm:cxn modelId="{1E513F77-02B6-4B10-B165-19EED8D993AA}" type="presParOf" srcId="{4D585F68-F1C3-491E-97C8-FE191B789273}" destId="{0A7BDEC3-EA6F-4122-80C4-1B76BCBF29CD}" srcOrd="15" destOrd="0" presId="urn:microsoft.com/office/officeart/2005/8/layout/list1"/>
    <dgm:cxn modelId="{FA4D1AE0-EBAA-4306-B36B-1C31B623D108}" type="presParOf" srcId="{4D585F68-F1C3-491E-97C8-FE191B789273}" destId="{C86E632D-69A0-4852-B0C1-DF4B8008D92E}" srcOrd="16" destOrd="0" presId="urn:microsoft.com/office/officeart/2005/8/layout/list1"/>
    <dgm:cxn modelId="{2DB1E022-FD7B-4921-AB3E-56CB80BACDC4}" type="presParOf" srcId="{C86E632D-69A0-4852-B0C1-DF4B8008D92E}" destId="{8F944C54-DF4F-4FDD-BB97-77ADD7060AEB}" srcOrd="0" destOrd="0" presId="urn:microsoft.com/office/officeart/2005/8/layout/list1"/>
    <dgm:cxn modelId="{CE5CEDDE-B8CF-42EB-B474-0D50604B40C2}" type="presParOf" srcId="{C86E632D-69A0-4852-B0C1-DF4B8008D92E}" destId="{3B54A091-B12B-4093-A932-E580B09715F9}" srcOrd="1" destOrd="0" presId="urn:microsoft.com/office/officeart/2005/8/layout/list1"/>
    <dgm:cxn modelId="{54CBDB74-6B16-4321-8851-AC04D46C3F55}" type="presParOf" srcId="{4D585F68-F1C3-491E-97C8-FE191B789273}" destId="{16C0E2FA-2CD3-4411-9ABE-6E9756B95419}" srcOrd="17" destOrd="0" presId="urn:microsoft.com/office/officeart/2005/8/layout/list1"/>
    <dgm:cxn modelId="{7DFC6214-149D-4EE9-9200-7269C3646060}" type="presParOf" srcId="{4D585F68-F1C3-491E-97C8-FE191B789273}" destId="{D0D4FD5F-F49C-4278-BA0C-94AF5EE5C512}" srcOrd="18" destOrd="0" presId="urn:microsoft.com/office/officeart/2005/8/layout/list1"/>
    <dgm:cxn modelId="{02E71C95-6129-497C-8C46-622D4330476A}" type="presParOf" srcId="{4D585F68-F1C3-491E-97C8-FE191B789273}" destId="{51B5E392-FAAD-4C8B-80DA-F9CB80022707}" srcOrd="19" destOrd="0" presId="urn:microsoft.com/office/officeart/2005/8/layout/list1"/>
    <dgm:cxn modelId="{4FFA5588-280E-4E3A-B5FF-EF3E65679578}" type="presParOf" srcId="{4D585F68-F1C3-491E-97C8-FE191B789273}" destId="{4A9E5793-1386-4F3E-9B66-6541A78DB043}" srcOrd="20" destOrd="0" presId="urn:microsoft.com/office/officeart/2005/8/layout/list1"/>
    <dgm:cxn modelId="{CD346E3C-1D41-4143-A94B-15546E31F4CE}" type="presParOf" srcId="{4A9E5793-1386-4F3E-9B66-6541A78DB043}" destId="{268A19A3-13A3-4618-95E5-F3AEE110263B}" srcOrd="0" destOrd="0" presId="urn:microsoft.com/office/officeart/2005/8/layout/list1"/>
    <dgm:cxn modelId="{7A195761-0BCA-4D93-8339-9686344698FC}" type="presParOf" srcId="{4A9E5793-1386-4F3E-9B66-6541A78DB043}" destId="{794D9C76-9811-4F93-ADAB-5BDAB93E2AE9}" srcOrd="1" destOrd="0" presId="urn:microsoft.com/office/officeart/2005/8/layout/list1"/>
    <dgm:cxn modelId="{0871B6CF-A517-458D-9039-4EA69480DC67}" type="presParOf" srcId="{4D585F68-F1C3-491E-97C8-FE191B789273}" destId="{F6D12D80-850A-4FE9-B057-08973A86B307}" srcOrd="21" destOrd="0" presId="urn:microsoft.com/office/officeart/2005/8/layout/list1"/>
    <dgm:cxn modelId="{4C00BCAD-1C8A-4A18-B326-98E61F355046}" type="presParOf" srcId="{4D585F68-F1C3-491E-97C8-FE191B789273}" destId="{1454C935-AE50-47F6-83E5-DA16C23E2F55}" srcOrd="22" destOrd="0" presId="urn:microsoft.com/office/officeart/2005/8/layout/list1"/>
    <dgm:cxn modelId="{9C9D624A-B59D-43CF-B7FE-13EFBA79DBAC}" type="presParOf" srcId="{4D585F68-F1C3-491E-97C8-FE191B789273}" destId="{40EBA620-88C3-4BFC-871D-BD3F0F166EC2}" srcOrd="23" destOrd="0" presId="urn:microsoft.com/office/officeart/2005/8/layout/list1"/>
    <dgm:cxn modelId="{38A733F2-607C-463A-A891-7289BD6A86F9}" type="presParOf" srcId="{4D585F68-F1C3-491E-97C8-FE191B789273}" destId="{D9AA5FD4-1A07-412B-A3EC-0CDF1773F66C}" srcOrd="24" destOrd="0" presId="urn:microsoft.com/office/officeart/2005/8/layout/list1"/>
    <dgm:cxn modelId="{65E4D5AB-1A09-4668-9156-141679898494}" type="presParOf" srcId="{D9AA5FD4-1A07-412B-A3EC-0CDF1773F66C}" destId="{5C5BE01A-2636-4C28-8CA6-1B65482A384E}" srcOrd="0" destOrd="0" presId="urn:microsoft.com/office/officeart/2005/8/layout/list1"/>
    <dgm:cxn modelId="{A1925126-8BB1-48A2-A793-181440D2A254}" type="presParOf" srcId="{D9AA5FD4-1A07-412B-A3EC-0CDF1773F66C}" destId="{0CC01930-6B9F-4DD3-9012-25765EC97D20}" srcOrd="1" destOrd="0" presId="urn:microsoft.com/office/officeart/2005/8/layout/list1"/>
    <dgm:cxn modelId="{9A7A6507-A378-4E78-A535-049C6ECD587A}" type="presParOf" srcId="{4D585F68-F1C3-491E-97C8-FE191B789273}" destId="{31D7FBAA-156B-470C-9D6F-591102E8287C}" srcOrd="25" destOrd="0" presId="urn:microsoft.com/office/officeart/2005/8/layout/list1"/>
    <dgm:cxn modelId="{262A4D09-DC6A-4EC2-B579-11C5B6D6A7CD}" type="presParOf" srcId="{4D585F68-F1C3-491E-97C8-FE191B789273}" destId="{4C07895B-D256-4301-81C2-F1B6D06DC4B2}" srcOrd="26" destOrd="0" presId="urn:microsoft.com/office/officeart/2005/8/layout/list1"/>
    <dgm:cxn modelId="{1293968D-F07B-41B4-BB56-F96EA0C78261}" type="presParOf" srcId="{4D585F68-F1C3-491E-97C8-FE191B789273}" destId="{911851A2-C96E-476B-9D0E-00FFA9D48978}" srcOrd="27" destOrd="0" presId="urn:microsoft.com/office/officeart/2005/8/layout/list1"/>
    <dgm:cxn modelId="{F8C72C5F-71FC-4F89-A510-759537BFFF7F}" type="presParOf" srcId="{4D585F68-F1C3-491E-97C8-FE191B789273}" destId="{20C88DB2-2B31-45F3-806E-4F64132A9873}" srcOrd="28" destOrd="0" presId="urn:microsoft.com/office/officeart/2005/8/layout/list1"/>
    <dgm:cxn modelId="{41B975C4-86D0-48AB-AF1A-F0E32F82C9B7}" type="presParOf" srcId="{20C88DB2-2B31-45F3-806E-4F64132A9873}" destId="{D8A3A1C6-BD85-4DB7-BA32-BCBA2F4B32F3}" srcOrd="0" destOrd="0" presId="urn:microsoft.com/office/officeart/2005/8/layout/list1"/>
    <dgm:cxn modelId="{BD27BAE6-BFE8-4253-A9B9-D5CEB51654E1}" type="presParOf" srcId="{20C88DB2-2B31-45F3-806E-4F64132A9873}" destId="{570C43E1-33E1-487A-9C6C-0F35CCE36365}" srcOrd="1" destOrd="0" presId="urn:microsoft.com/office/officeart/2005/8/layout/list1"/>
    <dgm:cxn modelId="{3C8F281E-D65E-4D5B-B7FC-478067C96C63}" type="presParOf" srcId="{4D585F68-F1C3-491E-97C8-FE191B789273}" destId="{1ECB3C73-4F28-4008-9150-22D26F14CD29}" srcOrd="29" destOrd="0" presId="urn:microsoft.com/office/officeart/2005/8/layout/list1"/>
    <dgm:cxn modelId="{2F412792-7393-4261-B2C9-F27EF7443D3D}" type="presParOf" srcId="{4D585F68-F1C3-491E-97C8-FE191B789273}" destId="{0C490377-F1FA-4219-85FF-D6DF906DA1DC}" srcOrd="30" destOrd="0" presId="urn:microsoft.com/office/officeart/2005/8/layout/list1"/>
    <dgm:cxn modelId="{247A68CD-E927-4242-B053-43555EF83B64}" type="presParOf" srcId="{4D585F68-F1C3-491E-97C8-FE191B789273}" destId="{FB9ED7F1-076D-437D-AEE9-3C3FA770D8D0}" srcOrd="31" destOrd="0" presId="urn:microsoft.com/office/officeart/2005/8/layout/list1"/>
    <dgm:cxn modelId="{476B37D8-0147-482F-94ED-B3E76D869AF5}" type="presParOf" srcId="{4D585F68-F1C3-491E-97C8-FE191B789273}" destId="{67745130-7A44-4873-8971-C62A7DFB8B9B}" srcOrd="32" destOrd="0" presId="urn:microsoft.com/office/officeart/2005/8/layout/list1"/>
    <dgm:cxn modelId="{B8C8967E-1B42-44BA-A863-A8E40FBB181A}" type="presParOf" srcId="{67745130-7A44-4873-8971-C62A7DFB8B9B}" destId="{2B2B965A-A027-4DCA-8206-EE18CA24BEF1}" srcOrd="0" destOrd="0" presId="urn:microsoft.com/office/officeart/2005/8/layout/list1"/>
    <dgm:cxn modelId="{6715D062-05CC-473B-85D1-20DDE25BF2E7}" type="presParOf" srcId="{67745130-7A44-4873-8971-C62A7DFB8B9B}" destId="{220B1167-953B-473B-AB1E-0A710DBFAC6D}" srcOrd="1" destOrd="0" presId="urn:microsoft.com/office/officeart/2005/8/layout/list1"/>
    <dgm:cxn modelId="{102B861E-424E-4B87-922B-E4E642E63ED4}" type="presParOf" srcId="{4D585F68-F1C3-491E-97C8-FE191B789273}" destId="{8F655821-046B-4A82-97F4-8055560501CF}" srcOrd="33" destOrd="0" presId="urn:microsoft.com/office/officeart/2005/8/layout/list1"/>
    <dgm:cxn modelId="{AA7B7EE0-8315-48F9-B424-A6CEB64F1662}" type="presParOf" srcId="{4D585F68-F1C3-491E-97C8-FE191B789273}" destId="{93701A64-AEB0-40DE-88A9-7464EB097D94}" srcOrd="3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err="1" smtClean="0"/>
            <a:t>MoSCoW</a:t>
          </a:r>
          <a:r>
            <a:rPr lang="en-US" sz="2000" dirty="0" smtClean="0"/>
            <a:t> Prioritization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719B10B4-9235-4D0A-9007-9ACF0D54C8AC}">
      <dgm:prSet custT="1"/>
      <dgm:spPr/>
      <dgm:t>
        <a:bodyPr/>
        <a:lstStyle/>
        <a:p>
          <a:r>
            <a:rPr lang="en-US" sz="2000" dirty="0" err="1" smtClean="0"/>
            <a:t>TimeBoxing</a:t>
          </a:r>
          <a:endParaRPr lang="en-US" sz="2000" dirty="0" smtClean="0"/>
        </a:p>
      </dgm:t>
    </dgm:pt>
    <dgm:pt modelId="{E12344C1-4745-4BFC-8CAC-D4F318FB9F19}" type="parTrans" cxnId="{0C349D60-7212-4F0D-BC5A-8A8540D0DA47}">
      <dgm:prSet/>
      <dgm:spPr/>
      <dgm:t>
        <a:bodyPr/>
        <a:lstStyle/>
        <a:p>
          <a:endParaRPr lang="en-US"/>
        </a:p>
      </dgm:t>
    </dgm:pt>
    <dgm:pt modelId="{9E0E45FC-4A44-4D0A-BFC0-6912204EA15A}" type="sibTrans" cxnId="{0C349D60-7212-4F0D-BC5A-8A8540D0DA47}">
      <dgm:prSet/>
      <dgm:spPr/>
      <dgm:t>
        <a:bodyPr/>
        <a:lstStyle/>
        <a:p>
          <a:endParaRPr lang="en-US"/>
        </a:p>
      </dgm:t>
    </dgm:pt>
    <dgm:pt modelId="{D3D0CEB7-16BE-42F3-83F6-D5BDAD3C0D04}">
      <dgm:prSet custT="1"/>
      <dgm:spPr/>
      <dgm:t>
        <a:bodyPr/>
        <a:lstStyle/>
        <a:p>
          <a:r>
            <a:rPr lang="en-US" sz="2000" dirty="0" smtClean="0"/>
            <a:t>Facilitated Workshops</a:t>
          </a:r>
        </a:p>
      </dgm:t>
    </dgm:pt>
    <dgm:pt modelId="{DE4B3B9B-E921-4714-8516-62F818D8C9F5}" type="sibTrans" cxnId="{CEB6981A-94D4-45E4-8EEE-2F4956A5E177}">
      <dgm:prSet/>
      <dgm:spPr/>
      <dgm:t>
        <a:bodyPr/>
        <a:lstStyle/>
        <a:p>
          <a:endParaRPr lang="en-US"/>
        </a:p>
      </dgm:t>
    </dgm:pt>
    <dgm:pt modelId="{B1E61B00-99E1-4B9B-9931-D299D9945696}" type="parTrans" cxnId="{CEB6981A-94D4-45E4-8EEE-2F4956A5E177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Prototyping</a:t>
          </a:r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4" custScaleX="10023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4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1" presStyleCnt="4" custScaleX="100231" custScaleY="9804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1" presStyleCnt="4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8323F848-BA0E-4096-B26C-73C61C02E7C0}" type="pres">
      <dgm:prSet presAssocID="{D3D0CEB7-16BE-42F3-83F6-D5BDAD3C0D04}" presName="parentLin" presStyleCnt="0"/>
      <dgm:spPr/>
    </dgm:pt>
    <dgm:pt modelId="{5156C545-4211-4D3F-A5EB-0C5C5C69A7B5}" type="pres">
      <dgm:prSet presAssocID="{D3D0CEB7-16BE-42F3-83F6-D5BDAD3C0D04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BC5A5076-5872-4253-9EB3-F113BB814774}" type="pres">
      <dgm:prSet presAssocID="{D3D0CEB7-16BE-42F3-83F6-D5BDAD3C0D04}" presName="parentText" presStyleLbl="node1" presStyleIdx="2" presStyleCnt="4" custScaleX="10040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EDCBEA-E0EE-4136-AB4B-C6E6338F4015}" type="pres">
      <dgm:prSet presAssocID="{D3D0CEB7-16BE-42F3-83F6-D5BDAD3C0D04}" presName="negativeSpace" presStyleCnt="0"/>
      <dgm:spPr/>
    </dgm:pt>
    <dgm:pt modelId="{5ED80155-CC3E-4CB6-AF55-CE3BBE0DB9A0}" type="pres">
      <dgm:prSet presAssocID="{D3D0CEB7-16BE-42F3-83F6-D5BDAD3C0D04}" presName="childText" presStyleLbl="conFgAcc1" presStyleIdx="2" presStyleCnt="4">
        <dgm:presLayoutVars>
          <dgm:bulletEnabled val="1"/>
        </dgm:presLayoutVars>
      </dgm:prSet>
      <dgm:spPr/>
    </dgm:pt>
    <dgm:pt modelId="{819FB867-AFDF-4C00-9785-A621A607858D}" type="pres">
      <dgm:prSet presAssocID="{DE4B3B9B-E921-4714-8516-62F818D8C9F5}" presName="spaceBetweenRectangles" presStyleCnt="0"/>
      <dgm:spPr/>
    </dgm:pt>
    <dgm:pt modelId="{657E3C1D-2478-4C29-99D9-977BC13CE97A}" type="pres">
      <dgm:prSet presAssocID="{719B10B4-9235-4D0A-9007-9ACF0D54C8AC}" presName="parentLin" presStyleCnt="0"/>
      <dgm:spPr/>
    </dgm:pt>
    <dgm:pt modelId="{CFCC2FE3-37C2-471F-A538-8BD6D7A0736C}" type="pres">
      <dgm:prSet presAssocID="{719B10B4-9235-4D0A-9007-9ACF0D54C8AC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7E151F76-28B5-491E-810B-66D5826F93E5}" type="pres">
      <dgm:prSet presAssocID="{719B10B4-9235-4D0A-9007-9ACF0D54C8AC}" presName="parentText" presStyleLbl="node1" presStyleIdx="3" presStyleCnt="4" custScaleX="10014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CAF120-95FA-4DE6-8F23-2D1236AF9A2A}" type="pres">
      <dgm:prSet presAssocID="{719B10B4-9235-4D0A-9007-9ACF0D54C8AC}" presName="negativeSpace" presStyleCnt="0"/>
      <dgm:spPr/>
    </dgm:pt>
    <dgm:pt modelId="{0DF38826-3530-42A7-93C6-D4B872519025}" type="pres">
      <dgm:prSet presAssocID="{719B10B4-9235-4D0A-9007-9ACF0D54C8A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EB6981A-94D4-45E4-8EEE-2F4956A5E177}" srcId="{259721CE-C292-4BF7-AA2B-27507BE9C04D}" destId="{D3D0CEB7-16BE-42F3-83F6-D5BDAD3C0D04}" srcOrd="2" destOrd="0" parTransId="{B1E61B00-99E1-4B9B-9931-D299D9945696}" sibTransId="{DE4B3B9B-E921-4714-8516-62F818D8C9F5}"/>
    <dgm:cxn modelId="{3EA19F60-1522-4AF4-B34E-2E4843149A0F}" type="presOf" srcId="{719B10B4-9235-4D0A-9007-9ACF0D54C8AC}" destId="{7E151F76-28B5-491E-810B-66D5826F93E5}" srcOrd="1" destOrd="0" presId="urn:microsoft.com/office/officeart/2005/8/layout/list1"/>
    <dgm:cxn modelId="{0C349D60-7212-4F0D-BC5A-8A8540D0DA47}" srcId="{259721CE-C292-4BF7-AA2B-27507BE9C04D}" destId="{719B10B4-9235-4D0A-9007-9ACF0D54C8AC}" srcOrd="3" destOrd="0" parTransId="{E12344C1-4745-4BFC-8CAC-D4F318FB9F19}" sibTransId="{9E0E45FC-4A44-4D0A-BFC0-6912204EA15A}"/>
    <dgm:cxn modelId="{3CB28E79-B84F-4CAB-95CB-075FCD028F2E}" type="presOf" srcId="{FD8EEF94-57C4-43B6-B503-52A235AFE355}" destId="{9E2FD9A1-0DC8-4FB6-B016-05F84FC27B09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A28E45FB-48BC-4E2C-B3B2-A82E7552E3BC}" type="presOf" srcId="{259721CE-C292-4BF7-AA2B-27507BE9C04D}" destId="{4D585F68-F1C3-491E-97C8-FE191B789273}" srcOrd="0" destOrd="0" presId="urn:microsoft.com/office/officeart/2005/8/layout/list1"/>
    <dgm:cxn modelId="{20AA6AE3-EBF9-46A0-8058-FC8698716D79}" type="presOf" srcId="{D3D0CEB7-16BE-42F3-83F6-D5BDAD3C0D04}" destId="{5156C545-4211-4D3F-A5EB-0C5C5C69A7B5}" srcOrd="0" destOrd="0" presId="urn:microsoft.com/office/officeart/2005/8/layout/list1"/>
    <dgm:cxn modelId="{2C092351-D5DC-4192-8D25-3B015317E567}" type="presOf" srcId="{FD8EEF94-57C4-43B6-B503-52A235AFE355}" destId="{CD4AC616-B058-4A20-A9E6-3AC0F8BFAD7C}" srcOrd="0" destOrd="0" presId="urn:microsoft.com/office/officeart/2005/8/layout/list1"/>
    <dgm:cxn modelId="{B7416B71-6090-47C1-8867-92F689973952}" type="presOf" srcId="{719B10B4-9235-4D0A-9007-9ACF0D54C8AC}" destId="{CFCC2FE3-37C2-471F-A538-8BD6D7A0736C}" srcOrd="0" destOrd="0" presId="urn:microsoft.com/office/officeart/2005/8/layout/list1"/>
    <dgm:cxn modelId="{1121BB57-1341-4FF2-856C-071F1CDBC82C}" srcId="{259721CE-C292-4BF7-AA2B-27507BE9C04D}" destId="{FD8EEF94-57C4-43B6-B503-52A235AFE355}" srcOrd="1" destOrd="0" parTransId="{9506D5D9-244F-47FC-A842-FAED04651DF1}" sibTransId="{3F769E75-5A96-43B8-905A-7C7895322FC2}"/>
    <dgm:cxn modelId="{EE108EB1-0952-4657-BEED-86AF8A45CAE5}" type="presOf" srcId="{5A232CEB-62D8-4589-8260-D2DD0950260D}" destId="{848FFB67-E67A-4AED-860D-D3CE90B334DB}" srcOrd="1" destOrd="0" presId="urn:microsoft.com/office/officeart/2005/8/layout/list1"/>
    <dgm:cxn modelId="{D29D0A69-438B-40F8-A171-DFAED44A6319}" type="presOf" srcId="{5A232CEB-62D8-4589-8260-D2DD0950260D}" destId="{0B349CBC-8ED4-48C8-A222-9C9340338692}" srcOrd="0" destOrd="0" presId="urn:microsoft.com/office/officeart/2005/8/layout/list1"/>
    <dgm:cxn modelId="{136A4C8C-532A-4F1A-B754-0CAEB1BA20D0}" type="presOf" srcId="{D3D0CEB7-16BE-42F3-83F6-D5BDAD3C0D04}" destId="{BC5A5076-5872-4253-9EB3-F113BB814774}" srcOrd="1" destOrd="0" presId="urn:microsoft.com/office/officeart/2005/8/layout/list1"/>
    <dgm:cxn modelId="{762F8A4D-6F57-4E63-8B66-6975195870BF}" type="presParOf" srcId="{4D585F68-F1C3-491E-97C8-FE191B789273}" destId="{E9118B4B-820F-4974-9EC5-2AA1C73EF9CD}" srcOrd="0" destOrd="0" presId="urn:microsoft.com/office/officeart/2005/8/layout/list1"/>
    <dgm:cxn modelId="{6630C229-20F5-4E9E-86FE-9C22B9A3EC28}" type="presParOf" srcId="{E9118B4B-820F-4974-9EC5-2AA1C73EF9CD}" destId="{0B349CBC-8ED4-48C8-A222-9C9340338692}" srcOrd="0" destOrd="0" presId="urn:microsoft.com/office/officeart/2005/8/layout/list1"/>
    <dgm:cxn modelId="{99AD30E0-F273-4319-A068-BB96A32C369D}" type="presParOf" srcId="{E9118B4B-820F-4974-9EC5-2AA1C73EF9CD}" destId="{848FFB67-E67A-4AED-860D-D3CE90B334DB}" srcOrd="1" destOrd="0" presId="urn:microsoft.com/office/officeart/2005/8/layout/list1"/>
    <dgm:cxn modelId="{354C4E1D-C74C-4DDC-BCCA-64263E8AC1FB}" type="presParOf" srcId="{4D585F68-F1C3-491E-97C8-FE191B789273}" destId="{E60DF7E8-B64D-4839-AD8F-7162382F7282}" srcOrd="1" destOrd="0" presId="urn:microsoft.com/office/officeart/2005/8/layout/list1"/>
    <dgm:cxn modelId="{800726F7-4652-4F16-8CCA-BABBE17A0582}" type="presParOf" srcId="{4D585F68-F1C3-491E-97C8-FE191B789273}" destId="{5E62230B-D0E7-44B1-B792-63524C0AF476}" srcOrd="2" destOrd="0" presId="urn:microsoft.com/office/officeart/2005/8/layout/list1"/>
    <dgm:cxn modelId="{B82AB687-54BF-48BB-8E94-8562A35E303A}" type="presParOf" srcId="{4D585F68-F1C3-491E-97C8-FE191B789273}" destId="{9AD6B864-3920-4D2F-995E-6A1AAEBE2594}" srcOrd="3" destOrd="0" presId="urn:microsoft.com/office/officeart/2005/8/layout/list1"/>
    <dgm:cxn modelId="{4937751E-123B-49A8-9325-0D5B30396043}" type="presParOf" srcId="{4D585F68-F1C3-491E-97C8-FE191B789273}" destId="{BFAAC808-3202-49AF-908A-D136EAA6760E}" srcOrd="4" destOrd="0" presId="urn:microsoft.com/office/officeart/2005/8/layout/list1"/>
    <dgm:cxn modelId="{7418A619-3FEB-47D6-9DA5-12DDB4BE5605}" type="presParOf" srcId="{BFAAC808-3202-49AF-908A-D136EAA6760E}" destId="{CD4AC616-B058-4A20-A9E6-3AC0F8BFAD7C}" srcOrd="0" destOrd="0" presId="urn:microsoft.com/office/officeart/2005/8/layout/list1"/>
    <dgm:cxn modelId="{1FD2708D-380C-4C4B-B6B2-820458033A95}" type="presParOf" srcId="{BFAAC808-3202-49AF-908A-D136EAA6760E}" destId="{9E2FD9A1-0DC8-4FB6-B016-05F84FC27B09}" srcOrd="1" destOrd="0" presId="urn:microsoft.com/office/officeart/2005/8/layout/list1"/>
    <dgm:cxn modelId="{29C473E1-BD38-4A0B-BA2E-8DB73E3AFF89}" type="presParOf" srcId="{4D585F68-F1C3-491E-97C8-FE191B789273}" destId="{AC23DE4B-16EE-4B2F-A0F5-3334A7C9EECE}" srcOrd="5" destOrd="0" presId="urn:microsoft.com/office/officeart/2005/8/layout/list1"/>
    <dgm:cxn modelId="{37B2DB78-3D0D-44CA-8ABF-B0AD874330AC}" type="presParOf" srcId="{4D585F68-F1C3-491E-97C8-FE191B789273}" destId="{CE7D5704-C2DE-44BA-A3C2-E1E61EDD936F}" srcOrd="6" destOrd="0" presId="urn:microsoft.com/office/officeart/2005/8/layout/list1"/>
    <dgm:cxn modelId="{AA519879-9B4B-4830-93A2-C83FC7A61388}" type="presParOf" srcId="{4D585F68-F1C3-491E-97C8-FE191B789273}" destId="{4E6CC7CE-076B-4102-A15A-E0217C6BB838}" srcOrd="7" destOrd="0" presId="urn:microsoft.com/office/officeart/2005/8/layout/list1"/>
    <dgm:cxn modelId="{940AE8A9-1A5F-4857-8FC2-CC30357CB4E7}" type="presParOf" srcId="{4D585F68-F1C3-491E-97C8-FE191B789273}" destId="{8323F848-BA0E-4096-B26C-73C61C02E7C0}" srcOrd="8" destOrd="0" presId="urn:microsoft.com/office/officeart/2005/8/layout/list1"/>
    <dgm:cxn modelId="{D0944721-F16A-40B6-BE4C-6593CAE4A25F}" type="presParOf" srcId="{8323F848-BA0E-4096-B26C-73C61C02E7C0}" destId="{5156C545-4211-4D3F-A5EB-0C5C5C69A7B5}" srcOrd="0" destOrd="0" presId="urn:microsoft.com/office/officeart/2005/8/layout/list1"/>
    <dgm:cxn modelId="{6B1F2C48-1883-4F57-84D4-EB58C3B3E84B}" type="presParOf" srcId="{8323F848-BA0E-4096-B26C-73C61C02E7C0}" destId="{BC5A5076-5872-4253-9EB3-F113BB814774}" srcOrd="1" destOrd="0" presId="urn:microsoft.com/office/officeart/2005/8/layout/list1"/>
    <dgm:cxn modelId="{F9DF7F7E-A6A0-41E5-B363-A70D1FC76F02}" type="presParOf" srcId="{4D585F68-F1C3-491E-97C8-FE191B789273}" destId="{D1EDCBEA-E0EE-4136-AB4B-C6E6338F4015}" srcOrd="9" destOrd="0" presId="urn:microsoft.com/office/officeart/2005/8/layout/list1"/>
    <dgm:cxn modelId="{62F044DB-3874-4FD9-B6EC-BCB288D18448}" type="presParOf" srcId="{4D585F68-F1C3-491E-97C8-FE191B789273}" destId="{5ED80155-CC3E-4CB6-AF55-CE3BBE0DB9A0}" srcOrd="10" destOrd="0" presId="urn:microsoft.com/office/officeart/2005/8/layout/list1"/>
    <dgm:cxn modelId="{B0CF8B9B-B47E-43E7-899E-9FC2E79DA14B}" type="presParOf" srcId="{4D585F68-F1C3-491E-97C8-FE191B789273}" destId="{819FB867-AFDF-4C00-9785-A621A607858D}" srcOrd="11" destOrd="0" presId="urn:microsoft.com/office/officeart/2005/8/layout/list1"/>
    <dgm:cxn modelId="{78121CFD-8C2C-415D-90BE-9E791E39007B}" type="presParOf" srcId="{4D585F68-F1C3-491E-97C8-FE191B789273}" destId="{657E3C1D-2478-4C29-99D9-977BC13CE97A}" srcOrd="12" destOrd="0" presId="urn:microsoft.com/office/officeart/2005/8/layout/list1"/>
    <dgm:cxn modelId="{F584A001-0060-4C3A-AD7A-B9463202C15F}" type="presParOf" srcId="{657E3C1D-2478-4C29-99D9-977BC13CE97A}" destId="{CFCC2FE3-37C2-471F-A538-8BD6D7A0736C}" srcOrd="0" destOrd="0" presId="urn:microsoft.com/office/officeart/2005/8/layout/list1"/>
    <dgm:cxn modelId="{C11BB5BD-1A06-4221-8A51-F8CB932781F9}" type="presParOf" srcId="{657E3C1D-2478-4C29-99D9-977BC13CE97A}" destId="{7E151F76-28B5-491E-810B-66D5826F93E5}" srcOrd="1" destOrd="0" presId="urn:microsoft.com/office/officeart/2005/8/layout/list1"/>
    <dgm:cxn modelId="{F53771A3-6B30-4E1D-A7EF-38470DE067C7}" type="presParOf" srcId="{4D585F68-F1C3-491E-97C8-FE191B789273}" destId="{C6CAF120-95FA-4DE6-8F23-2D1236AF9A2A}" srcOrd="13" destOrd="0" presId="urn:microsoft.com/office/officeart/2005/8/layout/list1"/>
    <dgm:cxn modelId="{E1A5A055-F1F1-44DD-9C3A-5B099CFB5FC8}" type="presParOf" srcId="{4D585F68-F1C3-491E-97C8-FE191B789273}" destId="{0DF38826-3530-42A7-93C6-D4B87251902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System is delivered on time and on budget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Early indicators of whether project will work or not, rather than a nasty surprise halfway through the development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Basic functionality is delivered quickly, with more functionality being delivered at regular intervals</a:t>
          </a:r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D3D0CEB7-16BE-42F3-83F6-D5BDAD3C0D04}">
      <dgm:prSet custT="1"/>
      <dgm:spPr/>
      <dgm:t>
        <a:bodyPr/>
        <a:lstStyle/>
        <a:p>
          <a:r>
            <a:rPr lang="en-US" sz="2000" dirty="0" smtClean="0"/>
            <a:t>Business Driven</a:t>
          </a:r>
        </a:p>
      </dgm:t>
    </dgm:pt>
    <dgm:pt modelId="{B1E61B00-99E1-4B9B-9931-D299D9945696}" type="parTrans" cxnId="{CEB6981A-94D4-45E4-8EEE-2F4956A5E177}">
      <dgm:prSet/>
      <dgm:spPr/>
      <dgm:t>
        <a:bodyPr/>
        <a:lstStyle/>
        <a:p>
          <a:endParaRPr lang="en-US"/>
        </a:p>
      </dgm:t>
    </dgm:pt>
    <dgm:pt modelId="{DE4B3B9B-E921-4714-8516-62F818D8C9F5}" type="sibTrans" cxnId="{CEB6981A-94D4-45E4-8EEE-2F4956A5E177}">
      <dgm:prSet/>
      <dgm:spPr/>
      <dgm:t>
        <a:bodyPr/>
        <a:lstStyle/>
        <a:p>
          <a:endParaRPr lang="en-US"/>
        </a:p>
      </dgm:t>
    </dgm:pt>
    <dgm:pt modelId="{719B10B4-9235-4D0A-9007-9ACF0D54C8AC}">
      <dgm:prSet custT="1"/>
      <dgm:spPr/>
      <dgm:t>
        <a:bodyPr/>
        <a:lstStyle/>
        <a:p>
          <a:r>
            <a:rPr lang="en-US" sz="2000" dirty="0" smtClean="0"/>
            <a:t>Suitable for IT and non-IT projects</a:t>
          </a:r>
        </a:p>
      </dgm:t>
    </dgm:pt>
    <dgm:pt modelId="{E12344C1-4745-4BFC-8CAC-D4F318FB9F19}" type="parTrans" cxnId="{0C349D60-7212-4F0D-BC5A-8A8540D0DA47}">
      <dgm:prSet/>
      <dgm:spPr/>
      <dgm:t>
        <a:bodyPr/>
        <a:lstStyle/>
        <a:p>
          <a:endParaRPr lang="en-US"/>
        </a:p>
      </dgm:t>
    </dgm:pt>
    <dgm:pt modelId="{9E0E45FC-4A44-4D0A-BFC0-6912204EA15A}" type="sibTrans" cxnId="{0C349D60-7212-4F0D-BC5A-8A8540D0DA47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5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5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1" presStyleCnt="5" custScaleX="134161" custScaleY="16511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1" presStyleCnt="5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2" presStyleCnt="5" custScaleX="134161" custScaleY="18108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2" presStyleCnt="5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8323F848-BA0E-4096-B26C-73C61C02E7C0}" type="pres">
      <dgm:prSet presAssocID="{D3D0CEB7-16BE-42F3-83F6-D5BDAD3C0D04}" presName="parentLin" presStyleCnt="0"/>
      <dgm:spPr/>
    </dgm:pt>
    <dgm:pt modelId="{5156C545-4211-4D3F-A5EB-0C5C5C69A7B5}" type="pres">
      <dgm:prSet presAssocID="{D3D0CEB7-16BE-42F3-83F6-D5BDAD3C0D04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BC5A5076-5872-4253-9EB3-F113BB814774}" type="pres">
      <dgm:prSet presAssocID="{D3D0CEB7-16BE-42F3-83F6-D5BDAD3C0D04}" presName="parentText" presStyleLbl="node1" presStyleIdx="3" presStyleCnt="5" custScaleX="13439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EDCBEA-E0EE-4136-AB4B-C6E6338F4015}" type="pres">
      <dgm:prSet presAssocID="{D3D0CEB7-16BE-42F3-83F6-D5BDAD3C0D04}" presName="negativeSpace" presStyleCnt="0"/>
      <dgm:spPr/>
    </dgm:pt>
    <dgm:pt modelId="{5ED80155-CC3E-4CB6-AF55-CE3BBE0DB9A0}" type="pres">
      <dgm:prSet presAssocID="{D3D0CEB7-16BE-42F3-83F6-D5BDAD3C0D04}" presName="childText" presStyleLbl="conFgAcc1" presStyleIdx="3" presStyleCnt="5">
        <dgm:presLayoutVars>
          <dgm:bulletEnabled val="1"/>
        </dgm:presLayoutVars>
      </dgm:prSet>
      <dgm:spPr/>
    </dgm:pt>
    <dgm:pt modelId="{819FB867-AFDF-4C00-9785-A621A607858D}" type="pres">
      <dgm:prSet presAssocID="{DE4B3B9B-E921-4714-8516-62F818D8C9F5}" presName="spaceBetweenRectangles" presStyleCnt="0"/>
      <dgm:spPr/>
    </dgm:pt>
    <dgm:pt modelId="{657E3C1D-2478-4C29-99D9-977BC13CE97A}" type="pres">
      <dgm:prSet presAssocID="{719B10B4-9235-4D0A-9007-9ACF0D54C8AC}" presName="parentLin" presStyleCnt="0"/>
      <dgm:spPr/>
    </dgm:pt>
    <dgm:pt modelId="{CFCC2FE3-37C2-471F-A538-8BD6D7A0736C}" type="pres">
      <dgm:prSet presAssocID="{719B10B4-9235-4D0A-9007-9ACF0D54C8AC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7E151F76-28B5-491E-810B-66D5826F93E5}" type="pres">
      <dgm:prSet presAssocID="{719B10B4-9235-4D0A-9007-9ACF0D54C8AC}" presName="parentText" presStyleLbl="node1" presStyleIdx="4" presStyleCnt="5" custScaleX="13404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CAF120-95FA-4DE6-8F23-2D1236AF9A2A}" type="pres">
      <dgm:prSet presAssocID="{719B10B4-9235-4D0A-9007-9ACF0D54C8AC}" presName="negativeSpace" presStyleCnt="0"/>
      <dgm:spPr/>
    </dgm:pt>
    <dgm:pt modelId="{0DF38826-3530-42A7-93C6-D4B872519025}" type="pres">
      <dgm:prSet presAssocID="{719B10B4-9235-4D0A-9007-9ACF0D54C8A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EB6981A-94D4-45E4-8EEE-2F4956A5E177}" srcId="{259721CE-C292-4BF7-AA2B-27507BE9C04D}" destId="{D3D0CEB7-16BE-42F3-83F6-D5BDAD3C0D04}" srcOrd="3" destOrd="0" parTransId="{B1E61B00-99E1-4B9B-9931-D299D9945696}" sibTransId="{DE4B3B9B-E921-4714-8516-62F818D8C9F5}"/>
    <dgm:cxn modelId="{4FF7D2D4-ECF5-4C45-AA88-BEAB2BDE07C2}" type="presOf" srcId="{E7F16E8F-B07B-49CD-9F52-85A84C58F053}" destId="{A7CBC039-0BC2-4AA9-96C5-D53214E7072C}" srcOrd="0" destOrd="0" presId="urn:microsoft.com/office/officeart/2005/8/layout/list1"/>
    <dgm:cxn modelId="{D5B5D8D6-EC37-46CD-9086-FCB63A9DFD96}" type="presOf" srcId="{D3D0CEB7-16BE-42F3-83F6-D5BDAD3C0D04}" destId="{5156C545-4211-4D3F-A5EB-0C5C5C69A7B5}" srcOrd="0" destOrd="0" presId="urn:microsoft.com/office/officeart/2005/8/layout/list1"/>
    <dgm:cxn modelId="{71D8B5D1-ED1F-4798-8395-C281825B77DF}" type="presOf" srcId="{719B10B4-9235-4D0A-9007-9ACF0D54C8AC}" destId="{7E151F76-28B5-491E-810B-66D5826F93E5}" srcOrd="1" destOrd="0" presId="urn:microsoft.com/office/officeart/2005/8/layout/list1"/>
    <dgm:cxn modelId="{253D5878-D60F-4372-960D-08FEDB00E732}" type="presOf" srcId="{5A232CEB-62D8-4589-8260-D2DD0950260D}" destId="{0B349CBC-8ED4-48C8-A222-9C9340338692}" srcOrd="0" destOrd="0" presId="urn:microsoft.com/office/officeart/2005/8/layout/list1"/>
    <dgm:cxn modelId="{EEA300BF-4B8B-4EC3-83AA-BED5251158D0}" type="presOf" srcId="{D3D0CEB7-16BE-42F3-83F6-D5BDAD3C0D04}" destId="{BC5A5076-5872-4253-9EB3-F113BB814774}" srcOrd="1" destOrd="0" presId="urn:microsoft.com/office/officeart/2005/8/layout/list1"/>
    <dgm:cxn modelId="{0C349D60-7212-4F0D-BC5A-8A8540D0DA47}" srcId="{259721CE-C292-4BF7-AA2B-27507BE9C04D}" destId="{719B10B4-9235-4D0A-9007-9ACF0D54C8AC}" srcOrd="4" destOrd="0" parTransId="{E12344C1-4745-4BFC-8CAC-D4F318FB9F19}" sibTransId="{9E0E45FC-4A44-4D0A-BFC0-6912204EA15A}"/>
    <dgm:cxn modelId="{E89F63C7-0A6D-4ECA-8DA8-DB9BD8F6C8F7}" type="presOf" srcId="{5A232CEB-62D8-4589-8260-D2DD0950260D}" destId="{848FFB67-E67A-4AED-860D-D3CE90B334DB}" srcOrd="1" destOrd="0" presId="urn:microsoft.com/office/officeart/2005/8/layout/list1"/>
    <dgm:cxn modelId="{1EA71EC7-A61E-4824-A0F2-7A6E07EA43BA}" type="presOf" srcId="{FD8EEF94-57C4-43B6-B503-52A235AFE355}" destId="{9E2FD9A1-0DC8-4FB6-B016-05F84FC27B09}" srcOrd="1" destOrd="0" presId="urn:microsoft.com/office/officeart/2005/8/layout/list1"/>
    <dgm:cxn modelId="{BBD5522D-5A96-4746-BBEA-42C46B51E729}" type="presOf" srcId="{E7F16E8F-B07B-49CD-9F52-85A84C58F053}" destId="{35B351AB-B61D-4E2F-B86C-96E3F283D1FD}" srcOrd="1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1121BB57-1341-4FF2-856C-071F1CDBC82C}" srcId="{259721CE-C292-4BF7-AA2B-27507BE9C04D}" destId="{FD8EEF94-57C4-43B6-B503-52A235AFE355}" srcOrd="2" destOrd="0" parTransId="{9506D5D9-244F-47FC-A842-FAED04651DF1}" sibTransId="{3F769E75-5A96-43B8-905A-7C7895322FC2}"/>
    <dgm:cxn modelId="{66F907DD-AC0B-43D2-A26F-7BF1BD7B834A}" srcId="{259721CE-C292-4BF7-AA2B-27507BE9C04D}" destId="{E7F16E8F-B07B-49CD-9F52-85A84C58F053}" srcOrd="1" destOrd="0" parTransId="{34AEC5FF-E97D-4573-851C-EF83ABF7DC00}" sibTransId="{E4243C59-659E-46FE-A2F9-831D4FBC603F}"/>
    <dgm:cxn modelId="{47C559AE-12C8-4BA6-ADED-83F6EE8AD7E4}" type="presOf" srcId="{719B10B4-9235-4D0A-9007-9ACF0D54C8AC}" destId="{CFCC2FE3-37C2-471F-A538-8BD6D7A0736C}" srcOrd="0" destOrd="0" presId="urn:microsoft.com/office/officeart/2005/8/layout/list1"/>
    <dgm:cxn modelId="{1AECCAEE-89D2-4FDE-BBD5-16355BFE8775}" type="presOf" srcId="{FD8EEF94-57C4-43B6-B503-52A235AFE355}" destId="{CD4AC616-B058-4A20-A9E6-3AC0F8BFAD7C}" srcOrd="0" destOrd="0" presId="urn:microsoft.com/office/officeart/2005/8/layout/list1"/>
    <dgm:cxn modelId="{16718A3D-9AC7-4D5B-9310-337A363F4266}" type="presOf" srcId="{259721CE-C292-4BF7-AA2B-27507BE9C04D}" destId="{4D585F68-F1C3-491E-97C8-FE191B789273}" srcOrd="0" destOrd="0" presId="urn:microsoft.com/office/officeart/2005/8/layout/list1"/>
    <dgm:cxn modelId="{94300718-1F87-4D9C-BF77-F1ADEF1156F1}" type="presParOf" srcId="{4D585F68-F1C3-491E-97C8-FE191B789273}" destId="{E9118B4B-820F-4974-9EC5-2AA1C73EF9CD}" srcOrd="0" destOrd="0" presId="urn:microsoft.com/office/officeart/2005/8/layout/list1"/>
    <dgm:cxn modelId="{1CE79F03-E179-45A0-90C3-0E85AD9A1449}" type="presParOf" srcId="{E9118B4B-820F-4974-9EC5-2AA1C73EF9CD}" destId="{0B349CBC-8ED4-48C8-A222-9C9340338692}" srcOrd="0" destOrd="0" presId="urn:microsoft.com/office/officeart/2005/8/layout/list1"/>
    <dgm:cxn modelId="{6D467441-E07B-4345-B6BD-5C7B71FAD4AA}" type="presParOf" srcId="{E9118B4B-820F-4974-9EC5-2AA1C73EF9CD}" destId="{848FFB67-E67A-4AED-860D-D3CE90B334DB}" srcOrd="1" destOrd="0" presId="urn:microsoft.com/office/officeart/2005/8/layout/list1"/>
    <dgm:cxn modelId="{1B2BA40E-8AB0-450C-82FF-E09ACC387D37}" type="presParOf" srcId="{4D585F68-F1C3-491E-97C8-FE191B789273}" destId="{E60DF7E8-B64D-4839-AD8F-7162382F7282}" srcOrd="1" destOrd="0" presId="urn:microsoft.com/office/officeart/2005/8/layout/list1"/>
    <dgm:cxn modelId="{DADDA080-4DEB-433D-AB9D-3A0AD1571385}" type="presParOf" srcId="{4D585F68-F1C3-491E-97C8-FE191B789273}" destId="{5E62230B-D0E7-44B1-B792-63524C0AF476}" srcOrd="2" destOrd="0" presId="urn:microsoft.com/office/officeart/2005/8/layout/list1"/>
    <dgm:cxn modelId="{0D422700-50F5-4282-A62D-6A1CA42A7B02}" type="presParOf" srcId="{4D585F68-F1C3-491E-97C8-FE191B789273}" destId="{9AD6B864-3920-4D2F-995E-6A1AAEBE2594}" srcOrd="3" destOrd="0" presId="urn:microsoft.com/office/officeart/2005/8/layout/list1"/>
    <dgm:cxn modelId="{48BCBA12-B4AB-4C67-8EC9-1CD907B4ED11}" type="presParOf" srcId="{4D585F68-F1C3-491E-97C8-FE191B789273}" destId="{9050E09B-0304-4E94-A05D-E80A6123DE47}" srcOrd="4" destOrd="0" presId="urn:microsoft.com/office/officeart/2005/8/layout/list1"/>
    <dgm:cxn modelId="{63234431-3D74-4553-A3DE-CCDCD8EEACE0}" type="presParOf" srcId="{9050E09B-0304-4E94-A05D-E80A6123DE47}" destId="{A7CBC039-0BC2-4AA9-96C5-D53214E7072C}" srcOrd="0" destOrd="0" presId="urn:microsoft.com/office/officeart/2005/8/layout/list1"/>
    <dgm:cxn modelId="{EFEB5C05-F5E7-4804-B468-816D27359C59}" type="presParOf" srcId="{9050E09B-0304-4E94-A05D-E80A6123DE47}" destId="{35B351AB-B61D-4E2F-B86C-96E3F283D1FD}" srcOrd="1" destOrd="0" presId="urn:microsoft.com/office/officeart/2005/8/layout/list1"/>
    <dgm:cxn modelId="{28C64451-6CBE-45DF-8428-D1F46AFBAD75}" type="presParOf" srcId="{4D585F68-F1C3-491E-97C8-FE191B789273}" destId="{A1AB935D-4B4E-4F4B-A4EF-168A28D53E37}" srcOrd="5" destOrd="0" presId="urn:microsoft.com/office/officeart/2005/8/layout/list1"/>
    <dgm:cxn modelId="{DCF8081A-DD8C-49B7-949B-3CF1B10E9136}" type="presParOf" srcId="{4D585F68-F1C3-491E-97C8-FE191B789273}" destId="{EDC5F971-55C6-44F2-8041-4D20B3A7D8A0}" srcOrd="6" destOrd="0" presId="urn:microsoft.com/office/officeart/2005/8/layout/list1"/>
    <dgm:cxn modelId="{060575CF-1C21-4A02-9EF4-9F707378A826}" type="presParOf" srcId="{4D585F68-F1C3-491E-97C8-FE191B789273}" destId="{7509880B-10B1-4282-819D-76C7F35E568C}" srcOrd="7" destOrd="0" presId="urn:microsoft.com/office/officeart/2005/8/layout/list1"/>
    <dgm:cxn modelId="{C67681B5-1D20-44E5-B784-19E747A28FCE}" type="presParOf" srcId="{4D585F68-F1C3-491E-97C8-FE191B789273}" destId="{BFAAC808-3202-49AF-908A-D136EAA6760E}" srcOrd="8" destOrd="0" presId="urn:microsoft.com/office/officeart/2005/8/layout/list1"/>
    <dgm:cxn modelId="{97DB4396-5C73-4A33-BE96-CEFFE6DB779B}" type="presParOf" srcId="{BFAAC808-3202-49AF-908A-D136EAA6760E}" destId="{CD4AC616-B058-4A20-A9E6-3AC0F8BFAD7C}" srcOrd="0" destOrd="0" presId="urn:microsoft.com/office/officeart/2005/8/layout/list1"/>
    <dgm:cxn modelId="{3FE36A9C-FB9A-44EC-9E46-0340A05BC4CB}" type="presParOf" srcId="{BFAAC808-3202-49AF-908A-D136EAA6760E}" destId="{9E2FD9A1-0DC8-4FB6-B016-05F84FC27B09}" srcOrd="1" destOrd="0" presId="urn:microsoft.com/office/officeart/2005/8/layout/list1"/>
    <dgm:cxn modelId="{DF027C19-B20E-4678-891D-CCDCCA840E72}" type="presParOf" srcId="{4D585F68-F1C3-491E-97C8-FE191B789273}" destId="{AC23DE4B-16EE-4B2F-A0F5-3334A7C9EECE}" srcOrd="9" destOrd="0" presId="urn:microsoft.com/office/officeart/2005/8/layout/list1"/>
    <dgm:cxn modelId="{644CD823-2979-469E-AB0C-18AB8FEA2504}" type="presParOf" srcId="{4D585F68-F1C3-491E-97C8-FE191B789273}" destId="{CE7D5704-C2DE-44BA-A3C2-E1E61EDD936F}" srcOrd="10" destOrd="0" presId="urn:microsoft.com/office/officeart/2005/8/layout/list1"/>
    <dgm:cxn modelId="{76BD2925-9CAC-4C35-A400-DAE2BCD16770}" type="presParOf" srcId="{4D585F68-F1C3-491E-97C8-FE191B789273}" destId="{4E6CC7CE-076B-4102-A15A-E0217C6BB838}" srcOrd="11" destOrd="0" presId="urn:microsoft.com/office/officeart/2005/8/layout/list1"/>
    <dgm:cxn modelId="{B57095CE-1D64-4B45-B0A4-EC8CB4B93877}" type="presParOf" srcId="{4D585F68-F1C3-491E-97C8-FE191B789273}" destId="{8323F848-BA0E-4096-B26C-73C61C02E7C0}" srcOrd="12" destOrd="0" presId="urn:microsoft.com/office/officeart/2005/8/layout/list1"/>
    <dgm:cxn modelId="{9A0AEF03-2EDB-491E-8CBC-B2B951FB71F2}" type="presParOf" srcId="{8323F848-BA0E-4096-B26C-73C61C02E7C0}" destId="{5156C545-4211-4D3F-A5EB-0C5C5C69A7B5}" srcOrd="0" destOrd="0" presId="urn:microsoft.com/office/officeart/2005/8/layout/list1"/>
    <dgm:cxn modelId="{F575BC11-D6E3-412E-B9CA-C9D4AB77F151}" type="presParOf" srcId="{8323F848-BA0E-4096-B26C-73C61C02E7C0}" destId="{BC5A5076-5872-4253-9EB3-F113BB814774}" srcOrd="1" destOrd="0" presId="urn:microsoft.com/office/officeart/2005/8/layout/list1"/>
    <dgm:cxn modelId="{AB6DA28A-59A4-441B-A7A1-15B36E4707EC}" type="presParOf" srcId="{4D585F68-F1C3-491E-97C8-FE191B789273}" destId="{D1EDCBEA-E0EE-4136-AB4B-C6E6338F4015}" srcOrd="13" destOrd="0" presId="urn:microsoft.com/office/officeart/2005/8/layout/list1"/>
    <dgm:cxn modelId="{FB21A3C8-27B7-4D9A-9B0F-27DFD9D77A44}" type="presParOf" srcId="{4D585F68-F1C3-491E-97C8-FE191B789273}" destId="{5ED80155-CC3E-4CB6-AF55-CE3BBE0DB9A0}" srcOrd="14" destOrd="0" presId="urn:microsoft.com/office/officeart/2005/8/layout/list1"/>
    <dgm:cxn modelId="{EE1A63E0-35CB-444F-BDCF-B1CE437B7A55}" type="presParOf" srcId="{4D585F68-F1C3-491E-97C8-FE191B789273}" destId="{819FB867-AFDF-4C00-9785-A621A607858D}" srcOrd="15" destOrd="0" presId="urn:microsoft.com/office/officeart/2005/8/layout/list1"/>
    <dgm:cxn modelId="{E5FA1525-939F-4800-806F-22799D469316}" type="presParOf" srcId="{4D585F68-F1C3-491E-97C8-FE191B789273}" destId="{657E3C1D-2478-4C29-99D9-977BC13CE97A}" srcOrd="16" destOrd="0" presId="urn:microsoft.com/office/officeart/2005/8/layout/list1"/>
    <dgm:cxn modelId="{1D0A0588-D4A4-4381-9488-DB99B066F5FE}" type="presParOf" srcId="{657E3C1D-2478-4C29-99D9-977BC13CE97A}" destId="{CFCC2FE3-37C2-471F-A538-8BD6D7A0736C}" srcOrd="0" destOrd="0" presId="urn:microsoft.com/office/officeart/2005/8/layout/list1"/>
    <dgm:cxn modelId="{19E5D8B8-D450-471B-9AC2-B5B127B9B15C}" type="presParOf" srcId="{657E3C1D-2478-4C29-99D9-977BC13CE97A}" destId="{7E151F76-28B5-491E-810B-66D5826F93E5}" srcOrd="1" destOrd="0" presId="urn:microsoft.com/office/officeart/2005/8/layout/list1"/>
    <dgm:cxn modelId="{9966DE57-75C3-419E-9BE7-019C2D7980B3}" type="presParOf" srcId="{4D585F68-F1C3-491E-97C8-FE191B789273}" destId="{C6CAF120-95FA-4DE6-8F23-2D1236AF9A2A}" srcOrd="17" destOrd="0" presId="urn:microsoft.com/office/officeart/2005/8/layout/list1"/>
    <dgm:cxn modelId="{19BAC60B-098A-42AB-806E-2221F6EF49B7}" type="presParOf" srcId="{4D585F68-F1C3-491E-97C8-FE191B789273}" destId="{0DF38826-3530-42A7-93C6-D4B87251902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232CEB-62D8-4589-8260-D2DD0950260D}">
      <dgm:prSet phldrT="[Text]" custT="1"/>
      <dgm:spPr/>
      <dgm:t>
        <a:bodyPr/>
        <a:lstStyle/>
        <a:p>
          <a:r>
            <a:rPr lang="en-US" sz="2000" dirty="0" smtClean="0"/>
            <a:t>Mission Driven</a:t>
          </a:r>
          <a:endParaRPr lang="en-US" sz="2000" dirty="0"/>
        </a:p>
      </dgm:t>
    </dgm:pt>
    <dgm:pt modelId="{22F183F2-F076-432E-B017-627686E028CD}" type="parTrans" cxnId="{E45E0976-8162-4401-A3FA-C22E162911A7}">
      <dgm:prSet/>
      <dgm:spPr/>
      <dgm:t>
        <a:bodyPr/>
        <a:lstStyle/>
        <a:p>
          <a:endParaRPr lang="en-US"/>
        </a:p>
      </dgm:t>
    </dgm:pt>
    <dgm:pt modelId="{09EF4320-CD4F-41E8-A393-ECE55D103206}" type="sibTrans" cxnId="{E45E0976-8162-4401-A3FA-C22E162911A7}">
      <dgm:prSet/>
      <dgm:spPr/>
      <dgm:t>
        <a:bodyPr/>
        <a:lstStyle/>
        <a:p>
          <a:endParaRPr lang="en-US"/>
        </a:p>
      </dgm:t>
    </dgm:pt>
    <dgm:pt modelId="{E7F16E8F-B07B-49CD-9F52-85A84C58F053}">
      <dgm:prSet phldrT="[Text]" custT="1"/>
      <dgm:spPr/>
      <dgm:t>
        <a:bodyPr/>
        <a:lstStyle/>
        <a:p>
          <a:r>
            <a:rPr lang="en-US" sz="2000" dirty="0" smtClean="0"/>
            <a:t>Component-Based</a:t>
          </a:r>
          <a:endParaRPr lang="en-US" sz="2000" dirty="0"/>
        </a:p>
      </dgm:t>
    </dgm:pt>
    <dgm:pt modelId="{34AEC5FF-E97D-4573-851C-EF83ABF7DC00}" type="parTrans" cxnId="{66F907DD-AC0B-43D2-A26F-7BF1BD7B834A}">
      <dgm:prSet/>
      <dgm:spPr/>
      <dgm:t>
        <a:bodyPr/>
        <a:lstStyle/>
        <a:p>
          <a:endParaRPr lang="en-US"/>
        </a:p>
      </dgm:t>
    </dgm:pt>
    <dgm:pt modelId="{E4243C59-659E-46FE-A2F9-831D4FBC603F}" type="sibTrans" cxnId="{66F907DD-AC0B-43D2-A26F-7BF1BD7B834A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Iterative</a:t>
          </a:r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8FE248D4-A45B-4926-B4CF-3C227108DC0F}">
      <dgm:prSet custT="1"/>
      <dgm:spPr/>
      <dgm:t>
        <a:bodyPr/>
        <a:lstStyle/>
        <a:p>
          <a:r>
            <a:rPr lang="en-US" sz="2000" dirty="0" smtClean="0"/>
            <a:t>Time-Boxed</a:t>
          </a:r>
        </a:p>
      </dgm:t>
    </dgm:pt>
    <dgm:pt modelId="{DF4385A3-724F-4E7E-BE02-EE64DA860F3B}" type="parTrans" cxnId="{DEBD0344-8197-40D4-BC12-BDDD6AA72080}">
      <dgm:prSet/>
      <dgm:spPr/>
      <dgm:t>
        <a:bodyPr/>
        <a:lstStyle/>
        <a:p>
          <a:endParaRPr lang="en-US"/>
        </a:p>
      </dgm:t>
    </dgm:pt>
    <dgm:pt modelId="{A1D4FAAD-FA4B-47A0-8F0E-B34DD218D26D}" type="sibTrans" cxnId="{DEBD0344-8197-40D4-BC12-BDDD6AA72080}">
      <dgm:prSet/>
      <dgm:spPr/>
      <dgm:t>
        <a:bodyPr/>
        <a:lstStyle/>
        <a:p>
          <a:endParaRPr lang="en-US"/>
        </a:p>
      </dgm:t>
    </dgm:pt>
    <dgm:pt modelId="{3D95CF3C-1034-4028-A9B6-4A57E55FDE55}">
      <dgm:prSet custT="1"/>
      <dgm:spPr/>
      <dgm:t>
        <a:bodyPr/>
        <a:lstStyle/>
        <a:p>
          <a:r>
            <a:rPr lang="en-US" sz="2000" dirty="0" smtClean="0"/>
            <a:t>Change-Tolerant</a:t>
          </a:r>
        </a:p>
      </dgm:t>
    </dgm:pt>
    <dgm:pt modelId="{AB944805-5588-4B6E-AFFB-12B6CF469F0C}" type="parTrans" cxnId="{D5C040F3-95D8-4C79-BB75-5DFC8EC01000}">
      <dgm:prSet/>
      <dgm:spPr/>
      <dgm:t>
        <a:bodyPr/>
        <a:lstStyle/>
        <a:p>
          <a:endParaRPr lang="en-US"/>
        </a:p>
      </dgm:t>
    </dgm:pt>
    <dgm:pt modelId="{C3910B74-C4F7-4919-B0E2-F245AD397E28}" type="sibTrans" cxnId="{D5C040F3-95D8-4C79-BB75-5DFC8EC01000}">
      <dgm:prSet/>
      <dgm:spPr/>
      <dgm:t>
        <a:bodyPr/>
        <a:lstStyle/>
        <a:p>
          <a:endParaRPr lang="en-US"/>
        </a:p>
      </dgm:t>
    </dgm:pt>
    <dgm:pt modelId="{C907F713-F67F-4A5C-BD88-2EEBC2388FC6}">
      <dgm:prSet custT="1"/>
      <dgm:spPr/>
      <dgm:t>
        <a:bodyPr/>
        <a:lstStyle/>
        <a:p>
          <a:r>
            <a:rPr lang="en-US" sz="2000" dirty="0" smtClean="0"/>
            <a:t>Risk Driven</a:t>
          </a:r>
        </a:p>
      </dgm:t>
    </dgm:pt>
    <dgm:pt modelId="{9B3172B0-9A52-481D-BDA3-EBE09255361F}" type="parTrans" cxnId="{A1D76922-5F67-4FA6-9A4E-A829E6742BA8}">
      <dgm:prSet/>
      <dgm:spPr/>
      <dgm:t>
        <a:bodyPr/>
        <a:lstStyle/>
        <a:p>
          <a:endParaRPr lang="en-US"/>
        </a:p>
      </dgm:t>
    </dgm:pt>
    <dgm:pt modelId="{50258BCC-B1B4-42D4-ACDE-35395F6A2ACC}" type="sibTrans" cxnId="{A1D76922-5F67-4FA6-9A4E-A829E6742BA8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9118B4B-820F-4974-9EC5-2AA1C73EF9CD}" type="pres">
      <dgm:prSet presAssocID="{5A232CEB-62D8-4589-8260-D2DD0950260D}" presName="parentLin" presStyleCnt="0"/>
      <dgm:spPr/>
    </dgm:pt>
    <dgm:pt modelId="{0B349CBC-8ED4-48C8-A222-9C9340338692}" type="pres">
      <dgm:prSet presAssocID="{5A232CEB-62D8-4589-8260-D2DD0950260D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848FFB67-E67A-4AED-860D-D3CE90B334DB}" type="pres">
      <dgm:prSet presAssocID="{5A232CEB-62D8-4589-8260-D2DD0950260D}" presName="parentText" presStyleLbl="node1" presStyleIdx="0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DF7E8-B64D-4839-AD8F-7162382F7282}" type="pres">
      <dgm:prSet presAssocID="{5A232CEB-62D8-4589-8260-D2DD0950260D}" presName="negativeSpace" presStyleCnt="0"/>
      <dgm:spPr/>
    </dgm:pt>
    <dgm:pt modelId="{5E62230B-D0E7-44B1-B792-63524C0AF476}" type="pres">
      <dgm:prSet presAssocID="{5A232CEB-62D8-4589-8260-D2DD0950260D}" presName="childText" presStyleLbl="conFgAcc1" presStyleIdx="0" presStyleCnt="6">
        <dgm:presLayoutVars>
          <dgm:bulletEnabled val="1"/>
        </dgm:presLayoutVars>
      </dgm:prSet>
      <dgm:spPr/>
    </dgm:pt>
    <dgm:pt modelId="{9AD6B864-3920-4D2F-995E-6A1AAEBE2594}" type="pres">
      <dgm:prSet presAssocID="{09EF4320-CD4F-41E8-A393-ECE55D103206}" presName="spaceBetweenRectangles" presStyleCnt="0"/>
      <dgm:spPr/>
    </dgm:pt>
    <dgm:pt modelId="{9050E09B-0304-4E94-A05D-E80A6123DE47}" type="pres">
      <dgm:prSet presAssocID="{E7F16E8F-B07B-49CD-9F52-85A84C58F053}" presName="parentLin" presStyleCnt="0"/>
      <dgm:spPr/>
    </dgm:pt>
    <dgm:pt modelId="{A7CBC039-0BC2-4AA9-96C5-D53214E7072C}" type="pres">
      <dgm:prSet presAssocID="{E7F16E8F-B07B-49CD-9F52-85A84C58F053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35B351AB-B61D-4E2F-B86C-96E3F283D1FD}" type="pres">
      <dgm:prSet presAssocID="{E7F16E8F-B07B-49CD-9F52-85A84C58F053}" presName="parentText" presStyleLbl="node1" presStyleIdx="1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AB935D-4B4E-4F4B-A4EF-168A28D53E37}" type="pres">
      <dgm:prSet presAssocID="{E7F16E8F-B07B-49CD-9F52-85A84C58F053}" presName="negativeSpace" presStyleCnt="0"/>
      <dgm:spPr/>
    </dgm:pt>
    <dgm:pt modelId="{EDC5F971-55C6-44F2-8041-4D20B3A7D8A0}" type="pres">
      <dgm:prSet presAssocID="{E7F16E8F-B07B-49CD-9F52-85A84C58F053}" presName="childText" presStyleLbl="conFgAcc1" presStyleIdx="1" presStyleCnt="6">
        <dgm:presLayoutVars>
          <dgm:bulletEnabled val="1"/>
        </dgm:presLayoutVars>
      </dgm:prSet>
      <dgm:spPr/>
    </dgm:pt>
    <dgm:pt modelId="{7509880B-10B1-4282-819D-76C7F35E568C}" type="pres">
      <dgm:prSet presAssocID="{E4243C59-659E-46FE-A2F9-831D4FBC603F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2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2" presStyleCnt="6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57F304A3-81E0-47D3-AF06-BCB52BC753FC}" type="pres">
      <dgm:prSet presAssocID="{8FE248D4-A45B-4926-B4CF-3C227108DC0F}" presName="parentLin" presStyleCnt="0"/>
      <dgm:spPr/>
    </dgm:pt>
    <dgm:pt modelId="{358607A7-5498-4B39-B3DA-BFA733A93729}" type="pres">
      <dgm:prSet presAssocID="{8FE248D4-A45B-4926-B4CF-3C227108DC0F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173C0FF9-1BA9-4464-98AC-F588DCA3E395}" type="pres">
      <dgm:prSet presAssocID="{8FE248D4-A45B-4926-B4CF-3C227108DC0F}" presName="parentText" presStyleLbl="node1" presStyleIdx="3" presStyleCnt="6" custScaleX="134161" custScaleY="9112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495D94-CC97-49FF-9F4A-60D4A9F3F91A}" type="pres">
      <dgm:prSet presAssocID="{8FE248D4-A45B-4926-B4CF-3C227108DC0F}" presName="negativeSpace" presStyleCnt="0"/>
      <dgm:spPr/>
    </dgm:pt>
    <dgm:pt modelId="{B1F5484C-D369-4BD5-8482-9E711671C4DF}" type="pres">
      <dgm:prSet presAssocID="{8FE248D4-A45B-4926-B4CF-3C227108DC0F}" presName="childText" presStyleLbl="conFgAcc1" presStyleIdx="3" presStyleCnt="6">
        <dgm:presLayoutVars>
          <dgm:bulletEnabled val="1"/>
        </dgm:presLayoutVars>
      </dgm:prSet>
      <dgm:spPr/>
    </dgm:pt>
    <dgm:pt modelId="{0C5BE476-19FB-492C-8F1A-D69EB9C097F7}" type="pres">
      <dgm:prSet presAssocID="{A1D4FAAD-FA4B-47A0-8F0E-B34DD218D26D}" presName="spaceBetweenRectangles" presStyleCnt="0"/>
      <dgm:spPr/>
    </dgm:pt>
    <dgm:pt modelId="{6E7B3EB9-AA85-4CA2-87C4-407CB90FC0DF}" type="pres">
      <dgm:prSet presAssocID="{3D95CF3C-1034-4028-A9B6-4A57E55FDE55}" presName="parentLin" presStyleCnt="0"/>
      <dgm:spPr/>
    </dgm:pt>
    <dgm:pt modelId="{51465236-67AF-4B28-87C7-38988AA8CADB}" type="pres">
      <dgm:prSet presAssocID="{3D95CF3C-1034-4028-A9B6-4A57E55FDE55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41319168-0667-4056-BABA-358591EF7E69}" type="pres">
      <dgm:prSet presAssocID="{3D95CF3C-1034-4028-A9B6-4A57E55FDE55}" presName="parentText" presStyleLbl="node1" presStyleIdx="4" presStyleCnt="6" custScaleX="13416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EDA8A5-B3DB-4B2F-852E-9317FF348744}" type="pres">
      <dgm:prSet presAssocID="{3D95CF3C-1034-4028-A9B6-4A57E55FDE55}" presName="negativeSpace" presStyleCnt="0"/>
      <dgm:spPr/>
    </dgm:pt>
    <dgm:pt modelId="{4A8180FC-8FFB-4366-8615-E96D7DCDCE55}" type="pres">
      <dgm:prSet presAssocID="{3D95CF3C-1034-4028-A9B6-4A57E55FDE55}" presName="childText" presStyleLbl="conFgAcc1" presStyleIdx="4" presStyleCnt="6">
        <dgm:presLayoutVars>
          <dgm:bulletEnabled val="1"/>
        </dgm:presLayoutVars>
      </dgm:prSet>
      <dgm:spPr/>
    </dgm:pt>
    <dgm:pt modelId="{42FB377C-8721-4DA9-A3C7-A29F11EF3547}" type="pres">
      <dgm:prSet presAssocID="{C3910B74-C4F7-4919-B0E2-F245AD397E28}" presName="spaceBetweenRectangles" presStyleCnt="0"/>
      <dgm:spPr/>
    </dgm:pt>
    <dgm:pt modelId="{945BD2CD-D92D-4164-8DED-F1BF7A62FDAD}" type="pres">
      <dgm:prSet presAssocID="{C907F713-F67F-4A5C-BD88-2EEBC2388FC6}" presName="parentLin" presStyleCnt="0"/>
      <dgm:spPr/>
    </dgm:pt>
    <dgm:pt modelId="{07838102-959C-4C3D-B0EC-F2246301927D}" type="pres">
      <dgm:prSet presAssocID="{C907F713-F67F-4A5C-BD88-2EEBC2388FC6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58D026C7-FE1A-47FF-B552-C1429257771D}" type="pres">
      <dgm:prSet presAssocID="{C907F713-F67F-4A5C-BD88-2EEBC2388FC6}" presName="parentText" presStyleLbl="node1" presStyleIdx="5" presStyleCnt="6" custScaleX="1341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6252F-C067-4A42-BFF9-25916860290D}" type="pres">
      <dgm:prSet presAssocID="{C907F713-F67F-4A5C-BD88-2EEBC2388FC6}" presName="negativeSpace" presStyleCnt="0"/>
      <dgm:spPr/>
    </dgm:pt>
    <dgm:pt modelId="{7E2D209C-DA36-4A46-997A-299371CF31AD}" type="pres">
      <dgm:prSet presAssocID="{C907F713-F67F-4A5C-BD88-2EEBC2388FC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8A34679-5543-4A6B-B9EE-BE08AAB29A58}" type="presOf" srcId="{E7F16E8F-B07B-49CD-9F52-85A84C58F053}" destId="{A7CBC039-0BC2-4AA9-96C5-D53214E7072C}" srcOrd="0" destOrd="0" presId="urn:microsoft.com/office/officeart/2005/8/layout/list1"/>
    <dgm:cxn modelId="{DEBD0344-8197-40D4-BC12-BDDD6AA72080}" srcId="{259721CE-C292-4BF7-AA2B-27507BE9C04D}" destId="{8FE248D4-A45B-4926-B4CF-3C227108DC0F}" srcOrd="3" destOrd="0" parTransId="{DF4385A3-724F-4E7E-BE02-EE64DA860F3B}" sibTransId="{A1D4FAAD-FA4B-47A0-8F0E-B34DD218D26D}"/>
    <dgm:cxn modelId="{2F2C4CFF-F240-4C3B-A449-E4FAAEB9466E}" type="presOf" srcId="{C907F713-F67F-4A5C-BD88-2EEBC2388FC6}" destId="{58D026C7-FE1A-47FF-B552-C1429257771D}" srcOrd="1" destOrd="0" presId="urn:microsoft.com/office/officeart/2005/8/layout/list1"/>
    <dgm:cxn modelId="{A1D76922-5F67-4FA6-9A4E-A829E6742BA8}" srcId="{259721CE-C292-4BF7-AA2B-27507BE9C04D}" destId="{C907F713-F67F-4A5C-BD88-2EEBC2388FC6}" srcOrd="5" destOrd="0" parTransId="{9B3172B0-9A52-481D-BDA3-EBE09255361F}" sibTransId="{50258BCC-B1B4-42D4-ACDE-35395F6A2ACC}"/>
    <dgm:cxn modelId="{3E11E9CC-D8D6-4C6C-B0F7-504AB08BB5EF}" type="presOf" srcId="{8FE248D4-A45B-4926-B4CF-3C227108DC0F}" destId="{173C0FF9-1BA9-4464-98AC-F588DCA3E395}" srcOrd="1" destOrd="0" presId="urn:microsoft.com/office/officeart/2005/8/layout/list1"/>
    <dgm:cxn modelId="{3C286045-10B9-4624-84A6-18143ABAF029}" type="presOf" srcId="{5A232CEB-62D8-4589-8260-D2DD0950260D}" destId="{848FFB67-E67A-4AED-860D-D3CE90B334DB}" srcOrd="1" destOrd="0" presId="urn:microsoft.com/office/officeart/2005/8/layout/list1"/>
    <dgm:cxn modelId="{999EA265-100A-4778-A405-37CD057D209D}" type="presOf" srcId="{FD8EEF94-57C4-43B6-B503-52A235AFE355}" destId="{CD4AC616-B058-4A20-A9E6-3AC0F8BFAD7C}" srcOrd="0" destOrd="0" presId="urn:microsoft.com/office/officeart/2005/8/layout/list1"/>
    <dgm:cxn modelId="{E45E0976-8162-4401-A3FA-C22E162911A7}" srcId="{259721CE-C292-4BF7-AA2B-27507BE9C04D}" destId="{5A232CEB-62D8-4589-8260-D2DD0950260D}" srcOrd="0" destOrd="0" parTransId="{22F183F2-F076-432E-B017-627686E028CD}" sibTransId="{09EF4320-CD4F-41E8-A393-ECE55D103206}"/>
    <dgm:cxn modelId="{1121BB57-1341-4FF2-856C-071F1CDBC82C}" srcId="{259721CE-C292-4BF7-AA2B-27507BE9C04D}" destId="{FD8EEF94-57C4-43B6-B503-52A235AFE355}" srcOrd="2" destOrd="0" parTransId="{9506D5D9-244F-47FC-A842-FAED04651DF1}" sibTransId="{3F769E75-5A96-43B8-905A-7C7895322FC2}"/>
    <dgm:cxn modelId="{66F907DD-AC0B-43D2-A26F-7BF1BD7B834A}" srcId="{259721CE-C292-4BF7-AA2B-27507BE9C04D}" destId="{E7F16E8F-B07B-49CD-9F52-85A84C58F053}" srcOrd="1" destOrd="0" parTransId="{34AEC5FF-E97D-4573-851C-EF83ABF7DC00}" sibTransId="{E4243C59-659E-46FE-A2F9-831D4FBC603F}"/>
    <dgm:cxn modelId="{AE8109E7-8BCB-4019-9F00-94F731ACA0E7}" type="presOf" srcId="{E7F16E8F-B07B-49CD-9F52-85A84C58F053}" destId="{35B351AB-B61D-4E2F-B86C-96E3F283D1FD}" srcOrd="1" destOrd="0" presId="urn:microsoft.com/office/officeart/2005/8/layout/list1"/>
    <dgm:cxn modelId="{CFAA9B70-4808-4DA3-BA5E-30C539394CF4}" type="presOf" srcId="{8FE248D4-A45B-4926-B4CF-3C227108DC0F}" destId="{358607A7-5498-4B39-B3DA-BFA733A93729}" srcOrd="0" destOrd="0" presId="urn:microsoft.com/office/officeart/2005/8/layout/list1"/>
    <dgm:cxn modelId="{ED438921-D80D-416D-AB19-3A1FC3286B85}" type="presOf" srcId="{C907F713-F67F-4A5C-BD88-2EEBC2388FC6}" destId="{07838102-959C-4C3D-B0EC-F2246301927D}" srcOrd="0" destOrd="0" presId="urn:microsoft.com/office/officeart/2005/8/layout/list1"/>
    <dgm:cxn modelId="{EEB4FFE4-D0DA-42E1-99EB-F9DEC314D8D6}" type="presOf" srcId="{3D95CF3C-1034-4028-A9B6-4A57E55FDE55}" destId="{51465236-67AF-4B28-87C7-38988AA8CADB}" srcOrd="0" destOrd="0" presId="urn:microsoft.com/office/officeart/2005/8/layout/list1"/>
    <dgm:cxn modelId="{4E4ECF5D-E573-4DEB-AC83-378952FC16EB}" type="presOf" srcId="{259721CE-C292-4BF7-AA2B-27507BE9C04D}" destId="{4D585F68-F1C3-491E-97C8-FE191B789273}" srcOrd="0" destOrd="0" presId="urn:microsoft.com/office/officeart/2005/8/layout/list1"/>
    <dgm:cxn modelId="{F9402A76-9A2C-4050-A752-D7BE6645FB12}" type="presOf" srcId="{FD8EEF94-57C4-43B6-B503-52A235AFE355}" destId="{9E2FD9A1-0DC8-4FB6-B016-05F84FC27B09}" srcOrd="1" destOrd="0" presId="urn:microsoft.com/office/officeart/2005/8/layout/list1"/>
    <dgm:cxn modelId="{4D199A58-9E43-4C4A-A6A9-1995D1A62851}" type="presOf" srcId="{5A232CEB-62D8-4589-8260-D2DD0950260D}" destId="{0B349CBC-8ED4-48C8-A222-9C9340338692}" srcOrd="0" destOrd="0" presId="urn:microsoft.com/office/officeart/2005/8/layout/list1"/>
    <dgm:cxn modelId="{D5C040F3-95D8-4C79-BB75-5DFC8EC01000}" srcId="{259721CE-C292-4BF7-AA2B-27507BE9C04D}" destId="{3D95CF3C-1034-4028-A9B6-4A57E55FDE55}" srcOrd="4" destOrd="0" parTransId="{AB944805-5588-4B6E-AFFB-12B6CF469F0C}" sibTransId="{C3910B74-C4F7-4919-B0E2-F245AD397E28}"/>
    <dgm:cxn modelId="{B3EB55D9-725F-4A8B-9BFB-DEF1B61A737C}" type="presOf" srcId="{3D95CF3C-1034-4028-A9B6-4A57E55FDE55}" destId="{41319168-0667-4056-BABA-358591EF7E69}" srcOrd="1" destOrd="0" presId="urn:microsoft.com/office/officeart/2005/8/layout/list1"/>
    <dgm:cxn modelId="{0C93735D-3F45-440A-A743-F282F9DCAB05}" type="presParOf" srcId="{4D585F68-F1C3-491E-97C8-FE191B789273}" destId="{E9118B4B-820F-4974-9EC5-2AA1C73EF9CD}" srcOrd="0" destOrd="0" presId="urn:microsoft.com/office/officeart/2005/8/layout/list1"/>
    <dgm:cxn modelId="{54F8B80F-5343-45A7-BB0A-ACB187998D0C}" type="presParOf" srcId="{E9118B4B-820F-4974-9EC5-2AA1C73EF9CD}" destId="{0B349CBC-8ED4-48C8-A222-9C9340338692}" srcOrd="0" destOrd="0" presId="urn:microsoft.com/office/officeart/2005/8/layout/list1"/>
    <dgm:cxn modelId="{E3F728BB-AEFB-4046-8F03-49F45E151C31}" type="presParOf" srcId="{E9118B4B-820F-4974-9EC5-2AA1C73EF9CD}" destId="{848FFB67-E67A-4AED-860D-D3CE90B334DB}" srcOrd="1" destOrd="0" presId="urn:microsoft.com/office/officeart/2005/8/layout/list1"/>
    <dgm:cxn modelId="{2B4C61C5-D298-4729-9362-511B4071DD02}" type="presParOf" srcId="{4D585F68-F1C3-491E-97C8-FE191B789273}" destId="{E60DF7E8-B64D-4839-AD8F-7162382F7282}" srcOrd="1" destOrd="0" presId="urn:microsoft.com/office/officeart/2005/8/layout/list1"/>
    <dgm:cxn modelId="{FD543335-EC3C-48EF-B025-34B6D5471C6F}" type="presParOf" srcId="{4D585F68-F1C3-491E-97C8-FE191B789273}" destId="{5E62230B-D0E7-44B1-B792-63524C0AF476}" srcOrd="2" destOrd="0" presId="urn:microsoft.com/office/officeart/2005/8/layout/list1"/>
    <dgm:cxn modelId="{DEA71E27-2B62-4E4A-B115-5A9F4427C7A7}" type="presParOf" srcId="{4D585F68-F1C3-491E-97C8-FE191B789273}" destId="{9AD6B864-3920-4D2F-995E-6A1AAEBE2594}" srcOrd="3" destOrd="0" presId="urn:microsoft.com/office/officeart/2005/8/layout/list1"/>
    <dgm:cxn modelId="{4AAF7110-DC57-4B7C-8F36-E220F21B5C2F}" type="presParOf" srcId="{4D585F68-F1C3-491E-97C8-FE191B789273}" destId="{9050E09B-0304-4E94-A05D-E80A6123DE47}" srcOrd="4" destOrd="0" presId="urn:microsoft.com/office/officeart/2005/8/layout/list1"/>
    <dgm:cxn modelId="{34521DB7-EF42-4854-8DF5-FFB88B17C26D}" type="presParOf" srcId="{9050E09B-0304-4E94-A05D-E80A6123DE47}" destId="{A7CBC039-0BC2-4AA9-96C5-D53214E7072C}" srcOrd="0" destOrd="0" presId="urn:microsoft.com/office/officeart/2005/8/layout/list1"/>
    <dgm:cxn modelId="{C3C6B997-2218-4BE5-9999-5CFBD6170392}" type="presParOf" srcId="{9050E09B-0304-4E94-A05D-E80A6123DE47}" destId="{35B351AB-B61D-4E2F-B86C-96E3F283D1FD}" srcOrd="1" destOrd="0" presId="urn:microsoft.com/office/officeart/2005/8/layout/list1"/>
    <dgm:cxn modelId="{9CB878EA-F5D3-4CA3-877C-5ACAA7380831}" type="presParOf" srcId="{4D585F68-F1C3-491E-97C8-FE191B789273}" destId="{A1AB935D-4B4E-4F4B-A4EF-168A28D53E37}" srcOrd="5" destOrd="0" presId="urn:microsoft.com/office/officeart/2005/8/layout/list1"/>
    <dgm:cxn modelId="{DFD6CD0B-7A68-4FF0-AE0E-7F6CBA233839}" type="presParOf" srcId="{4D585F68-F1C3-491E-97C8-FE191B789273}" destId="{EDC5F971-55C6-44F2-8041-4D20B3A7D8A0}" srcOrd="6" destOrd="0" presId="urn:microsoft.com/office/officeart/2005/8/layout/list1"/>
    <dgm:cxn modelId="{A49981DC-2F3C-44D3-9C57-CD76447AFE6D}" type="presParOf" srcId="{4D585F68-F1C3-491E-97C8-FE191B789273}" destId="{7509880B-10B1-4282-819D-76C7F35E568C}" srcOrd="7" destOrd="0" presId="urn:microsoft.com/office/officeart/2005/8/layout/list1"/>
    <dgm:cxn modelId="{30326E9F-D86E-4FB4-81DA-4BC23720AAE9}" type="presParOf" srcId="{4D585F68-F1C3-491E-97C8-FE191B789273}" destId="{BFAAC808-3202-49AF-908A-D136EAA6760E}" srcOrd="8" destOrd="0" presId="urn:microsoft.com/office/officeart/2005/8/layout/list1"/>
    <dgm:cxn modelId="{73D0276B-B799-482B-92DD-72F99D6BF6F9}" type="presParOf" srcId="{BFAAC808-3202-49AF-908A-D136EAA6760E}" destId="{CD4AC616-B058-4A20-A9E6-3AC0F8BFAD7C}" srcOrd="0" destOrd="0" presId="urn:microsoft.com/office/officeart/2005/8/layout/list1"/>
    <dgm:cxn modelId="{6EAB9A71-04F4-4381-95D7-4DBE7C911B7E}" type="presParOf" srcId="{BFAAC808-3202-49AF-908A-D136EAA6760E}" destId="{9E2FD9A1-0DC8-4FB6-B016-05F84FC27B09}" srcOrd="1" destOrd="0" presId="urn:microsoft.com/office/officeart/2005/8/layout/list1"/>
    <dgm:cxn modelId="{176F6232-3543-414D-8955-C39099F5EE0F}" type="presParOf" srcId="{4D585F68-F1C3-491E-97C8-FE191B789273}" destId="{AC23DE4B-16EE-4B2F-A0F5-3334A7C9EECE}" srcOrd="9" destOrd="0" presId="urn:microsoft.com/office/officeart/2005/8/layout/list1"/>
    <dgm:cxn modelId="{9B87AE73-124E-4C29-86E1-30E6B8F6E54E}" type="presParOf" srcId="{4D585F68-F1C3-491E-97C8-FE191B789273}" destId="{CE7D5704-C2DE-44BA-A3C2-E1E61EDD936F}" srcOrd="10" destOrd="0" presId="urn:microsoft.com/office/officeart/2005/8/layout/list1"/>
    <dgm:cxn modelId="{596B0A6A-EC24-466F-A615-6F30A091DEE2}" type="presParOf" srcId="{4D585F68-F1C3-491E-97C8-FE191B789273}" destId="{4E6CC7CE-076B-4102-A15A-E0217C6BB838}" srcOrd="11" destOrd="0" presId="urn:microsoft.com/office/officeart/2005/8/layout/list1"/>
    <dgm:cxn modelId="{0FF770F1-D19F-4EBC-A095-30870D4B0FF7}" type="presParOf" srcId="{4D585F68-F1C3-491E-97C8-FE191B789273}" destId="{57F304A3-81E0-47D3-AF06-BCB52BC753FC}" srcOrd="12" destOrd="0" presId="urn:microsoft.com/office/officeart/2005/8/layout/list1"/>
    <dgm:cxn modelId="{68A51C6F-BD7C-452E-ABF1-56D91C86A722}" type="presParOf" srcId="{57F304A3-81E0-47D3-AF06-BCB52BC753FC}" destId="{358607A7-5498-4B39-B3DA-BFA733A93729}" srcOrd="0" destOrd="0" presId="urn:microsoft.com/office/officeart/2005/8/layout/list1"/>
    <dgm:cxn modelId="{BB426AB3-E602-4558-A52E-0DD47590DDC2}" type="presParOf" srcId="{57F304A3-81E0-47D3-AF06-BCB52BC753FC}" destId="{173C0FF9-1BA9-4464-98AC-F588DCA3E395}" srcOrd="1" destOrd="0" presId="urn:microsoft.com/office/officeart/2005/8/layout/list1"/>
    <dgm:cxn modelId="{80F7D2A9-472B-47C7-AAE9-CAE96B8B3A6D}" type="presParOf" srcId="{4D585F68-F1C3-491E-97C8-FE191B789273}" destId="{94495D94-CC97-49FF-9F4A-60D4A9F3F91A}" srcOrd="13" destOrd="0" presId="urn:microsoft.com/office/officeart/2005/8/layout/list1"/>
    <dgm:cxn modelId="{4355FA8B-FBF5-42F6-A2EA-1AC49DBEE0CE}" type="presParOf" srcId="{4D585F68-F1C3-491E-97C8-FE191B789273}" destId="{B1F5484C-D369-4BD5-8482-9E711671C4DF}" srcOrd="14" destOrd="0" presId="urn:microsoft.com/office/officeart/2005/8/layout/list1"/>
    <dgm:cxn modelId="{F55296D1-9E22-448C-9DA0-824DF89B99AB}" type="presParOf" srcId="{4D585F68-F1C3-491E-97C8-FE191B789273}" destId="{0C5BE476-19FB-492C-8F1A-D69EB9C097F7}" srcOrd="15" destOrd="0" presId="urn:microsoft.com/office/officeart/2005/8/layout/list1"/>
    <dgm:cxn modelId="{FF3658A3-EC38-4FBC-BE16-0AD565F03AE0}" type="presParOf" srcId="{4D585F68-F1C3-491E-97C8-FE191B789273}" destId="{6E7B3EB9-AA85-4CA2-87C4-407CB90FC0DF}" srcOrd="16" destOrd="0" presId="urn:microsoft.com/office/officeart/2005/8/layout/list1"/>
    <dgm:cxn modelId="{7EA39C18-3A34-4C09-ADE7-3E73ECBD6966}" type="presParOf" srcId="{6E7B3EB9-AA85-4CA2-87C4-407CB90FC0DF}" destId="{51465236-67AF-4B28-87C7-38988AA8CADB}" srcOrd="0" destOrd="0" presId="urn:microsoft.com/office/officeart/2005/8/layout/list1"/>
    <dgm:cxn modelId="{FAE761DF-18CC-4792-A7C6-B9ADE6A515B1}" type="presParOf" srcId="{6E7B3EB9-AA85-4CA2-87C4-407CB90FC0DF}" destId="{41319168-0667-4056-BABA-358591EF7E69}" srcOrd="1" destOrd="0" presId="urn:microsoft.com/office/officeart/2005/8/layout/list1"/>
    <dgm:cxn modelId="{829FCAC0-50CF-4182-8276-430713D3D660}" type="presParOf" srcId="{4D585F68-F1C3-491E-97C8-FE191B789273}" destId="{2BEDA8A5-B3DB-4B2F-852E-9317FF348744}" srcOrd="17" destOrd="0" presId="urn:microsoft.com/office/officeart/2005/8/layout/list1"/>
    <dgm:cxn modelId="{FC682890-3A90-44B7-AD12-BDD854774D55}" type="presParOf" srcId="{4D585F68-F1C3-491E-97C8-FE191B789273}" destId="{4A8180FC-8FFB-4366-8615-E96D7DCDCE55}" srcOrd="18" destOrd="0" presId="urn:microsoft.com/office/officeart/2005/8/layout/list1"/>
    <dgm:cxn modelId="{7EC664E1-AB0C-444B-B9C8-4F99891F1BE6}" type="presParOf" srcId="{4D585F68-F1C3-491E-97C8-FE191B789273}" destId="{42FB377C-8721-4DA9-A3C7-A29F11EF3547}" srcOrd="19" destOrd="0" presId="urn:microsoft.com/office/officeart/2005/8/layout/list1"/>
    <dgm:cxn modelId="{8AE48E2C-6CFE-4339-A8E4-457DCFCB55F7}" type="presParOf" srcId="{4D585F68-F1C3-491E-97C8-FE191B789273}" destId="{945BD2CD-D92D-4164-8DED-F1BF7A62FDAD}" srcOrd="20" destOrd="0" presId="urn:microsoft.com/office/officeart/2005/8/layout/list1"/>
    <dgm:cxn modelId="{0E5136C4-DBC1-4A54-A057-E5D5A6718574}" type="presParOf" srcId="{945BD2CD-D92D-4164-8DED-F1BF7A62FDAD}" destId="{07838102-959C-4C3D-B0EC-F2246301927D}" srcOrd="0" destOrd="0" presId="urn:microsoft.com/office/officeart/2005/8/layout/list1"/>
    <dgm:cxn modelId="{5E416C62-6984-4016-BE02-FE7253DAE05E}" type="presParOf" srcId="{945BD2CD-D92D-4164-8DED-F1BF7A62FDAD}" destId="{58D026C7-FE1A-47FF-B552-C1429257771D}" srcOrd="1" destOrd="0" presId="urn:microsoft.com/office/officeart/2005/8/layout/list1"/>
    <dgm:cxn modelId="{44B97CE3-6EA7-4E8B-A966-E1C5BB0704D2}" type="presParOf" srcId="{4D585F68-F1C3-491E-97C8-FE191B789273}" destId="{9F96252F-C067-4A42-BFF9-25916860290D}" srcOrd="21" destOrd="0" presId="urn:microsoft.com/office/officeart/2005/8/layout/list1"/>
    <dgm:cxn modelId="{BC108783-7594-45CC-AC40-B25F36EF2441}" type="presParOf" srcId="{4D585F68-F1C3-491E-97C8-FE191B789273}" destId="{7E2D209C-DA36-4A46-997A-299371CF31AD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9B10B4-9235-4D0A-9007-9ACF0D54C8AC}">
      <dgm:prSet custT="1"/>
      <dgm:spPr/>
      <dgm:t>
        <a:bodyPr/>
        <a:lstStyle/>
        <a:p>
          <a:r>
            <a:rPr lang="en-US" sz="2000" dirty="0" smtClean="0"/>
            <a:t>Facilitator</a:t>
          </a:r>
        </a:p>
      </dgm:t>
    </dgm:pt>
    <dgm:pt modelId="{E12344C1-4745-4BFC-8CAC-D4F318FB9F19}" type="parTrans" cxnId="{0C349D60-7212-4F0D-BC5A-8A8540D0DA47}">
      <dgm:prSet/>
      <dgm:spPr/>
      <dgm:t>
        <a:bodyPr/>
        <a:lstStyle/>
        <a:p>
          <a:endParaRPr lang="en-US"/>
        </a:p>
      </dgm:t>
    </dgm:pt>
    <dgm:pt modelId="{9E0E45FC-4A44-4D0A-BFC0-6912204EA15A}" type="sibTrans" cxnId="{0C349D60-7212-4F0D-BC5A-8A8540D0DA47}">
      <dgm:prSet/>
      <dgm:spPr/>
      <dgm:t>
        <a:bodyPr/>
        <a:lstStyle/>
        <a:p>
          <a:endParaRPr lang="en-US"/>
        </a:p>
      </dgm:t>
    </dgm:pt>
    <dgm:pt modelId="{42387B53-88F4-47DF-A781-7517F3AC9808}">
      <dgm:prSet phldrT="[Text]" custT="1"/>
      <dgm:spPr/>
      <dgm:t>
        <a:bodyPr/>
        <a:lstStyle/>
        <a:p>
          <a:r>
            <a:rPr lang="en-US" sz="2000" dirty="0" smtClean="0"/>
            <a:t>Project Manager</a:t>
          </a:r>
        </a:p>
      </dgm:t>
    </dgm:pt>
    <dgm:pt modelId="{92B2358A-891C-4332-99A7-30AACEC1F9B5}" type="parTrans" cxnId="{3C34B617-B057-450D-B56C-08C40E70B777}">
      <dgm:prSet/>
      <dgm:spPr/>
      <dgm:t>
        <a:bodyPr/>
        <a:lstStyle/>
        <a:p>
          <a:endParaRPr lang="en-US"/>
        </a:p>
      </dgm:t>
    </dgm:pt>
    <dgm:pt modelId="{7D85AEDB-7D12-413A-A217-238EB204C1A1}" type="sibTrans" cxnId="{3C34B617-B057-450D-B56C-08C40E70B777}">
      <dgm:prSet/>
      <dgm:spPr/>
      <dgm:t>
        <a:bodyPr/>
        <a:lstStyle/>
        <a:p>
          <a:endParaRPr lang="en-US"/>
        </a:p>
      </dgm:t>
    </dgm:pt>
    <dgm:pt modelId="{D3D0CEB7-16BE-42F3-83F6-D5BDAD3C0D04}">
      <dgm:prSet phldrT="[Text]" custT="1"/>
      <dgm:spPr/>
      <dgm:t>
        <a:bodyPr/>
        <a:lstStyle/>
        <a:p>
          <a:r>
            <a:rPr lang="en-US" sz="2000" dirty="0" smtClean="0"/>
            <a:t>Executive Sponsor</a:t>
          </a:r>
        </a:p>
      </dgm:t>
    </dgm:pt>
    <dgm:pt modelId="{DE4B3B9B-E921-4714-8516-62F818D8C9F5}" type="sibTrans" cxnId="{CEB6981A-94D4-45E4-8EEE-2F4956A5E177}">
      <dgm:prSet/>
      <dgm:spPr/>
      <dgm:t>
        <a:bodyPr/>
        <a:lstStyle/>
        <a:p>
          <a:endParaRPr lang="en-US"/>
        </a:p>
      </dgm:t>
    </dgm:pt>
    <dgm:pt modelId="{B1E61B00-99E1-4B9B-9931-D299D9945696}" type="parTrans" cxnId="{CEB6981A-94D4-45E4-8EEE-2F4956A5E177}">
      <dgm:prSet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Customer</a:t>
          </a:r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3863BDEE-0FE7-46FC-882E-4F5747835701}">
      <dgm:prSet phldrT="[Text]" custT="1"/>
      <dgm:spPr/>
      <dgm:t>
        <a:bodyPr/>
        <a:lstStyle/>
        <a:p>
          <a:r>
            <a:rPr lang="en-US" sz="2000" dirty="0" smtClean="0"/>
            <a:t>Team Manager</a:t>
          </a:r>
        </a:p>
      </dgm:t>
    </dgm:pt>
    <dgm:pt modelId="{D6087A99-E995-45EC-802F-FF41348C1B0C}" type="parTrans" cxnId="{1CE8A51A-959B-4A63-9121-1A9E8AEF3393}">
      <dgm:prSet/>
      <dgm:spPr/>
      <dgm:t>
        <a:bodyPr/>
        <a:lstStyle/>
        <a:p>
          <a:endParaRPr lang="en-US"/>
        </a:p>
      </dgm:t>
    </dgm:pt>
    <dgm:pt modelId="{5A95700D-5665-47D5-AC1B-3F884C910485}" type="sibTrans" cxnId="{1CE8A51A-959B-4A63-9121-1A9E8AEF3393}">
      <dgm:prSet/>
      <dgm:spPr/>
      <dgm:t>
        <a:bodyPr/>
        <a:lstStyle/>
        <a:p>
          <a:endParaRPr lang="en-US"/>
        </a:p>
      </dgm:t>
    </dgm:pt>
    <dgm:pt modelId="{12570102-866D-400E-8CFF-7DC399BDCBE6}">
      <dgm:prSet phldrT="[Text]" custT="1"/>
      <dgm:spPr/>
      <dgm:t>
        <a:bodyPr/>
        <a:lstStyle/>
        <a:p>
          <a:r>
            <a:rPr lang="en-US" sz="2000" dirty="0" smtClean="0"/>
            <a:t>Developer</a:t>
          </a:r>
        </a:p>
      </dgm:t>
    </dgm:pt>
    <dgm:pt modelId="{32EA86BC-5655-42B3-85A6-8431912B8CE1}" type="parTrans" cxnId="{34254450-9E90-46F0-ACF2-ADB7EAC00462}">
      <dgm:prSet/>
      <dgm:spPr/>
      <dgm:t>
        <a:bodyPr/>
        <a:lstStyle/>
        <a:p>
          <a:endParaRPr lang="en-US"/>
        </a:p>
      </dgm:t>
    </dgm:pt>
    <dgm:pt modelId="{4A7AC10D-E8DB-4FCF-A90C-2297AD165AA8}" type="sibTrans" cxnId="{34254450-9E90-46F0-ACF2-ADB7EAC00462}">
      <dgm:prSet/>
      <dgm:spPr/>
      <dgm:t>
        <a:bodyPr/>
        <a:lstStyle/>
        <a:p>
          <a:endParaRPr lang="en-US"/>
        </a:p>
      </dgm:t>
    </dgm:pt>
    <dgm:pt modelId="{B9C25224-8BC7-4F49-8433-79119C934D1E}">
      <dgm:prSet phldrT="[Text]" custT="1"/>
      <dgm:spPr/>
      <dgm:t>
        <a:bodyPr/>
        <a:lstStyle/>
        <a:p>
          <a:r>
            <a:rPr lang="en-US" sz="2000" dirty="0" smtClean="0"/>
            <a:t>Scribe</a:t>
          </a:r>
        </a:p>
      </dgm:t>
    </dgm:pt>
    <dgm:pt modelId="{39E02656-0DB8-490B-A0DB-A321FBFC1FD1}" type="parTrans" cxnId="{75E8ACF6-C5E6-42DA-B848-58C26DDB5883}">
      <dgm:prSet/>
      <dgm:spPr/>
      <dgm:t>
        <a:bodyPr/>
        <a:lstStyle/>
        <a:p>
          <a:endParaRPr lang="en-US"/>
        </a:p>
      </dgm:t>
    </dgm:pt>
    <dgm:pt modelId="{58F13395-3D71-4A6F-A2DD-EF4A5AB7EE3A}" type="sibTrans" cxnId="{75E8ACF6-C5E6-42DA-B848-58C26DDB5883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0" presStyleCnt="7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0" presStyleCnt="7" custScaleX="100231" custScaleY="9804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0" presStyleCnt="7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8323F848-BA0E-4096-B26C-73C61C02E7C0}" type="pres">
      <dgm:prSet presAssocID="{D3D0CEB7-16BE-42F3-83F6-D5BDAD3C0D04}" presName="parentLin" presStyleCnt="0"/>
      <dgm:spPr/>
    </dgm:pt>
    <dgm:pt modelId="{5156C545-4211-4D3F-A5EB-0C5C5C69A7B5}" type="pres">
      <dgm:prSet presAssocID="{D3D0CEB7-16BE-42F3-83F6-D5BDAD3C0D04}" presName="parentLeftMargin" presStyleLbl="node1" presStyleIdx="0" presStyleCnt="7"/>
      <dgm:spPr/>
      <dgm:t>
        <a:bodyPr/>
        <a:lstStyle/>
        <a:p>
          <a:endParaRPr lang="en-US"/>
        </a:p>
      </dgm:t>
    </dgm:pt>
    <dgm:pt modelId="{BC5A5076-5872-4253-9EB3-F113BB814774}" type="pres">
      <dgm:prSet presAssocID="{D3D0CEB7-16BE-42F3-83F6-D5BDAD3C0D04}" presName="parentText" presStyleLbl="node1" presStyleIdx="1" presStyleCnt="7" custScaleX="10023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EDCBEA-E0EE-4136-AB4B-C6E6338F4015}" type="pres">
      <dgm:prSet presAssocID="{D3D0CEB7-16BE-42F3-83F6-D5BDAD3C0D04}" presName="negativeSpace" presStyleCnt="0"/>
      <dgm:spPr/>
    </dgm:pt>
    <dgm:pt modelId="{5ED80155-CC3E-4CB6-AF55-CE3BBE0DB9A0}" type="pres">
      <dgm:prSet presAssocID="{D3D0CEB7-16BE-42F3-83F6-D5BDAD3C0D04}" presName="childText" presStyleLbl="conFgAcc1" presStyleIdx="1" presStyleCnt="7">
        <dgm:presLayoutVars>
          <dgm:bulletEnabled val="1"/>
        </dgm:presLayoutVars>
      </dgm:prSet>
      <dgm:spPr/>
    </dgm:pt>
    <dgm:pt modelId="{819FB867-AFDF-4C00-9785-A621A607858D}" type="pres">
      <dgm:prSet presAssocID="{DE4B3B9B-E921-4714-8516-62F818D8C9F5}" presName="spaceBetweenRectangles" presStyleCnt="0"/>
      <dgm:spPr/>
    </dgm:pt>
    <dgm:pt modelId="{657E3C1D-2478-4C29-99D9-977BC13CE97A}" type="pres">
      <dgm:prSet presAssocID="{719B10B4-9235-4D0A-9007-9ACF0D54C8AC}" presName="parentLin" presStyleCnt="0"/>
      <dgm:spPr/>
    </dgm:pt>
    <dgm:pt modelId="{CFCC2FE3-37C2-471F-A538-8BD6D7A0736C}" type="pres">
      <dgm:prSet presAssocID="{719B10B4-9235-4D0A-9007-9ACF0D54C8AC}" presName="parentLeftMargin" presStyleLbl="node1" presStyleIdx="1" presStyleCnt="7"/>
      <dgm:spPr/>
      <dgm:t>
        <a:bodyPr/>
        <a:lstStyle/>
        <a:p>
          <a:endParaRPr lang="en-US"/>
        </a:p>
      </dgm:t>
    </dgm:pt>
    <dgm:pt modelId="{7E151F76-28B5-491E-810B-66D5826F93E5}" type="pres">
      <dgm:prSet presAssocID="{719B10B4-9235-4D0A-9007-9ACF0D54C8AC}" presName="parentText" presStyleLbl="node1" presStyleIdx="2" presStyleCnt="7" custScaleX="100231" custScaleY="9804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CAF120-95FA-4DE6-8F23-2D1236AF9A2A}" type="pres">
      <dgm:prSet presAssocID="{719B10B4-9235-4D0A-9007-9ACF0D54C8AC}" presName="negativeSpace" presStyleCnt="0"/>
      <dgm:spPr/>
    </dgm:pt>
    <dgm:pt modelId="{0DF38826-3530-42A7-93C6-D4B872519025}" type="pres">
      <dgm:prSet presAssocID="{719B10B4-9235-4D0A-9007-9ACF0D54C8AC}" presName="childText" presStyleLbl="conFgAcc1" presStyleIdx="2" presStyleCnt="7">
        <dgm:presLayoutVars>
          <dgm:bulletEnabled val="1"/>
        </dgm:presLayoutVars>
      </dgm:prSet>
      <dgm:spPr/>
    </dgm:pt>
    <dgm:pt modelId="{0A7BDEC3-EA6F-4122-80C4-1B76BCBF29CD}" type="pres">
      <dgm:prSet presAssocID="{9E0E45FC-4A44-4D0A-BFC0-6912204EA15A}" presName="spaceBetweenRectangles" presStyleCnt="0"/>
      <dgm:spPr/>
    </dgm:pt>
    <dgm:pt modelId="{4A9E5793-1386-4F3E-9B66-6541A78DB043}" type="pres">
      <dgm:prSet presAssocID="{42387B53-88F4-47DF-A781-7517F3AC9808}" presName="parentLin" presStyleCnt="0"/>
      <dgm:spPr/>
    </dgm:pt>
    <dgm:pt modelId="{268A19A3-13A3-4618-95E5-F3AEE110263B}" type="pres">
      <dgm:prSet presAssocID="{42387B53-88F4-47DF-A781-7517F3AC9808}" presName="parentLeftMargin" presStyleLbl="node1" presStyleIdx="2" presStyleCnt="7"/>
      <dgm:spPr/>
      <dgm:t>
        <a:bodyPr/>
        <a:lstStyle/>
        <a:p>
          <a:endParaRPr lang="en-US"/>
        </a:p>
      </dgm:t>
    </dgm:pt>
    <dgm:pt modelId="{794D9C76-9811-4F93-ADAB-5BDAB93E2AE9}" type="pres">
      <dgm:prSet presAssocID="{42387B53-88F4-47DF-A781-7517F3AC9808}" presName="parentText" presStyleLbl="node1" presStyleIdx="3" presStyleCnt="7" custScaleX="100231" custScaleY="11633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D12D80-850A-4FE9-B057-08973A86B307}" type="pres">
      <dgm:prSet presAssocID="{42387B53-88F4-47DF-A781-7517F3AC9808}" presName="negativeSpace" presStyleCnt="0"/>
      <dgm:spPr/>
    </dgm:pt>
    <dgm:pt modelId="{1454C935-AE50-47F6-83E5-DA16C23E2F55}" type="pres">
      <dgm:prSet presAssocID="{42387B53-88F4-47DF-A781-7517F3AC9808}" presName="childText" presStyleLbl="conFgAcc1" presStyleIdx="3" presStyleCnt="7">
        <dgm:presLayoutVars>
          <dgm:bulletEnabled val="1"/>
        </dgm:presLayoutVars>
      </dgm:prSet>
      <dgm:spPr/>
    </dgm:pt>
    <dgm:pt modelId="{40EBA620-88C3-4BFC-871D-BD3F0F166EC2}" type="pres">
      <dgm:prSet presAssocID="{7D85AEDB-7D12-413A-A217-238EB204C1A1}" presName="spaceBetweenRectangles" presStyleCnt="0"/>
      <dgm:spPr/>
    </dgm:pt>
    <dgm:pt modelId="{D9AA5FD4-1A07-412B-A3EC-0CDF1773F66C}" type="pres">
      <dgm:prSet presAssocID="{3863BDEE-0FE7-46FC-882E-4F5747835701}" presName="parentLin" presStyleCnt="0"/>
      <dgm:spPr/>
    </dgm:pt>
    <dgm:pt modelId="{5C5BE01A-2636-4C28-8CA6-1B65482A384E}" type="pres">
      <dgm:prSet presAssocID="{3863BDEE-0FE7-46FC-882E-4F5747835701}" presName="parentLeftMargin" presStyleLbl="node1" presStyleIdx="3" presStyleCnt="7"/>
      <dgm:spPr/>
      <dgm:t>
        <a:bodyPr/>
        <a:lstStyle/>
        <a:p>
          <a:endParaRPr lang="en-US"/>
        </a:p>
      </dgm:t>
    </dgm:pt>
    <dgm:pt modelId="{0CC01930-6B9F-4DD3-9012-25765EC97D20}" type="pres">
      <dgm:prSet presAssocID="{3863BDEE-0FE7-46FC-882E-4F5747835701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D7FBAA-156B-470C-9D6F-591102E8287C}" type="pres">
      <dgm:prSet presAssocID="{3863BDEE-0FE7-46FC-882E-4F5747835701}" presName="negativeSpace" presStyleCnt="0"/>
      <dgm:spPr/>
    </dgm:pt>
    <dgm:pt modelId="{4C07895B-D256-4301-81C2-F1B6D06DC4B2}" type="pres">
      <dgm:prSet presAssocID="{3863BDEE-0FE7-46FC-882E-4F5747835701}" presName="childText" presStyleLbl="conFgAcc1" presStyleIdx="4" presStyleCnt="7">
        <dgm:presLayoutVars>
          <dgm:bulletEnabled val="1"/>
        </dgm:presLayoutVars>
      </dgm:prSet>
      <dgm:spPr/>
    </dgm:pt>
    <dgm:pt modelId="{911851A2-C96E-476B-9D0E-00FFA9D48978}" type="pres">
      <dgm:prSet presAssocID="{5A95700D-5665-47D5-AC1B-3F884C910485}" presName="spaceBetweenRectangles" presStyleCnt="0"/>
      <dgm:spPr/>
    </dgm:pt>
    <dgm:pt modelId="{20C88DB2-2B31-45F3-806E-4F64132A9873}" type="pres">
      <dgm:prSet presAssocID="{12570102-866D-400E-8CFF-7DC399BDCBE6}" presName="parentLin" presStyleCnt="0"/>
      <dgm:spPr/>
    </dgm:pt>
    <dgm:pt modelId="{D8A3A1C6-BD85-4DB7-BA32-BCBA2F4B32F3}" type="pres">
      <dgm:prSet presAssocID="{12570102-866D-400E-8CFF-7DC399BDCBE6}" presName="parentLeftMargin" presStyleLbl="node1" presStyleIdx="4" presStyleCnt="7"/>
      <dgm:spPr/>
      <dgm:t>
        <a:bodyPr/>
        <a:lstStyle/>
        <a:p>
          <a:endParaRPr lang="en-US"/>
        </a:p>
      </dgm:t>
    </dgm:pt>
    <dgm:pt modelId="{570C43E1-33E1-487A-9C6C-0F35CCE36365}" type="pres">
      <dgm:prSet presAssocID="{12570102-866D-400E-8CFF-7DC399BDCBE6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CB3C73-4F28-4008-9150-22D26F14CD29}" type="pres">
      <dgm:prSet presAssocID="{12570102-866D-400E-8CFF-7DC399BDCBE6}" presName="negativeSpace" presStyleCnt="0"/>
      <dgm:spPr/>
    </dgm:pt>
    <dgm:pt modelId="{0C490377-F1FA-4219-85FF-D6DF906DA1DC}" type="pres">
      <dgm:prSet presAssocID="{12570102-866D-400E-8CFF-7DC399BDCBE6}" presName="childText" presStyleLbl="conFgAcc1" presStyleIdx="5" presStyleCnt="7">
        <dgm:presLayoutVars>
          <dgm:bulletEnabled val="1"/>
        </dgm:presLayoutVars>
      </dgm:prSet>
      <dgm:spPr/>
    </dgm:pt>
    <dgm:pt modelId="{FB9ED7F1-076D-437D-AEE9-3C3FA770D8D0}" type="pres">
      <dgm:prSet presAssocID="{4A7AC10D-E8DB-4FCF-A90C-2297AD165AA8}" presName="spaceBetweenRectangles" presStyleCnt="0"/>
      <dgm:spPr/>
    </dgm:pt>
    <dgm:pt modelId="{67745130-7A44-4873-8971-C62A7DFB8B9B}" type="pres">
      <dgm:prSet presAssocID="{B9C25224-8BC7-4F49-8433-79119C934D1E}" presName="parentLin" presStyleCnt="0"/>
      <dgm:spPr/>
    </dgm:pt>
    <dgm:pt modelId="{2B2B965A-A027-4DCA-8206-EE18CA24BEF1}" type="pres">
      <dgm:prSet presAssocID="{B9C25224-8BC7-4F49-8433-79119C934D1E}" presName="parentLeftMargin" presStyleLbl="node1" presStyleIdx="5" presStyleCnt="7"/>
      <dgm:spPr/>
      <dgm:t>
        <a:bodyPr/>
        <a:lstStyle/>
        <a:p>
          <a:endParaRPr lang="en-US"/>
        </a:p>
      </dgm:t>
    </dgm:pt>
    <dgm:pt modelId="{220B1167-953B-473B-AB1E-0A710DBFAC6D}" type="pres">
      <dgm:prSet presAssocID="{B9C25224-8BC7-4F49-8433-79119C934D1E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55821-046B-4A82-97F4-8055560501CF}" type="pres">
      <dgm:prSet presAssocID="{B9C25224-8BC7-4F49-8433-79119C934D1E}" presName="negativeSpace" presStyleCnt="0"/>
      <dgm:spPr/>
    </dgm:pt>
    <dgm:pt modelId="{93701A64-AEB0-40DE-88A9-7464EB097D94}" type="pres">
      <dgm:prSet presAssocID="{B9C25224-8BC7-4F49-8433-79119C934D1E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CEB6981A-94D4-45E4-8EEE-2F4956A5E177}" srcId="{259721CE-C292-4BF7-AA2B-27507BE9C04D}" destId="{D3D0CEB7-16BE-42F3-83F6-D5BDAD3C0D04}" srcOrd="1" destOrd="0" parTransId="{B1E61B00-99E1-4B9B-9931-D299D9945696}" sibTransId="{DE4B3B9B-E921-4714-8516-62F818D8C9F5}"/>
    <dgm:cxn modelId="{5F657588-494D-466A-9968-DA9E56425CC8}" type="presOf" srcId="{42387B53-88F4-47DF-A781-7517F3AC9808}" destId="{794D9C76-9811-4F93-ADAB-5BDAB93E2AE9}" srcOrd="1" destOrd="0" presId="urn:microsoft.com/office/officeart/2005/8/layout/list1"/>
    <dgm:cxn modelId="{3BA76B9A-FBCA-4638-B8FA-FDDEF88E5280}" type="presOf" srcId="{3863BDEE-0FE7-46FC-882E-4F5747835701}" destId="{5C5BE01A-2636-4C28-8CA6-1B65482A384E}" srcOrd="0" destOrd="0" presId="urn:microsoft.com/office/officeart/2005/8/layout/list1"/>
    <dgm:cxn modelId="{34254450-9E90-46F0-ACF2-ADB7EAC00462}" srcId="{259721CE-C292-4BF7-AA2B-27507BE9C04D}" destId="{12570102-866D-400E-8CFF-7DC399BDCBE6}" srcOrd="5" destOrd="0" parTransId="{32EA86BC-5655-42B3-85A6-8431912B8CE1}" sibTransId="{4A7AC10D-E8DB-4FCF-A90C-2297AD165AA8}"/>
    <dgm:cxn modelId="{E1CE9ECE-F96B-42B4-8443-47D2109ABC44}" type="presOf" srcId="{12570102-866D-400E-8CFF-7DC399BDCBE6}" destId="{D8A3A1C6-BD85-4DB7-BA32-BCBA2F4B32F3}" srcOrd="0" destOrd="0" presId="urn:microsoft.com/office/officeart/2005/8/layout/list1"/>
    <dgm:cxn modelId="{6B3A2C98-40FC-48A4-AFBC-12547FE02A82}" type="presOf" srcId="{42387B53-88F4-47DF-A781-7517F3AC9808}" destId="{268A19A3-13A3-4618-95E5-F3AEE110263B}" srcOrd="0" destOrd="0" presId="urn:microsoft.com/office/officeart/2005/8/layout/list1"/>
    <dgm:cxn modelId="{3C34B617-B057-450D-B56C-08C40E70B777}" srcId="{259721CE-C292-4BF7-AA2B-27507BE9C04D}" destId="{42387B53-88F4-47DF-A781-7517F3AC9808}" srcOrd="3" destOrd="0" parTransId="{92B2358A-891C-4332-99A7-30AACEC1F9B5}" sibTransId="{7D85AEDB-7D12-413A-A217-238EB204C1A1}"/>
    <dgm:cxn modelId="{FE293F83-C7AB-425E-BE74-22B1C8A80058}" type="presOf" srcId="{719B10B4-9235-4D0A-9007-9ACF0D54C8AC}" destId="{7E151F76-28B5-491E-810B-66D5826F93E5}" srcOrd="1" destOrd="0" presId="urn:microsoft.com/office/officeart/2005/8/layout/list1"/>
    <dgm:cxn modelId="{A0CD8B50-AFD9-4D3B-8F99-7F0BFD75462E}" type="presOf" srcId="{FD8EEF94-57C4-43B6-B503-52A235AFE355}" destId="{CD4AC616-B058-4A20-A9E6-3AC0F8BFAD7C}" srcOrd="0" destOrd="0" presId="urn:microsoft.com/office/officeart/2005/8/layout/list1"/>
    <dgm:cxn modelId="{46DCF6AD-1515-4A25-882E-718B7B37C870}" type="presOf" srcId="{D3D0CEB7-16BE-42F3-83F6-D5BDAD3C0D04}" destId="{BC5A5076-5872-4253-9EB3-F113BB814774}" srcOrd="1" destOrd="0" presId="urn:microsoft.com/office/officeart/2005/8/layout/list1"/>
    <dgm:cxn modelId="{7D6040D9-1A0E-4C1B-A9E9-056EABD88573}" type="presOf" srcId="{D3D0CEB7-16BE-42F3-83F6-D5BDAD3C0D04}" destId="{5156C545-4211-4D3F-A5EB-0C5C5C69A7B5}" srcOrd="0" destOrd="0" presId="urn:microsoft.com/office/officeart/2005/8/layout/list1"/>
    <dgm:cxn modelId="{0C349D60-7212-4F0D-BC5A-8A8540D0DA47}" srcId="{259721CE-C292-4BF7-AA2B-27507BE9C04D}" destId="{719B10B4-9235-4D0A-9007-9ACF0D54C8AC}" srcOrd="2" destOrd="0" parTransId="{E12344C1-4745-4BFC-8CAC-D4F318FB9F19}" sibTransId="{9E0E45FC-4A44-4D0A-BFC0-6912204EA15A}"/>
    <dgm:cxn modelId="{A2409B76-F2F8-407C-A81C-DAFB2D3571B9}" type="presOf" srcId="{259721CE-C292-4BF7-AA2B-27507BE9C04D}" destId="{4D585F68-F1C3-491E-97C8-FE191B789273}" srcOrd="0" destOrd="0" presId="urn:microsoft.com/office/officeart/2005/8/layout/list1"/>
    <dgm:cxn modelId="{822CC818-0209-49C9-9260-162663A2C729}" type="presOf" srcId="{3863BDEE-0FE7-46FC-882E-4F5747835701}" destId="{0CC01930-6B9F-4DD3-9012-25765EC97D20}" srcOrd="1" destOrd="0" presId="urn:microsoft.com/office/officeart/2005/8/layout/list1"/>
    <dgm:cxn modelId="{1121BB57-1341-4FF2-856C-071F1CDBC82C}" srcId="{259721CE-C292-4BF7-AA2B-27507BE9C04D}" destId="{FD8EEF94-57C4-43B6-B503-52A235AFE355}" srcOrd="0" destOrd="0" parTransId="{9506D5D9-244F-47FC-A842-FAED04651DF1}" sibTransId="{3F769E75-5A96-43B8-905A-7C7895322FC2}"/>
    <dgm:cxn modelId="{451B3A05-5D34-4F03-8781-6286CB6551E4}" type="presOf" srcId="{FD8EEF94-57C4-43B6-B503-52A235AFE355}" destId="{9E2FD9A1-0DC8-4FB6-B016-05F84FC27B09}" srcOrd="1" destOrd="0" presId="urn:microsoft.com/office/officeart/2005/8/layout/list1"/>
    <dgm:cxn modelId="{75E8ACF6-C5E6-42DA-B848-58C26DDB5883}" srcId="{259721CE-C292-4BF7-AA2B-27507BE9C04D}" destId="{B9C25224-8BC7-4F49-8433-79119C934D1E}" srcOrd="6" destOrd="0" parTransId="{39E02656-0DB8-490B-A0DB-A321FBFC1FD1}" sibTransId="{58F13395-3D71-4A6F-A2DD-EF4A5AB7EE3A}"/>
    <dgm:cxn modelId="{4011CDB4-AD98-420C-8317-229C72DDA163}" type="presOf" srcId="{B9C25224-8BC7-4F49-8433-79119C934D1E}" destId="{220B1167-953B-473B-AB1E-0A710DBFAC6D}" srcOrd="1" destOrd="0" presId="urn:microsoft.com/office/officeart/2005/8/layout/list1"/>
    <dgm:cxn modelId="{361B0E73-62BB-4946-84EE-E9364E13C29F}" type="presOf" srcId="{B9C25224-8BC7-4F49-8433-79119C934D1E}" destId="{2B2B965A-A027-4DCA-8206-EE18CA24BEF1}" srcOrd="0" destOrd="0" presId="urn:microsoft.com/office/officeart/2005/8/layout/list1"/>
    <dgm:cxn modelId="{1CE8A51A-959B-4A63-9121-1A9E8AEF3393}" srcId="{259721CE-C292-4BF7-AA2B-27507BE9C04D}" destId="{3863BDEE-0FE7-46FC-882E-4F5747835701}" srcOrd="4" destOrd="0" parTransId="{D6087A99-E995-45EC-802F-FF41348C1B0C}" sibTransId="{5A95700D-5665-47D5-AC1B-3F884C910485}"/>
    <dgm:cxn modelId="{F5709090-B058-45B4-B898-6DF6132FAD81}" type="presOf" srcId="{719B10B4-9235-4D0A-9007-9ACF0D54C8AC}" destId="{CFCC2FE3-37C2-471F-A538-8BD6D7A0736C}" srcOrd="0" destOrd="0" presId="urn:microsoft.com/office/officeart/2005/8/layout/list1"/>
    <dgm:cxn modelId="{2D12FE7F-46CC-4633-B8EE-11CD045E5713}" type="presOf" srcId="{12570102-866D-400E-8CFF-7DC399BDCBE6}" destId="{570C43E1-33E1-487A-9C6C-0F35CCE36365}" srcOrd="1" destOrd="0" presId="urn:microsoft.com/office/officeart/2005/8/layout/list1"/>
    <dgm:cxn modelId="{7B7090D0-03B9-4115-ABA2-683DEC876633}" type="presParOf" srcId="{4D585F68-F1C3-491E-97C8-FE191B789273}" destId="{BFAAC808-3202-49AF-908A-D136EAA6760E}" srcOrd="0" destOrd="0" presId="urn:microsoft.com/office/officeart/2005/8/layout/list1"/>
    <dgm:cxn modelId="{3E476147-B65B-4D28-8787-3BF9BA3478A3}" type="presParOf" srcId="{BFAAC808-3202-49AF-908A-D136EAA6760E}" destId="{CD4AC616-B058-4A20-A9E6-3AC0F8BFAD7C}" srcOrd="0" destOrd="0" presId="urn:microsoft.com/office/officeart/2005/8/layout/list1"/>
    <dgm:cxn modelId="{066A4C33-8D1D-4D46-995F-3D9FDACB9952}" type="presParOf" srcId="{BFAAC808-3202-49AF-908A-D136EAA6760E}" destId="{9E2FD9A1-0DC8-4FB6-B016-05F84FC27B09}" srcOrd="1" destOrd="0" presId="urn:microsoft.com/office/officeart/2005/8/layout/list1"/>
    <dgm:cxn modelId="{68599A5E-C797-42F1-81E2-C9285252016D}" type="presParOf" srcId="{4D585F68-F1C3-491E-97C8-FE191B789273}" destId="{AC23DE4B-16EE-4B2F-A0F5-3334A7C9EECE}" srcOrd="1" destOrd="0" presId="urn:microsoft.com/office/officeart/2005/8/layout/list1"/>
    <dgm:cxn modelId="{5D06769E-9839-45F2-915B-9CCAA2149033}" type="presParOf" srcId="{4D585F68-F1C3-491E-97C8-FE191B789273}" destId="{CE7D5704-C2DE-44BA-A3C2-E1E61EDD936F}" srcOrd="2" destOrd="0" presId="urn:microsoft.com/office/officeart/2005/8/layout/list1"/>
    <dgm:cxn modelId="{BE170047-D06D-4B99-8A92-49FD06EE927F}" type="presParOf" srcId="{4D585F68-F1C3-491E-97C8-FE191B789273}" destId="{4E6CC7CE-076B-4102-A15A-E0217C6BB838}" srcOrd="3" destOrd="0" presId="urn:microsoft.com/office/officeart/2005/8/layout/list1"/>
    <dgm:cxn modelId="{E33D3C4D-2001-4BBA-A05A-C4BFC8181370}" type="presParOf" srcId="{4D585F68-F1C3-491E-97C8-FE191B789273}" destId="{8323F848-BA0E-4096-B26C-73C61C02E7C0}" srcOrd="4" destOrd="0" presId="urn:microsoft.com/office/officeart/2005/8/layout/list1"/>
    <dgm:cxn modelId="{84ED52D1-C70C-4D09-9AA6-A0A20D6C3EDB}" type="presParOf" srcId="{8323F848-BA0E-4096-B26C-73C61C02E7C0}" destId="{5156C545-4211-4D3F-A5EB-0C5C5C69A7B5}" srcOrd="0" destOrd="0" presId="urn:microsoft.com/office/officeart/2005/8/layout/list1"/>
    <dgm:cxn modelId="{732F6818-8663-4B53-A2F3-359549778FBC}" type="presParOf" srcId="{8323F848-BA0E-4096-B26C-73C61C02E7C0}" destId="{BC5A5076-5872-4253-9EB3-F113BB814774}" srcOrd="1" destOrd="0" presId="urn:microsoft.com/office/officeart/2005/8/layout/list1"/>
    <dgm:cxn modelId="{DE915102-A55C-4E8E-AC79-924ECF11205F}" type="presParOf" srcId="{4D585F68-F1C3-491E-97C8-FE191B789273}" destId="{D1EDCBEA-E0EE-4136-AB4B-C6E6338F4015}" srcOrd="5" destOrd="0" presId="urn:microsoft.com/office/officeart/2005/8/layout/list1"/>
    <dgm:cxn modelId="{0F0D4288-3340-4E98-8A55-2DA4599171C1}" type="presParOf" srcId="{4D585F68-F1C3-491E-97C8-FE191B789273}" destId="{5ED80155-CC3E-4CB6-AF55-CE3BBE0DB9A0}" srcOrd="6" destOrd="0" presId="urn:microsoft.com/office/officeart/2005/8/layout/list1"/>
    <dgm:cxn modelId="{BEFE9613-D6B2-4CD0-8D7B-A8B24D6529BF}" type="presParOf" srcId="{4D585F68-F1C3-491E-97C8-FE191B789273}" destId="{819FB867-AFDF-4C00-9785-A621A607858D}" srcOrd="7" destOrd="0" presId="urn:microsoft.com/office/officeart/2005/8/layout/list1"/>
    <dgm:cxn modelId="{E0284BBD-5754-4F4C-91A0-C4C2768C53E2}" type="presParOf" srcId="{4D585F68-F1C3-491E-97C8-FE191B789273}" destId="{657E3C1D-2478-4C29-99D9-977BC13CE97A}" srcOrd="8" destOrd="0" presId="urn:microsoft.com/office/officeart/2005/8/layout/list1"/>
    <dgm:cxn modelId="{AE948A1C-FFF9-4199-8040-15972748CAD3}" type="presParOf" srcId="{657E3C1D-2478-4C29-99D9-977BC13CE97A}" destId="{CFCC2FE3-37C2-471F-A538-8BD6D7A0736C}" srcOrd="0" destOrd="0" presId="urn:microsoft.com/office/officeart/2005/8/layout/list1"/>
    <dgm:cxn modelId="{B4CA6B26-2CD9-4A30-A900-F69C1084319E}" type="presParOf" srcId="{657E3C1D-2478-4C29-99D9-977BC13CE97A}" destId="{7E151F76-28B5-491E-810B-66D5826F93E5}" srcOrd="1" destOrd="0" presId="urn:microsoft.com/office/officeart/2005/8/layout/list1"/>
    <dgm:cxn modelId="{7044E3BB-6851-4B2B-A27E-68B5AA6F0084}" type="presParOf" srcId="{4D585F68-F1C3-491E-97C8-FE191B789273}" destId="{C6CAF120-95FA-4DE6-8F23-2D1236AF9A2A}" srcOrd="9" destOrd="0" presId="urn:microsoft.com/office/officeart/2005/8/layout/list1"/>
    <dgm:cxn modelId="{145D1D48-7DB3-4F32-8CA0-348E3A2693E0}" type="presParOf" srcId="{4D585F68-F1C3-491E-97C8-FE191B789273}" destId="{0DF38826-3530-42A7-93C6-D4B872519025}" srcOrd="10" destOrd="0" presId="urn:microsoft.com/office/officeart/2005/8/layout/list1"/>
    <dgm:cxn modelId="{F9F8FE98-D44C-4663-B6D3-251A87076C1C}" type="presParOf" srcId="{4D585F68-F1C3-491E-97C8-FE191B789273}" destId="{0A7BDEC3-EA6F-4122-80C4-1B76BCBF29CD}" srcOrd="11" destOrd="0" presId="urn:microsoft.com/office/officeart/2005/8/layout/list1"/>
    <dgm:cxn modelId="{AFBB2C2C-B6E5-4FBD-ABF4-E436016F1D25}" type="presParOf" srcId="{4D585F68-F1C3-491E-97C8-FE191B789273}" destId="{4A9E5793-1386-4F3E-9B66-6541A78DB043}" srcOrd="12" destOrd="0" presId="urn:microsoft.com/office/officeart/2005/8/layout/list1"/>
    <dgm:cxn modelId="{46646947-4471-41AC-9C42-D77BD3DEB696}" type="presParOf" srcId="{4A9E5793-1386-4F3E-9B66-6541A78DB043}" destId="{268A19A3-13A3-4618-95E5-F3AEE110263B}" srcOrd="0" destOrd="0" presId="urn:microsoft.com/office/officeart/2005/8/layout/list1"/>
    <dgm:cxn modelId="{234A4A56-37C3-42FF-BD7A-007227CDBC38}" type="presParOf" srcId="{4A9E5793-1386-4F3E-9B66-6541A78DB043}" destId="{794D9C76-9811-4F93-ADAB-5BDAB93E2AE9}" srcOrd="1" destOrd="0" presId="urn:microsoft.com/office/officeart/2005/8/layout/list1"/>
    <dgm:cxn modelId="{680DD8D5-24DA-4232-8073-8855487C1A13}" type="presParOf" srcId="{4D585F68-F1C3-491E-97C8-FE191B789273}" destId="{F6D12D80-850A-4FE9-B057-08973A86B307}" srcOrd="13" destOrd="0" presId="urn:microsoft.com/office/officeart/2005/8/layout/list1"/>
    <dgm:cxn modelId="{51FB4CEA-2641-47F4-8A6E-F0F6018CB2C2}" type="presParOf" srcId="{4D585F68-F1C3-491E-97C8-FE191B789273}" destId="{1454C935-AE50-47F6-83E5-DA16C23E2F55}" srcOrd="14" destOrd="0" presId="urn:microsoft.com/office/officeart/2005/8/layout/list1"/>
    <dgm:cxn modelId="{B3A36D69-B751-4727-9A05-7BED784DDB12}" type="presParOf" srcId="{4D585F68-F1C3-491E-97C8-FE191B789273}" destId="{40EBA620-88C3-4BFC-871D-BD3F0F166EC2}" srcOrd="15" destOrd="0" presId="urn:microsoft.com/office/officeart/2005/8/layout/list1"/>
    <dgm:cxn modelId="{BC080231-B9FB-49B2-9466-72E9B3A93337}" type="presParOf" srcId="{4D585F68-F1C3-491E-97C8-FE191B789273}" destId="{D9AA5FD4-1A07-412B-A3EC-0CDF1773F66C}" srcOrd="16" destOrd="0" presId="urn:microsoft.com/office/officeart/2005/8/layout/list1"/>
    <dgm:cxn modelId="{F6FE0F46-7E46-45CD-94B4-FC18CA985C76}" type="presParOf" srcId="{D9AA5FD4-1A07-412B-A3EC-0CDF1773F66C}" destId="{5C5BE01A-2636-4C28-8CA6-1B65482A384E}" srcOrd="0" destOrd="0" presId="urn:microsoft.com/office/officeart/2005/8/layout/list1"/>
    <dgm:cxn modelId="{5E99FD4D-41C7-48A6-8472-94FE24486D8F}" type="presParOf" srcId="{D9AA5FD4-1A07-412B-A3EC-0CDF1773F66C}" destId="{0CC01930-6B9F-4DD3-9012-25765EC97D20}" srcOrd="1" destOrd="0" presId="urn:microsoft.com/office/officeart/2005/8/layout/list1"/>
    <dgm:cxn modelId="{EAB5BF8F-1958-42A9-87A3-AE88C9DA56F0}" type="presParOf" srcId="{4D585F68-F1C3-491E-97C8-FE191B789273}" destId="{31D7FBAA-156B-470C-9D6F-591102E8287C}" srcOrd="17" destOrd="0" presId="urn:microsoft.com/office/officeart/2005/8/layout/list1"/>
    <dgm:cxn modelId="{41CCA393-A63F-4D8E-9107-749BB3A97CCF}" type="presParOf" srcId="{4D585F68-F1C3-491E-97C8-FE191B789273}" destId="{4C07895B-D256-4301-81C2-F1B6D06DC4B2}" srcOrd="18" destOrd="0" presId="urn:microsoft.com/office/officeart/2005/8/layout/list1"/>
    <dgm:cxn modelId="{8CBED468-B87C-4C64-8B77-6FD69604FA33}" type="presParOf" srcId="{4D585F68-F1C3-491E-97C8-FE191B789273}" destId="{911851A2-C96E-476B-9D0E-00FFA9D48978}" srcOrd="19" destOrd="0" presId="urn:microsoft.com/office/officeart/2005/8/layout/list1"/>
    <dgm:cxn modelId="{22FF96A0-15E2-4943-B401-7D80B39C9784}" type="presParOf" srcId="{4D585F68-F1C3-491E-97C8-FE191B789273}" destId="{20C88DB2-2B31-45F3-806E-4F64132A9873}" srcOrd="20" destOrd="0" presId="urn:microsoft.com/office/officeart/2005/8/layout/list1"/>
    <dgm:cxn modelId="{9F4D7EBF-57F3-48DF-9C37-548D2464ADB9}" type="presParOf" srcId="{20C88DB2-2B31-45F3-806E-4F64132A9873}" destId="{D8A3A1C6-BD85-4DB7-BA32-BCBA2F4B32F3}" srcOrd="0" destOrd="0" presId="urn:microsoft.com/office/officeart/2005/8/layout/list1"/>
    <dgm:cxn modelId="{078B9958-F482-4738-8402-6250C5BFA085}" type="presParOf" srcId="{20C88DB2-2B31-45F3-806E-4F64132A9873}" destId="{570C43E1-33E1-487A-9C6C-0F35CCE36365}" srcOrd="1" destOrd="0" presId="urn:microsoft.com/office/officeart/2005/8/layout/list1"/>
    <dgm:cxn modelId="{95F32CE0-BEE2-4B47-A53C-46D9A203FF81}" type="presParOf" srcId="{4D585F68-F1C3-491E-97C8-FE191B789273}" destId="{1ECB3C73-4F28-4008-9150-22D26F14CD29}" srcOrd="21" destOrd="0" presId="urn:microsoft.com/office/officeart/2005/8/layout/list1"/>
    <dgm:cxn modelId="{FDC0B77A-64E2-48ED-81A7-FE18F95DA9FA}" type="presParOf" srcId="{4D585F68-F1C3-491E-97C8-FE191B789273}" destId="{0C490377-F1FA-4219-85FF-D6DF906DA1DC}" srcOrd="22" destOrd="0" presId="urn:microsoft.com/office/officeart/2005/8/layout/list1"/>
    <dgm:cxn modelId="{A63FF1D4-30FF-46F5-9AA5-0C23285E22C2}" type="presParOf" srcId="{4D585F68-F1C3-491E-97C8-FE191B789273}" destId="{FB9ED7F1-076D-437D-AEE9-3C3FA770D8D0}" srcOrd="23" destOrd="0" presId="urn:microsoft.com/office/officeart/2005/8/layout/list1"/>
    <dgm:cxn modelId="{4EA11934-4300-4B69-834A-840CCC987CF1}" type="presParOf" srcId="{4D585F68-F1C3-491E-97C8-FE191B789273}" destId="{67745130-7A44-4873-8971-C62A7DFB8B9B}" srcOrd="24" destOrd="0" presId="urn:microsoft.com/office/officeart/2005/8/layout/list1"/>
    <dgm:cxn modelId="{1DD0C2CB-3D78-406C-9E14-D6ED4DEC420F}" type="presParOf" srcId="{67745130-7A44-4873-8971-C62A7DFB8B9B}" destId="{2B2B965A-A027-4DCA-8206-EE18CA24BEF1}" srcOrd="0" destOrd="0" presId="urn:microsoft.com/office/officeart/2005/8/layout/list1"/>
    <dgm:cxn modelId="{76C14AF3-CA49-4152-B8A6-88A67A9EDE4B}" type="presParOf" srcId="{67745130-7A44-4873-8971-C62A7DFB8B9B}" destId="{220B1167-953B-473B-AB1E-0A710DBFAC6D}" srcOrd="1" destOrd="0" presId="urn:microsoft.com/office/officeart/2005/8/layout/list1"/>
    <dgm:cxn modelId="{06316B77-E71C-4F2B-A0B2-0F8D313E49A0}" type="presParOf" srcId="{4D585F68-F1C3-491E-97C8-FE191B789273}" destId="{8F655821-046B-4A82-97F4-8055560501CF}" srcOrd="25" destOrd="0" presId="urn:microsoft.com/office/officeart/2005/8/layout/list1"/>
    <dgm:cxn modelId="{B202C28C-CE6F-4A7D-AEAC-FF5186F2AD41}" type="presParOf" srcId="{4D585F68-F1C3-491E-97C8-FE191B789273}" destId="{93701A64-AEB0-40DE-88A9-7464EB097D94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Build good enough software</a:t>
          </a:r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D3D0CEB7-16BE-42F3-83F6-D5BDAD3C0D04}">
      <dgm:prSet phldrT="[Text]" custT="1"/>
      <dgm:spPr/>
      <dgm:t>
        <a:bodyPr/>
        <a:lstStyle/>
        <a:p>
          <a:r>
            <a:rPr lang="en-US" sz="2000" dirty="0" smtClean="0"/>
            <a:t>Focus less on process but on product</a:t>
          </a:r>
        </a:p>
      </dgm:t>
    </dgm:pt>
    <dgm:pt modelId="{DE4B3B9B-E921-4714-8516-62F818D8C9F5}" type="sibTrans" cxnId="{CEB6981A-94D4-45E4-8EEE-2F4956A5E177}">
      <dgm:prSet/>
      <dgm:spPr/>
      <dgm:t>
        <a:bodyPr/>
        <a:lstStyle/>
        <a:p>
          <a:endParaRPr lang="en-US"/>
        </a:p>
      </dgm:t>
    </dgm:pt>
    <dgm:pt modelId="{B1E61B00-99E1-4B9B-9931-D299D9945696}" type="parTrans" cxnId="{CEB6981A-94D4-45E4-8EEE-2F4956A5E177}">
      <dgm:prSet/>
      <dgm:spPr/>
      <dgm:t>
        <a:bodyPr/>
        <a:lstStyle/>
        <a:p>
          <a:endParaRPr lang="en-US"/>
        </a:p>
      </dgm:t>
    </dgm:pt>
    <dgm:pt modelId="{545C8B35-807B-4CB0-8AFA-E8B86603F0C4}">
      <dgm:prSet custT="1"/>
      <dgm:spPr/>
      <dgm:t>
        <a:bodyPr/>
        <a:lstStyle/>
        <a:p>
          <a:r>
            <a:rPr lang="en-US" sz="2000" dirty="0" smtClean="0"/>
            <a:t>Simple</a:t>
          </a:r>
        </a:p>
      </dgm:t>
    </dgm:pt>
    <dgm:pt modelId="{E2799E27-6227-47C2-BF9A-2A08C23A4786}" type="parTrans" cxnId="{7326D173-E406-473D-8C97-4B5A738B25D9}">
      <dgm:prSet/>
      <dgm:spPr/>
      <dgm:t>
        <a:bodyPr/>
        <a:lstStyle/>
        <a:p>
          <a:endParaRPr lang="en-US"/>
        </a:p>
      </dgm:t>
    </dgm:pt>
    <dgm:pt modelId="{ACE3EA7B-21E4-4AEC-8507-4C925BEAF50D}" type="sibTrans" cxnId="{7326D173-E406-473D-8C97-4B5A738B25D9}">
      <dgm:prSet/>
      <dgm:spPr/>
      <dgm:t>
        <a:bodyPr/>
        <a:lstStyle/>
        <a:p>
          <a:endParaRPr lang="en-US"/>
        </a:p>
      </dgm:t>
    </dgm:pt>
    <dgm:pt modelId="{E70F453B-1990-43B4-9418-235B2627EE6F}">
      <dgm:prSet phldrT="[Text]" custT="1"/>
      <dgm:spPr/>
      <dgm:t>
        <a:bodyPr/>
        <a:lstStyle/>
        <a:p>
          <a:r>
            <a:rPr lang="en-US" sz="2000" dirty="0" smtClean="0"/>
            <a:t>Focus on the highest-value features early in the projects</a:t>
          </a:r>
        </a:p>
      </dgm:t>
    </dgm:pt>
    <dgm:pt modelId="{4359746B-ED5A-40E3-AAC9-E729E3FC35C9}" type="parTrans" cxnId="{3BBBB48F-114D-43D4-94E5-E783C7698CB6}">
      <dgm:prSet/>
      <dgm:spPr/>
      <dgm:t>
        <a:bodyPr/>
        <a:lstStyle/>
        <a:p>
          <a:endParaRPr lang="en-US"/>
        </a:p>
      </dgm:t>
    </dgm:pt>
    <dgm:pt modelId="{275FD8BC-AA65-4BD0-828E-8E7B11BAC917}" type="sibTrans" cxnId="{3BBBB48F-114D-43D4-94E5-E783C7698CB6}">
      <dgm:prSet/>
      <dgm:spPr/>
      <dgm:t>
        <a:bodyPr/>
        <a:lstStyle/>
        <a:p>
          <a:endParaRPr lang="en-US"/>
        </a:p>
      </dgm:t>
    </dgm:pt>
    <dgm:pt modelId="{AB091FA5-8D03-4826-8559-F369E0837837}">
      <dgm:prSet phldrT="[Text]" custT="1"/>
      <dgm:spPr/>
      <dgm:t>
        <a:bodyPr/>
        <a:lstStyle/>
        <a:p>
          <a:r>
            <a:rPr lang="en-US" sz="2000" dirty="0" smtClean="0"/>
            <a:t>Consider alternatives and adaptive actions</a:t>
          </a:r>
        </a:p>
      </dgm:t>
    </dgm:pt>
    <dgm:pt modelId="{E993A7E9-7DD6-49E4-A479-03C2A2C0B7FE}" type="parTrans" cxnId="{D52DDC0D-33F6-4484-90E7-B64DA6551B3E}">
      <dgm:prSet/>
      <dgm:spPr/>
      <dgm:t>
        <a:bodyPr/>
        <a:lstStyle/>
        <a:p>
          <a:endParaRPr lang="en-US"/>
        </a:p>
      </dgm:t>
    </dgm:pt>
    <dgm:pt modelId="{2A90DE82-0AD4-4D5B-93AC-21FEA69A60F5}" type="sibTrans" cxnId="{D52DDC0D-33F6-4484-90E7-B64DA6551B3E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73C1EF9-599A-496E-AD8E-2B31E288A482}" type="pres">
      <dgm:prSet presAssocID="{545C8B35-807B-4CB0-8AFA-E8B86603F0C4}" presName="parentLin" presStyleCnt="0"/>
      <dgm:spPr/>
    </dgm:pt>
    <dgm:pt modelId="{1DFE5B8D-514F-4738-9BCF-8C65007D9FBF}" type="pres">
      <dgm:prSet presAssocID="{545C8B35-807B-4CB0-8AFA-E8B86603F0C4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4E3A084B-0FD7-4A06-AAD7-620861AEE489}" type="pres">
      <dgm:prSet presAssocID="{545C8B35-807B-4CB0-8AFA-E8B86603F0C4}" presName="parentText" presStyleLbl="node1" presStyleIdx="0" presStyleCnt="5" custScaleX="1260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FBD511-A475-405A-AE72-4D25C1AF39AC}" type="pres">
      <dgm:prSet presAssocID="{545C8B35-807B-4CB0-8AFA-E8B86603F0C4}" presName="negativeSpace" presStyleCnt="0"/>
      <dgm:spPr/>
    </dgm:pt>
    <dgm:pt modelId="{B8DBD9B2-6025-44D6-A8AA-1FF4D93DA5DA}" type="pres">
      <dgm:prSet presAssocID="{545C8B35-807B-4CB0-8AFA-E8B86603F0C4}" presName="childText" presStyleLbl="conFgAcc1" presStyleIdx="0" presStyleCnt="5">
        <dgm:presLayoutVars>
          <dgm:bulletEnabled val="1"/>
        </dgm:presLayoutVars>
      </dgm:prSet>
      <dgm:spPr/>
    </dgm:pt>
    <dgm:pt modelId="{F7D11CCF-59AF-4E8A-B5D3-74A5FBD59DFB}" type="pres">
      <dgm:prSet presAssocID="{ACE3EA7B-21E4-4AEC-8507-4C925BEAF50D}" presName="spaceBetweenRectangles" presStyleCnt="0"/>
      <dgm:spPr/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1" presStyleCnt="5" custScaleX="126326" custScaleY="9804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1" presStyleCnt="5">
        <dgm:presLayoutVars>
          <dgm:bulletEnabled val="1"/>
        </dgm:presLayoutVars>
      </dgm:prSet>
      <dgm:spPr/>
    </dgm:pt>
    <dgm:pt modelId="{4E6CC7CE-076B-4102-A15A-E0217C6BB838}" type="pres">
      <dgm:prSet presAssocID="{3F769E75-5A96-43B8-905A-7C7895322FC2}" presName="spaceBetweenRectangles" presStyleCnt="0"/>
      <dgm:spPr/>
    </dgm:pt>
    <dgm:pt modelId="{8323F848-BA0E-4096-B26C-73C61C02E7C0}" type="pres">
      <dgm:prSet presAssocID="{D3D0CEB7-16BE-42F3-83F6-D5BDAD3C0D04}" presName="parentLin" presStyleCnt="0"/>
      <dgm:spPr/>
    </dgm:pt>
    <dgm:pt modelId="{5156C545-4211-4D3F-A5EB-0C5C5C69A7B5}" type="pres">
      <dgm:prSet presAssocID="{D3D0CEB7-16BE-42F3-83F6-D5BDAD3C0D04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BC5A5076-5872-4253-9EB3-F113BB814774}" type="pres">
      <dgm:prSet presAssocID="{D3D0CEB7-16BE-42F3-83F6-D5BDAD3C0D04}" presName="parentText" presStyleLbl="node1" presStyleIdx="2" presStyleCnt="5" custScaleX="12632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EDCBEA-E0EE-4136-AB4B-C6E6338F4015}" type="pres">
      <dgm:prSet presAssocID="{D3D0CEB7-16BE-42F3-83F6-D5BDAD3C0D04}" presName="negativeSpace" presStyleCnt="0"/>
      <dgm:spPr/>
    </dgm:pt>
    <dgm:pt modelId="{5ED80155-CC3E-4CB6-AF55-CE3BBE0DB9A0}" type="pres">
      <dgm:prSet presAssocID="{D3D0CEB7-16BE-42F3-83F6-D5BDAD3C0D04}" presName="childText" presStyleLbl="conFgAcc1" presStyleIdx="2" presStyleCnt="5">
        <dgm:presLayoutVars>
          <dgm:bulletEnabled val="1"/>
        </dgm:presLayoutVars>
      </dgm:prSet>
      <dgm:spPr/>
    </dgm:pt>
    <dgm:pt modelId="{D9043172-6C38-430A-8C6B-5FA464DF9D4A}" type="pres">
      <dgm:prSet presAssocID="{DE4B3B9B-E921-4714-8516-62F818D8C9F5}" presName="spaceBetweenRectangles" presStyleCnt="0"/>
      <dgm:spPr/>
    </dgm:pt>
    <dgm:pt modelId="{B3014791-1F31-4AC9-B3D3-A7991F79B3C8}" type="pres">
      <dgm:prSet presAssocID="{E70F453B-1990-43B4-9418-235B2627EE6F}" presName="parentLin" presStyleCnt="0"/>
      <dgm:spPr/>
    </dgm:pt>
    <dgm:pt modelId="{813EFBE6-1C31-4FDC-9709-62FE26D092C3}" type="pres">
      <dgm:prSet presAssocID="{E70F453B-1990-43B4-9418-235B2627EE6F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9B348095-D701-40E9-B422-6C073BC5446E}" type="pres">
      <dgm:prSet presAssocID="{E70F453B-1990-43B4-9418-235B2627EE6F}" presName="parentText" presStyleLbl="node1" presStyleIdx="3" presStyleCnt="5" custScaleX="1260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E40F87-1BCE-4782-8611-1D478510785C}" type="pres">
      <dgm:prSet presAssocID="{E70F453B-1990-43B4-9418-235B2627EE6F}" presName="negativeSpace" presStyleCnt="0"/>
      <dgm:spPr/>
    </dgm:pt>
    <dgm:pt modelId="{0E387A2A-E557-4C5A-AEB4-F5A9F376EF19}" type="pres">
      <dgm:prSet presAssocID="{E70F453B-1990-43B4-9418-235B2627EE6F}" presName="childText" presStyleLbl="conFgAcc1" presStyleIdx="3" presStyleCnt="5">
        <dgm:presLayoutVars>
          <dgm:bulletEnabled val="1"/>
        </dgm:presLayoutVars>
      </dgm:prSet>
      <dgm:spPr/>
    </dgm:pt>
    <dgm:pt modelId="{A02151AC-75FA-425F-A94A-8A25146223C8}" type="pres">
      <dgm:prSet presAssocID="{275FD8BC-AA65-4BD0-828E-8E7B11BAC917}" presName="spaceBetweenRectangles" presStyleCnt="0"/>
      <dgm:spPr/>
    </dgm:pt>
    <dgm:pt modelId="{443E3553-7D4B-48FE-BF51-938B4DF956A6}" type="pres">
      <dgm:prSet presAssocID="{AB091FA5-8D03-4826-8559-F369E0837837}" presName="parentLin" presStyleCnt="0"/>
      <dgm:spPr/>
    </dgm:pt>
    <dgm:pt modelId="{7D02E4D9-6EF8-4235-8179-23D4B0FD352F}" type="pres">
      <dgm:prSet presAssocID="{AB091FA5-8D03-4826-8559-F369E0837837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AB9DDFCE-F3EA-4743-8701-EEACDF9B728D}" type="pres">
      <dgm:prSet presAssocID="{AB091FA5-8D03-4826-8559-F369E0837837}" presName="parentText" presStyleLbl="node1" presStyleIdx="4" presStyleCnt="5" custScaleX="12603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6231DD-E820-4C51-8A5C-C87D4C4BFD27}" type="pres">
      <dgm:prSet presAssocID="{AB091FA5-8D03-4826-8559-F369E0837837}" presName="negativeSpace" presStyleCnt="0"/>
      <dgm:spPr/>
    </dgm:pt>
    <dgm:pt modelId="{DAEC8606-9C4C-4E8D-B771-DC53863AC423}" type="pres">
      <dgm:prSet presAssocID="{AB091FA5-8D03-4826-8559-F369E083783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EB6981A-94D4-45E4-8EEE-2F4956A5E177}" srcId="{259721CE-C292-4BF7-AA2B-27507BE9C04D}" destId="{D3D0CEB7-16BE-42F3-83F6-D5BDAD3C0D04}" srcOrd="2" destOrd="0" parTransId="{B1E61B00-99E1-4B9B-9931-D299D9945696}" sibTransId="{DE4B3B9B-E921-4714-8516-62F818D8C9F5}"/>
    <dgm:cxn modelId="{70F2921D-38E5-4390-9F85-A61919E5645D}" type="presOf" srcId="{AB091FA5-8D03-4826-8559-F369E0837837}" destId="{AB9DDFCE-F3EA-4743-8701-EEACDF9B728D}" srcOrd="1" destOrd="0" presId="urn:microsoft.com/office/officeart/2005/8/layout/list1"/>
    <dgm:cxn modelId="{B879F91C-0818-4E10-98AF-007977A11180}" type="presOf" srcId="{545C8B35-807B-4CB0-8AFA-E8B86603F0C4}" destId="{1DFE5B8D-514F-4738-9BCF-8C65007D9FBF}" srcOrd="0" destOrd="0" presId="urn:microsoft.com/office/officeart/2005/8/layout/list1"/>
    <dgm:cxn modelId="{7326D173-E406-473D-8C97-4B5A738B25D9}" srcId="{259721CE-C292-4BF7-AA2B-27507BE9C04D}" destId="{545C8B35-807B-4CB0-8AFA-E8B86603F0C4}" srcOrd="0" destOrd="0" parTransId="{E2799E27-6227-47C2-BF9A-2A08C23A4786}" sibTransId="{ACE3EA7B-21E4-4AEC-8507-4C925BEAF50D}"/>
    <dgm:cxn modelId="{61360EB9-4545-4716-BB5E-528F366A7774}" type="presOf" srcId="{E70F453B-1990-43B4-9418-235B2627EE6F}" destId="{813EFBE6-1C31-4FDC-9709-62FE26D092C3}" srcOrd="0" destOrd="0" presId="urn:microsoft.com/office/officeart/2005/8/layout/list1"/>
    <dgm:cxn modelId="{3BBBB48F-114D-43D4-94E5-E783C7698CB6}" srcId="{259721CE-C292-4BF7-AA2B-27507BE9C04D}" destId="{E70F453B-1990-43B4-9418-235B2627EE6F}" srcOrd="3" destOrd="0" parTransId="{4359746B-ED5A-40E3-AAC9-E729E3FC35C9}" sibTransId="{275FD8BC-AA65-4BD0-828E-8E7B11BAC917}"/>
    <dgm:cxn modelId="{AA2C0FAE-58DD-4E6A-97FB-B75C8EE6638C}" type="presOf" srcId="{545C8B35-807B-4CB0-8AFA-E8B86603F0C4}" destId="{4E3A084B-0FD7-4A06-AAD7-620861AEE489}" srcOrd="1" destOrd="0" presId="urn:microsoft.com/office/officeart/2005/8/layout/list1"/>
    <dgm:cxn modelId="{80D0AA23-776F-42F9-BF10-A752E550D5C5}" type="presOf" srcId="{D3D0CEB7-16BE-42F3-83F6-D5BDAD3C0D04}" destId="{5156C545-4211-4D3F-A5EB-0C5C5C69A7B5}" srcOrd="0" destOrd="0" presId="urn:microsoft.com/office/officeart/2005/8/layout/list1"/>
    <dgm:cxn modelId="{F2E7E97C-A462-4E65-9274-5D15BE1784AC}" type="presOf" srcId="{259721CE-C292-4BF7-AA2B-27507BE9C04D}" destId="{4D585F68-F1C3-491E-97C8-FE191B789273}" srcOrd="0" destOrd="0" presId="urn:microsoft.com/office/officeart/2005/8/layout/list1"/>
    <dgm:cxn modelId="{0E15D104-C8B1-460A-9D0E-0FEECC65FBDA}" type="presOf" srcId="{D3D0CEB7-16BE-42F3-83F6-D5BDAD3C0D04}" destId="{BC5A5076-5872-4253-9EB3-F113BB814774}" srcOrd="1" destOrd="0" presId="urn:microsoft.com/office/officeart/2005/8/layout/list1"/>
    <dgm:cxn modelId="{ACB80CCA-2275-425D-82D4-442F2E349744}" type="presOf" srcId="{AB091FA5-8D03-4826-8559-F369E0837837}" destId="{7D02E4D9-6EF8-4235-8179-23D4B0FD352F}" srcOrd="0" destOrd="0" presId="urn:microsoft.com/office/officeart/2005/8/layout/list1"/>
    <dgm:cxn modelId="{1121BB57-1341-4FF2-856C-071F1CDBC82C}" srcId="{259721CE-C292-4BF7-AA2B-27507BE9C04D}" destId="{FD8EEF94-57C4-43B6-B503-52A235AFE355}" srcOrd="1" destOrd="0" parTransId="{9506D5D9-244F-47FC-A842-FAED04651DF1}" sibTransId="{3F769E75-5A96-43B8-905A-7C7895322FC2}"/>
    <dgm:cxn modelId="{D52DDC0D-33F6-4484-90E7-B64DA6551B3E}" srcId="{259721CE-C292-4BF7-AA2B-27507BE9C04D}" destId="{AB091FA5-8D03-4826-8559-F369E0837837}" srcOrd="4" destOrd="0" parTransId="{E993A7E9-7DD6-49E4-A479-03C2A2C0B7FE}" sibTransId="{2A90DE82-0AD4-4D5B-93AC-21FEA69A60F5}"/>
    <dgm:cxn modelId="{97A5162E-35F8-4D9E-86AB-12F2B5AAE8F0}" type="presOf" srcId="{FD8EEF94-57C4-43B6-B503-52A235AFE355}" destId="{CD4AC616-B058-4A20-A9E6-3AC0F8BFAD7C}" srcOrd="0" destOrd="0" presId="urn:microsoft.com/office/officeart/2005/8/layout/list1"/>
    <dgm:cxn modelId="{39C19B06-58BE-4098-A53A-3E6C2A30B6FF}" type="presOf" srcId="{FD8EEF94-57C4-43B6-B503-52A235AFE355}" destId="{9E2FD9A1-0DC8-4FB6-B016-05F84FC27B09}" srcOrd="1" destOrd="0" presId="urn:microsoft.com/office/officeart/2005/8/layout/list1"/>
    <dgm:cxn modelId="{4A970E62-2502-47E7-BD4F-390DFDE07129}" type="presOf" srcId="{E70F453B-1990-43B4-9418-235B2627EE6F}" destId="{9B348095-D701-40E9-B422-6C073BC5446E}" srcOrd="1" destOrd="0" presId="urn:microsoft.com/office/officeart/2005/8/layout/list1"/>
    <dgm:cxn modelId="{4A203A4E-EF40-455F-924E-5C4355F4786C}" type="presParOf" srcId="{4D585F68-F1C3-491E-97C8-FE191B789273}" destId="{A73C1EF9-599A-496E-AD8E-2B31E288A482}" srcOrd="0" destOrd="0" presId="urn:microsoft.com/office/officeart/2005/8/layout/list1"/>
    <dgm:cxn modelId="{E12FBEF6-376B-4738-90F8-234BB187DEE6}" type="presParOf" srcId="{A73C1EF9-599A-496E-AD8E-2B31E288A482}" destId="{1DFE5B8D-514F-4738-9BCF-8C65007D9FBF}" srcOrd="0" destOrd="0" presId="urn:microsoft.com/office/officeart/2005/8/layout/list1"/>
    <dgm:cxn modelId="{52FA5477-8CDB-4DB3-8461-F1A00A98C08C}" type="presParOf" srcId="{A73C1EF9-599A-496E-AD8E-2B31E288A482}" destId="{4E3A084B-0FD7-4A06-AAD7-620861AEE489}" srcOrd="1" destOrd="0" presId="urn:microsoft.com/office/officeart/2005/8/layout/list1"/>
    <dgm:cxn modelId="{BEEE902B-DE59-4A1C-9FC0-6AF83B65B43E}" type="presParOf" srcId="{4D585F68-F1C3-491E-97C8-FE191B789273}" destId="{19FBD511-A475-405A-AE72-4D25C1AF39AC}" srcOrd="1" destOrd="0" presId="urn:microsoft.com/office/officeart/2005/8/layout/list1"/>
    <dgm:cxn modelId="{602F905B-7FFC-4528-8649-65F532F17C56}" type="presParOf" srcId="{4D585F68-F1C3-491E-97C8-FE191B789273}" destId="{B8DBD9B2-6025-44D6-A8AA-1FF4D93DA5DA}" srcOrd="2" destOrd="0" presId="urn:microsoft.com/office/officeart/2005/8/layout/list1"/>
    <dgm:cxn modelId="{07BF5547-4493-418F-AE1D-66F6FA187736}" type="presParOf" srcId="{4D585F68-F1C3-491E-97C8-FE191B789273}" destId="{F7D11CCF-59AF-4E8A-B5D3-74A5FBD59DFB}" srcOrd="3" destOrd="0" presId="urn:microsoft.com/office/officeart/2005/8/layout/list1"/>
    <dgm:cxn modelId="{6D31ABB1-28DD-44CA-AB00-7E9422134A43}" type="presParOf" srcId="{4D585F68-F1C3-491E-97C8-FE191B789273}" destId="{BFAAC808-3202-49AF-908A-D136EAA6760E}" srcOrd="4" destOrd="0" presId="urn:microsoft.com/office/officeart/2005/8/layout/list1"/>
    <dgm:cxn modelId="{68CF1A89-856D-46B3-9F58-8A0C5C70FF9B}" type="presParOf" srcId="{BFAAC808-3202-49AF-908A-D136EAA6760E}" destId="{CD4AC616-B058-4A20-A9E6-3AC0F8BFAD7C}" srcOrd="0" destOrd="0" presId="urn:microsoft.com/office/officeart/2005/8/layout/list1"/>
    <dgm:cxn modelId="{F88DEEB3-661A-4134-88BA-1D0E967BCC65}" type="presParOf" srcId="{BFAAC808-3202-49AF-908A-D136EAA6760E}" destId="{9E2FD9A1-0DC8-4FB6-B016-05F84FC27B09}" srcOrd="1" destOrd="0" presId="urn:microsoft.com/office/officeart/2005/8/layout/list1"/>
    <dgm:cxn modelId="{11FF2747-1693-4D12-B188-5C33212A5C78}" type="presParOf" srcId="{4D585F68-F1C3-491E-97C8-FE191B789273}" destId="{AC23DE4B-16EE-4B2F-A0F5-3334A7C9EECE}" srcOrd="5" destOrd="0" presId="urn:microsoft.com/office/officeart/2005/8/layout/list1"/>
    <dgm:cxn modelId="{3409F171-2671-468E-9BD5-F28F9BCB2C99}" type="presParOf" srcId="{4D585F68-F1C3-491E-97C8-FE191B789273}" destId="{CE7D5704-C2DE-44BA-A3C2-E1E61EDD936F}" srcOrd="6" destOrd="0" presId="urn:microsoft.com/office/officeart/2005/8/layout/list1"/>
    <dgm:cxn modelId="{9D75E9E5-AAB9-4507-8DB1-E437167EB132}" type="presParOf" srcId="{4D585F68-F1C3-491E-97C8-FE191B789273}" destId="{4E6CC7CE-076B-4102-A15A-E0217C6BB838}" srcOrd="7" destOrd="0" presId="urn:microsoft.com/office/officeart/2005/8/layout/list1"/>
    <dgm:cxn modelId="{A2D931E1-B771-40A6-A416-C707BFBF00D1}" type="presParOf" srcId="{4D585F68-F1C3-491E-97C8-FE191B789273}" destId="{8323F848-BA0E-4096-B26C-73C61C02E7C0}" srcOrd="8" destOrd="0" presId="urn:microsoft.com/office/officeart/2005/8/layout/list1"/>
    <dgm:cxn modelId="{C91E5CC3-DF62-4195-BE75-F210F7AC82F7}" type="presParOf" srcId="{8323F848-BA0E-4096-B26C-73C61C02E7C0}" destId="{5156C545-4211-4D3F-A5EB-0C5C5C69A7B5}" srcOrd="0" destOrd="0" presId="urn:microsoft.com/office/officeart/2005/8/layout/list1"/>
    <dgm:cxn modelId="{D63E93F1-DABA-41C7-95A2-78C7E030B9D2}" type="presParOf" srcId="{8323F848-BA0E-4096-B26C-73C61C02E7C0}" destId="{BC5A5076-5872-4253-9EB3-F113BB814774}" srcOrd="1" destOrd="0" presId="urn:microsoft.com/office/officeart/2005/8/layout/list1"/>
    <dgm:cxn modelId="{B5B726FD-9E71-4837-8460-FD8911C1483A}" type="presParOf" srcId="{4D585F68-F1C3-491E-97C8-FE191B789273}" destId="{D1EDCBEA-E0EE-4136-AB4B-C6E6338F4015}" srcOrd="9" destOrd="0" presId="urn:microsoft.com/office/officeart/2005/8/layout/list1"/>
    <dgm:cxn modelId="{414C2F96-88A8-4ADE-9454-9FD032FE8830}" type="presParOf" srcId="{4D585F68-F1C3-491E-97C8-FE191B789273}" destId="{5ED80155-CC3E-4CB6-AF55-CE3BBE0DB9A0}" srcOrd="10" destOrd="0" presId="urn:microsoft.com/office/officeart/2005/8/layout/list1"/>
    <dgm:cxn modelId="{E63BA29B-200D-4716-8211-ADC2D1AF3550}" type="presParOf" srcId="{4D585F68-F1C3-491E-97C8-FE191B789273}" destId="{D9043172-6C38-430A-8C6B-5FA464DF9D4A}" srcOrd="11" destOrd="0" presId="urn:microsoft.com/office/officeart/2005/8/layout/list1"/>
    <dgm:cxn modelId="{F8CF5661-DE02-4D77-967F-F2AAD423CB53}" type="presParOf" srcId="{4D585F68-F1C3-491E-97C8-FE191B789273}" destId="{B3014791-1F31-4AC9-B3D3-A7991F79B3C8}" srcOrd="12" destOrd="0" presId="urn:microsoft.com/office/officeart/2005/8/layout/list1"/>
    <dgm:cxn modelId="{9320D9F1-63E3-428A-8C64-31F5E20E5C6B}" type="presParOf" srcId="{B3014791-1F31-4AC9-B3D3-A7991F79B3C8}" destId="{813EFBE6-1C31-4FDC-9709-62FE26D092C3}" srcOrd="0" destOrd="0" presId="urn:microsoft.com/office/officeart/2005/8/layout/list1"/>
    <dgm:cxn modelId="{7D8BCC4A-39F7-4570-9F3E-0839B5160CCE}" type="presParOf" srcId="{B3014791-1F31-4AC9-B3D3-A7991F79B3C8}" destId="{9B348095-D701-40E9-B422-6C073BC5446E}" srcOrd="1" destOrd="0" presId="urn:microsoft.com/office/officeart/2005/8/layout/list1"/>
    <dgm:cxn modelId="{25A03CED-E93B-4809-8347-ABA9017A1ED7}" type="presParOf" srcId="{4D585F68-F1C3-491E-97C8-FE191B789273}" destId="{03E40F87-1BCE-4782-8611-1D478510785C}" srcOrd="13" destOrd="0" presId="urn:microsoft.com/office/officeart/2005/8/layout/list1"/>
    <dgm:cxn modelId="{78E348FE-E0A6-4A3F-AADB-D2C9C2F5EF32}" type="presParOf" srcId="{4D585F68-F1C3-491E-97C8-FE191B789273}" destId="{0E387A2A-E557-4C5A-AEB4-F5A9F376EF19}" srcOrd="14" destOrd="0" presId="urn:microsoft.com/office/officeart/2005/8/layout/list1"/>
    <dgm:cxn modelId="{2B5DD423-50F0-474A-A594-412F199AD364}" type="presParOf" srcId="{4D585F68-F1C3-491E-97C8-FE191B789273}" destId="{A02151AC-75FA-425F-A94A-8A25146223C8}" srcOrd="15" destOrd="0" presId="urn:microsoft.com/office/officeart/2005/8/layout/list1"/>
    <dgm:cxn modelId="{AB3F1373-BFC4-4E23-95BD-9D17548CD565}" type="presParOf" srcId="{4D585F68-F1C3-491E-97C8-FE191B789273}" destId="{443E3553-7D4B-48FE-BF51-938B4DF956A6}" srcOrd="16" destOrd="0" presId="urn:microsoft.com/office/officeart/2005/8/layout/list1"/>
    <dgm:cxn modelId="{DB87DAD3-1DC1-4B01-BCE6-CDA67288D54B}" type="presParOf" srcId="{443E3553-7D4B-48FE-BF51-938B4DF956A6}" destId="{7D02E4D9-6EF8-4235-8179-23D4B0FD352F}" srcOrd="0" destOrd="0" presId="urn:microsoft.com/office/officeart/2005/8/layout/list1"/>
    <dgm:cxn modelId="{0B2167EA-E1DF-4561-B990-F247F9069806}" type="presParOf" srcId="{443E3553-7D4B-48FE-BF51-938B4DF956A6}" destId="{AB9DDFCE-F3EA-4743-8701-EEACDF9B728D}" srcOrd="1" destOrd="0" presId="urn:microsoft.com/office/officeart/2005/8/layout/list1"/>
    <dgm:cxn modelId="{3CC0531C-173E-4D17-A442-975E8B943F7E}" type="presParOf" srcId="{4D585F68-F1C3-491E-97C8-FE191B789273}" destId="{746231DD-E820-4C51-8A5C-C87D4C4BFD27}" srcOrd="17" destOrd="0" presId="urn:microsoft.com/office/officeart/2005/8/layout/list1"/>
    <dgm:cxn modelId="{8189FFF0-B0E8-4C7E-A602-3334CEEA6C17}" type="presParOf" srcId="{4D585F68-F1C3-491E-97C8-FE191B789273}" destId="{DAEC8606-9C4C-4E8D-B771-DC53863AC42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59721CE-C292-4BF7-AA2B-27507BE9C0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8EEF94-57C4-43B6-B503-52A235AFE355}">
      <dgm:prSet custT="1"/>
      <dgm:spPr/>
      <dgm:t>
        <a:bodyPr/>
        <a:lstStyle/>
        <a:p>
          <a:r>
            <a:rPr lang="en-US" sz="2000" dirty="0" smtClean="0"/>
            <a:t>Focuses on complex, large system</a:t>
          </a:r>
        </a:p>
      </dgm:t>
    </dgm:pt>
    <dgm:pt modelId="{3F769E75-5A96-43B8-905A-7C7895322FC2}" type="sibTrans" cxnId="{1121BB57-1341-4FF2-856C-071F1CDBC82C}">
      <dgm:prSet/>
      <dgm:spPr/>
      <dgm:t>
        <a:bodyPr/>
        <a:lstStyle/>
        <a:p>
          <a:endParaRPr lang="en-US"/>
        </a:p>
      </dgm:t>
    </dgm:pt>
    <dgm:pt modelId="{9506D5D9-244F-47FC-A842-FAED04651DF1}" type="parTrans" cxnId="{1121BB57-1341-4FF2-856C-071F1CDBC82C}">
      <dgm:prSet/>
      <dgm:spPr/>
      <dgm:t>
        <a:bodyPr/>
        <a:lstStyle/>
        <a:p>
          <a:endParaRPr lang="en-US"/>
        </a:p>
      </dgm:t>
    </dgm:pt>
    <dgm:pt modelId="{0C4E7E49-6C0C-40D9-8B9C-7C8901BB75B0}">
      <dgm:prSet custT="1"/>
      <dgm:spPr/>
      <dgm:t>
        <a:bodyPr/>
        <a:lstStyle/>
        <a:p>
          <a:r>
            <a:rPr lang="en-US" sz="2000" dirty="0" smtClean="0"/>
            <a:t>Be flexible and easy to adapt</a:t>
          </a:r>
        </a:p>
      </dgm:t>
    </dgm:pt>
    <dgm:pt modelId="{C0C96A0F-DD6B-49E9-A31B-854CD6932866}" type="parTrans" cxnId="{4BE73D8A-1702-4854-83B3-FE894838E750}">
      <dgm:prSet/>
      <dgm:spPr/>
      <dgm:t>
        <a:bodyPr/>
        <a:lstStyle/>
        <a:p>
          <a:endParaRPr lang="en-US"/>
        </a:p>
      </dgm:t>
    </dgm:pt>
    <dgm:pt modelId="{80C9D75B-FB8E-46C7-9FAB-22CF111A1006}" type="sibTrans" cxnId="{4BE73D8A-1702-4854-83B3-FE894838E750}">
      <dgm:prSet/>
      <dgm:spPr/>
      <dgm:t>
        <a:bodyPr/>
        <a:lstStyle/>
        <a:p>
          <a:endParaRPr lang="en-US"/>
        </a:p>
      </dgm:t>
    </dgm:pt>
    <dgm:pt modelId="{C4350568-46EF-4957-B0E4-637918A8EC55}">
      <dgm:prSet custT="1"/>
      <dgm:spPr/>
      <dgm:t>
        <a:bodyPr/>
        <a:lstStyle/>
        <a:p>
          <a:r>
            <a:rPr lang="en-US" sz="2000" smtClean="0"/>
            <a:t>Support visibility into the process</a:t>
          </a:r>
          <a:endParaRPr lang="en-US" sz="2000" dirty="0" smtClean="0"/>
        </a:p>
      </dgm:t>
    </dgm:pt>
    <dgm:pt modelId="{772899C7-DF08-4E15-973A-3B8CC19C0872}" type="parTrans" cxnId="{C8AB7CC4-4933-4899-A074-D9E5A8108BBA}">
      <dgm:prSet/>
      <dgm:spPr/>
      <dgm:t>
        <a:bodyPr/>
        <a:lstStyle/>
        <a:p>
          <a:endParaRPr lang="en-US"/>
        </a:p>
      </dgm:t>
    </dgm:pt>
    <dgm:pt modelId="{C922A685-8C85-461F-9E11-ACB820B9F54D}" type="sibTrans" cxnId="{C8AB7CC4-4933-4899-A074-D9E5A8108BBA}">
      <dgm:prSet/>
      <dgm:spPr/>
      <dgm:t>
        <a:bodyPr/>
        <a:lstStyle/>
        <a:p>
          <a:endParaRPr lang="en-US"/>
        </a:p>
      </dgm:t>
    </dgm:pt>
    <dgm:pt modelId="{4D585F68-F1C3-491E-97C8-FE191B789273}" type="pres">
      <dgm:prSet presAssocID="{259721CE-C292-4BF7-AA2B-27507BE9C04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AAC808-3202-49AF-908A-D136EAA6760E}" type="pres">
      <dgm:prSet presAssocID="{FD8EEF94-57C4-43B6-B503-52A235AFE355}" presName="parentLin" presStyleCnt="0"/>
      <dgm:spPr/>
    </dgm:pt>
    <dgm:pt modelId="{CD4AC616-B058-4A20-A9E6-3AC0F8BFAD7C}" type="pres">
      <dgm:prSet presAssocID="{FD8EEF94-57C4-43B6-B503-52A235AFE35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9E2FD9A1-0DC8-4FB6-B016-05F84FC27B09}" type="pres">
      <dgm:prSet presAssocID="{FD8EEF94-57C4-43B6-B503-52A235AFE355}" presName="parentText" presStyleLbl="node1" presStyleIdx="0" presStyleCnt="3" custScaleX="100231" custScaleY="9804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3DE4B-16EE-4B2F-A0F5-3334A7C9EECE}" type="pres">
      <dgm:prSet presAssocID="{FD8EEF94-57C4-43B6-B503-52A235AFE355}" presName="negativeSpace" presStyleCnt="0"/>
      <dgm:spPr/>
    </dgm:pt>
    <dgm:pt modelId="{CE7D5704-C2DE-44BA-A3C2-E1E61EDD936F}" type="pres">
      <dgm:prSet presAssocID="{FD8EEF94-57C4-43B6-B503-52A235AFE355}" presName="childText" presStyleLbl="conFgAcc1" presStyleIdx="0" presStyleCnt="3">
        <dgm:presLayoutVars>
          <dgm:bulletEnabled val="1"/>
        </dgm:presLayoutVars>
      </dgm:prSet>
      <dgm:spPr/>
    </dgm:pt>
    <dgm:pt modelId="{86EA7D23-176C-4643-9AA6-634EB342587D}" type="pres">
      <dgm:prSet presAssocID="{3F769E75-5A96-43B8-905A-7C7895322FC2}" presName="spaceBetweenRectangles" presStyleCnt="0"/>
      <dgm:spPr/>
    </dgm:pt>
    <dgm:pt modelId="{6B9F3D47-456A-4A20-9020-E0EEECA339D1}" type="pres">
      <dgm:prSet presAssocID="{0C4E7E49-6C0C-40D9-8B9C-7C8901BB75B0}" presName="parentLin" presStyleCnt="0"/>
      <dgm:spPr/>
    </dgm:pt>
    <dgm:pt modelId="{BD3BB9E9-D19A-4A2E-B979-BA3C2FAD9CB5}" type="pres">
      <dgm:prSet presAssocID="{0C4E7E49-6C0C-40D9-8B9C-7C8901BB75B0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771BD1EB-2B8B-482F-B8E7-5305EB8C7DE5}" type="pres">
      <dgm:prSet presAssocID="{0C4E7E49-6C0C-40D9-8B9C-7C8901BB75B0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F0A34A-9E03-4DF1-8D98-126B3179F889}" type="pres">
      <dgm:prSet presAssocID="{0C4E7E49-6C0C-40D9-8B9C-7C8901BB75B0}" presName="negativeSpace" presStyleCnt="0"/>
      <dgm:spPr/>
    </dgm:pt>
    <dgm:pt modelId="{BD4770FD-4B6F-41A5-8195-FA254300BA3D}" type="pres">
      <dgm:prSet presAssocID="{0C4E7E49-6C0C-40D9-8B9C-7C8901BB75B0}" presName="childText" presStyleLbl="conFgAcc1" presStyleIdx="1" presStyleCnt="3">
        <dgm:presLayoutVars>
          <dgm:bulletEnabled val="1"/>
        </dgm:presLayoutVars>
      </dgm:prSet>
      <dgm:spPr/>
    </dgm:pt>
    <dgm:pt modelId="{DD82A526-1134-4185-9300-D999FA317D9E}" type="pres">
      <dgm:prSet presAssocID="{80C9D75B-FB8E-46C7-9FAB-22CF111A1006}" presName="spaceBetweenRectangles" presStyleCnt="0"/>
      <dgm:spPr/>
    </dgm:pt>
    <dgm:pt modelId="{BA12A40D-F62E-4DAD-8823-9A6124DCB21D}" type="pres">
      <dgm:prSet presAssocID="{C4350568-46EF-4957-B0E4-637918A8EC55}" presName="parentLin" presStyleCnt="0"/>
      <dgm:spPr/>
    </dgm:pt>
    <dgm:pt modelId="{DA9DC47E-8273-4359-AEC4-19E5F97DAAB8}" type="pres">
      <dgm:prSet presAssocID="{C4350568-46EF-4957-B0E4-637918A8EC55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58F05C40-D6BC-4233-AC4F-D29C7D147E0D}" type="pres">
      <dgm:prSet presAssocID="{C4350568-46EF-4957-B0E4-637918A8EC55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02A69E-7DD4-4285-9742-A1730455DA15}" type="pres">
      <dgm:prSet presAssocID="{C4350568-46EF-4957-B0E4-637918A8EC55}" presName="negativeSpace" presStyleCnt="0"/>
      <dgm:spPr/>
    </dgm:pt>
    <dgm:pt modelId="{F23FB12E-59F2-404B-8E09-920C9567828C}" type="pres">
      <dgm:prSet presAssocID="{C4350568-46EF-4957-B0E4-637918A8EC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1C36985-FFBD-474D-A32F-E61DB5611561}" type="presOf" srcId="{0C4E7E49-6C0C-40D9-8B9C-7C8901BB75B0}" destId="{BD3BB9E9-D19A-4A2E-B979-BA3C2FAD9CB5}" srcOrd="0" destOrd="0" presId="urn:microsoft.com/office/officeart/2005/8/layout/list1"/>
    <dgm:cxn modelId="{C8AB7CC4-4933-4899-A074-D9E5A8108BBA}" srcId="{259721CE-C292-4BF7-AA2B-27507BE9C04D}" destId="{C4350568-46EF-4957-B0E4-637918A8EC55}" srcOrd="2" destOrd="0" parTransId="{772899C7-DF08-4E15-973A-3B8CC19C0872}" sibTransId="{C922A685-8C85-461F-9E11-ACB820B9F54D}"/>
    <dgm:cxn modelId="{40A49034-B6B3-4F0C-91FD-D754D5EB03FF}" type="presOf" srcId="{FD8EEF94-57C4-43B6-B503-52A235AFE355}" destId="{9E2FD9A1-0DC8-4FB6-B016-05F84FC27B09}" srcOrd="1" destOrd="0" presId="urn:microsoft.com/office/officeart/2005/8/layout/list1"/>
    <dgm:cxn modelId="{A849F315-D0D5-4C93-87E6-74917D0C1C2B}" type="presOf" srcId="{C4350568-46EF-4957-B0E4-637918A8EC55}" destId="{58F05C40-D6BC-4233-AC4F-D29C7D147E0D}" srcOrd="1" destOrd="0" presId="urn:microsoft.com/office/officeart/2005/8/layout/list1"/>
    <dgm:cxn modelId="{32E1069F-FE6E-44D4-85C7-F5967737039F}" type="presOf" srcId="{FD8EEF94-57C4-43B6-B503-52A235AFE355}" destId="{CD4AC616-B058-4A20-A9E6-3AC0F8BFAD7C}" srcOrd="0" destOrd="0" presId="urn:microsoft.com/office/officeart/2005/8/layout/list1"/>
    <dgm:cxn modelId="{1EDC511A-D383-4F67-89BA-C52303B66B52}" type="presOf" srcId="{259721CE-C292-4BF7-AA2B-27507BE9C04D}" destId="{4D585F68-F1C3-491E-97C8-FE191B789273}" srcOrd="0" destOrd="0" presId="urn:microsoft.com/office/officeart/2005/8/layout/list1"/>
    <dgm:cxn modelId="{A3521F40-9701-4D41-846F-A8C1AE18DD06}" type="presOf" srcId="{0C4E7E49-6C0C-40D9-8B9C-7C8901BB75B0}" destId="{771BD1EB-2B8B-482F-B8E7-5305EB8C7DE5}" srcOrd="1" destOrd="0" presId="urn:microsoft.com/office/officeart/2005/8/layout/list1"/>
    <dgm:cxn modelId="{1121BB57-1341-4FF2-856C-071F1CDBC82C}" srcId="{259721CE-C292-4BF7-AA2B-27507BE9C04D}" destId="{FD8EEF94-57C4-43B6-B503-52A235AFE355}" srcOrd="0" destOrd="0" parTransId="{9506D5D9-244F-47FC-A842-FAED04651DF1}" sibTransId="{3F769E75-5A96-43B8-905A-7C7895322FC2}"/>
    <dgm:cxn modelId="{F0E64B51-6463-4D54-A80C-1EE712A51391}" type="presOf" srcId="{C4350568-46EF-4957-B0E4-637918A8EC55}" destId="{DA9DC47E-8273-4359-AEC4-19E5F97DAAB8}" srcOrd="0" destOrd="0" presId="urn:microsoft.com/office/officeart/2005/8/layout/list1"/>
    <dgm:cxn modelId="{4BE73D8A-1702-4854-83B3-FE894838E750}" srcId="{259721CE-C292-4BF7-AA2B-27507BE9C04D}" destId="{0C4E7E49-6C0C-40D9-8B9C-7C8901BB75B0}" srcOrd="1" destOrd="0" parTransId="{C0C96A0F-DD6B-49E9-A31B-854CD6932866}" sibTransId="{80C9D75B-FB8E-46C7-9FAB-22CF111A1006}"/>
    <dgm:cxn modelId="{C3EC0F5D-E642-4F8F-BB0E-A17B562FFEB8}" type="presParOf" srcId="{4D585F68-F1C3-491E-97C8-FE191B789273}" destId="{BFAAC808-3202-49AF-908A-D136EAA6760E}" srcOrd="0" destOrd="0" presId="urn:microsoft.com/office/officeart/2005/8/layout/list1"/>
    <dgm:cxn modelId="{AB435EFE-E461-4730-97DB-0E3F51CA7969}" type="presParOf" srcId="{BFAAC808-3202-49AF-908A-D136EAA6760E}" destId="{CD4AC616-B058-4A20-A9E6-3AC0F8BFAD7C}" srcOrd="0" destOrd="0" presId="urn:microsoft.com/office/officeart/2005/8/layout/list1"/>
    <dgm:cxn modelId="{387B3FD5-8565-4E35-BEB2-6F4F2A0D2DB2}" type="presParOf" srcId="{BFAAC808-3202-49AF-908A-D136EAA6760E}" destId="{9E2FD9A1-0DC8-4FB6-B016-05F84FC27B09}" srcOrd="1" destOrd="0" presId="urn:microsoft.com/office/officeart/2005/8/layout/list1"/>
    <dgm:cxn modelId="{4CA17B12-7102-463E-88BB-1933D70503CF}" type="presParOf" srcId="{4D585F68-F1C3-491E-97C8-FE191B789273}" destId="{AC23DE4B-16EE-4B2F-A0F5-3334A7C9EECE}" srcOrd="1" destOrd="0" presId="urn:microsoft.com/office/officeart/2005/8/layout/list1"/>
    <dgm:cxn modelId="{7E6A9326-D6AC-41A6-95BF-1DF10BF97CAF}" type="presParOf" srcId="{4D585F68-F1C3-491E-97C8-FE191B789273}" destId="{CE7D5704-C2DE-44BA-A3C2-E1E61EDD936F}" srcOrd="2" destOrd="0" presId="urn:microsoft.com/office/officeart/2005/8/layout/list1"/>
    <dgm:cxn modelId="{1FAEC483-40A1-4DB8-B318-675457FE82F0}" type="presParOf" srcId="{4D585F68-F1C3-491E-97C8-FE191B789273}" destId="{86EA7D23-176C-4643-9AA6-634EB342587D}" srcOrd="3" destOrd="0" presId="urn:microsoft.com/office/officeart/2005/8/layout/list1"/>
    <dgm:cxn modelId="{D2B4DF94-62A4-4D5B-8208-1808D7C8FF40}" type="presParOf" srcId="{4D585F68-F1C3-491E-97C8-FE191B789273}" destId="{6B9F3D47-456A-4A20-9020-E0EEECA339D1}" srcOrd="4" destOrd="0" presId="urn:microsoft.com/office/officeart/2005/8/layout/list1"/>
    <dgm:cxn modelId="{9AB09C7B-BFE9-4021-8948-6A3F59AFE49C}" type="presParOf" srcId="{6B9F3D47-456A-4A20-9020-E0EEECA339D1}" destId="{BD3BB9E9-D19A-4A2E-B979-BA3C2FAD9CB5}" srcOrd="0" destOrd="0" presId="urn:microsoft.com/office/officeart/2005/8/layout/list1"/>
    <dgm:cxn modelId="{EBCF200A-047F-44C2-944A-B42FB37960FD}" type="presParOf" srcId="{6B9F3D47-456A-4A20-9020-E0EEECA339D1}" destId="{771BD1EB-2B8B-482F-B8E7-5305EB8C7DE5}" srcOrd="1" destOrd="0" presId="urn:microsoft.com/office/officeart/2005/8/layout/list1"/>
    <dgm:cxn modelId="{F30966E9-9530-478A-B75B-1526B14249FA}" type="presParOf" srcId="{4D585F68-F1C3-491E-97C8-FE191B789273}" destId="{9CF0A34A-9E03-4DF1-8D98-126B3179F889}" srcOrd="5" destOrd="0" presId="urn:microsoft.com/office/officeart/2005/8/layout/list1"/>
    <dgm:cxn modelId="{402CA40F-2D7A-4B2D-A248-44BE1F6F49C8}" type="presParOf" srcId="{4D585F68-F1C3-491E-97C8-FE191B789273}" destId="{BD4770FD-4B6F-41A5-8195-FA254300BA3D}" srcOrd="6" destOrd="0" presId="urn:microsoft.com/office/officeart/2005/8/layout/list1"/>
    <dgm:cxn modelId="{B317F675-47E3-4570-88C2-D9B870DD8E91}" type="presParOf" srcId="{4D585F68-F1C3-491E-97C8-FE191B789273}" destId="{DD82A526-1134-4185-9300-D999FA317D9E}" srcOrd="7" destOrd="0" presId="urn:microsoft.com/office/officeart/2005/8/layout/list1"/>
    <dgm:cxn modelId="{AD3877E7-4008-46D4-94E2-C11469194F9E}" type="presParOf" srcId="{4D585F68-F1C3-491E-97C8-FE191B789273}" destId="{BA12A40D-F62E-4DAD-8823-9A6124DCB21D}" srcOrd="8" destOrd="0" presId="urn:microsoft.com/office/officeart/2005/8/layout/list1"/>
    <dgm:cxn modelId="{D61C6AA7-8AE0-4313-8FE7-83BFCAFD7C62}" type="presParOf" srcId="{BA12A40D-F62E-4DAD-8823-9A6124DCB21D}" destId="{DA9DC47E-8273-4359-AEC4-19E5F97DAAB8}" srcOrd="0" destOrd="0" presId="urn:microsoft.com/office/officeart/2005/8/layout/list1"/>
    <dgm:cxn modelId="{4366C12B-186D-4F0F-989C-02B5414DCFEC}" type="presParOf" srcId="{BA12A40D-F62E-4DAD-8823-9A6124DCB21D}" destId="{58F05C40-D6BC-4233-AC4F-D29C7D147E0D}" srcOrd="1" destOrd="0" presId="urn:microsoft.com/office/officeart/2005/8/layout/list1"/>
    <dgm:cxn modelId="{383A952C-9CAA-48DB-A941-0DD9D801C0F7}" type="presParOf" srcId="{4D585F68-F1C3-491E-97C8-FE191B789273}" destId="{6B02A69E-7DD4-4285-9742-A1730455DA15}" srcOrd="9" destOrd="0" presId="urn:microsoft.com/office/officeart/2005/8/layout/list1"/>
    <dgm:cxn modelId="{571CCF13-4011-4F90-A939-40FC62A6E114}" type="presParOf" srcId="{4D585F68-F1C3-491E-97C8-FE191B789273}" destId="{F23FB12E-59F2-404B-8E09-920C9567828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Agile Software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Lecturer: </a:t>
            </a:r>
            <a:r>
              <a:rPr lang="en-US" sz="2800" dirty="0" err="1" smtClean="0"/>
              <a:t>Ngô</a:t>
            </a:r>
            <a:r>
              <a:rPr lang="en-US" sz="2800" dirty="0" smtClean="0"/>
              <a:t> </a:t>
            </a:r>
            <a:r>
              <a:rPr lang="en-US" sz="2800" dirty="0" err="1" smtClean="0"/>
              <a:t>Huy</a:t>
            </a:r>
            <a:r>
              <a:rPr lang="en-US" sz="2800" dirty="0" smtClean="0"/>
              <a:t> </a:t>
            </a:r>
            <a:r>
              <a:rPr lang="en-US" sz="2800" dirty="0" err="1" smtClean="0"/>
              <a:t>Biên</a:t>
            </a:r>
            <a:endParaRPr lang="en-US" sz="28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105400" cy="51053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Present XP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Books And Reading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5562600" cy="4648200"/>
          </a:xfrm>
        </p:spPr>
        <p:txBody>
          <a:bodyPr/>
          <a:lstStyle/>
          <a:p>
            <a:r>
              <a:rPr lang="en-US" sz="1800" dirty="0" smtClean="0">
                <a:latin typeface="+mj-lt"/>
              </a:rPr>
              <a:t>James Martin (1991). Rapid application development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 smtClean="0">
              <a:latin typeface="+mj-lt"/>
            </a:endParaRPr>
          </a:p>
          <a:p>
            <a:r>
              <a:rPr lang="en-US" sz="1800" dirty="0" smtClean="0">
                <a:latin typeface="+mj-lt"/>
              </a:rPr>
              <a:t>Craig </a:t>
            </a:r>
            <a:r>
              <a:rPr lang="en-US" sz="1800" dirty="0" err="1" smtClean="0">
                <a:latin typeface="+mj-lt"/>
              </a:rPr>
              <a:t>Larman</a:t>
            </a:r>
            <a:r>
              <a:rPr lang="en-US" sz="1800" dirty="0" smtClean="0">
                <a:latin typeface="+mj-lt"/>
              </a:rPr>
              <a:t>, </a:t>
            </a:r>
            <a:r>
              <a:rPr lang="en-US" sz="1800" i="1" dirty="0" smtClean="0">
                <a:latin typeface="+mj-lt"/>
              </a:rPr>
              <a:t>Agile and Iterative Development: A Manager's Guide</a:t>
            </a:r>
            <a:r>
              <a:rPr lang="en-US" sz="1800" dirty="0" smtClean="0">
                <a:latin typeface="+mj-lt"/>
              </a:rPr>
              <a:t>. 2003</a:t>
            </a:r>
          </a:p>
          <a:p>
            <a:r>
              <a:rPr lang="en-US" sz="1800" dirty="0" smtClean="0">
                <a:latin typeface="+mj-lt"/>
              </a:rPr>
              <a:t>Ken </a:t>
            </a:r>
            <a:r>
              <a:rPr lang="en-US" sz="1800" dirty="0" err="1" smtClean="0">
                <a:latin typeface="+mj-lt"/>
              </a:rPr>
              <a:t>Schwaber</a:t>
            </a:r>
            <a:r>
              <a:rPr lang="en-US" sz="1800" dirty="0" smtClean="0">
                <a:latin typeface="+mj-lt"/>
              </a:rPr>
              <a:t>, </a:t>
            </a:r>
            <a:r>
              <a:rPr lang="en-US" sz="1800" i="1" dirty="0" smtClean="0">
                <a:latin typeface="+mj-lt"/>
              </a:rPr>
              <a:t>Agile Project Management with Scrum</a:t>
            </a:r>
            <a:r>
              <a:rPr lang="en-US" sz="1800" dirty="0" smtClean="0">
                <a:latin typeface="+mj-lt"/>
              </a:rPr>
              <a:t>.  2004</a:t>
            </a:r>
          </a:p>
          <a:p>
            <a:r>
              <a:rPr lang="en-US" sz="1800" dirty="0" smtClean="0">
                <a:latin typeface="+mj-lt"/>
              </a:rPr>
              <a:t>Kent Beck, </a:t>
            </a:r>
            <a:r>
              <a:rPr lang="en-US" sz="1800" i="1" dirty="0" smtClean="0">
                <a:latin typeface="+mj-lt"/>
              </a:rPr>
              <a:t>Cynthia Andres, Extreme Programming Explained: Embrace Change</a:t>
            </a:r>
            <a:r>
              <a:rPr lang="en-US" sz="1800" dirty="0" smtClean="0">
                <a:latin typeface="+mj-lt"/>
              </a:rPr>
              <a:t>. 2004</a:t>
            </a:r>
          </a:p>
          <a:p>
            <a:r>
              <a:rPr lang="en-US" sz="1800" dirty="0" smtClean="0">
                <a:latin typeface="+mj-lt"/>
              </a:rPr>
              <a:t>Steve </a:t>
            </a:r>
            <a:r>
              <a:rPr lang="en-US" sz="1800" dirty="0" err="1" smtClean="0">
                <a:latin typeface="+mj-lt"/>
              </a:rPr>
              <a:t>Mcconnell</a:t>
            </a:r>
            <a:r>
              <a:rPr lang="en-US" sz="1800" dirty="0" smtClean="0">
                <a:latin typeface="+mj-lt"/>
              </a:rPr>
              <a:t>, </a:t>
            </a:r>
            <a:r>
              <a:rPr lang="en-US" sz="1800" i="1" dirty="0" smtClean="0">
                <a:latin typeface="+mj-lt"/>
              </a:rPr>
              <a:t>Rapid Development - Taming Wild Software Schedules</a:t>
            </a:r>
            <a:r>
              <a:rPr lang="en-US" sz="1800" dirty="0" smtClean="0">
                <a:latin typeface="+mj-lt"/>
              </a:rPr>
              <a:t>. 2005.</a:t>
            </a:r>
          </a:p>
          <a:p>
            <a:r>
              <a:rPr lang="en-US" sz="1800" dirty="0" smtClean="0">
                <a:latin typeface="+mj-lt"/>
              </a:rPr>
              <a:t>Kai </a:t>
            </a:r>
            <a:r>
              <a:rPr lang="en-US" sz="1800" dirty="0" err="1" smtClean="0">
                <a:latin typeface="+mj-lt"/>
              </a:rPr>
              <a:t>Gilb</a:t>
            </a:r>
            <a:r>
              <a:rPr lang="en-US" sz="1800" dirty="0" smtClean="0">
                <a:latin typeface="+mj-lt"/>
              </a:rPr>
              <a:t>, </a:t>
            </a:r>
            <a:r>
              <a:rPr lang="en-US" sz="1800" i="1" dirty="0" err="1" smtClean="0">
                <a:latin typeface="+mj-lt"/>
              </a:rPr>
              <a:t>Evo</a:t>
            </a:r>
            <a:r>
              <a:rPr lang="en-US" sz="1800" i="1" dirty="0" smtClean="0">
                <a:latin typeface="+mj-lt"/>
              </a:rPr>
              <a:t> - Evolutionary Project Management</a:t>
            </a:r>
            <a:r>
              <a:rPr lang="en-US" sz="1800" dirty="0" smtClean="0">
                <a:latin typeface="+mj-lt"/>
              </a:rPr>
              <a:t>. 2007</a:t>
            </a:r>
          </a:p>
          <a:p>
            <a:r>
              <a:rPr lang="en-US" sz="1800" dirty="0" smtClean="0">
                <a:latin typeface="+mj-lt"/>
              </a:rPr>
              <a:t>Alistair Cockburn, </a:t>
            </a:r>
            <a:r>
              <a:rPr lang="en-US" sz="1800" i="1" dirty="0" smtClean="0">
                <a:latin typeface="+mj-lt"/>
              </a:rPr>
              <a:t>Agile Software Development: The Cooperative Game</a:t>
            </a:r>
            <a:r>
              <a:rPr lang="en-US" sz="1800" dirty="0" smtClean="0">
                <a:latin typeface="+mj-lt"/>
              </a:rPr>
              <a:t>, Second Edition. 2006.</a:t>
            </a:r>
          </a:p>
          <a:p>
            <a:r>
              <a:rPr lang="en-US" sz="1800" dirty="0" smtClean="0">
                <a:latin typeface="+mj-lt"/>
              </a:rPr>
              <a:t>Jennifer Stapleton, </a:t>
            </a:r>
            <a:r>
              <a:rPr lang="en-US" sz="1800" i="1" dirty="0" smtClean="0">
                <a:latin typeface="+mj-lt"/>
              </a:rPr>
              <a:t>DSDM Business Focused Development</a:t>
            </a:r>
            <a:r>
              <a:rPr lang="en-US" sz="1800" dirty="0" smtClean="0">
                <a:latin typeface="+mj-lt"/>
              </a:rPr>
              <a:t>. 2003.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Rapid Application Development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RAD</a:t>
            </a:r>
            <a:r>
              <a:rPr lang="en-US" sz="2400" dirty="0" smtClean="0"/>
              <a:t> is an approach to building computer systems which combines</a:t>
            </a:r>
          </a:p>
          <a:p>
            <a:pPr lvl="1"/>
            <a:r>
              <a:rPr lang="en-US" sz="1800" dirty="0" smtClean="0"/>
              <a:t>Computer-Assisted Software Engineering (CASE) tools and techniques,</a:t>
            </a:r>
          </a:p>
          <a:p>
            <a:pPr lvl="1"/>
            <a:r>
              <a:rPr lang="en-US" sz="1800" dirty="0" smtClean="0"/>
              <a:t>user-driven prototyping, and</a:t>
            </a:r>
          </a:p>
          <a:p>
            <a:pPr lvl="1"/>
            <a:r>
              <a:rPr lang="en-US" sz="1800" dirty="0" smtClean="0"/>
              <a:t>stringent project delivery time limits into a potent, tested, reliable formula for top-notch quality and productivity.</a:t>
            </a:r>
          </a:p>
          <a:p>
            <a:r>
              <a:rPr lang="en-US" sz="2400" dirty="0" smtClean="0"/>
              <a:t>RAD takes advantage of </a:t>
            </a:r>
            <a:r>
              <a:rPr lang="en-US" sz="2400" i="1" dirty="0" smtClean="0">
                <a:solidFill>
                  <a:srgbClr val="C00000"/>
                </a:solidFill>
              </a:rPr>
              <a:t>automated tools</a:t>
            </a:r>
            <a:r>
              <a:rPr lang="en-US" sz="2400" dirty="0" smtClean="0"/>
              <a:t> and techniques to restructure the process of building information systems.</a:t>
            </a:r>
          </a:p>
          <a:p>
            <a:r>
              <a:rPr lang="en-US" sz="2400" dirty="0" smtClean="0"/>
              <a:t>RAD replaces </a:t>
            </a:r>
            <a:r>
              <a:rPr lang="en-US" sz="2400" i="1" dirty="0" smtClean="0">
                <a:solidFill>
                  <a:srgbClr val="C00000"/>
                </a:solidFill>
              </a:rPr>
              <a:t>hand-design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coding processes</a:t>
            </a:r>
            <a:r>
              <a:rPr lang="en-US" sz="2400" dirty="0" smtClean="0"/>
              <a:t>, which are dependent upon the skills of isolated individuals, with </a:t>
            </a:r>
            <a:r>
              <a:rPr lang="en-US" sz="2400" u="sng" dirty="0" smtClean="0"/>
              <a:t>automated design and coding</a:t>
            </a:r>
            <a:r>
              <a:rPr lang="en-US" sz="2400" dirty="0" smtClean="0"/>
              <a:t>, which is an inherently more stable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RAD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/>
          <a:lstStyle/>
          <a:p>
            <a:r>
              <a:rPr lang="en-US" sz="2000" dirty="0" smtClean="0"/>
              <a:t>RAD </a:t>
            </a:r>
            <a:r>
              <a:rPr lang="en-US" sz="2000" i="1" dirty="0" smtClean="0">
                <a:solidFill>
                  <a:srgbClr val="C00000"/>
                </a:solidFill>
              </a:rPr>
              <a:t>compresses</a:t>
            </a:r>
            <a:r>
              <a:rPr lang="en-US" sz="2000" dirty="0" smtClean="0"/>
              <a:t> the step-by-step development of conventional methods into </a:t>
            </a:r>
            <a:r>
              <a:rPr lang="en-US" sz="2000" u="sng" dirty="0" smtClean="0"/>
              <a:t>an iterative process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RAD approach thus includes </a:t>
            </a:r>
            <a:r>
              <a:rPr lang="en-US" sz="2000" i="1" dirty="0" smtClean="0">
                <a:solidFill>
                  <a:srgbClr val="C00000"/>
                </a:solidFill>
              </a:rPr>
              <a:t>developing and refining</a:t>
            </a:r>
            <a:r>
              <a:rPr lang="en-US" sz="2000" dirty="0" smtClean="0"/>
              <a:t> the data models, process models, and prototype in parallel using an iterative process.</a:t>
            </a:r>
          </a:p>
          <a:p>
            <a:r>
              <a:rPr lang="en-US" sz="2000" dirty="0" smtClean="0"/>
              <a:t>User requirements are refined, a solution is designed, the solution is prototyped, the prototype is reviewed, user input is provided, and the process begins </a:t>
            </a:r>
            <a:r>
              <a:rPr lang="en-US" sz="2000" i="1" dirty="0" smtClean="0">
                <a:solidFill>
                  <a:srgbClr val="C00000"/>
                </a:solidFill>
              </a:rPr>
              <a:t>again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4000500"/>
            <a:ext cx="4762500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Essential Aspects of RAD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819400"/>
          </a:xfrm>
        </p:spPr>
        <p:txBody>
          <a:bodyPr/>
          <a:lstStyle/>
          <a:p>
            <a:r>
              <a:rPr lang="en-US" sz="2400" dirty="0" smtClean="0"/>
              <a:t>Rapid Application Development has </a:t>
            </a:r>
            <a:r>
              <a:rPr lang="en-US" sz="2400" dirty="0" smtClean="0">
                <a:solidFill>
                  <a:srgbClr val="C00000"/>
                </a:solidFill>
              </a:rPr>
              <a:t>four essential aspects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methodology,</a:t>
            </a:r>
          </a:p>
          <a:p>
            <a:pPr lvl="1"/>
            <a:r>
              <a:rPr lang="en-US" sz="2000" dirty="0" smtClean="0"/>
              <a:t>people,</a:t>
            </a:r>
          </a:p>
          <a:p>
            <a:pPr lvl="1"/>
            <a:r>
              <a:rPr lang="en-US" sz="2000" dirty="0" smtClean="0"/>
              <a:t>management, and</a:t>
            </a:r>
          </a:p>
          <a:p>
            <a:pPr lvl="1"/>
            <a:r>
              <a:rPr lang="en-US" sz="2000" dirty="0" smtClean="0"/>
              <a:t>tools.</a:t>
            </a:r>
          </a:p>
          <a:p>
            <a:r>
              <a:rPr lang="en-US" sz="2400" dirty="0" smtClean="0"/>
              <a:t>If any one of these ingredients is </a:t>
            </a:r>
            <a:r>
              <a:rPr lang="en-US" sz="2400" i="1" dirty="0" smtClean="0">
                <a:solidFill>
                  <a:srgbClr val="C00000"/>
                </a:solidFill>
              </a:rPr>
              <a:t>inadequate</a:t>
            </a:r>
            <a:r>
              <a:rPr lang="en-US" sz="2400" dirty="0" smtClean="0"/>
              <a:t>, development will </a:t>
            </a:r>
            <a:r>
              <a:rPr lang="en-US" sz="2400" u="sng" dirty="0" smtClean="0"/>
              <a:t>not</a:t>
            </a:r>
            <a:r>
              <a:rPr lang="en-US" sz="2400" dirty="0" smtClean="0"/>
              <a:t> be high speed.</a:t>
            </a:r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6525" y="4876800"/>
            <a:ext cx="37909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Evolutionary Project Management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" y="1295400"/>
            <a:ext cx="428625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2209800"/>
            <a:ext cx="47625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Evolutionary Management</a:t>
            </a:r>
            <a:endParaRPr lang="en-US" dirty="0"/>
          </a:p>
        </p:txBody>
      </p:sp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1638300"/>
            <a:ext cx="57150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Evo</a:t>
            </a:r>
            <a:r>
              <a:rPr lang="en-US" dirty="0" smtClean="0"/>
              <a:t> Roles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238250"/>
            <a:ext cx="4762500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Evo</a:t>
            </a:r>
            <a:r>
              <a:rPr lang="en-US" dirty="0" smtClean="0"/>
              <a:t> Work Products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257300"/>
            <a:ext cx="4762500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Evo</a:t>
            </a:r>
            <a:r>
              <a:rPr lang="en-US" dirty="0" smtClean="0"/>
              <a:t> Practices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343025"/>
            <a:ext cx="4762500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Evo</a:t>
            </a:r>
            <a:r>
              <a:rPr lang="en-US" dirty="0" smtClean="0"/>
              <a:t> Values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447800" y="1219200"/>
          <a:ext cx="70104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Learnable Example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33400" y="4191000"/>
            <a:ext cx="3514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>
                <a:latin typeface="+mj-lt"/>
              </a:rPr>
              <a:t>“The system must be easy to learn.”</a:t>
            </a:r>
            <a:endParaRPr lang="en-US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4800600"/>
            <a:ext cx="464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+mj-lt"/>
              </a:rPr>
              <a:t>“The system must be used successfully to place an order in under 10 minutes without</a:t>
            </a:r>
          </a:p>
          <a:p>
            <a:r>
              <a:rPr lang="en-US" i="1" dirty="0" smtClean="0">
                <a:latin typeface="+mj-lt"/>
              </a:rPr>
              <a:t>assistance by at least 80% of test subjects with no previous system experience.”</a:t>
            </a:r>
            <a:endParaRPr lang="en-US" i="1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76800" y="1225689"/>
            <a:ext cx="4191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TAG: Learnable</a:t>
            </a:r>
          </a:p>
          <a:p>
            <a:r>
              <a:rPr lang="en-US" dirty="0" smtClean="0">
                <a:latin typeface="+mj-lt"/>
              </a:rPr>
              <a:t>GIST: The ease of learning to use the system.</a:t>
            </a:r>
          </a:p>
          <a:p>
            <a:r>
              <a:rPr lang="en-US" dirty="0" smtClean="0">
                <a:latin typeface="+mj-lt"/>
              </a:rPr>
              <a:t>SCALE: Time required for a Novice to complete a 1-item order using only the online help system for assistance.</a:t>
            </a:r>
          </a:p>
          <a:p>
            <a:r>
              <a:rPr lang="en-US" dirty="0" smtClean="0">
                <a:latin typeface="+mj-lt"/>
              </a:rPr>
              <a:t>METER: Measurements obtained on 100 Novices during user interface testing.</a:t>
            </a:r>
          </a:p>
          <a:p>
            <a:r>
              <a:rPr lang="en-US" dirty="0" smtClean="0">
                <a:latin typeface="+mj-lt"/>
              </a:rPr>
              <a:t>MUST: No more than 7 minutes 80% of the time</a:t>
            </a:r>
          </a:p>
          <a:p>
            <a:r>
              <a:rPr lang="en-US" dirty="0" smtClean="0">
                <a:latin typeface="+mj-lt"/>
              </a:rPr>
              <a:t>PLAN: No more than 5 minutes 80% of the time</a:t>
            </a:r>
          </a:p>
          <a:p>
            <a:r>
              <a:rPr lang="en-US" dirty="0" smtClean="0">
                <a:latin typeface="+mj-lt"/>
              </a:rPr>
              <a:t>WISH: No more than 3 minutes 100% of the time</a:t>
            </a:r>
          </a:p>
          <a:p>
            <a:r>
              <a:rPr lang="en-US" dirty="0" smtClean="0">
                <a:latin typeface="+mj-lt"/>
              </a:rPr>
              <a:t>PAST [our old system]: 11 minutes  </a:t>
            </a:r>
            <a:r>
              <a:rPr lang="en-US" i="1" dirty="0" smtClean="0">
                <a:latin typeface="+mj-lt"/>
              </a:rPr>
              <a:t>recent site statistics</a:t>
            </a:r>
          </a:p>
          <a:p>
            <a:r>
              <a:rPr lang="en-US" dirty="0" smtClean="0">
                <a:latin typeface="+mj-lt"/>
              </a:rPr>
              <a:t>Novice: DEFINED: A person with less than 6 months experience with Web applications and no prior exposure to our Website.</a:t>
            </a:r>
            <a:endParaRPr lang="en-US" dirty="0">
              <a:latin typeface="+mj-lt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295400"/>
            <a:ext cx="35147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Requirement Specification Example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76400"/>
            <a:ext cx="5076825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019300"/>
            <a:ext cx="42291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3505200" y="5486400"/>
            <a:ext cx="6096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819400" y="4038600"/>
            <a:ext cx="17526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Sub-parameter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867400" y="3657600"/>
            <a:ext cx="9906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Qualifier</a:t>
            </a:r>
            <a:endParaRPr lang="en-US" dirty="0"/>
          </a:p>
        </p:txBody>
      </p:sp>
      <p:cxnSp>
        <p:nvCxnSpPr>
          <p:cNvPr id="12" name="Straight Arrow Connector 11"/>
          <p:cNvCxnSpPr>
            <a:endCxn id="8" idx="1"/>
          </p:cNvCxnSpPr>
          <p:nvPr/>
        </p:nvCxnSpPr>
        <p:spPr>
          <a:xfrm>
            <a:off x="3352800" y="5638800"/>
            <a:ext cx="152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9" idx="3"/>
          </p:cNvCxnSpPr>
          <p:nvPr/>
        </p:nvCxnSpPr>
        <p:spPr>
          <a:xfrm rot="10800000">
            <a:off x="4572000" y="4191000"/>
            <a:ext cx="152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 flipH="1" flipV="1">
            <a:off x="6400800" y="4038600"/>
            <a:ext cx="152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295400" y="6248400"/>
            <a:ext cx="2667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Tag defined somewhere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 rot="5400000">
            <a:off x="1790700" y="61341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429000" y="3048000"/>
            <a:ext cx="11430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Comment</a:t>
            </a:r>
            <a:endParaRPr lang="en-US" dirty="0"/>
          </a:p>
        </p:txBody>
      </p:sp>
      <p:cxnSp>
        <p:nvCxnSpPr>
          <p:cNvPr id="24" name="Straight Arrow Connector 23"/>
          <p:cNvCxnSpPr>
            <a:endCxn id="20" idx="1"/>
          </p:cNvCxnSpPr>
          <p:nvPr/>
        </p:nvCxnSpPr>
        <p:spPr>
          <a:xfrm>
            <a:off x="3276600" y="3200400"/>
            <a:ext cx="152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781800" y="2667000"/>
            <a:ext cx="1828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Fuzzy term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324600" y="4648200"/>
            <a:ext cx="2590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Parent.Child</a:t>
            </a:r>
            <a:r>
              <a:rPr lang="en-US" dirty="0" smtClean="0"/>
              <a:t> structure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6705600" y="5791200"/>
            <a:ext cx="1676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Origin of data</a:t>
            </a:r>
            <a:endParaRPr lang="en-US" dirty="0"/>
          </a:p>
        </p:txBody>
      </p:sp>
      <p:cxnSp>
        <p:nvCxnSpPr>
          <p:cNvPr id="29" name="Straight Arrow Connector 28"/>
          <p:cNvCxnSpPr>
            <a:endCxn id="25" idx="1"/>
          </p:cNvCxnSpPr>
          <p:nvPr/>
        </p:nvCxnSpPr>
        <p:spPr>
          <a:xfrm>
            <a:off x="6629400" y="2819400"/>
            <a:ext cx="152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6" idx="1"/>
          </p:cNvCxnSpPr>
          <p:nvPr/>
        </p:nvCxnSpPr>
        <p:spPr>
          <a:xfrm>
            <a:off x="6172200" y="4800600"/>
            <a:ext cx="152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5400000">
            <a:off x="7124700" y="56007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PLanguage</a:t>
            </a:r>
            <a:endParaRPr lang="en-US" dirty="0"/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3733800" y="1219200"/>
            <a:ext cx="4953000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+mj-lt"/>
              </a:rPr>
              <a:t>Planguage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 is </a:t>
            </a:r>
            <a:r>
              <a:rPr lang="en-US" i="1" dirty="0" err="1" smtClean="0">
                <a:solidFill>
                  <a:schemeClr val="bg1"/>
                </a:solidFill>
                <a:latin typeface="+mj-lt"/>
              </a:rPr>
              <a:t>Evo's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 compact specification language.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649605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572000"/>
            <a:ext cx="65246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7315200" y="4800600"/>
            <a:ext cx="990600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chemeClr val="bg1"/>
                </a:solidFill>
                <a:latin typeface="+mj-lt"/>
              </a:rPr>
              <a:t>METER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475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5562600"/>
            <a:ext cx="515302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6934200" y="5638800"/>
            <a:ext cx="1371600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chemeClr val="bg1"/>
                </a:solidFill>
                <a:latin typeface="+mj-lt"/>
              </a:rPr>
              <a:t>QUALIFIERS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Estimation</a:t>
            </a:r>
            <a:endParaRPr lang="en-US" dirty="0"/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533400" y="1219200"/>
            <a:ext cx="815340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chemeClr val="bg1"/>
                </a:solidFill>
                <a:latin typeface="+mj-lt"/>
              </a:rPr>
              <a:t>Impact Estimation (IE) tables allow you to analyze any technical or organizational idea in relation to requirements and costs.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0" y="26670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20040">
                <a:tc gridSpan="3">
                  <a:txBody>
                    <a:bodyPr/>
                    <a:lstStyle/>
                    <a:p>
                      <a:r>
                        <a:rPr lang="en-US" dirty="0" smtClean="0"/>
                        <a:t>Responsive Browsing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5s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3s</a:t>
                      </a:r>
                      <a:endParaRPr lang="en-US" dirty="0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dirty="0" smtClean="0"/>
                        <a:t>Baseline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Goal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9600" y="4191000"/>
          <a:ext cx="47788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914"/>
                <a:gridCol w="1611086"/>
                <a:gridCol w="1055914"/>
                <a:gridCol w="105591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Baseline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Ideas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Impact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dirty="0" smtClean="0"/>
                        <a:t>1 server</a:t>
                      </a:r>
                    </a:p>
                    <a:p>
                      <a:r>
                        <a:rPr lang="en-US" dirty="0" smtClean="0"/>
                        <a:t>(5s)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servers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50%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servers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100%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Shared hosting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-50%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10201" y="5105400"/>
            <a:ext cx="327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Comparing alternative design ideas.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Quality-to-Cost Ratio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600200"/>
          <a:ext cx="82296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A: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B: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100% =Plan level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Reliability 99%-99.9%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Performance 11sec.-1sec.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Usability 30 min.-30sec.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Capital Cost 1 mill.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Engineering Hours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Quality/Cost Ratio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120/22=</a:t>
                      </a:r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150/15=</a:t>
                      </a:r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057400" y="502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Estimating the state of the overall design architecture.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Uncertainty of Impact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600200"/>
          <a:ext cx="80010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A: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B: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100% =Plan level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Reliability 99%-99.9%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50%±50%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100%±20%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Performance 11sec.-1sec.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80%±40%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30%±50%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Usability 30 min.-30 sec.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-10%±20%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20%±15%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Capital Cost 1 mill.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20%±1%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5%±2%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Engineering Hours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2%±1%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10%±2.5%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Worst 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(0+40-30)/(21+3)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(80-20+5)/(7+12.5)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 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(100+120+10)/(19+1) =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120+80+35)/(3+7.5)=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22.38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505200" y="6019800"/>
            <a:ext cx="297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Analyzing risk. 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Credibility Rating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219200"/>
          <a:ext cx="7543800" cy="441960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24439"/>
                <a:gridCol w="5619361"/>
              </a:tblGrid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Credibility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Rating </a:t>
                      </a:r>
                      <a:endParaRPr lang="en-US" sz="1600" dirty="0"/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Meaning 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0.0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Wild guess, no credibility.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0.1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 know it has been done somewhere. 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0.2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We have one measurement somewhere. </a:t>
                      </a:r>
                    </a:p>
                  </a:txBody>
                  <a:tcPr marL="38705" marR="38705" marT="19352" marB="19352"/>
                </a:tc>
              </a:tr>
              <a:tr h="3676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0.3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There are several measurements in the estimated range. 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0.4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The measurements are relevant to our case. 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0.5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method of measurement is considered reliable. 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We have used the method in-house. 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0.7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 have reliable measurements in-house. </a:t>
                      </a:r>
                    </a:p>
                  </a:txBody>
                  <a:tcPr marL="38705" marR="38705" marT="19352" marB="19352"/>
                </a:tc>
              </a:tr>
              <a:tr h="55785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0.8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Reliable in-house measurements correlate to independent external measurements. </a:t>
                      </a:r>
                    </a:p>
                  </a:txBody>
                  <a:tcPr marL="38705" marR="38705" marT="19352" marB="19352"/>
                </a:tc>
              </a:tr>
              <a:tr h="29730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0.9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We have used the idea on this project and measured it. </a:t>
                      </a:r>
                    </a:p>
                  </a:txBody>
                  <a:tcPr marL="38705" marR="38705" marT="19352" marB="19352"/>
                </a:tc>
              </a:tr>
              <a:tr h="818394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1.0 </a:t>
                      </a:r>
                    </a:p>
                  </a:txBody>
                  <a:tcPr marL="38705" marR="38705" marT="19352" marB="1935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Perfect credibility, we have rock solid, contract-guaranteed, long-term, credible experience with this idea on this project, and the results are unlikely to disappear. </a:t>
                      </a:r>
                    </a:p>
                  </a:txBody>
                  <a:tcPr marL="38705" marR="38705" marT="19352" marB="19352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09800" y="5867400"/>
          <a:ext cx="62484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249680"/>
                <a:gridCol w="1249680"/>
                <a:gridCol w="1249680"/>
                <a:gridCol w="12496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en-US" baseline="0" dirty="0" smtClean="0"/>
                        <a:t> server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servers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Impact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Credibility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Impact</a:t>
                      </a:r>
                      <a:endParaRPr lang="en-US" dirty="0"/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dirty="0" smtClean="0"/>
                        <a:t>5s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Credibility of Estimation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600200"/>
          <a:ext cx="8001000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A: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B: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Credibility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0.9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Reliability 99%-99.9%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50%±50%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100%±20%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Performance 11sec.-1sec.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80%±40%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30%±50%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Usability 30 min.-30 sec.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-10%±20%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20%±15%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Capital Cost 1 mill.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20%±1%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5%±2%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Engineering Hours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2%±1%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10%±2.5%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Worst Case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(0+40-30)/(21+3)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(80-20+5)/(7+12.5)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sz="18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‘Worst </a:t>
                      </a:r>
                      <a:r>
                        <a:rPr lang="en-US" sz="1800" b="1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Worst</a:t>
                      </a:r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 case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considering estimate</a:t>
                      </a:r>
                    </a:p>
                    <a:p>
                      <a:r>
                        <a:rPr lang="en-US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credibility factor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0.9x0.42=0.378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3.33x0.1=0.333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compare apples and oranges?</a:t>
            </a:r>
            <a:endParaRPr lang="en-US" dirty="0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3463" y="1981200"/>
            <a:ext cx="707707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Evo</a:t>
            </a:r>
            <a:r>
              <a:rPr lang="en-US" dirty="0" smtClean="0"/>
              <a:t> Plan &amp; Results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4114800"/>
          <a:ext cx="7650734" cy="23012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087308"/>
                <a:gridCol w="2411032"/>
                <a:gridCol w="1114044"/>
                <a:gridCol w="203835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 Requirements</a:t>
                      </a:r>
                      <a:endParaRPr lang="en-US" b="1" dirty="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 1 (plan, actual)</a:t>
                      </a:r>
                      <a:endParaRPr lang="en-US" b="1" dirty="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 2</a:t>
                      </a:r>
                      <a:endParaRPr lang="en-US" b="1" dirty="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Cumulative to date</a:t>
                      </a:r>
                      <a:endParaRPr lang="en-US" b="1" dirty="0"/>
                    </a:p>
                  </a:txBody>
                  <a:tcPr marL="38100" marR="38100" marT="38100" marB="3810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Responsive Browsing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5%, 2</a:t>
                      </a:r>
                      <a:r>
                        <a:rPr lang="en-US" dirty="0" smtClean="0"/>
                        <a:t>%</a:t>
                      </a:r>
                      <a:r>
                        <a:rPr lang="en-US" baseline="30000" dirty="0" smtClean="0"/>
                        <a:t>[a]</a:t>
                      </a:r>
                      <a:endParaRPr lang="en-US" dirty="0"/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/>
                        <a:t>10%, __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/>
                        <a:t>2%</a:t>
                      </a:r>
                    </a:p>
                  </a:txBody>
                  <a:tcPr marL="38100" marR="38100" marT="38100" marB="3810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System Reliability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/>
                        <a:t>10%, 5%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20%, __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</a:p>
                  </a:txBody>
                  <a:tcPr marL="38100" marR="38100" marT="38100" marB="3810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Capital Costs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0%, 0%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/>
                        <a:t>5%, __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/>
                        <a:t>0%</a:t>
                      </a:r>
                    </a:p>
                  </a:txBody>
                  <a:tcPr marL="38100" marR="38100" marT="38100" marB="3810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Development Costs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/>
                        <a:t>2%, 2%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/>
                        <a:t>2%, __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2%</a:t>
                      </a:r>
                    </a:p>
                    <a:p>
                      <a:r>
                        <a:rPr lang="en-US" dirty="0"/>
                        <a:t>[a] the percentage of the final target</a:t>
                      </a:r>
                    </a:p>
                  </a:txBody>
                  <a:tcPr marL="38100" marR="38100" marT="38100" marB="38100"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143000"/>
            <a:ext cx="457200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410200" y="1828800"/>
            <a:ext cx="3505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Planning and controlling evolutionary project delivery steps.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052638"/>
            <a:ext cx="476250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5150" y="2328863"/>
            <a:ext cx="29337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Crystal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143000"/>
            <a:ext cx="5676900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1000" y="762000"/>
            <a:ext cx="2819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Crystal Clear:</a:t>
            </a:r>
          </a:p>
          <a:p>
            <a:pPr lvl="1"/>
            <a:r>
              <a:rPr lang="en-US" dirty="0" smtClean="0">
                <a:latin typeface="+mj-lt"/>
              </a:rPr>
              <a:t>Roles: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Sponsor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Senior Designer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Programmer</a:t>
            </a:r>
          </a:p>
          <a:p>
            <a:pPr lvl="1"/>
            <a:r>
              <a:rPr lang="en-US" dirty="0" smtClean="0">
                <a:latin typeface="+mj-lt"/>
              </a:rPr>
              <a:t>Release: 60 – 90  days</a:t>
            </a:r>
          </a:p>
          <a:p>
            <a:pPr lvl="1"/>
            <a:r>
              <a:rPr lang="en-US" dirty="0" smtClean="0">
                <a:latin typeface="+mj-lt"/>
              </a:rPr>
              <a:t>Deliverables: Release plan,  Design sketches, Working software…</a:t>
            </a:r>
          </a:p>
          <a:p>
            <a:r>
              <a:rPr lang="en-US" dirty="0" smtClean="0">
                <a:latin typeface="+mj-lt"/>
              </a:rPr>
              <a:t>Crystal Orange:</a:t>
            </a:r>
          </a:p>
          <a:p>
            <a:pPr lvl="1"/>
            <a:r>
              <a:rPr lang="en-US" dirty="0" smtClean="0">
                <a:latin typeface="+mj-lt"/>
              </a:rPr>
              <a:t>Roles: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Sponsor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Business Analyst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Architect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Senior Designer 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Programmer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Project Manager</a:t>
            </a:r>
          </a:p>
          <a:p>
            <a:pPr lvl="1"/>
            <a:r>
              <a:rPr lang="en-US" dirty="0" smtClean="0">
                <a:latin typeface="+mj-lt"/>
              </a:rPr>
              <a:t>Release: 90 – 120 days </a:t>
            </a:r>
          </a:p>
          <a:p>
            <a:pPr lvl="1"/>
            <a:r>
              <a:rPr lang="en-US" dirty="0" smtClean="0">
                <a:latin typeface="+mj-lt"/>
              </a:rPr>
              <a:t>Deliverables: SRS, Release Plan, Schedule, </a:t>
            </a:r>
          </a:p>
          <a:p>
            <a:pPr lvl="1"/>
            <a:r>
              <a:rPr lang="en-US" dirty="0" smtClean="0">
                <a:latin typeface="+mj-lt"/>
              </a:rPr>
              <a:t>Design Specs…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3800" y="5486400"/>
            <a:ext cx="5105400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chemeClr val="bg1"/>
                </a:solidFill>
                <a:latin typeface="+mj-lt"/>
              </a:rPr>
              <a:t>Project classes further from the bottom left corner of the table require a more formal process than project classes closer to the bottom left corner.</a:t>
            </a:r>
            <a:endParaRPr lang="en-US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Standards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447800" y="1219200"/>
          <a:ext cx="70104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Crystal Orange Increment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371600"/>
            <a:ext cx="7915275" cy="50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Crystal Values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447800" y="2514600"/>
          <a:ext cx="70104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5150" y="2328863"/>
            <a:ext cx="29337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Driven Development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2013" y="1819275"/>
            <a:ext cx="7419975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6738" y="1200150"/>
            <a:ext cx="8010525" cy="56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Design/Build by Feature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FDD Roles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447800" y="1219200"/>
          <a:ext cx="70104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FDD Practices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447800" y="1219200"/>
          <a:ext cx="70104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FDD Values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1447800" y="1219200"/>
          <a:ext cx="70104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5150" y="2328863"/>
            <a:ext cx="29337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Systems Development Method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543050"/>
            <a:ext cx="67056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DSDM Principles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609600" y="12192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DSDM Work Products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12192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DSDM Roles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12192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MoSCoW</a:t>
            </a:r>
            <a:r>
              <a:rPr lang="en-US" dirty="0" smtClean="0"/>
              <a:t> Rules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5800" y="4343400"/>
            <a:ext cx="746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MUST have this requirement.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SHOULD have this requirement if at all possible.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COULD have this requirement if it can be delivered without major impact.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+mj-lt"/>
              </a:rPr>
              <a:t>WOULD like to have these requirements if there is enough time remaining.</a:t>
            </a:r>
            <a:endParaRPr lang="en-US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828800"/>
            <a:ext cx="47910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DSDM Practices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12192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DSDM Values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609600" y="12192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5150" y="2328863"/>
            <a:ext cx="29337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Software Development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381125"/>
            <a:ext cx="5334000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6858000" y="1295400"/>
            <a:ext cx="2133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Postulates a general idea of where we are going, and put mechanisms in place to adapt.</a:t>
            </a:r>
            <a:endParaRPr lang="en-US" dirty="0">
              <a:latin typeface="+mj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2514600"/>
            <a:ext cx="2743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Portrays a balance between managing the doing (the main thrust of traditional management) and creating and maintaining the collaborative environment needed for emergence.</a:t>
            </a:r>
            <a:endParaRPr lang="en-US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5257800"/>
            <a:ext cx="419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j-lt"/>
              </a:rPr>
              <a:t>Examines assumptions and use the results of each development cycle to learn the direction of the next.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ASD Phrases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" y="1628775"/>
            <a:ext cx="9086850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286000" y="6172200"/>
            <a:ext cx="4649543" cy="369332"/>
          </a:xfrm>
          <a:prstGeom prst="rect">
            <a:avLst/>
          </a:prstGeom>
          <a:solidFill>
            <a:schemeClr val="accent6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latin typeface="+mj-lt"/>
              </a:rPr>
              <a:t>The three stages overlap and last in 4 – 8 weeks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ASD Principles</a:t>
            </a:r>
            <a:endParaRPr lang="en-US" dirty="0"/>
          </a:p>
        </p:txBody>
      </p:sp>
      <p:graphicFrame>
        <p:nvGraphicFramePr>
          <p:cNvPr id="3" name="Diagram 2"/>
          <p:cNvGraphicFramePr/>
          <p:nvPr/>
        </p:nvGraphicFramePr>
        <p:xfrm>
          <a:off x="609600" y="12192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ASD Roles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1219200"/>
          <a:ext cx="82296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ASD Practices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219200"/>
          <a:ext cx="81534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Adaptive Planning</a:t>
            </a:r>
            <a:endParaRPr lang="en-US" dirty="0"/>
          </a:p>
        </p:txBody>
      </p:sp>
      <p:sp>
        <p:nvSpPr>
          <p:cNvPr id="2050" name="AutoShape 2" descr="graphics/11fig04.gif"/>
          <p:cNvSpPr>
            <a:spLocks noChangeAspect="1" noChangeArrowheads="1"/>
          </p:cNvSpPr>
          <p:nvPr/>
        </p:nvSpPr>
        <p:spPr bwMode="auto">
          <a:xfrm>
            <a:off x="155575" y="-1012825"/>
            <a:ext cx="3810000" cy="21145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381000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1219200"/>
            <a:ext cx="47625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0" y="3657600"/>
            <a:ext cx="47625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ASD Values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09600" y="2133600"/>
          <a:ext cx="701040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5150" y="2328863"/>
            <a:ext cx="29337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Adoption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752600"/>
          <a:ext cx="8767440" cy="415256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35246"/>
                <a:gridCol w="417993"/>
                <a:gridCol w="765655"/>
                <a:gridCol w="508988"/>
                <a:gridCol w="861758"/>
                <a:gridCol w="444980"/>
                <a:gridCol w="806994"/>
                <a:gridCol w="764068"/>
                <a:gridCol w="861758"/>
              </a:tblGrid>
              <a:tr h="26837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Condition 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XP 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Scrum 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 smtClean="0"/>
                        <a:t>Evo</a:t>
                      </a:r>
                      <a:r>
                        <a:rPr lang="en-US" sz="1800" dirty="0" smtClean="0"/>
                        <a:t> 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FDD 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UP 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Crystal 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DSDM 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ASD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</a:tr>
              <a:tr h="26837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Small Team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X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</a:tr>
              <a:tr h="843472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Highly Volatile Requirements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√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</a:tr>
              <a:tr h="498415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Distributed Teams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X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</a:tr>
              <a:tr h="613434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High Ceremony Culture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√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√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</a:tr>
              <a:tr h="613434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High Criticality Systems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√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</a:tr>
              <a:tr h="95849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Multiple Customers / Stakeholders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√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-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X</a:t>
                      </a:r>
                    </a:p>
                  </a:txBody>
                  <a:tcPr marL="38340" marR="38340" marT="19170" marB="1917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/>
                        <a:t>-</a:t>
                      </a:r>
                      <a:endParaRPr lang="en-US" sz="1800" dirty="0"/>
                    </a:p>
                  </a:txBody>
                  <a:tcPr marL="38340" marR="38340" marT="19170" marB="1917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High-Level Summaries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1676403"/>
          <a:ext cx="6629400" cy="4622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/>
                <a:gridCol w="3314700"/>
              </a:tblGrid>
              <a:tr h="513644">
                <a:tc>
                  <a:txBody>
                    <a:bodyPr/>
                    <a:lstStyle/>
                    <a:p>
                      <a:r>
                        <a:rPr lang="en-US" dirty="0" smtClean="0"/>
                        <a:t>Methodology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Summarizing Phrase</a:t>
                      </a:r>
                      <a:endParaRPr lang="en-US" dirty="0"/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Scrum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Prioritized Business Value</a:t>
                      </a:r>
                      <a:endParaRPr lang="en-US" dirty="0" smtClean="0"/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r>
                        <a:rPr lang="en-US" dirty="0" smtClean="0"/>
                        <a:t>XP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Simplicity, Technique</a:t>
                      </a:r>
                      <a:endParaRPr lang="en-US" dirty="0" smtClean="0"/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r>
                        <a:rPr lang="en-US" dirty="0" smtClean="0"/>
                        <a:t>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Manage Risk</a:t>
                      </a:r>
                      <a:endParaRPr lang="en-US" dirty="0" smtClean="0"/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Evo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Realistic Measurement</a:t>
                      </a:r>
                      <a:endParaRPr lang="en-US" dirty="0" smtClean="0"/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Crystal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Size and Criticality</a:t>
                      </a:r>
                      <a:endParaRPr lang="en-US" dirty="0" smtClean="0"/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FDD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Business Model</a:t>
                      </a:r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DSDM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Current Business Value</a:t>
                      </a:r>
                      <a:endParaRPr lang="en-US" dirty="0" smtClean="0"/>
                    </a:p>
                  </a:txBody>
                  <a:tcPr/>
                </a:tc>
              </a:tr>
              <a:tr h="513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ASD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Adaptation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Thank you for 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10739</TotalTime>
  <Words>1932</Words>
  <Application>Microsoft Office PowerPoint</Application>
  <PresentationFormat>On-screen Show (4:3)</PresentationFormat>
  <Paragraphs>454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Agile Software Development</vt:lpstr>
      <vt:lpstr>Objectives</vt:lpstr>
      <vt:lpstr>Books And Reading</vt:lpstr>
      <vt:lpstr>Rapid Application Development [1]</vt:lpstr>
      <vt:lpstr>The RAD Approach</vt:lpstr>
      <vt:lpstr>Essential Aspects of RAD</vt:lpstr>
      <vt:lpstr>Slide 7</vt:lpstr>
      <vt:lpstr>Evolutionary Project Management</vt:lpstr>
      <vt:lpstr>Evolutionary Management</vt:lpstr>
      <vt:lpstr>Evo Roles</vt:lpstr>
      <vt:lpstr>Evo Work Products</vt:lpstr>
      <vt:lpstr>Evo Practices</vt:lpstr>
      <vt:lpstr>Evo Values</vt:lpstr>
      <vt:lpstr>Learnable Example</vt:lpstr>
      <vt:lpstr>Function Requirement Specification Example</vt:lpstr>
      <vt:lpstr>PLanguage</vt:lpstr>
      <vt:lpstr>Impact Estimation</vt:lpstr>
      <vt:lpstr>Quality-to-Cost Ratio</vt:lpstr>
      <vt:lpstr>Uncertainty of Impact</vt:lpstr>
      <vt:lpstr>Credibility Rating</vt:lpstr>
      <vt:lpstr>Credibility of Estimation</vt:lpstr>
      <vt:lpstr>How do we compare apples and oranges?</vt:lpstr>
      <vt:lpstr>Evo Plan &amp; Results</vt:lpstr>
      <vt:lpstr>Classification</vt:lpstr>
      <vt:lpstr>Slide 25</vt:lpstr>
      <vt:lpstr>Crystal</vt:lpstr>
      <vt:lpstr>Policy Standards</vt:lpstr>
      <vt:lpstr>One Crystal Orange Increment</vt:lpstr>
      <vt:lpstr>Crystal Values</vt:lpstr>
      <vt:lpstr>Slide 30</vt:lpstr>
      <vt:lpstr>Feature Driven Development</vt:lpstr>
      <vt:lpstr>Design/Build by Feature</vt:lpstr>
      <vt:lpstr>FDD Roles</vt:lpstr>
      <vt:lpstr>FDD Practices</vt:lpstr>
      <vt:lpstr>FDD Values</vt:lpstr>
      <vt:lpstr>Slide 36</vt:lpstr>
      <vt:lpstr>Dynamic Systems Development Method</vt:lpstr>
      <vt:lpstr>DSDM Principles</vt:lpstr>
      <vt:lpstr>DSDM Work Products</vt:lpstr>
      <vt:lpstr>DSDM Roles</vt:lpstr>
      <vt:lpstr>MoSCoW Rules</vt:lpstr>
      <vt:lpstr>DSDM Practices</vt:lpstr>
      <vt:lpstr>DSDM Values</vt:lpstr>
      <vt:lpstr>Slide 44</vt:lpstr>
      <vt:lpstr>Adaptive Software Development</vt:lpstr>
      <vt:lpstr>ASD Phrases</vt:lpstr>
      <vt:lpstr>ASD Principles</vt:lpstr>
      <vt:lpstr>ASD Roles</vt:lpstr>
      <vt:lpstr>ASD Practices</vt:lpstr>
      <vt:lpstr>Adaptive Planning</vt:lpstr>
      <vt:lpstr>ASD Values</vt:lpstr>
      <vt:lpstr>Slide 52</vt:lpstr>
      <vt:lpstr>Adoption</vt:lpstr>
      <vt:lpstr>High-Level Summaries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admin</cp:lastModifiedBy>
  <cp:revision>3650</cp:revision>
  <dcterms:created xsi:type="dcterms:W3CDTF">2007-10-06T08:25:13Z</dcterms:created>
  <dcterms:modified xsi:type="dcterms:W3CDTF">2018-09-24T20:04:11Z</dcterms:modified>
</cp:coreProperties>
</file>