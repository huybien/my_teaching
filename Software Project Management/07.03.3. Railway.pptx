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256" r:id="rId2"/>
    <p:sldId id="349" r:id="rId3"/>
    <p:sldId id="396" r:id="rId4"/>
    <p:sldId id="344" r:id="rId5"/>
    <p:sldId id="383" r:id="rId6"/>
    <p:sldId id="476" r:id="rId7"/>
    <p:sldId id="471" r:id="rId8"/>
    <p:sldId id="34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3" autoAdjust="0"/>
    <p:restoredTop sz="94667" autoAdjust="0"/>
  </p:normalViewPr>
  <p:slideViewPr>
    <p:cSldViewPr>
      <p:cViewPr>
        <p:scale>
          <a:sx n="50" d="100"/>
          <a:sy n="50" d="100"/>
        </p:scale>
        <p:origin x="-148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B1E61-C19C-4EB9-A84C-BFF45D303BF2}" type="datetimeFigureOut">
              <a:rPr lang="en-US" smtClean="0"/>
              <a:pPr/>
              <a:t>7/31/2024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EF36E-07BF-409F-AB2B-FE2A93BEB88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7/31/2024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7/31/2024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7/31/2024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7/31/2024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7/31/2024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7/31/2024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railway.app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Railway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hlinkClick r:id="rId2"/>
              </a:rPr>
              <a:t>nhbien@fit.hcmus.edu.vn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105400" cy="40386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deploy</a:t>
            </a:r>
            <a:r>
              <a:rPr lang="en-US" sz="2400" dirty="0" smtClean="0"/>
              <a:t> a Node.js application to </a:t>
            </a:r>
            <a:r>
              <a:rPr lang="en-US" sz="2400" dirty="0" smtClean="0"/>
              <a:t>Railway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Railway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https://railway.app</a:t>
            </a:r>
            <a:r>
              <a:rPr lang="en-US" sz="2000" dirty="0" smtClean="0">
                <a:hlinkClick r:id="rId2"/>
              </a:rPr>
              <a:t>/</a:t>
            </a:r>
            <a:endParaRPr lang="en-US" sz="2000" dirty="0" smtClean="0"/>
          </a:p>
          <a:p>
            <a:r>
              <a:rPr lang="en-US" sz="2000" dirty="0" smtClean="0"/>
              <a:t>Railway is the cloud for building, shipping, and monitoring applications. No Platform Engineer required.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Sign up for </a:t>
            </a:r>
            <a:r>
              <a:rPr lang="en-US" dirty="0" smtClean="0"/>
              <a:t>Railway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13101</TotalTime>
  <Words>71</Words>
  <Application>Microsoft Office PowerPoint</Application>
  <PresentationFormat>On-screen Show (4:3)</PresentationFormat>
  <Paragraphs>16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Railway</vt:lpstr>
      <vt:lpstr>Objectives</vt:lpstr>
      <vt:lpstr>Contents</vt:lpstr>
      <vt:lpstr>References</vt:lpstr>
      <vt:lpstr>Railway</vt:lpstr>
      <vt:lpstr>1. Sign up for Railway</vt:lpstr>
      <vt:lpstr>Slide 7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4289</cp:revision>
  <dcterms:created xsi:type="dcterms:W3CDTF">2007-10-06T08:25:13Z</dcterms:created>
  <dcterms:modified xsi:type="dcterms:W3CDTF">2024-07-30T18:54:34Z</dcterms:modified>
</cp:coreProperties>
</file>