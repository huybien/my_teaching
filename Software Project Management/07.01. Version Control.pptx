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2"/>
  </p:notesMasterIdLst>
  <p:sldIdLst>
    <p:sldId id="478" r:id="rId2"/>
    <p:sldId id="479" r:id="rId3"/>
    <p:sldId id="480" r:id="rId4"/>
    <p:sldId id="481" r:id="rId5"/>
    <p:sldId id="360" r:id="rId6"/>
    <p:sldId id="362" r:id="rId7"/>
    <p:sldId id="361" r:id="rId8"/>
    <p:sldId id="379" r:id="rId9"/>
    <p:sldId id="369" r:id="rId10"/>
    <p:sldId id="380" r:id="rId11"/>
    <p:sldId id="381" r:id="rId12"/>
    <p:sldId id="382" r:id="rId13"/>
    <p:sldId id="383" r:id="rId14"/>
    <p:sldId id="418" r:id="rId15"/>
    <p:sldId id="367" r:id="rId16"/>
    <p:sldId id="419" r:id="rId17"/>
    <p:sldId id="384" r:id="rId18"/>
    <p:sldId id="370" r:id="rId19"/>
    <p:sldId id="386" r:id="rId20"/>
    <p:sldId id="417" r:id="rId21"/>
    <p:sldId id="392" r:id="rId22"/>
    <p:sldId id="393" r:id="rId23"/>
    <p:sldId id="394" r:id="rId24"/>
    <p:sldId id="395" r:id="rId25"/>
    <p:sldId id="396" r:id="rId26"/>
    <p:sldId id="397" r:id="rId27"/>
    <p:sldId id="387" r:id="rId28"/>
    <p:sldId id="426" r:id="rId29"/>
    <p:sldId id="520" r:id="rId30"/>
    <p:sldId id="343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3" autoAdjust="0"/>
    <p:restoredTop sz="94667" autoAdjust="0"/>
  </p:normalViewPr>
  <p:slideViewPr>
    <p:cSldViewPr>
      <p:cViewPr>
        <p:scale>
          <a:sx n="50" d="100"/>
          <a:sy n="50" d="100"/>
        </p:scale>
        <p:origin x="-153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2A647-D3EB-4018-8C1C-07B61481ACCF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A53F08-052F-4273-B493-39F7C1461C1B}">
      <dgm:prSet phldrT="[Text]"/>
      <dgm:spPr/>
      <dgm:t>
        <a:bodyPr/>
        <a:lstStyle/>
        <a:p>
          <a:r>
            <a:rPr lang="en-US" dirty="0" smtClean="0"/>
            <a:t>Central Repository</a:t>
          </a:r>
          <a:endParaRPr lang="en-US" dirty="0"/>
        </a:p>
      </dgm:t>
    </dgm:pt>
    <dgm:pt modelId="{B37D8AE0-6152-47E5-BE5D-30EC12219531}" type="parTrans" cxnId="{2E5657F3-D504-4513-BAE4-C122F9335856}">
      <dgm:prSet/>
      <dgm:spPr/>
      <dgm:t>
        <a:bodyPr/>
        <a:lstStyle/>
        <a:p>
          <a:endParaRPr lang="en-US"/>
        </a:p>
      </dgm:t>
    </dgm:pt>
    <dgm:pt modelId="{6C847C15-CE4D-4BD2-93F0-489DF8456857}" type="sibTrans" cxnId="{2E5657F3-D504-4513-BAE4-C122F9335856}">
      <dgm:prSet/>
      <dgm:spPr/>
      <dgm:t>
        <a:bodyPr/>
        <a:lstStyle/>
        <a:p>
          <a:endParaRPr lang="en-US"/>
        </a:p>
      </dgm:t>
    </dgm:pt>
    <dgm:pt modelId="{00AF445C-1940-4701-8FA6-C6BD252B3DA0}">
      <dgm:prSet phldrT="[Text]"/>
      <dgm:spPr/>
      <dgm:t>
        <a:bodyPr/>
        <a:lstStyle/>
        <a:p>
          <a:r>
            <a:rPr lang="en-US" dirty="0" smtClean="0"/>
            <a:t>User</a:t>
          </a:r>
          <a:endParaRPr lang="en-US" dirty="0"/>
        </a:p>
      </dgm:t>
    </dgm:pt>
    <dgm:pt modelId="{5267A622-9EC9-4217-8583-A0EDB072FC25}" type="parTrans" cxnId="{3F42AA5B-823B-41E9-A0C1-FB5D074B59B0}">
      <dgm:prSet/>
      <dgm:spPr/>
      <dgm:t>
        <a:bodyPr/>
        <a:lstStyle/>
        <a:p>
          <a:endParaRPr lang="en-US"/>
        </a:p>
      </dgm:t>
    </dgm:pt>
    <dgm:pt modelId="{1489D777-1CCD-4498-B400-BB4579687680}" type="sibTrans" cxnId="{3F42AA5B-823B-41E9-A0C1-FB5D074B59B0}">
      <dgm:prSet/>
      <dgm:spPr/>
      <dgm:t>
        <a:bodyPr/>
        <a:lstStyle/>
        <a:p>
          <a:endParaRPr lang="en-US"/>
        </a:p>
      </dgm:t>
    </dgm:pt>
    <dgm:pt modelId="{CF18ABB2-35A8-411E-9CAE-9987084480A7}">
      <dgm:prSet phldrT="[Text]"/>
      <dgm:spPr/>
      <dgm:t>
        <a:bodyPr/>
        <a:lstStyle/>
        <a:p>
          <a:r>
            <a:rPr lang="en-US" dirty="0" smtClean="0"/>
            <a:t>User</a:t>
          </a:r>
          <a:endParaRPr lang="en-US" dirty="0"/>
        </a:p>
      </dgm:t>
    </dgm:pt>
    <dgm:pt modelId="{AE6F70CF-9AF8-4960-9B80-9E7EE0F2D896}" type="parTrans" cxnId="{7EB95CB3-8130-49AA-937E-6D8A761C0C43}">
      <dgm:prSet/>
      <dgm:spPr/>
      <dgm:t>
        <a:bodyPr/>
        <a:lstStyle/>
        <a:p>
          <a:endParaRPr lang="en-US"/>
        </a:p>
      </dgm:t>
    </dgm:pt>
    <dgm:pt modelId="{49C19C12-34D0-4A6C-9038-85BBFB7248C8}" type="sibTrans" cxnId="{7EB95CB3-8130-49AA-937E-6D8A761C0C43}">
      <dgm:prSet/>
      <dgm:spPr/>
      <dgm:t>
        <a:bodyPr/>
        <a:lstStyle/>
        <a:p>
          <a:endParaRPr lang="en-US"/>
        </a:p>
      </dgm:t>
    </dgm:pt>
    <dgm:pt modelId="{6FBA6FC5-9CF3-42EC-92C5-33AD86CECA40}">
      <dgm:prSet phldrT="[Text]"/>
      <dgm:spPr/>
      <dgm:t>
        <a:bodyPr/>
        <a:lstStyle/>
        <a:p>
          <a:r>
            <a:rPr lang="en-US" dirty="0" smtClean="0"/>
            <a:t>User</a:t>
          </a:r>
          <a:endParaRPr lang="en-US" dirty="0"/>
        </a:p>
      </dgm:t>
    </dgm:pt>
    <dgm:pt modelId="{375701BF-C313-44F6-911C-8F2160D44F7B}" type="parTrans" cxnId="{D700AEA6-1AD1-487B-9581-D99BC4409A45}">
      <dgm:prSet/>
      <dgm:spPr/>
      <dgm:t>
        <a:bodyPr/>
        <a:lstStyle/>
        <a:p>
          <a:endParaRPr lang="en-US"/>
        </a:p>
      </dgm:t>
    </dgm:pt>
    <dgm:pt modelId="{301F1AD7-8A2B-432C-8B14-FB18B49A9D4D}" type="sibTrans" cxnId="{D700AEA6-1AD1-487B-9581-D99BC4409A45}">
      <dgm:prSet/>
      <dgm:spPr/>
      <dgm:t>
        <a:bodyPr/>
        <a:lstStyle/>
        <a:p>
          <a:endParaRPr lang="en-US"/>
        </a:p>
      </dgm:t>
    </dgm:pt>
    <dgm:pt modelId="{9CDEB566-E420-4AA5-90DE-4915B3D32704}">
      <dgm:prSet phldrT="[Text]"/>
      <dgm:spPr/>
      <dgm:t>
        <a:bodyPr/>
        <a:lstStyle/>
        <a:p>
          <a:r>
            <a:rPr lang="en-US" dirty="0" smtClean="0"/>
            <a:t>User</a:t>
          </a:r>
          <a:endParaRPr lang="en-US" dirty="0"/>
        </a:p>
      </dgm:t>
    </dgm:pt>
    <dgm:pt modelId="{BD06F111-EC8F-4833-BE8D-8D006599C9F7}" type="sibTrans" cxnId="{6A1D5C96-E646-4581-9992-10B283F4C85C}">
      <dgm:prSet/>
      <dgm:spPr/>
      <dgm:t>
        <a:bodyPr/>
        <a:lstStyle/>
        <a:p>
          <a:endParaRPr lang="en-US"/>
        </a:p>
      </dgm:t>
    </dgm:pt>
    <dgm:pt modelId="{725EBB80-73E9-467C-A7EE-41DD911534B1}" type="parTrans" cxnId="{6A1D5C96-E646-4581-9992-10B283F4C85C}">
      <dgm:prSet/>
      <dgm:spPr/>
      <dgm:t>
        <a:bodyPr/>
        <a:lstStyle/>
        <a:p>
          <a:endParaRPr lang="en-US"/>
        </a:p>
      </dgm:t>
    </dgm:pt>
    <dgm:pt modelId="{FCA5C851-BBAB-435F-9958-B8C53DACC1EF}" type="pres">
      <dgm:prSet presAssocID="{0AB2A647-D3EB-4018-8C1C-07B61481ACCF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728198B-D4FA-4B15-84B4-268841D4ADF1}" type="pres">
      <dgm:prSet presAssocID="{0AB2A647-D3EB-4018-8C1C-07B61481ACCF}" presName="radial" presStyleCnt="0">
        <dgm:presLayoutVars>
          <dgm:animLvl val="ctr"/>
        </dgm:presLayoutVars>
      </dgm:prSet>
      <dgm:spPr/>
    </dgm:pt>
    <dgm:pt modelId="{C11A9CCD-9641-4040-B1EF-6FDEDF5880F5}" type="pres">
      <dgm:prSet presAssocID="{B0A53F08-052F-4273-B493-39F7C1461C1B}" presName="centerShape" presStyleLbl="vennNode1" presStyleIdx="0" presStyleCnt="5"/>
      <dgm:spPr/>
      <dgm:t>
        <a:bodyPr/>
        <a:lstStyle/>
        <a:p>
          <a:endParaRPr lang="en-US"/>
        </a:p>
      </dgm:t>
    </dgm:pt>
    <dgm:pt modelId="{241E57B4-5301-4DC0-AA0F-DFE3C9F84235}" type="pres">
      <dgm:prSet presAssocID="{9CDEB566-E420-4AA5-90DE-4915B3D32704}" presName="node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EA775B-98B0-46B2-9458-4813E0091FA4}" type="pres">
      <dgm:prSet presAssocID="{00AF445C-1940-4701-8FA6-C6BD252B3DA0}" presName="node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8E0396-F14E-4989-9666-63941E8587DC}" type="pres">
      <dgm:prSet presAssocID="{CF18ABB2-35A8-411E-9CAE-9987084480A7}" presName="node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B08741-B4DC-4D79-AB61-48B3A962C145}" type="pres">
      <dgm:prSet presAssocID="{6FBA6FC5-9CF3-42EC-92C5-33AD86CECA40}" presName="node" presStyleLbl="venn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B95CB3-8130-49AA-937E-6D8A761C0C43}" srcId="{B0A53F08-052F-4273-B493-39F7C1461C1B}" destId="{CF18ABB2-35A8-411E-9CAE-9987084480A7}" srcOrd="2" destOrd="0" parTransId="{AE6F70CF-9AF8-4960-9B80-9E7EE0F2D896}" sibTransId="{49C19C12-34D0-4A6C-9038-85BBFB7248C8}"/>
    <dgm:cxn modelId="{2F78B8A2-D740-45AC-8112-7F27BBFE63EA}" type="presOf" srcId="{00AF445C-1940-4701-8FA6-C6BD252B3DA0}" destId="{98EA775B-98B0-46B2-9458-4813E0091FA4}" srcOrd="0" destOrd="0" presId="urn:microsoft.com/office/officeart/2005/8/layout/radial3"/>
    <dgm:cxn modelId="{56FF1020-DFDB-418E-B600-6AA729BD7FA4}" type="presOf" srcId="{0AB2A647-D3EB-4018-8C1C-07B61481ACCF}" destId="{FCA5C851-BBAB-435F-9958-B8C53DACC1EF}" srcOrd="0" destOrd="0" presId="urn:microsoft.com/office/officeart/2005/8/layout/radial3"/>
    <dgm:cxn modelId="{6A1D5C96-E646-4581-9992-10B283F4C85C}" srcId="{B0A53F08-052F-4273-B493-39F7C1461C1B}" destId="{9CDEB566-E420-4AA5-90DE-4915B3D32704}" srcOrd="0" destOrd="0" parTransId="{725EBB80-73E9-467C-A7EE-41DD911534B1}" sibTransId="{BD06F111-EC8F-4833-BE8D-8D006599C9F7}"/>
    <dgm:cxn modelId="{D700AEA6-1AD1-487B-9581-D99BC4409A45}" srcId="{B0A53F08-052F-4273-B493-39F7C1461C1B}" destId="{6FBA6FC5-9CF3-42EC-92C5-33AD86CECA40}" srcOrd="3" destOrd="0" parTransId="{375701BF-C313-44F6-911C-8F2160D44F7B}" sibTransId="{301F1AD7-8A2B-432C-8B14-FB18B49A9D4D}"/>
    <dgm:cxn modelId="{347BBAE5-08D1-4E10-A929-ACDB8EDFDE43}" type="presOf" srcId="{B0A53F08-052F-4273-B493-39F7C1461C1B}" destId="{C11A9CCD-9641-4040-B1EF-6FDEDF5880F5}" srcOrd="0" destOrd="0" presId="urn:microsoft.com/office/officeart/2005/8/layout/radial3"/>
    <dgm:cxn modelId="{DEE691FD-FDF4-4599-84C5-63A4F1F8CF0C}" type="presOf" srcId="{CF18ABB2-35A8-411E-9CAE-9987084480A7}" destId="{668E0396-F14E-4989-9666-63941E8587DC}" srcOrd="0" destOrd="0" presId="urn:microsoft.com/office/officeart/2005/8/layout/radial3"/>
    <dgm:cxn modelId="{2E5657F3-D504-4513-BAE4-C122F9335856}" srcId="{0AB2A647-D3EB-4018-8C1C-07B61481ACCF}" destId="{B0A53F08-052F-4273-B493-39F7C1461C1B}" srcOrd="0" destOrd="0" parTransId="{B37D8AE0-6152-47E5-BE5D-30EC12219531}" sibTransId="{6C847C15-CE4D-4BD2-93F0-489DF8456857}"/>
    <dgm:cxn modelId="{0951184A-ED0F-4C07-B9ED-1E6AF9E36342}" type="presOf" srcId="{6FBA6FC5-9CF3-42EC-92C5-33AD86CECA40}" destId="{24B08741-B4DC-4D79-AB61-48B3A962C145}" srcOrd="0" destOrd="0" presId="urn:microsoft.com/office/officeart/2005/8/layout/radial3"/>
    <dgm:cxn modelId="{3F42AA5B-823B-41E9-A0C1-FB5D074B59B0}" srcId="{B0A53F08-052F-4273-B493-39F7C1461C1B}" destId="{00AF445C-1940-4701-8FA6-C6BD252B3DA0}" srcOrd="1" destOrd="0" parTransId="{5267A622-9EC9-4217-8583-A0EDB072FC25}" sibTransId="{1489D777-1CCD-4498-B400-BB4579687680}"/>
    <dgm:cxn modelId="{A750CBD2-708E-4BE8-9BFE-DCA81C2F4930}" type="presOf" srcId="{9CDEB566-E420-4AA5-90DE-4915B3D32704}" destId="{241E57B4-5301-4DC0-AA0F-DFE3C9F84235}" srcOrd="0" destOrd="0" presId="urn:microsoft.com/office/officeart/2005/8/layout/radial3"/>
    <dgm:cxn modelId="{542D5BBF-9394-4C5A-A3AF-01FF9931E26B}" type="presParOf" srcId="{FCA5C851-BBAB-435F-9958-B8C53DACC1EF}" destId="{7728198B-D4FA-4B15-84B4-268841D4ADF1}" srcOrd="0" destOrd="0" presId="urn:microsoft.com/office/officeart/2005/8/layout/radial3"/>
    <dgm:cxn modelId="{BAA9FA7A-AC63-4C36-810C-876BE382C5F8}" type="presParOf" srcId="{7728198B-D4FA-4B15-84B4-268841D4ADF1}" destId="{C11A9CCD-9641-4040-B1EF-6FDEDF5880F5}" srcOrd="0" destOrd="0" presId="urn:microsoft.com/office/officeart/2005/8/layout/radial3"/>
    <dgm:cxn modelId="{09AAB980-0218-4100-85E2-52D713A12376}" type="presParOf" srcId="{7728198B-D4FA-4B15-84B4-268841D4ADF1}" destId="{241E57B4-5301-4DC0-AA0F-DFE3C9F84235}" srcOrd="1" destOrd="0" presId="urn:microsoft.com/office/officeart/2005/8/layout/radial3"/>
    <dgm:cxn modelId="{0F963EB9-E50B-42D4-B5F1-E5F6920E65D4}" type="presParOf" srcId="{7728198B-D4FA-4B15-84B4-268841D4ADF1}" destId="{98EA775B-98B0-46B2-9458-4813E0091FA4}" srcOrd="2" destOrd="0" presId="urn:microsoft.com/office/officeart/2005/8/layout/radial3"/>
    <dgm:cxn modelId="{D124070E-6CD4-4173-B99A-1E4EBF18D7E3}" type="presParOf" srcId="{7728198B-D4FA-4B15-84B4-268841D4ADF1}" destId="{668E0396-F14E-4989-9666-63941E8587DC}" srcOrd="3" destOrd="0" presId="urn:microsoft.com/office/officeart/2005/8/layout/radial3"/>
    <dgm:cxn modelId="{B820C81C-0941-4CFA-A090-69DBCD0C4A52}" type="presParOf" srcId="{7728198B-D4FA-4B15-84B4-268841D4ADF1}" destId="{24B08741-B4DC-4D79-AB61-48B3A962C145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7D6E12-66EC-4809-A4CB-7CBC2A959030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6954BA-6BEE-485B-B901-C469D158866B}">
      <dgm:prSet phldrT="[Text]"/>
      <dgm:spPr/>
      <dgm:t>
        <a:bodyPr/>
        <a:lstStyle/>
        <a:p>
          <a:r>
            <a:rPr lang="en-US" dirty="0" smtClean="0"/>
            <a:t>Repository</a:t>
          </a:r>
          <a:endParaRPr lang="en-US" dirty="0"/>
        </a:p>
      </dgm:t>
    </dgm:pt>
    <dgm:pt modelId="{CB14CE96-9489-46AE-9F3E-D936BDE59A1B}" type="parTrans" cxnId="{183645F6-A3E5-4E6E-AE8D-EDC61F8BCB4D}">
      <dgm:prSet/>
      <dgm:spPr/>
      <dgm:t>
        <a:bodyPr/>
        <a:lstStyle/>
        <a:p>
          <a:endParaRPr lang="en-US"/>
        </a:p>
      </dgm:t>
    </dgm:pt>
    <dgm:pt modelId="{4B11A726-78AB-4B43-939D-C5C07CDDCE76}" type="sibTrans" cxnId="{183645F6-A3E5-4E6E-AE8D-EDC61F8BCB4D}">
      <dgm:prSet/>
      <dgm:spPr/>
      <dgm:t>
        <a:bodyPr/>
        <a:lstStyle/>
        <a:p>
          <a:endParaRPr lang="en-US"/>
        </a:p>
      </dgm:t>
    </dgm:pt>
    <dgm:pt modelId="{A778F74A-1EFB-4D0E-BF81-A82E4FBE43A1}">
      <dgm:prSet phldrT="[Text]"/>
      <dgm:spPr/>
      <dgm:t>
        <a:bodyPr/>
        <a:lstStyle/>
        <a:p>
          <a:r>
            <a:rPr lang="en-US" dirty="0" smtClean="0"/>
            <a:t>Repository</a:t>
          </a:r>
          <a:endParaRPr lang="en-US" dirty="0"/>
        </a:p>
      </dgm:t>
    </dgm:pt>
    <dgm:pt modelId="{83601C44-CB00-4C96-BFC8-AB76701D9891}" type="parTrans" cxnId="{AACF1A92-D630-47C9-89CD-E49CAFBFBB7C}">
      <dgm:prSet/>
      <dgm:spPr/>
      <dgm:t>
        <a:bodyPr/>
        <a:lstStyle/>
        <a:p>
          <a:endParaRPr lang="en-US"/>
        </a:p>
      </dgm:t>
    </dgm:pt>
    <dgm:pt modelId="{AB3E6C5E-1272-4B03-B5DF-64CD89D8BB6B}" type="sibTrans" cxnId="{AACF1A92-D630-47C9-89CD-E49CAFBFBB7C}">
      <dgm:prSet/>
      <dgm:spPr/>
      <dgm:t>
        <a:bodyPr/>
        <a:lstStyle/>
        <a:p>
          <a:endParaRPr lang="en-US"/>
        </a:p>
      </dgm:t>
    </dgm:pt>
    <dgm:pt modelId="{F55811ED-98D5-4BA2-8296-23AAE8D687B1}">
      <dgm:prSet phldrT="[Text]"/>
      <dgm:spPr/>
      <dgm:t>
        <a:bodyPr/>
        <a:lstStyle/>
        <a:p>
          <a:r>
            <a:rPr lang="en-US" dirty="0" smtClean="0"/>
            <a:t>Repository</a:t>
          </a:r>
          <a:endParaRPr lang="en-US" dirty="0"/>
        </a:p>
      </dgm:t>
    </dgm:pt>
    <dgm:pt modelId="{7CD845F6-D333-49A7-84E6-894D2E9F4EA3}" type="parTrans" cxnId="{4CFAA35E-00B3-4DEE-AAC0-EC52256F9AB2}">
      <dgm:prSet/>
      <dgm:spPr/>
      <dgm:t>
        <a:bodyPr/>
        <a:lstStyle/>
        <a:p>
          <a:endParaRPr lang="en-US"/>
        </a:p>
      </dgm:t>
    </dgm:pt>
    <dgm:pt modelId="{6A13A51D-09D8-4731-A861-E0DE2DEF1ED8}" type="sibTrans" cxnId="{4CFAA35E-00B3-4DEE-AAC0-EC52256F9AB2}">
      <dgm:prSet/>
      <dgm:spPr/>
      <dgm:t>
        <a:bodyPr/>
        <a:lstStyle/>
        <a:p>
          <a:endParaRPr lang="en-US"/>
        </a:p>
      </dgm:t>
    </dgm:pt>
    <dgm:pt modelId="{AF6C1BB6-4690-4491-829D-15D5FD5D775D}" type="pres">
      <dgm:prSet presAssocID="{757D6E12-66EC-4809-A4CB-7CBC2A959030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4950614-980E-4FD5-B697-96ACD3F2AC0E}" type="pres">
      <dgm:prSet presAssocID="{5E6954BA-6BEE-485B-B901-C469D158866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41C73C-737F-425D-987A-F10087363E0C}" type="pres">
      <dgm:prSet presAssocID="{4B11A726-78AB-4B43-939D-C5C07CDDCE76}" presName="sibTrans" presStyleLbl="sibTrans2D1" presStyleIdx="0" presStyleCnt="3"/>
      <dgm:spPr/>
      <dgm:t>
        <a:bodyPr/>
        <a:lstStyle/>
        <a:p>
          <a:endParaRPr lang="en-US"/>
        </a:p>
      </dgm:t>
    </dgm:pt>
    <dgm:pt modelId="{2E3490E4-374F-4EBB-863D-1C84B9729B78}" type="pres">
      <dgm:prSet presAssocID="{4B11A726-78AB-4B43-939D-C5C07CDDCE76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B9E0B51-66B1-4D22-A326-10ECF723A2EE}" type="pres">
      <dgm:prSet presAssocID="{A778F74A-1EFB-4D0E-BF81-A82E4FBE43A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567A0-A8E9-42EC-97FF-AF66223728B2}" type="pres">
      <dgm:prSet presAssocID="{AB3E6C5E-1272-4B03-B5DF-64CD89D8BB6B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2B96FE0-4F4C-491F-9DB3-FF66C47AA671}" type="pres">
      <dgm:prSet presAssocID="{AB3E6C5E-1272-4B03-B5DF-64CD89D8BB6B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9166D1A7-825C-44AF-BD69-19E03981AA00}" type="pres">
      <dgm:prSet presAssocID="{F55811ED-98D5-4BA2-8296-23AAE8D687B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87D38E-AB12-49AD-AEB3-932BF4023A61}" type="pres">
      <dgm:prSet presAssocID="{6A13A51D-09D8-4731-A861-E0DE2DEF1ED8}" presName="sibTrans" presStyleLbl="sibTrans2D1" presStyleIdx="2" presStyleCnt="3"/>
      <dgm:spPr/>
      <dgm:t>
        <a:bodyPr/>
        <a:lstStyle/>
        <a:p>
          <a:endParaRPr lang="en-US"/>
        </a:p>
      </dgm:t>
    </dgm:pt>
    <dgm:pt modelId="{F21E6047-59B1-437E-AA49-7F7113FA5112}" type="pres">
      <dgm:prSet presAssocID="{6A13A51D-09D8-4731-A861-E0DE2DEF1ED8}" presName="connectorText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183645F6-A3E5-4E6E-AE8D-EDC61F8BCB4D}" srcId="{757D6E12-66EC-4809-A4CB-7CBC2A959030}" destId="{5E6954BA-6BEE-485B-B901-C469D158866B}" srcOrd="0" destOrd="0" parTransId="{CB14CE96-9489-46AE-9F3E-D936BDE59A1B}" sibTransId="{4B11A726-78AB-4B43-939D-C5C07CDDCE76}"/>
    <dgm:cxn modelId="{EDFA1E02-9855-4BF4-B12C-A06584D77C56}" type="presOf" srcId="{F55811ED-98D5-4BA2-8296-23AAE8D687B1}" destId="{9166D1A7-825C-44AF-BD69-19E03981AA00}" srcOrd="0" destOrd="0" presId="urn:microsoft.com/office/officeart/2005/8/layout/cycle7"/>
    <dgm:cxn modelId="{B6D4EDF5-A5D0-4E18-B91A-7AA0FFEC4643}" type="presOf" srcId="{AB3E6C5E-1272-4B03-B5DF-64CD89D8BB6B}" destId="{82B96FE0-4F4C-491F-9DB3-FF66C47AA671}" srcOrd="1" destOrd="0" presId="urn:microsoft.com/office/officeart/2005/8/layout/cycle7"/>
    <dgm:cxn modelId="{1677A19D-3BD4-49E5-953D-5C7DC5ACAE3C}" type="presOf" srcId="{AB3E6C5E-1272-4B03-B5DF-64CD89D8BB6B}" destId="{8F6567A0-A8E9-42EC-97FF-AF66223728B2}" srcOrd="0" destOrd="0" presId="urn:microsoft.com/office/officeart/2005/8/layout/cycle7"/>
    <dgm:cxn modelId="{AACF1A92-D630-47C9-89CD-E49CAFBFBB7C}" srcId="{757D6E12-66EC-4809-A4CB-7CBC2A959030}" destId="{A778F74A-1EFB-4D0E-BF81-A82E4FBE43A1}" srcOrd="1" destOrd="0" parTransId="{83601C44-CB00-4C96-BFC8-AB76701D9891}" sibTransId="{AB3E6C5E-1272-4B03-B5DF-64CD89D8BB6B}"/>
    <dgm:cxn modelId="{4CFAA35E-00B3-4DEE-AAC0-EC52256F9AB2}" srcId="{757D6E12-66EC-4809-A4CB-7CBC2A959030}" destId="{F55811ED-98D5-4BA2-8296-23AAE8D687B1}" srcOrd="2" destOrd="0" parTransId="{7CD845F6-D333-49A7-84E6-894D2E9F4EA3}" sibTransId="{6A13A51D-09D8-4731-A861-E0DE2DEF1ED8}"/>
    <dgm:cxn modelId="{CB3D889A-F5B6-4A93-BCD0-F0C8132326AF}" type="presOf" srcId="{A778F74A-1EFB-4D0E-BF81-A82E4FBE43A1}" destId="{3B9E0B51-66B1-4D22-A326-10ECF723A2EE}" srcOrd="0" destOrd="0" presId="urn:microsoft.com/office/officeart/2005/8/layout/cycle7"/>
    <dgm:cxn modelId="{6E1B0B96-930A-4FF4-AF19-BE0C06B4B434}" type="presOf" srcId="{6A13A51D-09D8-4731-A861-E0DE2DEF1ED8}" destId="{1387D38E-AB12-49AD-AEB3-932BF4023A61}" srcOrd="0" destOrd="0" presId="urn:microsoft.com/office/officeart/2005/8/layout/cycle7"/>
    <dgm:cxn modelId="{F4B0E95D-0F76-46B8-99EF-B59027C158A9}" type="presOf" srcId="{4B11A726-78AB-4B43-939D-C5C07CDDCE76}" destId="{2E3490E4-374F-4EBB-863D-1C84B9729B78}" srcOrd="1" destOrd="0" presId="urn:microsoft.com/office/officeart/2005/8/layout/cycle7"/>
    <dgm:cxn modelId="{895B1386-7518-4272-BCC0-386797A635F1}" type="presOf" srcId="{757D6E12-66EC-4809-A4CB-7CBC2A959030}" destId="{AF6C1BB6-4690-4491-829D-15D5FD5D775D}" srcOrd="0" destOrd="0" presId="urn:microsoft.com/office/officeart/2005/8/layout/cycle7"/>
    <dgm:cxn modelId="{6E971769-917C-42EB-B699-C968A73B5484}" type="presOf" srcId="{5E6954BA-6BEE-485B-B901-C469D158866B}" destId="{F4950614-980E-4FD5-B697-96ACD3F2AC0E}" srcOrd="0" destOrd="0" presId="urn:microsoft.com/office/officeart/2005/8/layout/cycle7"/>
    <dgm:cxn modelId="{33B05DCE-458D-4058-9A47-98D30B3B2245}" type="presOf" srcId="{4B11A726-78AB-4B43-939D-C5C07CDDCE76}" destId="{F141C73C-737F-425D-987A-F10087363E0C}" srcOrd="0" destOrd="0" presId="urn:microsoft.com/office/officeart/2005/8/layout/cycle7"/>
    <dgm:cxn modelId="{15EF090E-629F-4AF0-A27E-FCC0AEEDCF2A}" type="presOf" srcId="{6A13A51D-09D8-4731-A861-E0DE2DEF1ED8}" destId="{F21E6047-59B1-437E-AA49-7F7113FA5112}" srcOrd="1" destOrd="0" presId="urn:microsoft.com/office/officeart/2005/8/layout/cycle7"/>
    <dgm:cxn modelId="{21EB4211-35AB-4613-BD47-6AE8BA6C92CB}" type="presParOf" srcId="{AF6C1BB6-4690-4491-829D-15D5FD5D775D}" destId="{F4950614-980E-4FD5-B697-96ACD3F2AC0E}" srcOrd="0" destOrd="0" presId="urn:microsoft.com/office/officeart/2005/8/layout/cycle7"/>
    <dgm:cxn modelId="{FBC39FFD-C164-47FE-85D1-5ABC6734A75E}" type="presParOf" srcId="{AF6C1BB6-4690-4491-829D-15D5FD5D775D}" destId="{F141C73C-737F-425D-987A-F10087363E0C}" srcOrd="1" destOrd="0" presId="urn:microsoft.com/office/officeart/2005/8/layout/cycle7"/>
    <dgm:cxn modelId="{A673790B-3551-49FC-852D-281884CC0646}" type="presParOf" srcId="{F141C73C-737F-425D-987A-F10087363E0C}" destId="{2E3490E4-374F-4EBB-863D-1C84B9729B78}" srcOrd="0" destOrd="0" presId="urn:microsoft.com/office/officeart/2005/8/layout/cycle7"/>
    <dgm:cxn modelId="{33019E5C-287E-4537-A686-9E410C8AB494}" type="presParOf" srcId="{AF6C1BB6-4690-4491-829D-15D5FD5D775D}" destId="{3B9E0B51-66B1-4D22-A326-10ECF723A2EE}" srcOrd="2" destOrd="0" presId="urn:microsoft.com/office/officeart/2005/8/layout/cycle7"/>
    <dgm:cxn modelId="{B56586E3-512A-4745-96DE-6B0F72B2F6E0}" type="presParOf" srcId="{AF6C1BB6-4690-4491-829D-15D5FD5D775D}" destId="{8F6567A0-A8E9-42EC-97FF-AF66223728B2}" srcOrd="3" destOrd="0" presId="urn:microsoft.com/office/officeart/2005/8/layout/cycle7"/>
    <dgm:cxn modelId="{FA943AD4-4F6E-479D-A22C-225C9656088C}" type="presParOf" srcId="{8F6567A0-A8E9-42EC-97FF-AF66223728B2}" destId="{82B96FE0-4F4C-491F-9DB3-FF66C47AA671}" srcOrd="0" destOrd="0" presId="urn:microsoft.com/office/officeart/2005/8/layout/cycle7"/>
    <dgm:cxn modelId="{5EC3DB2D-E3C6-4CF4-92C0-FF10704E67A8}" type="presParOf" srcId="{AF6C1BB6-4690-4491-829D-15D5FD5D775D}" destId="{9166D1A7-825C-44AF-BD69-19E03981AA00}" srcOrd="4" destOrd="0" presId="urn:microsoft.com/office/officeart/2005/8/layout/cycle7"/>
    <dgm:cxn modelId="{463E6F37-E53C-4F92-9B11-D9C51DE74D79}" type="presParOf" srcId="{AF6C1BB6-4690-4491-829D-15D5FD5D775D}" destId="{1387D38E-AB12-49AD-AEB3-932BF4023A61}" srcOrd="5" destOrd="0" presId="urn:microsoft.com/office/officeart/2005/8/layout/cycle7"/>
    <dgm:cxn modelId="{CAEF97C2-690D-4DF9-BD04-976F9E4C32D1}" type="presParOf" srcId="{1387D38E-AB12-49AD-AEB3-932BF4023A61}" destId="{F21E6047-59B1-437E-AA49-7F7113FA5112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B2A647-D3EB-4018-8C1C-07B61481ACCF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A53F08-052F-4273-B493-39F7C1461C1B}">
      <dgm:prSet phldrT="[Text]"/>
      <dgm:spPr/>
      <dgm:t>
        <a:bodyPr/>
        <a:lstStyle/>
        <a:p>
          <a:r>
            <a:rPr lang="en-US" dirty="0" smtClean="0"/>
            <a:t>Central Repository</a:t>
          </a:r>
          <a:endParaRPr lang="en-US" dirty="0"/>
        </a:p>
      </dgm:t>
    </dgm:pt>
    <dgm:pt modelId="{B37D8AE0-6152-47E5-BE5D-30EC12219531}" type="parTrans" cxnId="{2E5657F3-D504-4513-BAE4-C122F9335856}">
      <dgm:prSet/>
      <dgm:spPr/>
      <dgm:t>
        <a:bodyPr/>
        <a:lstStyle/>
        <a:p>
          <a:endParaRPr lang="en-US"/>
        </a:p>
      </dgm:t>
    </dgm:pt>
    <dgm:pt modelId="{6C847C15-CE4D-4BD2-93F0-489DF8456857}" type="sibTrans" cxnId="{2E5657F3-D504-4513-BAE4-C122F9335856}">
      <dgm:prSet/>
      <dgm:spPr/>
      <dgm:t>
        <a:bodyPr/>
        <a:lstStyle/>
        <a:p>
          <a:endParaRPr lang="en-US"/>
        </a:p>
      </dgm:t>
    </dgm:pt>
    <dgm:pt modelId="{00AF445C-1940-4701-8FA6-C6BD252B3DA0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Proxy Repository</a:t>
          </a:r>
          <a:endParaRPr lang="en-US" sz="1800" dirty="0">
            <a:solidFill>
              <a:schemeClr val="tx1"/>
            </a:solidFill>
          </a:endParaRPr>
        </a:p>
      </dgm:t>
    </dgm:pt>
    <dgm:pt modelId="{5267A622-9EC9-4217-8583-A0EDB072FC25}" type="parTrans" cxnId="{3F42AA5B-823B-41E9-A0C1-FB5D074B59B0}">
      <dgm:prSet/>
      <dgm:spPr/>
      <dgm:t>
        <a:bodyPr/>
        <a:lstStyle/>
        <a:p>
          <a:endParaRPr lang="en-US"/>
        </a:p>
      </dgm:t>
    </dgm:pt>
    <dgm:pt modelId="{1489D777-1CCD-4498-B400-BB4579687680}" type="sibTrans" cxnId="{3F42AA5B-823B-41E9-A0C1-FB5D074B59B0}">
      <dgm:prSet/>
      <dgm:spPr/>
      <dgm:t>
        <a:bodyPr/>
        <a:lstStyle/>
        <a:p>
          <a:endParaRPr lang="en-US"/>
        </a:p>
      </dgm:t>
    </dgm:pt>
    <dgm:pt modelId="{CF18ABB2-35A8-411E-9CAE-9987084480A7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Proxy Repository</a:t>
          </a:r>
          <a:endParaRPr lang="en-US" sz="1800" dirty="0">
            <a:solidFill>
              <a:schemeClr val="tx1"/>
            </a:solidFill>
          </a:endParaRPr>
        </a:p>
      </dgm:t>
    </dgm:pt>
    <dgm:pt modelId="{AE6F70CF-9AF8-4960-9B80-9E7EE0F2D896}" type="parTrans" cxnId="{7EB95CB3-8130-49AA-937E-6D8A761C0C43}">
      <dgm:prSet/>
      <dgm:spPr/>
      <dgm:t>
        <a:bodyPr/>
        <a:lstStyle/>
        <a:p>
          <a:endParaRPr lang="en-US"/>
        </a:p>
      </dgm:t>
    </dgm:pt>
    <dgm:pt modelId="{49C19C12-34D0-4A6C-9038-85BBFB7248C8}" type="sibTrans" cxnId="{7EB95CB3-8130-49AA-937E-6D8A761C0C43}">
      <dgm:prSet/>
      <dgm:spPr/>
      <dgm:t>
        <a:bodyPr/>
        <a:lstStyle/>
        <a:p>
          <a:endParaRPr lang="en-US"/>
        </a:p>
      </dgm:t>
    </dgm:pt>
    <dgm:pt modelId="{6FBA6FC5-9CF3-42EC-92C5-33AD86CECA40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Proxy Repository</a:t>
          </a:r>
          <a:endParaRPr lang="en-US" sz="1800" dirty="0">
            <a:solidFill>
              <a:schemeClr val="tx1"/>
            </a:solidFill>
          </a:endParaRPr>
        </a:p>
      </dgm:t>
    </dgm:pt>
    <dgm:pt modelId="{375701BF-C313-44F6-911C-8F2160D44F7B}" type="parTrans" cxnId="{D700AEA6-1AD1-487B-9581-D99BC4409A45}">
      <dgm:prSet/>
      <dgm:spPr/>
      <dgm:t>
        <a:bodyPr/>
        <a:lstStyle/>
        <a:p>
          <a:endParaRPr lang="en-US"/>
        </a:p>
      </dgm:t>
    </dgm:pt>
    <dgm:pt modelId="{301F1AD7-8A2B-432C-8B14-FB18B49A9D4D}" type="sibTrans" cxnId="{D700AEA6-1AD1-487B-9581-D99BC4409A45}">
      <dgm:prSet/>
      <dgm:spPr/>
      <dgm:t>
        <a:bodyPr/>
        <a:lstStyle/>
        <a:p>
          <a:endParaRPr lang="en-US"/>
        </a:p>
      </dgm:t>
    </dgm:pt>
    <dgm:pt modelId="{9CDEB566-E420-4AA5-90DE-4915B3D32704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Proxy Repository</a:t>
          </a:r>
          <a:endParaRPr lang="en-US" sz="1800" dirty="0">
            <a:solidFill>
              <a:schemeClr val="tx1"/>
            </a:solidFill>
          </a:endParaRPr>
        </a:p>
      </dgm:t>
    </dgm:pt>
    <dgm:pt modelId="{BD06F111-EC8F-4833-BE8D-8D006599C9F7}" type="sibTrans" cxnId="{6A1D5C96-E646-4581-9992-10B283F4C85C}">
      <dgm:prSet/>
      <dgm:spPr/>
      <dgm:t>
        <a:bodyPr/>
        <a:lstStyle/>
        <a:p>
          <a:endParaRPr lang="en-US"/>
        </a:p>
      </dgm:t>
    </dgm:pt>
    <dgm:pt modelId="{725EBB80-73E9-467C-A7EE-41DD911534B1}" type="parTrans" cxnId="{6A1D5C96-E646-4581-9992-10B283F4C85C}">
      <dgm:prSet/>
      <dgm:spPr/>
      <dgm:t>
        <a:bodyPr/>
        <a:lstStyle/>
        <a:p>
          <a:endParaRPr lang="en-US"/>
        </a:p>
      </dgm:t>
    </dgm:pt>
    <dgm:pt modelId="{FCA5C851-BBAB-435F-9958-B8C53DACC1EF}" type="pres">
      <dgm:prSet presAssocID="{0AB2A647-D3EB-4018-8C1C-07B61481ACCF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728198B-D4FA-4B15-84B4-268841D4ADF1}" type="pres">
      <dgm:prSet presAssocID="{0AB2A647-D3EB-4018-8C1C-07B61481ACCF}" presName="radial" presStyleCnt="0">
        <dgm:presLayoutVars>
          <dgm:animLvl val="ctr"/>
        </dgm:presLayoutVars>
      </dgm:prSet>
      <dgm:spPr/>
    </dgm:pt>
    <dgm:pt modelId="{C11A9CCD-9641-4040-B1EF-6FDEDF5880F5}" type="pres">
      <dgm:prSet presAssocID="{B0A53F08-052F-4273-B493-39F7C1461C1B}" presName="centerShape" presStyleLbl="vennNode1" presStyleIdx="0" presStyleCnt="5"/>
      <dgm:spPr/>
      <dgm:t>
        <a:bodyPr/>
        <a:lstStyle/>
        <a:p>
          <a:endParaRPr lang="en-US"/>
        </a:p>
      </dgm:t>
    </dgm:pt>
    <dgm:pt modelId="{241E57B4-5301-4DC0-AA0F-DFE3C9F84235}" type="pres">
      <dgm:prSet presAssocID="{9CDEB566-E420-4AA5-90DE-4915B3D32704}" presName="node" presStyleLbl="vennNode1" presStyleIdx="1" presStyleCnt="5" custScaleX="1352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EA775B-98B0-46B2-9458-4813E0091FA4}" type="pres">
      <dgm:prSet presAssocID="{00AF445C-1940-4701-8FA6-C6BD252B3DA0}" presName="node" presStyleLbl="vennNode1" presStyleIdx="2" presStyleCnt="5" custScaleX="138802" custRadScaleRad="1076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8E0396-F14E-4989-9666-63941E8587DC}" type="pres">
      <dgm:prSet presAssocID="{CF18ABB2-35A8-411E-9CAE-9987084480A7}" presName="node" presStyleLbl="vennNode1" presStyleIdx="3" presStyleCnt="5" custScaleX="1352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B08741-B4DC-4D79-AB61-48B3A962C145}" type="pres">
      <dgm:prSet presAssocID="{6FBA6FC5-9CF3-42EC-92C5-33AD86CECA40}" presName="node" presStyleLbl="vennNode1" presStyleIdx="4" presStyleCnt="5" custScaleX="138802" custRadScaleRad="1076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B95CB3-8130-49AA-937E-6D8A761C0C43}" srcId="{B0A53F08-052F-4273-B493-39F7C1461C1B}" destId="{CF18ABB2-35A8-411E-9CAE-9987084480A7}" srcOrd="2" destOrd="0" parTransId="{AE6F70CF-9AF8-4960-9B80-9E7EE0F2D896}" sibTransId="{49C19C12-34D0-4A6C-9038-85BBFB7248C8}"/>
    <dgm:cxn modelId="{D9732174-FD81-4EAE-B3AF-70C0D889EF75}" type="presOf" srcId="{0AB2A647-D3EB-4018-8C1C-07B61481ACCF}" destId="{FCA5C851-BBAB-435F-9958-B8C53DACC1EF}" srcOrd="0" destOrd="0" presId="urn:microsoft.com/office/officeart/2005/8/layout/radial3"/>
    <dgm:cxn modelId="{B23D76FC-6761-490E-84D5-95F59F05188F}" type="presOf" srcId="{B0A53F08-052F-4273-B493-39F7C1461C1B}" destId="{C11A9CCD-9641-4040-B1EF-6FDEDF5880F5}" srcOrd="0" destOrd="0" presId="urn:microsoft.com/office/officeart/2005/8/layout/radial3"/>
    <dgm:cxn modelId="{6A1D5C96-E646-4581-9992-10B283F4C85C}" srcId="{B0A53F08-052F-4273-B493-39F7C1461C1B}" destId="{9CDEB566-E420-4AA5-90DE-4915B3D32704}" srcOrd="0" destOrd="0" parTransId="{725EBB80-73E9-467C-A7EE-41DD911534B1}" sibTransId="{BD06F111-EC8F-4833-BE8D-8D006599C9F7}"/>
    <dgm:cxn modelId="{D700AEA6-1AD1-487B-9581-D99BC4409A45}" srcId="{B0A53F08-052F-4273-B493-39F7C1461C1B}" destId="{6FBA6FC5-9CF3-42EC-92C5-33AD86CECA40}" srcOrd="3" destOrd="0" parTransId="{375701BF-C313-44F6-911C-8F2160D44F7B}" sibTransId="{301F1AD7-8A2B-432C-8B14-FB18B49A9D4D}"/>
    <dgm:cxn modelId="{8AD9FB9A-5536-4D1A-A324-9CD13650A712}" type="presOf" srcId="{9CDEB566-E420-4AA5-90DE-4915B3D32704}" destId="{241E57B4-5301-4DC0-AA0F-DFE3C9F84235}" srcOrd="0" destOrd="0" presId="urn:microsoft.com/office/officeart/2005/8/layout/radial3"/>
    <dgm:cxn modelId="{F2F87D48-B035-4470-8EE2-6B1DCCD6E61F}" type="presOf" srcId="{00AF445C-1940-4701-8FA6-C6BD252B3DA0}" destId="{98EA775B-98B0-46B2-9458-4813E0091FA4}" srcOrd="0" destOrd="0" presId="urn:microsoft.com/office/officeart/2005/8/layout/radial3"/>
    <dgm:cxn modelId="{2E5657F3-D504-4513-BAE4-C122F9335856}" srcId="{0AB2A647-D3EB-4018-8C1C-07B61481ACCF}" destId="{B0A53F08-052F-4273-B493-39F7C1461C1B}" srcOrd="0" destOrd="0" parTransId="{B37D8AE0-6152-47E5-BE5D-30EC12219531}" sibTransId="{6C847C15-CE4D-4BD2-93F0-489DF8456857}"/>
    <dgm:cxn modelId="{85043362-4498-4FD6-B8B2-A92BD9644068}" type="presOf" srcId="{6FBA6FC5-9CF3-42EC-92C5-33AD86CECA40}" destId="{24B08741-B4DC-4D79-AB61-48B3A962C145}" srcOrd="0" destOrd="0" presId="urn:microsoft.com/office/officeart/2005/8/layout/radial3"/>
    <dgm:cxn modelId="{2591C574-00AC-4C24-B7D6-41C1FDAF38AF}" type="presOf" srcId="{CF18ABB2-35A8-411E-9CAE-9987084480A7}" destId="{668E0396-F14E-4989-9666-63941E8587DC}" srcOrd="0" destOrd="0" presId="urn:microsoft.com/office/officeart/2005/8/layout/radial3"/>
    <dgm:cxn modelId="{3F42AA5B-823B-41E9-A0C1-FB5D074B59B0}" srcId="{B0A53F08-052F-4273-B493-39F7C1461C1B}" destId="{00AF445C-1940-4701-8FA6-C6BD252B3DA0}" srcOrd="1" destOrd="0" parTransId="{5267A622-9EC9-4217-8583-A0EDB072FC25}" sibTransId="{1489D777-1CCD-4498-B400-BB4579687680}"/>
    <dgm:cxn modelId="{360A109F-4F92-4852-ABA5-9F60480FD31E}" type="presParOf" srcId="{FCA5C851-BBAB-435F-9958-B8C53DACC1EF}" destId="{7728198B-D4FA-4B15-84B4-268841D4ADF1}" srcOrd="0" destOrd="0" presId="urn:microsoft.com/office/officeart/2005/8/layout/radial3"/>
    <dgm:cxn modelId="{7C2DAA41-B62E-472B-97D3-B6848ABBE978}" type="presParOf" srcId="{7728198B-D4FA-4B15-84B4-268841D4ADF1}" destId="{C11A9CCD-9641-4040-B1EF-6FDEDF5880F5}" srcOrd="0" destOrd="0" presId="urn:microsoft.com/office/officeart/2005/8/layout/radial3"/>
    <dgm:cxn modelId="{80F74001-8FE8-4712-A536-89AC5BF28977}" type="presParOf" srcId="{7728198B-D4FA-4B15-84B4-268841D4ADF1}" destId="{241E57B4-5301-4DC0-AA0F-DFE3C9F84235}" srcOrd="1" destOrd="0" presId="urn:microsoft.com/office/officeart/2005/8/layout/radial3"/>
    <dgm:cxn modelId="{2D35B5F6-E3E7-4D60-8CDB-B0640EAFAF43}" type="presParOf" srcId="{7728198B-D4FA-4B15-84B4-268841D4ADF1}" destId="{98EA775B-98B0-46B2-9458-4813E0091FA4}" srcOrd="2" destOrd="0" presId="urn:microsoft.com/office/officeart/2005/8/layout/radial3"/>
    <dgm:cxn modelId="{C2FF78AB-F89F-4FBD-8F1E-C6AC9B426118}" type="presParOf" srcId="{7728198B-D4FA-4B15-84B4-268841D4ADF1}" destId="{668E0396-F14E-4989-9666-63941E8587DC}" srcOrd="3" destOrd="0" presId="urn:microsoft.com/office/officeart/2005/8/layout/radial3"/>
    <dgm:cxn modelId="{0805A0B5-5C9D-429C-8F64-B828A1C680BB}" type="presParOf" srcId="{7728198B-D4FA-4B15-84B4-268841D4ADF1}" destId="{24B08741-B4DC-4D79-AB61-48B3A962C145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1A9CCD-9641-4040-B1EF-6FDEDF5880F5}">
      <dsp:nvSpPr>
        <dsp:cNvPr id="0" name=""/>
        <dsp:cNvSpPr/>
      </dsp:nvSpPr>
      <dsp:spPr>
        <a:xfrm>
          <a:off x="1920875" y="904875"/>
          <a:ext cx="2254249" cy="225424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Central Repository</a:t>
          </a:r>
          <a:endParaRPr lang="en-US" sz="2700" kern="1200" dirty="0"/>
        </a:p>
      </dsp:txBody>
      <dsp:txXfrm>
        <a:off x="1920875" y="904875"/>
        <a:ext cx="2254249" cy="2254249"/>
      </dsp:txXfrm>
    </dsp:sp>
    <dsp:sp modelId="{241E57B4-5301-4DC0-AA0F-DFE3C9F84235}">
      <dsp:nvSpPr>
        <dsp:cNvPr id="0" name=""/>
        <dsp:cNvSpPr/>
      </dsp:nvSpPr>
      <dsp:spPr>
        <a:xfrm>
          <a:off x="2484437" y="402"/>
          <a:ext cx="1127124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User</a:t>
          </a:r>
          <a:endParaRPr lang="en-US" sz="2700" kern="1200" dirty="0"/>
        </a:p>
      </dsp:txBody>
      <dsp:txXfrm>
        <a:off x="2484437" y="402"/>
        <a:ext cx="1127124" cy="1127124"/>
      </dsp:txXfrm>
    </dsp:sp>
    <dsp:sp modelId="{98EA775B-98B0-46B2-9458-4813E0091FA4}">
      <dsp:nvSpPr>
        <dsp:cNvPr id="0" name=""/>
        <dsp:cNvSpPr/>
      </dsp:nvSpPr>
      <dsp:spPr>
        <a:xfrm>
          <a:off x="3952472" y="1468437"/>
          <a:ext cx="1127124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User</a:t>
          </a:r>
          <a:endParaRPr lang="en-US" sz="2700" kern="1200" dirty="0"/>
        </a:p>
      </dsp:txBody>
      <dsp:txXfrm>
        <a:off x="3952472" y="1468437"/>
        <a:ext cx="1127124" cy="1127124"/>
      </dsp:txXfrm>
    </dsp:sp>
    <dsp:sp modelId="{668E0396-F14E-4989-9666-63941E8587DC}">
      <dsp:nvSpPr>
        <dsp:cNvPr id="0" name=""/>
        <dsp:cNvSpPr/>
      </dsp:nvSpPr>
      <dsp:spPr>
        <a:xfrm>
          <a:off x="2484437" y="2936472"/>
          <a:ext cx="1127124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User</a:t>
          </a:r>
          <a:endParaRPr lang="en-US" sz="2700" kern="1200" dirty="0"/>
        </a:p>
      </dsp:txBody>
      <dsp:txXfrm>
        <a:off x="2484437" y="2936472"/>
        <a:ext cx="1127124" cy="1127124"/>
      </dsp:txXfrm>
    </dsp:sp>
    <dsp:sp modelId="{24B08741-B4DC-4D79-AB61-48B3A962C145}">
      <dsp:nvSpPr>
        <dsp:cNvPr id="0" name=""/>
        <dsp:cNvSpPr/>
      </dsp:nvSpPr>
      <dsp:spPr>
        <a:xfrm>
          <a:off x="1016402" y="1468437"/>
          <a:ext cx="1127124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User</a:t>
          </a:r>
          <a:endParaRPr lang="en-US" sz="2700" kern="1200" dirty="0"/>
        </a:p>
      </dsp:txBody>
      <dsp:txXfrm>
        <a:off x="1016402" y="1468437"/>
        <a:ext cx="1127124" cy="1127124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4950614-980E-4FD5-B697-96ACD3F2AC0E}">
      <dsp:nvSpPr>
        <dsp:cNvPr id="0" name=""/>
        <dsp:cNvSpPr/>
      </dsp:nvSpPr>
      <dsp:spPr>
        <a:xfrm>
          <a:off x="1995785" y="1179"/>
          <a:ext cx="2104429" cy="10522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Repository</a:t>
          </a:r>
          <a:endParaRPr lang="en-US" sz="3200" kern="1200" dirty="0"/>
        </a:p>
      </dsp:txBody>
      <dsp:txXfrm>
        <a:off x="1995785" y="1179"/>
        <a:ext cx="2104429" cy="1052214"/>
      </dsp:txXfrm>
    </dsp:sp>
    <dsp:sp modelId="{F141C73C-737F-425D-987A-F10087363E0C}">
      <dsp:nvSpPr>
        <dsp:cNvPr id="0" name=""/>
        <dsp:cNvSpPr/>
      </dsp:nvSpPr>
      <dsp:spPr>
        <a:xfrm rot="3600000">
          <a:off x="3368523" y="1847862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3600000">
        <a:off x="3368523" y="1847862"/>
        <a:ext cx="1096445" cy="368275"/>
      </dsp:txXfrm>
    </dsp:sp>
    <dsp:sp modelId="{3B9E0B51-66B1-4D22-A326-10ECF723A2EE}">
      <dsp:nvSpPr>
        <dsp:cNvPr id="0" name=""/>
        <dsp:cNvSpPr/>
      </dsp:nvSpPr>
      <dsp:spPr>
        <a:xfrm>
          <a:off x="3733278" y="3010605"/>
          <a:ext cx="2104429" cy="10522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Repository</a:t>
          </a:r>
          <a:endParaRPr lang="en-US" sz="3200" kern="1200" dirty="0"/>
        </a:p>
      </dsp:txBody>
      <dsp:txXfrm>
        <a:off x="3733278" y="3010605"/>
        <a:ext cx="2104429" cy="1052214"/>
      </dsp:txXfrm>
    </dsp:sp>
    <dsp:sp modelId="{8F6567A0-A8E9-42EC-97FF-AF66223728B2}">
      <dsp:nvSpPr>
        <dsp:cNvPr id="0" name=""/>
        <dsp:cNvSpPr/>
      </dsp:nvSpPr>
      <dsp:spPr>
        <a:xfrm rot="10800000">
          <a:off x="2499777" y="3352575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10800000">
        <a:off x="2499777" y="3352575"/>
        <a:ext cx="1096445" cy="368275"/>
      </dsp:txXfrm>
    </dsp:sp>
    <dsp:sp modelId="{9166D1A7-825C-44AF-BD69-19E03981AA00}">
      <dsp:nvSpPr>
        <dsp:cNvPr id="0" name=""/>
        <dsp:cNvSpPr/>
      </dsp:nvSpPr>
      <dsp:spPr>
        <a:xfrm>
          <a:off x="258291" y="3010605"/>
          <a:ext cx="2104429" cy="10522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Repository</a:t>
          </a:r>
          <a:endParaRPr lang="en-US" sz="3200" kern="1200" dirty="0"/>
        </a:p>
      </dsp:txBody>
      <dsp:txXfrm>
        <a:off x="258291" y="3010605"/>
        <a:ext cx="2104429" cy="1052214"/>
      </dsp:txXfrm>
    </dsp:sp>
    <dsp:sp modelId="{1387D38E-AB12-49AD-AEB3-932BF4023A61}">
      <dsp:nvSpPr>
        <dsp:cNvPr id="0" name=""/>
        <dsp:cNvSpPr/>
      </dsp:nvSpPr>
      <dsp:spPr>
        <a:xfrm rot="18000000">
          <a:off x="1631030" y="1847862"/>
          <a:ext cx="1096445" cy="36827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 rot="18000000">
        <a:off x="1631030" y="1847862"/>
        <a:ext cx="1096445" cy="368275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1A9CCD-9641-4040-B1EF-6FDEDF5880F5}">
      <dsp:nvSpPr>
        <dsp:cNvPr id="0" name=""/>
        <dsp:cNvSpPr/>
      </dsp:nvSpPr>
      <dsp:spPr>
        <a:xfrm>
          <a:off x="1920875" y="904875"/>
          <a:ext cx="2254249" cy="225424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Central Repository</a:t>
          </a:r>
          <a:endParaRPr lang="en-US" sz="2700" kern="1200" dirty="0"/>
        </a:p>
      </dsp:txBody>
      <dsp:txXfrm>
        <a:off x="1920875" y="904875"/>
        <a:ext cx="2254249" cy="2254249"/>
      </dsp:txXfrm>
    </dsp:sp>
    <dsp:sp modelId="{241E57B4-5301-4DC0-AA0F-DFE3C9F84235}">
      <dsp:nvSpPr>
        <dsp:cNvPr id="0" name=""/>
        <dsp:cNvSpPr/>
      </dsp:nvSpPr>
      <dsp:spPr>
        <a:xfrm>
          <a:off x="2286001" y="402"/>
          <a:ext cx="1523996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Proxy Repository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2286001" y="402"/>
        <a:ext cx="1523996" cy="1127124"/>
      </dsp:txXfrm>
    </dsp:sp>
    <dsp:sp modelId="{98EA775B-98B0-46B2-9458-4813E0091FA4}">
      <dsp:nvSpPr>
        <dsp:cNvPr id="0" name=""/>
        <dsp:cNvSpPr/>
      </dsp:nvSpPr>
      <dsp:spPr>
        <a:xfrm>
          <a:off x="3845722" y="1468437"/>
          <a:ext cx="1564472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Proxy Repository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845722" y="1468437"/>
        <a:ext cx="1564472" cy="1127124"/>
      </dsp:txXfrm>
    </dsp:sp>
    <dsp:sp modelId="{668E0396-F14E-4989-9666-63941E8587DC}">
      <dsp:nvSpPr>
        <dsp:cNvPr id="0" name=""/>
        <dsp:cNvSpPr/>
      </dsp:nvSpPr>
      <dsp:spPr>
        <a:xfrm>
          <a:off x="2286001" y="2936472"/>
          <a:ext cx="1523996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Proxy Repository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2286001" y="2936472"/>
        <a:ext cx="1523996" cy="1127124"/>
      </dsp:txXfrm>
    </dsp:sp>
    <dsp:sp modelId="{24B08741-B4DC-4D79-AB61-48B3A962C145}">
      <dsp:nvSpPr>
        <dsp:cNvPr id="0" name=""/>
        <dsp:cNvSpPr/>
      </dsp:nvSpPr>
      <dsp:spPr>
        <a:xfrm>
          <a:off x="685805" y="1468437"/>
          <a:ext cx="1564472" cy="11271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Proxy Repository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685805" y="1468437"/>
        <a:ext cx="1564472" cy="1127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8AC-997C-4227-8BD2-20810003AE11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077B3-611C-4D1D-AE65-7043F70950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://git-sc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bitbucket.org/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elelogic.com/corp/products/synergy/index.cfm" TargetMode="External"/><Relationship Id="rId3" Type="http://schemas.openxmlformats.org/officeDocument/2006/relationships/hyperlink" Target="http://www.nongnu.org/cvs/" TargetMode="External"/><Relationship Id="rId7" Type="http://schemas.openxmlformats.org/officeDocument/2006/relationships/hyperlink" Target="http://www-306.ibm.com/software/awdtools/clearcase/" TargetMode="External"/><Relationship Id="rId2" Type="http://schemas.openxmlformats.org/officeDocument/2006/relationships/hyperlink" Target="http://msdn.microsoft.com/en-us/vs2005/aa718670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ccurev.com/accurev.html" TargetMode="External"/><Relationship Id="rId11" Type="http://schemas.openxmlformats.org/officeDocument/2006/relationships/hyperlink" Target="http://www.sourcegear.com/vault/" TargetMode="External"/><Relationship Id="rId5" Type="http://schemas.openxmlformats.org/officeDocument/2006/relationships/hyperlink" Target="http://www.bitkeeper.com/Products.html" TargetMode="External"/><Relationship Id="rId10" Type="http://schemas.openxmlformats.org/officeDocument/2006/relationships/hyperlink" Target="http://www.mks.com/products/index.jsp" TargetMode="External"/><Relationship Id="rId4" Type="http://schemas.openxmlformats.org/officeDocument/2006/relationships/hyperlink" Target="http://www.perforce.com/perforce/products.html" TargetMode="External"/><Relationship Id="rId9" Type="http://schemas.openxmlformats.org/officeDocument/2006/relationships/hyperlink" Target="http://www.borland.com/us/products/starteam/index.html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Version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version control.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to use version control.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basic concepts</a:t>
            </a:r>
            <a:r>
              <a:rPr lang="en-US" sz="2400" dirty="0" smtClean="0"/>
              <a:t> of version control.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use </a:t>
            </a:r>
            <a:r>
              <a:rPr lang="en-US" sz="2400" i="1" dirty="0" smtClean="0">
                <a:solidFill>
                  <a:srgbClr val="C00000"/>
                </a:solidFill>
              </a:rPr>
              <a:t>tools</a:t>
            </a:r>
            <a:r>
              <a:rPr lang="en-US" sz="2400" dirty="0" smtClean="0"/>
              <a:t> for automating version control tasks.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integrate</a:t>
            </a:r>
            <a:r>
              <a:rPr lang="en-US" sz="2400" dirty="0" smtClean="0"/>
              <a:t> team’s work products.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Ben Collins-</a:t>
            </a:r>
            <a:r>
              <a:rPr lang="en-US" sz="2000" dirty="0" err="1" smtClean="0"/>
              <a:t>Sussman</a:t>
            </a:r>
            <a:r>
              <a:rPr lang="en-US" sz="2000" dirty="0" smtClean="0"/>
              <a:t> et al. (2011). Version Control with Subversion.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err="1" smtClean="0"/>
              <a:t>Alexandru</a:t>
            </a:r>
            <a:r>
              <a:rPr lang="en-US" sz="2000" dirty="0" smtClean="0"/>
              <a:t> </a:t>
            </a:r>
            <a:r>
              <a:rPr lang="en-US" sz="2000" dirty="0" err="1" smtClean="0"/>
              <a:t>Serban</a:t>
            </a:r>
            <a:r>
              <a:rPr lang="en-US" sz="2000" dirty="0" smtClean="0"/>
              <a:t>. Visual SourceSafe 2005: Software Configuration Management in Practice. </a:t>
            </a:r>
            <a:r>
              <a:rPr lang="en-US" sz="2000" dirty="0" err="1" smtClean="0"/>
              <a:t>Packt</a:t>
            </a:r>
            <a:r>
              <a:rPr lang="en-US" sz="2000" dirty="0" smtClean="0"/>
              <a:t> Publishing. 2007.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William Nagel. Subversion Version Control: Using The Subversion Version Control System in Development Projects. Prentice Hall PTR. 2005.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Jennifer </a:t>
            </a:r>
            <a:r>
              <a:rPr lang="en-US" sz="2000" dirty="0" err="1" smtClean="0"/>
              <a:t>Vesperman</a:t>
            </a:r>
            <a:r>
              <a:rPr lang="en-US" sz="2000" dirty="0" smtClean="0"/>
              <a:t>. Essential CVS. O'Reilly. 2006.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Together</a:t>
            </a:r>
            <a:endParaRPr lang="en-US" dirty="0"/>
          </a:p>
        </p:txBody>
      </p:sp>
      <p:sp>
        <p:nvSpPr>
          <p:cNvPr id="9218" name="AutoShape 2" descr="graphics/15fig01.gif"/>
          <p:cNvSpPr>
            <a:spLocks noChangeAspect="1" noChangeArrowheads="1"/>
          </p:cNvSpPr>
          <p:nvPr/>
        </p:nvSpPr>
        <p:spPr bwMode="auto">
          <a:xfrm>
            <a:off x="155575" y="-2727325"/>
            <a:ext cx="2857500" cy="56959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9220" name="AutoShape 4" descr="graphics/15fig01.gif"/>
          <p:cNvSpPr>
            <a:spLocks noChangeAspect="1" noChangeArrowheads="1"/>
          </p:cNvSpPr>
          <p:nvPr/>
        </p:nvSpPr>
        <p:spPr bwMode="auto">
          <a:xfrm>
            <a:off x="155575" y="-2727325"/>
            <a:ext cx="2857500" cy="56959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085975"/>
            <a:ext cx="5715000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276600" y="1305342"/>
            <a:ext cx="4343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Storage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Resource sharing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Independent and Simultaneous Development environment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Reverting resource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Merging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4356318"/>
            <a:ext cx="3886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C00000"/>
                </a:solidFill>
                <a:latin typeface="+mj-lt"/>
              </a:rPr>
              <a:t>Version control: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When</a:t>
            </a:r>
            <a:r>
              <a:rPr lang="en-US" sz="2200" dirty="0" smtClean="0">
                <a:latin typeface="+mj-lt"/>
              </a:rPr>
              <a:t> did file </a:t>
            </a:r>
            <a:r>
              <a:rPr lang="en-US" sz="2200" i="1" dirty="0" smtClean="0">
                <a:latin typeface="+mj-lt"/>
              </a:rPr>
              <a:t>X</a:t>
            </a:r>
            <a:r>
              <a:rPr lang="en-US" sz="2200" dirty="0" smtClean="0">
                <a:latin typeface="+mj-lt"/>
              </a:rPr>
              <a:t> last change?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What</a:t>
            </a:r>
            <a:r>
              <a:rPr lang="en-US" sz="2200" dirty="0" smtClean="0">
                <a:latin typeface="+mj-lt"/>
              </a:rPr>
              <a:t> changed in the file?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Who</a:t>
            </a:r>
            <a:r>
              <a:rPr lang="en-US" sz="2200" dirty="0" smtClean="0">
                <a:latin typeface="+mj-lt"/>
              </a:rPr>
              <a:t> changed the file?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Where</a:t>
            </a:r>
            <a:r>
              <a:rPr lang="en-US" sz="2200" dirty="0" smtClean="0">
                <a:latin typeface="+mj-lt"/>
              </a:rPr>
              <a:t> is file X?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Repository [1]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191000"/>
            <a:ext cx="13906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09600" y="1447800"/>
            <a:ext cx="5867400" cy="212365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The repository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stores information in the form of a filesystem tree—a typical hierarchy of files and directories.</a:t>
            </a:r>
          </a:p>
          <a:p>
            <a:pPr algn="ctr"/>
            <a:endParaRPr lang="en-US" sz="2200" i="1" dirty="0" smtClean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Any number of clients connect to the repository, and then read or write to these files.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24000" y="5817513"/>
            <a:ext cx="41887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Typically server/client architecture.</a:t>
            </a:r>
            <a:endParaRPr lang="en-US" sz="2200" dirty="0">
              <a:latin typeface="+mj-lt"/>
            </a:endParaRP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1143000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Copy [1]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0775" y="1843088"/>
            <a:ext cx="43624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181600" y="5105400"/>
            <a:ext cx="2057400" cy="110799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Users work on a copy, the </a:t>
            </a:r>
            <a:r>
              <a:rPr lang="en-US" sz="2200" u="sng" dirty="0" smtClean="0">
                <a:solidFill>
                  <a:schemeClr val="bg1"/>
                </a:solidFill>
                <a:latin typeface="+mj-lt"/>
              </a:rPr>
              <a:t>Working Copy</a:t>
            </a:r>
            <a:endParaRPr lang="en-US" sz="2200" u="sng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1524000"/>
            <a:ext cx="2514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The version control system manages the synchronization between repository and working copies</a:t>
            </a:r>
            <a:endParaRPr lang="en-US" sz="22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4996696"/>
            <a:ext cx="4393382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latin typeface="+mj-lt"/>
              </a:rPr>
              <a:t>States: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Unchanged, and current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Locally changed, and current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Unchanged, and out-of-date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Locally changed, and out-of-date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Workspaces [2]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1295400"/>
            <a:ext cx="74676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 area where users can work separated from the repository and to isolate each user from the others. 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7400" y="2286000"/>
            <a:ext cx="25908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Working folder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Working directory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Sandbox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View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Enlistment </a:t>
            </a:r>
            <a:endParaRPr lang="en-US" sz="2500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971800"/>
            <a:ext cx="46863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[1]</a:t>
            </a: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43100"/>
            <a:ext cx="12192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1914525"/>
            <a:ext cx="35528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981200" y="3849469"/>
            <a:ext cx="167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The repository's filesystem</a:t>
            </a:r>
            <a:endParaRPr lang="en-US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67200" y="3974068"/>
            <a:ext cx="1076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+mj-lt"/>
              </a:rPr>
              <a:t>Revisions</a:t>
            </a:r>
            <a:endParaRPr lang="en-US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53200" y="1676400"/>
            <a:ext cx="1906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Revision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3200" y="2133600"/>
            <a:ext cx="259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Revision Keywords</a:t>
            </a:r>
          </a:p>
          <a:p>
            <a:r>
              <a:rPr lang="en-US" dirty="0" smtClean="0">
                <a:latin typeface="+mj-lt"/>
              </a:rPr>
              <a:t>HEAD</a:t>
            </a:r>
          </a:p>
          <a:p>
            <a:r>
              <a:rPr lang="en-US" dirty="0" smtClean="0">
                <a:latin typeface="+mj-lt"/>
              </a:rPr>
              <a:t>BASE, COMMITTED, PREV</a:t>
            </a:r>
            <a:endParaRPr lang="en-US" b="1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53200" y="3115270"/>
            <a:ext cx="22317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+mj-lt"/>
              </a:rPr>
              <a:t>Revision Dates</a:t>
            </a:r>
          </a:p>
          <a:p>
            <a:r>
              <a:rPr lang="en-US" dirty="0" smtClean="0">
                <a:latin typeface="+mj-lt"/>
              </a:rPr>
              <a:t>{2009-03-19}</a:t>
            </a:r>
          </a:p>
          <a:p>
            <a:r>
              <a:rPr lang="en-US" dirty="0" smtClean="0">
                <a:latin typeface="+mj-lt"/>
              </a:rPr>
              <a:t>{“2008-02-17 15:30”}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920496"/>
            <a:ext cx="25146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200" dirty="0" smtClean="0">
                <a:latin typeface="+mj-lt"/>
              </a:rPr>
              <a:t>Mixed Revision Working Copies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200" dirty="0" smtClean="0">
                <a:latin typeface="+mj-lt"/>
              </a:rPr>
              <a:t>Updates and Commits are Separate</a:t>
            </a:r>
            <a:endParaRPr lang="en-US" sz="22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0" y="6274713"/>
            <a:ext cx="304936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Global Revision Numbers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5401270"/>
            <a:ext cx="18288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calc/Makefile:4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integer.c:4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button.c:4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38400" y="5401270"/>
            <a:ext cx="18288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calc/Makefile:4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integer.c:4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button.c:5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95800" y="5401270"/>
            <a:ext cx="18288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calc/Makefile:6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integer.c:6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         button.c:6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1143000"/>
            <a:ext cx="80772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Each time the repository accepts a commit, this creates a new state of the </a:t>
            </a:r>
            <a:r>
              <a:rPr lang="en-US" sz="2000" i="1" dirty="0" err="1" smtClean="0">
                <a:solidFill>
                  <a:schemeClr val="bg1"/>
                </a:solidFill>
                <a:latin typeface="+mj-lt"/>
              </a:rPr>
              <a:t>filesystem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tree, called a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revision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Deltas [2]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371600"/>
            <a:ext cx="7391400" cy="4308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The difference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between the two revisions is called a delta.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3810000"/>
            <a:ext cx="190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Forward Deltas</a:t>
            </a:r>
            <a:endParaRPr lang="en-US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8200" y="6248400"/>
            <a:ext cx="205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Reverse Deltas</a:t>
            </a:r>
            <a:endParaRPr lang="en-US" dirty="0">
              <a:latin typeface="+mj-lt"/>
            </a:endParaRPr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2743200"/>
            <a:ext cx="4953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828800"/>
            <a:ext cx="41433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4267200"/>
            <a:ext cx="40195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CheckOut/Update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1371600"/>
            <a:ext cx="76962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get a resource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from the repository with the purpose of making changes to it 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438400"/>
            <a:ext cx="43529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33400" y="4953000"/>
            <a:ext cx="79248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patchfile</a:t>
            </a:r>
            <a:r>
              <a:rPr lang="en-US" sz="2400" dirty="0" smtClean="0">
                <a:latin typeface="+mj-lt"/>
              </a:rPr>
              <a:t> is a special file that can be used by the patch utility to update a set of files from one revision to another.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Modify/Edit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8486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make changes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to the resources in our workspace.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438400"/>
            <a:ext cx="44862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In/Commit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371600"/>
            <a:ext cx="4066049" cy="430887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save changes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to the repository 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371600"/>
            <a:ext cx="40100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1000" y="2133600"/>
            <a:ext cx="3352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Atomic commits</a:t>
            </a:r>
            <a:r>
              <a:rPr lang="en-US" sz="2200" dirty="0" smtClean="0">
                <a:latin typeface="+mj-lt"/>
              </a:rPr>
              <a:t> ensures that while one person is committing changes to the repository, no one else can.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4343400"/>
            <a:ext cx="60198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hook</a:t>
            </a:r>
            <a:r>
              <a:rPr lang="en-US" sz="2200" dirty="0" smtClean="0">
                <a:latin typeface="+mj-lt"/>
              </a:rPr>
              <a:t> is a place to hang a script, such that the script is run at a specific stage of the version control process perhaps before or after a change is committed, when a log message is stored, or when a file is checked out for exclusive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828800"/>
            <a:ext cx="47625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209800"/>
            <a:ext cx="34575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Lock – Modify – Unlock</a:t>
            </a:r>
            <a:endParaRPr lang="en-US" dirty="0"/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19200"/>
            <a:ext cx="48577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0" y="3505200"/>
            <a:ext cx="48577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Lock – Modify – Unlock (cont.)</a:t>
            </a:r>
            <a:endParaRPr 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47800"/>
            <a:ext cx="48577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3352800"/>
            <a:ext cx="48577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– Modify – Merge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24479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90800"/>
            <a:ext cx="14192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3429000"/>
            <a:ext cx="15906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86200" y="4267200"/>
            <a:ext cx="16573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76800" y="4953000"/>
            <a:ext cx="13716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5867400"/>
            <a:ext cx="13906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85800" y="4724400"/>
            <a:ext cx="2895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Automatic merge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500" dirty="0" smtClean="0">
                <a:latin typeface="+mj-lt"/>
              </a:rPr>
              <a:t>Manual merge</a:t>
            </a:r>
            <a:endParaRPr lang="en-US" sz="25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81400" y="1676400"/>
            <a:ext cx="51816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To combine changes of 2 working copies to one working copy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276600"/>
            <a:ext cx="30575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257800" y="4800600"/>
            <a:ext cx="3657600" cy="110799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A branch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a line of development that exists independently of another line.</a:t>
            </a:r>
          </a:p>
        </p:txBody>
      </p:sp>
      <p:sp>
        <p:nvSpPr>
          <p:cNvPr id="1029" name="AutoShape 5" descr="figs/svc_0402.gif"/>
          <p:cNvSpPr>
            <a:spLocks noChangeAspect="1" noChangeArrowheads="1"/>
          </p:cNvSpPr>
          <p:nvPr/>
        </p:nvSpPr>
        <p:spPr bwMode="auto">
          <a:xfrm>
            <a:off x="155575" y="-1371600"/>
            <a:ext cx="1524000" cy="28575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086100"/>
            <a:ext cx="1524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52400" y="5943600"/>
            <a:ext cx="21335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Starting repository layout</a:t>
            </a:r>
            <a:endParaRPr lang="en-US" sz="2200" dirty="0">
              <a:latin typeface="+mj-lt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3028950"/>
            <a:ext cx="217170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2438400" y="6172200"/>
            <a:ext cx="31436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Repository with new copy</a:t>
            </a:r>
            <a:endParaRPr lang="en-US" sz="2200" dirty="0">
              <a:latin typeface="+mj-lt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1219200"/>
            <a:ext cx="42291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1752600" y="2126159"/>
            <a:ext cx="68580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A codeline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represents a project's development evolution across time, having a continuous history.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Merging Branches 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514600"/>
            <a:ext cx="54959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62000" y="1600200"/>
            <a:ext cx="8153400" cy="4308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To integrate changes performed in one branch into another branch. 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4038600"/>
            <a:ext cx="3771900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2819400" y="5715000"/>
            <a:ext cx="40536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+mj-lt"/>
              </a:rPr>
              <a:t>The branching of one file's history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Tag/Label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590800"/>
            <a:ext cx="50101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838200" y="1600200"/>
            <a:ext cx="77724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A tag (label)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is just a snapshot of a project in time.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Exclusive Development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1534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The version control system permits only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one user at a time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to work on any individual file.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667000"/>
            <a:ext cx="34194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971800"/>
            <a:ext cx="340042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Simultaneous Development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1348026"/>
            <a:ext cx="8458200" cy="86177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Multiple users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 can work on the same file and the version control system attempts to merge the respective changes seamlessly.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67000"/>
            <a:ext cx="34194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743200"/>
            <a:ext cx="34194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 Repository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371600"/>
            <a:ext cx="7924800" cy="86177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Central repository –  The historic data about project changes is stored in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a single place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0" y="2362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" y="2438400"/>
            <a:ext cx="2514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>
                <a:latin typeface="+mj-lt"/>
              </a:rPr>
              <a:t>Data export</a:t>
            </a:r>
            <a:r>
              <a:rPr lang="en-US" sz="2200" dirty="0" smtClean="0">
                <a:latin typeface="+mj-lt"/>
              </a:rPr>
              <a:t> – An exported set of data should not contain administrative files or data for the version control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Repositories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95400"/>
            <a:ext cx="8229600" cy="86177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Distributed Repositories – Each developer has a </a:t>
            </a:r>
            <a:r>
              <a:rPr lang="en-US" sz="2400" i="1" u="sng" dirty="0" smtClean="0">
                <a:solidFill>
                  <a:schemeClr val="bg1"/>
                </a:solidFill>
                <a:latin typeface="+mj-lt"/>
              </a:rPr>
              <a:t>personal repository</a:t>
            </a: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, and the repositories update from their peers.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524000" y="2286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2133600" y="2286000"/>
            <a:ext cx="1127124" cy="1127124"/>
            <a:chOff x="2484437" y="402"/>
            <a:chExt cx="1127124" cy="1127124"/>
          </a:xfrm>
        </p:grpSpPr>
        <p:sp>
          <p:nvSpPr>
            <p:cNvPr id="8" name="Oval 7"/>
            <p:cNvSpPr/>
            <p:nvPr/>
          </p:nvSpPr>
          <p:spPr>
            <a:xfrm>
              <a:off x="2484437" y="402"/>
              <a:ext cx="1127124" cy="112712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9" name="Oval 4"/>
            <p:cNvSpPr/>
            <p:nvPr/>
          </p:nvSpPr>
          <p:spPr>
            <a:xfrm>
              <a:off x="2649501" y="165465"/>
              <a:ext cx="796996" cy="7969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dirty="0" smtClean="0"/>
                <a:t>User</a:t>
              </a:r>
              <a:endParaRPr lang="en-US" sz="2000" kern="12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81000" y="5334000"/>
            <a:ext cx="1127124" cy="1127124"/>
            <a:chOff x="2484437" y="402"/>
            <a:chExt cx="1127124" cy="1127124"/>
          </a:xfrm>
        </p:grpSpPr>
        <p:sp>
          <p:nvSpPr>
            <p:cNvPr id="11" name="Oval 10"/>
            <p:cNvSpPr/>
            <p:nvPr/>
          </p:nvSpPr>
          <p:spPr>
            <a:xfrm>
              <a:off x="2484437" y="402"/>
              <a:ext cx="1127124" cy="112712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2" name="Oval 4"/>
            <p:cNvSpPr/>
            <p:nvPr/>
          </p:nvSpPr>
          <p:spPr>
            <a:xfrm>
              <a:off x="2649501" y="165465"/>
              <a:ext cx="796996" cy="7969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dirty="0" smtClean="0"/>
                <a:t>User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620000" y="5257800"/>
            <a:ext cx="1127124" cy="1127124"/>
            <a:chOff x="2484437" y="402"/>
            <a:chExt cx="1127124" cy="1127124"/>
          </a:xfrm>
        </p:grpSpPr>
        <p:sp>
          <p:nvSpPr>
            <p:cNvPr id="14" name="Oval 13"/>
            <p:cNvSpPr/>
            <p:nvPr/>
          </p:nvSpPr>
          <p:spPr>
            <a:xfrm>
              <a:off x="2484437" y="402"/>
              <a:ext cx="1127124" cy="112712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5" name="Oval 4"/>
            <p:cNvSpPr/>
            <p:nvPr/>
          </p:nvSpPr>
          <p:spPr>
            <a:xfrm>
              <a:off x="2649501" y="165465"/>
              <a:ext cx="796996" cy="7969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dirty="0" smtClean="0"/>
                <a:t>User</a:t>
              </a:r>
              <a:endParaRPr lang="en-US" sz="20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Proxied Repositories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101804"/>
            <a:ext cx="8458200" cy="110799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Proxied repositories – There is a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central repository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, which holds the changes data, and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proxy repositories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, which are used for read requests and which refer write requests to the central repository.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447800" y="2362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1676400" y="2286000"/>
            <a:ext cx="2104429" cy="1052214"/>
            <a:chOff x="1995785" y="1179"/>
            <a:chExt cx="2104429" cy="1052214"/>
          </a:xfrm>
        </p:grpSpPr>
        <p:sp>
          <p:nvSpPr>
            <p:cNvPr id="9" name="Rounded Rectangle 8"/>
            <p:cNvSpPr/>
            <p:nvPr/>
          </p:nvSpPr>
          <p:spPr>
            <a:xfrm>
              <a:off x="1995785" y="1179"/>
              <a:ext cx="2104429" cy="10522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2026603" y="31997"/>
              <a:ext cx="2042793" cy="990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User</a:t>
              </a:r>
              <a:endParaRPr lang="en-US" sz="3200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8600" y="3962400"/>
            <a:ext cx="1905000" cy="1052214"/>
            <a:chOff x="1995785" y="1179"/>
            <a:chExt cx="2104429" cy="1052214"/>
          </a:xfrm>
        </p:grpSpPr>
        <p:sp>
          <p:nvSpPr>
            <p:cNvPr id="12" name="Rounded Rectangle 11"/>
            <p:cNvSpPr/>
            <p:nvPr/>
          </p:nvSpPr>
          <p:spPr>
            <a:xfrm>
              <a:off x="1995785" y="1179"/>
              <a:ext cx="2104429" cy="10522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2026603" y="31997"/>
              <a:ext cx="2042793" cy="990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User</a:t>
              </a:r>
              <a:endParaRPr lang="en-US" sz="3200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858000" y="3962400"/>
            <a:ext cx="2057400" cy="1052214"/>
            <a:chOff x="1995785" y="1179"/>
            <a:chExt cx="2104429" cy="1052214"/>
          </a:xfrm>
        </p:grpSpPr>
        <p:sp>
          <p:nvSpPr>
            <p:cNvPr id="15" name="Rounded Rectangle 14"/>
            <p:cNvSpPr/>
            <p:nvPr/>
          </p:nvSpPr>
          <p:spPr>
            <a:xfrm>
              <a:off x="1995785" y="1179"/>
              <a:ext cx="2104429" cy="10522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2026603" y="31997"/>
              <a:ext cx="2042793" cy="990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User</a:t>
              </a:r>
              <a:endParaRPr lang="en-US" sz="3200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34000" y="5562600"/>
            <a:ext cx="2104429" cy="1052214"/>
            <a:chOff x="1995785" y="1179"/>
            <a:chExt cx="2104429" cy="1052214"/>
          </a:xfrm>
        </p:grpSpPr>
        <p:sp>
          <p:nvSpPr>
            <p:cNvPr id="18" name="Rounded Rectangle 17"/>
            <p:cNvSpPr/>
            <p:nvPr/>
          </p:nvSpPr>
          <p:spPr>
            <a:xfrm>
              <a:off x="1995785" y="1179"/>
              <a:ext cx="2104429" cy="10522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2026603" y="31997"/>
              <a:ext cx="2042793" cy="990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 smtClean="0"/>
                <a:t>User</a:t>
              </a:r>
              <a:endParaRPr lang="en-US" sz="32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Access to the Repository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219200"/>
            <a:ext cx="463867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Version Control?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2667000"/>
            <a:ext cx="4953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File history</a:t>
            </a:r>
            <a:r>
              <a:rPr lang="en-US" sz="2400" dirty="0" smtClean="0">
                <a:latin typeface="+mj-lt"/>
              </a:rPr>
              <a:t> maintenance.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 smtClean="0">
              <a:latin typeface="+mj-lt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Simultaneous working</a:t>
            </a:r>
            <a:r>
              <a:rPr lang="en-US" sz="2400" dirty="0" smtClean="0">
                <a:latin typeface="+mj-lt"/>
              </a:rPr>
              <a:t> on file.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 smtClean="0">
              <a:latin typeface="+mj-lt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Distributed</a:t>
            </a:r>
            <a:r>
              <a:rPr lang="en-US" sz="2400" dirty="0" smtClean="0">
                <a:latin typeface="+mj-lt"/>
              </a:rPr>
              <a:t> development.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 smtClean="0">
              <a:latin typeface="+mj-lt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 smtClean="0">
                <a:latin typeface="+mj-lt"/>
              </a:rPr>
              <a:t>Simultaneous development with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branches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514600"/>
            <a:ext cx="29337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600200"/>
            <a:ext cx="8077200" cy="461665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Any version control is better than no version control.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133600"/>
            <a:ext cx="4544899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  <a:hlinkClick r:id="rId2"/>
              </a:rPr>
              <a:t>https://subversion.apache.org/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  <a:hlinkClick r:id="rId2"/>
              </a:rPr>
              <a:t>https://tortoisesvn.net/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  <a:hlinkClick r:id="rId2"/>
              </a:rPr>
              <a:t>http://git-scm.com/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  <a:hlinkClick r:id="rId3"/>
              </a:rPr>
              <a:t>https://github.com/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  <a:hlinkClick r:id="rId4"/>
              </a:rPr>
              <a:t>https://bitbucket.org/</a:t>
            </a:r>
            <a:endParaRPr lang="en-US" sz="2400" dirty="0" smtClean="0">
              <a:latin typeface="+mj-lt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2362200"/>
            <a:ext cx="34671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4" name="Picture 2" descr="https://tortoisesvn.net/assets/img/tortoisesvn_logo_hor468x64.b91df853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14600" y="4724400"/>
            <a:ext cx="44577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VSS (</a:t>
            </a:r>
            <a:r>
              <a:rPr lang="en-US" sz="2000" dirty="0" smtClean="0">
                <a:hlinkClick r:id="rId2"/>
              </a:rPr>
              <a:t>http://msdn.microsoft.com/en-us/vs2005/aa718670.aspx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CVS (</a:t>
            </a:r>
            <a:r>
              <a:rPr lang="en-US" sz="2000" dirty="0" smtClean="0">
                <a:hlinkClick r:id="rId3"/>
              </a:rPr>
              <a:t>http://www.nongnu.org/cvs/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Perforce (</a:t>
            </a:r>
            <a:r>
              <a:rPr lang="en-US" sz="2000" dirty="0" smtClean="0">
                <a:hlinkClick r:id="rId4"/>
              </a:rPr>
              <a:t>http://www.perforce.com/perforce/products.html</a:t>
            </a:r>
            <a:r>
              <a:rPr lang="en-US" sz="2000" dirty="0" smtClean="0"/>
              <a:t>)</a:t>
            </a:r>
          </a:p>
          <a:p>
            <a:r>
              <a:rPr lang="en-US" sz="2000" dirty="0" err="1" smtClean="0"/>
              <a:t>BitKeeper</a:t>
            </a:r>
            <a:r>
              <a:rPr lang="en-US" sz="2000" dirty="0" smtClean="0"/>
              <a:t> (</a:t>
            </a:r>
            <a:r>
              <a:rPr lang="en-US" sz="2000" dirty="0" smtClean="0">
                <a:hlinkClick r:id="rId5"/>
              </a:rPr>
              <a:t>http://www.bitkeeper.com/Products.html</a:t>
            </a:r>
            <a:r>
              <a:rPr lang="en-US" sz="2000" dirty="0" smtClean="0"/>
              <a:t>)</a:t>
            </a:r>
          </a:p>
          <a:p>
            <a:r>
              <a:rPr lang="en-US" sz="2000" dirty="0" err="1" smtClean="0"/>
              <a:t>Accurev</a:t>
            </a:r>
            <a:r>
              <a:rPr lang="en-US" sz="2000" dirty="0" smtClean="0"/>
              <a:t> (</a:t>
            </a:r>
            <a:r>
              <a:rPr lang="en-US" sz="2000" dirty="0" smtClean="0">
                <a:hlinkClick r:id="rId6"/>
              </a:rPr>
              <a:t>http://www.accurev.com/accurev.html</a:t>
            </a:r>
            <a:r>
              <a:rPr lang="en-US" sz="2000" dirty="0" smtClean="0"/>
              <a:t>)</a:t>
            </a:r>
          </a:p>
          <a:p>
            <a:r>
              <a:rPr lang="en-US" sz="2000" dirty="0" err="1" smtClean="0"/>
              <a:t>ClearCase</a:t>
            </a:r>
            <a:r>
              <a:rPr lang="en-US" sz="2000" dirty="0" smtClean="0"/>
              <a:t> (</a:t>
            </a:r>
            <a:r>
              <a:rPr lang="en-US" sz="2000" dirty="0" smtClean="0">
                <a:hlinkClick r:id="rId7"/>
              </a:rPr>
              <a:t>http://www-306.ibm.com/software/awdtools/clearcase/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CM Synergy (</a:t>
            </a:r>
            <a:r>
              <a:rPr lang="en-US" sz="2000" dirty="0" smtClean="0">
                <a:hlinkClick r:id="rId8"/>
              </a:rPr>
              <a:t>http://www.telelogic.com/corp/products/synergy/index.cfm</a:t>
            </a:r>
            <a:r>
              <a:rPr lang="en-US" sz="2000" dirty="0" smtClean="0"/>
              <a:t>)</a:t>
            </a:r>
          </a:p>
          <a:p>
            <a:r>
              <a:rPr lang="en-US" sz="2000" dirty="0" err="1" smtClean="0"/>
              <a:t>StarTeam</a:t>
            </a:r>
            <a:r>
              <a:rPr lang="en-US" sz="2000" dirty="0" smtClean="0"/>
              <a:t> (</a:t>
            </a:r>
            <a:r>
              <a:rPr lang="en-US" sz="2000" dirty="0" smtClean="0">
                <a:hlinkClick r:id="rId9"/>
              </a:rPr>
              <a:t>http://www.borland.com/us/products/starteam/index.html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MKS Integrity (</a:t>
            </a:r>
            <a:r>
              <a:rPr lang="en-US" sz="2000" dirty="0" smtClean="0">
                <a:hlinkClick r:id="rId10"/>
              </a:rPr>
              <a:t>http://www.mks.com/products/index.jsp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Vault (</a:t>
            </a:r>
            <a:r>
              <a:rPr lang="en-US" sz="2000" dirty="0" smtClean="0">
                <a:hlinkClick r:id="rId11"/>
              </a:rPr>
              <a:t>http://www.sourcegear.com/vault/</a:t>
            </a:r>
            <a:r>
              <a:rPr lang="en-US" sz="2000" dirty="0" smtClean="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8116</TotalTime>
  <Words>912</Words>
  <Application>Microsoft Office PowerPoint</Application>
  <PresentationFormat>On-screen Show (4:3)</PresentationFormat>
  <Paragraphs>163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Version Control</vt:lpstr>
      <vt:lpstr>Objectives</vt:lpstr>
      <vt:lpstr>Contents</vt:lpstr>
      <vt:lpstr>References</vt:lpstr>
      <vt:lpstr>Working Together</vt:lpstr>
      <vt:lpstr>The Repository [1]</vt:lpstr>
      <vt:lpstr>Working Copy [1]</vt:lpstr>
      <vt:lpstr>Workspaces [2]</vt:lpstr>
      <vt:lpstr>Revision [1]</vt:lpstr>
      <vt:lpstr>Deltas [2]</vt:lpstr>
      <vt:lpstr>CheckOut/Update</vt:lpstr>
      <vt:lpstr>Modify/Edit</vt:lpstr>
      <vt:lpstr>Check In/Commit</vt:lpstr>
      <vt:lpstr>Conflict</vt:lpstr>
      <vt:lpstr>Lock – Modify – Unlock</vt:lpstr>
      <vt:lpstr>Lock – Modify – Unlock (cont.)</vt:lpstr>
      <vt:lpstr>Copy – Modify – Merge</vt:lpstr>
      <vt:lpstr>Branch</vt:lpstr>
      <vt:lpstr>Merging Branches </vt:lpstr>
      <vt:lpstr>Tag/Label</vt:lpstr>
      <vt:lpstr>Exclusive Development</vt:lpstr>
      <vt:lpstr>Simultaneous Development</vt:lpstr>
      <vt:lpstr>Central Repository</vt:lpstr>
      <vt:lpstr>Distributed Repositories</vt:lpstr>
      <vt:lpstr>Proxied Repositories</vt:lpstr>
      <vt:lpstr>Remote Access to the Repository</vt:lpstr>
      <vt:lpstr>Why Use Version Control?</vt:lpstr>
      <vt:lpstr>Version Control Tools</vt:lpstr>
      <vt:lpstr>Other Tools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3405</cp:revision>
  <dcterms:created xsi:type="dcterms:W3CDTF">2007-10-06T08:25:13Z</dcterms:created>
  <dcterms:modified xsi:type="dcterms:W3CDTF">2023-05-01T19:39:48Z</dcterms:modified>
</cp:coreProperties>
</file>