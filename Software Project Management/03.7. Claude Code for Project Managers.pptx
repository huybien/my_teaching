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handoutMasterIdLst>
    <p:handoutMasterId r:id="rId13"/>
  </p:handoutMasterIdLst>
  <p:sldIdLst>
    <p:sldId id="256" r:id="rId2"/>
    <p:sldId id="431" r:id="rId3"/>
    <p:sldId id="460" r:id="rId4"/>
    <p:sldId id="423" r:id="rId5"/>
    <p:sldId id="612" r:id="rId6"/>
    <p:sldId id="609" r:id="rId7"/>
    <p:sldId id="610" r:id="rId8"/>
    <p:sldId id="611" r:id="rId9"/>
    <p:sldId id="608" r:id="rId10"/>
    <p:sldId id="343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0" autoAdjust="0"/>
    <p:restoredTop sz="94667" autoAdjust="0"/>
  </p:normalViewPr>
  <p:slideViewPr>
    <p:cSldViewPr>
      <p:cViewPr>
        <p:scale>
          <a:sx n="50" d="100"/>
          <a:sy n="50" d="100"/>
        </p:scale>
        <p:origin x="-152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00FB1-EAA8-41B6-84E0-C0BE923892D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B5DB8-A6FA-4274-AC8A-CA9D03617F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nyk.io/articles/7-claude-skills-product-manager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hropics/knowledge-work-plugin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oduct-on-purpose/pm-skill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narktank/ralph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Claude Code for Project Managers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Claude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hlinkClick r:id="rId2"/>
              </a:rPr>
              <a:t>https://</a:t>
            </a:r>
            <a:r>
              <a:rPr lang="en-US" smtClean="0">
                <a:hlinkClick r:id="rId2"/>
              </a:rPr>
              <a:t>snyk.io/articles/7-claude-skills-product-managers</a:t>
            </a:r>
            <a:r>
              <a:rPr lang="en-US" smtClean="0">
                <a:hlinkClick r:id="rId2"/>
              </a:rPr>
              <a:t>/</a:t>
            </a:r>
            <a:endParaRPr lang="en-US" smtClean="0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smtClean="0"/>
              <a:t>product-management </a:t>
            </a:r>
            <a:r>
              <a:rPr lang="en-US" dirty="0" smtClean="0"/>
              <a:t>Skill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github.com/anthropics/knowledge-work-plugins</a:t>
            </a:r>
            <a:endParaRPr lang="en-US" sz="2400" dirty="0" smtClean="0"/>
          </a:p>
          <a:p>
            <a:r>
              <a:rPr lang="en-US" sz="2400" dirty="0" err="1" smtClean="0"/>
              <a:t>claude</a:t>
            </a:r>
            <a:endParaRPr lang="en-US" sz="2400" dirty="0" smtClean="0"/>
          </a:p>
          <a:p>
            <a:r>
              <a:rPr lang="en-US" sz="2400" dirty="0" smtClean="0"/>
              <a:t>/</a:t>
            </a:r>
            <a:r>
              <a:rPr lang="en-US" sz="2400" dirty="0" err="1" smtClean="0"/>
              <a:t>plugin</a:t>
            </a:r>
            <a:r>
              <a:rPr lang="en-US" sz="2400" dirty="0" smtClean="0"/>
              <a:t> </a:t>
            </a:r>
            <a:r>
              <a:rPr lang="en-US" sz="2400" b="1" dirty="0" smtClean="0"/>
              <a:t>marketplace</a:t>
            </a:r>
            <a:r>
              <a:rPr lang="en-US" sz="2400" dirty="0" smtClean="0"/>
              <a:t> add </a:t>
            </a:r>
            <a:r>
              <a:rPr lang="en-US" sz="2400" dirty="0" err="1" smtClean="0"/>
              <a:t>anthropics</a:t>
            </a:r>
            <a:r>
              <a:rPr lang="en-US" sz="2400" dirty="0" smtClean="0"/>
              <a:t>/knowledge-work-</a:t>
            </a:r>
            <a:r>
              <a:rPr lang="en-US" sz="2400" dirty="0" err="1" smtClean="0"/>
              <a:t>plugins</a:t>
            </a:r>
            <a:endParaRPr lang="en-US" sz="2400" i="1" dirty="0" smtClean="0"/>
          </a:p>
          <a:p>
            <a:r>
              <a:rPr lang="en-US" sz="2400" dirty="0" smtClean="0"/>
              <a:t>/</a:t>
            </a:r>
            <a:r>
              <a:rPr lang="en-US" sz="2400" dirty="0" err="1" smtClean="0"/>
              <a:t>plugin</a:t>
            </a:r>
            <a:r>
              <a:rPr lang="en-US" sz="2400" dirty="0" smtClean="0"/>
              <a:t> </a:t>
            </a:r>
            <a:r>
              <a:rPr lang="en-US" sz="2400" b="1" dirty="0" smtClean="0"/>
              <a:t>install</a:t>
            </a:r>
            <a:r>
              <a:rPr lang="en-US" sz="2400" dirty="0" smtClean="0"/>
              <a:t> product-</a:t>
            </a:r>
            <a:r>
              <a:rPr lang="en-US" sz="2400" dirty="0" err="1" smtClean="0"/>
              <a:t>management@knowledge</a:t>
            </a:r>
            <a:r>
              <a:rPr lang="en-US" sz="2400" dirty="0" smtClean="0"/>
              <a:t>-work-</a:t>
            </a:r>
            <a:r>
              <a:rPr lang="en-US" sz="2400" dirty="0" err="1" smtClean="0"/>
              <a:t>plugins</a:t>
            </a:r>
            <a:endParaRPr lang="en-US" sz="2400" i="1" dirty="0" smtClean="0"/>
          </a:p>
          <a:p>
            <a:r>
              <a:rPr lang="en-US" sz="2400" dirty="0" smtClean="0"/>
              <a:t>/reload-</a:t>
            </a:r>
            <a:r>
              <a:rPr lang="en-US" sz="2400" dirty="0" err="1" smtClean="0"/>
              <a:t>plugins</a:t>
            </a:r>
            <a:endParaRPr lang="en-US" sz="2400" dirty="0" smtClean="0"/>
          </a:p>
          <a:p>
            <a:r>
              <a:rPr lang="en-US" sz="2400" dirty="0" smtClean="0"/>
              <a:t>/</a:t>
            </a:r>
            <a:r>
              <a:rPr lang="en-US" sz="2400" dirty="0" smtClean="0"/>
              <a:t>brainstorm</a:t>
            </a:r>
          </a:p>
          <a:p>
            <a:r>
              <a:rPr lang="en-US" sz="2400" dirty="0" smtClean="0"/>
              <a:t>/competitive-brief</a:t>
            </a:r>
          </a:p>
          <a:p>
            <a:r>
              <a:rPr lang="en-US" sz="2400" dirty="0" smtClean="0"/>
              <a:t>/</a:t>
            </a:r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</a:t>
            </a:r>
            <a:r>
              <a:rPr lang="en-US" dirty="0" smtClean="0"/>
              <a:t>. </a:t>
            </a:r>
            <a:r>
              <a:rPr lang="en-US" dirty="0" smtClean="0"/>
              <a:t>Install a Skill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github.com/product-on-purpose/pm-skills</a:t>
            </a:r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</a:t>
            </a:r>
            <a:r>
              <a:rPr lang="en-US" dirty="0" smtClean="0"/>
              <a:t>. </a:t>
            </a:r>
            <a:r>
              <a:rPr lang="en-US" dirty="0" smtClean="0"/>
              <a:t>Install </a:t>
            </a:r>
            <a:r>
              <a:rPr lang="en-US" dirty="0" smtClean="0"/>
              <a:t>Ralph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https://github.com/snarktank/ralph</a:t>
            </a:r>
            <a:endParaRPr lang="en-US" sz="2400" dirty="0" smtClean="0"/>
          </a:p>
          <a:p>
            <a:r>
              <a:rPr lang="en-US" sz="2400" dirty="0" smtClean="0"/>
              <a:t>Ralph is an autonomous AI agent loop that runs repeatedly until all PRD items are complete. 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12158</TotalTime>
  <Words>102</Words>
  <Application>Microsoft Office PowerPoint</Application>
  <PresentationFormat>On-screen Show (4:3)</PresentationFormat>
  <Paragraphs>27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Claude Code for Project Managers</vt:lpstr>
      <vt:lpstr>Objectives</vt:lpstr>
      <vt:lpstr>Contents</vt:lpstr>
      <vt:lpstr>References</vt:lpstr>
      <vt:lpstr>Slide 5</vt:lpstr>
      <vt:lpstr>1. Install product-management Skill</vt:lpstr>
      <vt:lpstr>2. Install a Skill</vt:lpstr>
      <vt:lpstr>2. Install Ralph</vt:lpstr>
      <vt:lpstr>Slide 9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4222</cp:revision>
  <dcterms:created xsi:type="dcterms:W3CDTF">2007-10-06T08:25:13Z</dcterms:created>
  <dcterms:modified xsi:type="dcterms:W3CDTF">2026-07-19T19:24:25Z</dcterms:modified>
</cp:coreProperties>
</file>