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331" r:id="rId2"/>
    <p:sldId id="332" r:id="rId3"/>
    <p:sldId id="333" r:id="rId4"/>
    <p:sldId id="334" r:id="rId5"/>
    <p:sldId id="342" r:id="rId6"/>
    <p:sldId id="343" r:id="rId7"/>
    <p:sldId id="344" r:id="rId8"/>
    <p:sldId id="335" r:id="rId9"/>
    <p:sldId id="336" r:id="rId10"/>
    <p:sldId id="337" r:id="rId11"/>
    <p:sldId id="339" r:id="rId12"/>
    <p:sldId id="338" r:id="rId13"/>
    <p:sldId id="340" r:id="rId14"/>
    <p:sldId id="308" r:id="rId1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408" autoAdjust="0"/>
    <p:restoredTop sz="94660"/>
  </p:normalViewPr>
  <p:slideViewPr>
    <p:cSldViewPr>
      <p:cViewPr>
        <p:scale>
          <a:sx n="50" d="100"/>
          <a:sy n="50" d="100"/>
        </p:scale>
        <p:origin x="-1480" y="-4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65A07A-007E-44B5-AC55-C7CD3A7B6CED}" type="datetimeFigureOut">
              <a:rPr lang="en-US" smtClean="0"/>
              <a:pPr/>
              <a:t>8/16/2026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2E358A-5D9E-41D2-87EA-8870B3ACE20E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3</a:t>
            </a:fld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1A23D-F085-49F6-8F45-AC65895BA8C4}" type="datetimeFigureOut">
              <a:rPr lang="en-US" smtClean="0"/>
              <a:pPr/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489-9F3D-4B2B-A182-5525EEA24BC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1A23D-F085-49F6-8F45-AC65895BA8C4}" type="datetimeFigureOut">
              <a:rPr lang="en-US" smtClean="0"/>
              <a:pPr/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489-9F3D-4B2B-A182-5525EEA24BC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1A23D-F085-49F6-8F45-AC65895BA8C4}" type="datetimeFigureOut">
              <a:rPr lang="en-US" smtClean="0"/>
              <a:pPr/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489-9F3D-4B2B-A182-5525EEA24BC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1A23D-F085-49F6-8F45-AC65895BA8C4}" type="datetimeFigureOut">
              <a:rPr lang="en-US" smtClean="0"/>
              <a:pPr/>
              <a:t>8/16/2026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489-9F3D-4B2B-A182-5525EEA24BC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1A23D-F085-49F6-8F45-AC65895BA8C4}" type="datetimeFigureOut">
              <a:rPr lang="en-US" smtClean="0"/>
              <a:pPr/>
              <a:t>8/16/2026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489-9F3D-4B2B-A182-5525EEA24BC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1A23D-F085-49F6-8F45-AC65895BA8C4}" type="datetimeFigureOut">
              <a:rPr lang="en-US" smtClean="0"/>
              <a:pPr/>
              <a:t>8/16/2026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489-9F3D-4B2B-A182-5525EEA24BC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1A23D-F085-49F6-8F45-AC65895BA8C4}" type="datetimeFigureOut">
              <a:rPr lang="en-US" smtClean="0"/>
              <a:pPr/>
              <a:t>8/16/2026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489-9F3D-4B2B-A182-5525EEA24BC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1A23D-F085-49F6-8F45-AC65895BA8C4}" type="datetimeFigureOut">
              <a:rPr lang="en-US" smtClean="0"/>
              <a:pPr/>
              <a:t>8/16/2026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489-9F3D-4B2B-A182-5525EEA24BC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1A23D-F085-49F6-8F45-AC65895BA8C4}" type="datetimeFigureOut">
              <a:rPr lang="en-US" smtClean="0"/>
              <a:pPr/>
              <a:t>8/16/2026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489-9F3D-4B2B-A182-5525EEA24BC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1A23D-F085-49F6-8F45-AC65895BA8C4}" type="datetimeFigureOut">
              <a:rPr lang="en-US" smtClean="0"/>
              <a:pPr/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489-9F3D-4B2B-A182-5525EEA24BC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1A23D-F085-49F6-8F45-AC65895BA8C4}" type="datetimeFigureOut">
              <a:rPr lang="en-US" smtClean="0"/>
              <a:pPr/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489-9F3D-4B2B-A182-5525EEA24BC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41A23D-F085-49F6-8F45-AC65895BA8C4}" type="datetimeFigureOut">
              <a:rPr lang="en-US" smtClean="0"/>
              <a:pPr/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AF0489-9F3D-4B2B-A182-5525EEA24BC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rikis98/devops-book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r>
              <a:rPr lang="en-US" sz="6000" dirty="0" smtClean="0"/>
              <a:t>Deployment 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25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88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72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72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72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72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7200" dirty="0" smtClean="0">
                <a:hlinkClick r:id="rId2"/>
              </a:rPr>
              <a:t>nhbien@fit.hcmus.edu.vn</a:t>
            </a:r>
            <a:endParaRPr lang="en-US" sz="72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905001"/>
            <a:ext cx="5562600" cy="4114799"/>
          </a:xfrm>
        </p:spPr>
        <p:txBody>
          <a:bodyPr>
            <a:no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400" dirty="0" smtClean="0"/>
              <a:t>To implement </a:t>
            </a:r>
            <a:r>
              <a:rPr lang="en-US" sz="2400" i="1" dirty="0" smtClean="0">
                <a:solidFill>
                  <a:srgbClr val="C00000"/>
                </a:solidFill>
              </a:rPr>
              <a:t>continuous delivery</a:t>
            </a:r>
            <a:r>
              <a:rPr lang="en-US" sz="2400" dirty="0" smtClean="0"/>
              <a:t>.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924550" y="24384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88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67450" y="1809750"/>
            <a:ext cx="2724150" cy="413385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5715000" cy="4724400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dirty="0" err="1" smtClean="0"/>
              <a:t>Julien</a:t>
            </a:r>
            <a:r>
              <a:rPr lang="en-US" sz="2400" dirty="0" smtClean="0"/>
              <a:t> </a:t>
            </a:r>
            <a:r>
              <a:rPr lang="en-US" sz="2400" dirty="0" err="1" smtClean="0"/>
              <a:t>Vehent</a:t>
            </a:r>
            <a:r>
              <a:rPr lang="en-US" sz="2400" dirty="0" smtClean="0"/>
              <a:t> (2018). Securing </a:t>
            </a:r>
            <a:r>
              <a:rPr lang="en-US" sz="2400" dirty="0" err="1" smtClean="0"/>
              <a:t>DevOps</a:t>
            </a:r>
            <a:r>
              <a:rPr lang="en-US" sz="2400" dirty="0" smtClean="0"/>
              <a:t>. Manning </a:t>
            </a:r>
            <a:r>
              <a:rPr lang="en-US" sz="2400" dirty="0" smtClean="0"/>
              <a:t>Publications.</a:t>
            </a:r>
            <a:endParaRPr lang="en-US" sz="2400" dirty="0" smtClean="0"/>
          </a:p>
          <a:p>
            <a:pPr marL="457200" indent="-457200">
              <a:buFont typeface="+mj-lt"/>
              <a:buAutoNum type="arabicPeriod"/>
            </a:pPr>
            <a:r>
              <a:rPr lang="en-US" sz="2400" dirty="0" err="1" smtClean="0"/>
              <a:t>Yevgeniy</a:t>
            </a:r>
            <a:r>
              <a:rPr lang="en-US" sz="2400" dirty="0" smtClean="0"/>
              <a:t> </a:t>
            </a:r>
            <a:r>
              <a:rPr lang="en-US" sz="2400" dirty="0" err="1" smtClean="0"/>
              <a:t>Brikman</a:t>
            </a:r>
            <a:r>
              <a:rPr lang="en-US" sz="2400" dirty="0" smtClean="0"/>
              <a:t> (2025). Fundamentals of </a:t>
            </a:r>
            <a:r>
              <a:rPr lang="en-US" sz="2400" dirty="0" err="1" smtClean="0"/>
              <a:t>DevOps</a:t>
            </a:r>
            <a:r>
              <a:rPr lang="en-US" sz="2400" dirty="0" smtClean="0"/>
              <a:t> and Software Delivery. O'Reilly Media.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What is </a:t>
            </a:r>
            <a:r>
              <a:rPr lang="en-US" dirty="0" err="1" smtClean="0"/>
              <a:t>DevOps</a:t>
            </a:r>
            <a:r>
              <a:rPr lang="en-US" dirty="0" smtClean="0"/>
              <a:t>?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 err="1" smtClean="0"/>
              <a:t>DevOps</a:t>
            </a:r>
            <a:r>
              <a:rPr lang="en-US" sz="2400" dirty="0" smtClean="0"/>
              <a:t> is the process of continuously improving software products through rapid release cycles, global automation of integration and delivery pipelines, and close collaboration between teams.</a:t>
            </a:r>
          </a:p>
          <a:p>
            <a:r>
              <a:rPr lang="en-US" sz="2400" dirty="0" smtClean="0"/>
              <a:t>The goal of </a:t>
            </a:r>
            <a:r>
              <a:rPr lang="en-US" sz="2400" dirty="0" err="1" smtClean="0"/>
              <a:t>DevOps</a:t>
            </a:r>
            <a:r>
              <a:rPr lang="en-US" sz="2400" dirty="0" smtClean="0"/>
              <a:t> is to shorten the time and reduce the cost of transforming an idea into a product that customers use.</a:t>
            </a:r>
          </a:p>
          <a:p>
            <a:r>
              <a:rPr lang="en-US" sz="2400" dirty="0" err="1" smtClean="0"/>
              <a:t>DevOps</a:t>
            </a:r>
            <a:r>
              <a:rPr lang="en-US" sz="2400" dirty="0" smtClean="0"/>
              <a:t> makes heavy use of </a:t>
            </a:r>
            <a:r>
              <a:rPr lang="en-US" sz="2400" i="1" dirty="0" smtClean="0">
                <a:solidFill>
                  <a:srgbClr val="C00000"/>
                </a:solidFill>
              </a:rPr>
              <a:t>automated processes</a:t>
            </a:r>
            <a:r>
              <a:rPr lang="en-US" sz="2400" dirty="0" smtClean="0"/>
              <a:t> to speed up development and deployment</a:t>
            </a:r>
            <a:r>
              <a:rPr lang="en-US" sz="2400" dirty="0" smtClean="0"/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Traditional </a:t>
            </a:r>
            <a:r>
              <a:rPr lang="en-US" dirty="0" smtClean="0"/>
              <a:t>Software-building Approach </a:t>
            </a:r>
            <a:r>
              <a:rPr lang="en-US" dirty="0" smtClean="0"/>
              <a:t>vs. </a:t>
            </a:r>
            <a:r>
              <a:rPr lang="en-US" dirty="0" err="1" smtClean="0"/>
              <a:t>DevOps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 smtClean="0"/>
              <a:t>8 days vs. 2 days.</a:t>
            </a:r>
            <a:endParaRPr lang="en-US" sz="24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84225" y="2133600"/>
            <a:ext cx="7575550" cy="3867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tangle 4"/>
          <p:cNvSpPr/>
          <p:nvPr/>
        </p:nvSpPr>
        <p:spPr>
          <a:xfrm>
            <a:off x="5257800" y="4191000"/>
            <a:ext cx="3657600" cy="206210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600" dirty="0" smtClean="0"/>
              <a:t>With </a:t>
            </a:r>
            <a:r>
              <a:rPr lang="en-US" sz="1600" dirty="0" err="1" smtClean="0"/>
              <a:t>DevOps</a:t>
            </a:r>
            <a:r>
              <a:rPr lang="en-US" sz="1600" dirty="0" smtClean="0"/>
              <a:t>, developers can release new versions of their software, test them, and deploy them to customers in as little as a few hours. That doesn’t mean versions are always released that quickly, and it can take time to do proper quality assurance (QA), but </a:t>
            </a:r>
            <a:r>
              <a:rPr lang="en-US" sz="1600" dirty="0" err="1" smtClean="0"/>
              <a:t>DevOps</a:t>
            </a:r>
            <a:r>
              <a:rPr lang="en-US" sz="1600" dirty="0" smtClean="0"/>
              <a:t> provides the ability to move quickly if needed.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</a:t>
            </a:r>
            <a:r>
              <a:rPr lang="en-US" dirty="0" smtClean="0"/>
              <a:t>Key Components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200" dirty="0" smtClean="0"/>
              <a:t>Continuous integration (CI), continuous delivery (CD), and infrastructure as a service (</a:t>
            </a:r>
            <a:r>
              <a:rPr lang="en-US" sz="2200" dirty="0" err="1" smtClean="0"/>
              <a:t>IaaS</a:t>
            </a:r>
            <a:r>
              <a:rPr lang="en-US" sz="2200" dirty="0" smtClean="0"/>
              <a:t>) form an automated pipeline that allows </a:t>
            </a:r>
            <a:r>
              <a:rPr lang="en-US" sz="2200" dirty="0" err="1" smtClean="0"/>
              <a:t>DevOps</a:t>
            </a:r>
            <a:r>
              <a:rPr lang="en-US" sz="2200" dirty="0" smtClean="0"/>
              <a:t> to speed up the process of testing and deploying software.</a:t>
            </a:r>
            <a:endParaRPr lang="en-US" sz="22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71600" y="3124200"/>
            <a:ext cx="6670675" cy="2987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Deploy an App via </a:t>
            </a:r>
            <a:r>
              <a:rPr lang="en-US" dirty="0" err="1" smtClean="0"/>
              <a:t>PaaS</a:t>
            </a:r>
            <a:r>
              <a:rPr lang="en-US" dirty="0" smtClean="0"/>
              <a:t> (Render)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Deploy an App via </a:t>
            </a:r>
            <a:r>
              <a:rPr lang="en-US" dirty="0" err="1" smtClean="0"/>
              <a:t>IaaS</a:t>
            </a:r>
            <a:r>
              <a:rPr lang="en-US" dirty="0" smtClean="0"/>
              <a:t> (AWS)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DevOps</a:t>
            </a:r>
            <a:r>
              <a:rPr lang="en-US" dirty="0" smtClean="0"/>
              <a:t> (I</a:t>
            </a:r>
            <a:r>
              <a:rPr lang="en-US" smtClean="0"/>
              <a:t>) </a:t>
            </a:r>
            <a:r>
              <a:rPr lang="en-US" smtClean="0"/>
              <a:t>[2]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00288" y="2219325"/>
            <a:ext cx="4543425" cy="3190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DevOps</a:t>
            </a:r>
            <a:r>
              <a:rPr lang="en-US" dirty="0" smtClean="0"/>
              <a:t>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76475" y="1647825"/>
            <a:ext cx="4591050" cy="4448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DevOps</a:t>
            </a:r>
            <a:r>
              <a:rPr lang="en-US" dirty="0" smtClean="0"/>
              <a:t> (III)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67000" y="1600200"/>
            <a:ext cx="3207068" cy="46516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hlinkClick r:id="rId2"/>
              </a:rPr>
              <a:t>https://github.com/brikis98/devops-book</a:t>
            </a:r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</a:t>
            </a:r>
            <a:r>
              <a:rPr lang="en-US" smtClean="0"/>
              <a:t>You Again</a:t>
            </a:r>
            <a:endParaRPr lang="en-US" dirty="0" smtClean="0"/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2760</TotalTime>
  <Words>289</Words>
  <Application>Microsoft Office PowerPoint</Application>
  <PresentationFormat>On-screen Show (4:3)</PresentationFormat>
  <Paragraphs>31</Paragraphs>
  <Slides>14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Office Theme</vt:lpstr>
      <vt:lpstr>Deployment Management</vt:lpstr>
      <vt:lpstr>Objectives</vt:lpstr>
      <vt:lpstr>Contents</vt:lpstr>
      <vt:lpstr>References</vt:lpstr>
      <vt:lpstr>What is DevOps? [1]</vt:lpstr>
      <vt:lpstr>Traditional Software-building Approach vs. DevOps</vt:lpstr>
      <vt:lpstr>The Key Components</vt:lpstr>
      <vt:lpstr>Deploy an App via PaaS (Render)</vt:lpstr>
      <vt:lpstr>Deploy an App via IaaS (AWS)</vt:lpstr>
      <vt:lpstr>DevOps (I) [2]</vt:lpstr>
      <vt:lpstr>DevOps (II)</vt:lpstr>
      <vt:lpstr>DevOps (III)</vt:lpstr>
      <vt:lpstr>Code</vt:lpstr>
      <vt:lpstr>Thank You &amp; See You Again</vt:lpstr>
    </vt:vector>
  </TitlesOfParts>
  <Company>Huy 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NAnt</dc:title>
  <dc:creator>Ngo Huy Bien</dc:creator>
  <cp:lastModifiedBy>Ngo Huy Bien</cp:lastModifiedBy>
  <cp:revision>1020</cp:revision>
  <dcterms:created xsi:type="dcterms:W3CDTF">2008-11-17T17:52:14Z</dcterms:created>
  <dcterms:modified xsi:type="dcterms:W3CDTF">2026-08-16T18:53:21Z</dcterms:modified>
</cp:coreProperties>
</file>