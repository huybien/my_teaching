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9" r:id="rId9"/>
    <p:sldId id="338" r:id="rId10"/>
    <p:sldId id="340" r:id="rId11"/>
    <p:sldId id="30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08" autoAdjust="0"/>
    <p:restoredTop sz="94660"/>
  </p:normalViewPr>
  <p:slideViewPr>
    <p:cSldViewPr>
      <p:cViewPr>
        <p:scale>
          <a:sx n="50" d="100"/>
          <a:sy n="50" d="100"/>
        </p:scale>
        <p:origin x="-1480" y="-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5A07A-007E-44B5-AC55-C7CD3A7B6CED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E358A-5D9E-41D2-87EA-8870B3ACE20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A23D-F085-49F6-8F45-AC65895BA8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1A23D-F085-49F6-8F45-AC65895BA8C4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F0489-9F3D-4B2B-A182-5525EEA24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rikis98/devops-book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Deployment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2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88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>
                <a:hlinkClick r:id="rId2"/>
              </a:rPr>
              <a:t>nhbien@fit.hcmus.edu.vn</a:t>
            </a:r>
            <a:endParaRPr lang="en-US" sz="7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implement </a:t>
            </a:r>
            <a:r>
              <a:rPr lang="en-US" sz="2400" i="1" dirty="0" smtClean="0">
                <a:solidFill>
                  <a:srgbClr val="C00000"/>
                </a:solidFill>
              </a:rPr>
              <a:t>continuous delivery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809750"/>
            <a:ext cx="2724150" cy="41338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715000" cy="47244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Yevgeniy</a:t>
            </a:r>
            <a:r>
              <a:rPr lang="en-US" sz="2400" dirty="0" smtClean="0"/>
              <a:t> </a:t>
            </a:r>
            <a:r>
              <a:rPr lang="en-US" sz="2400" dirty="0" err="1" smtClean="0"/>
              <a:t>Brikman</a:t>
            </a:r>
            <a:r>
              <a:rPr lang="en-US" sz="2400" dirty="0" smtClean="0"/>
              <a:t> (2025). Fundamentals of </a:t>
            </a:r>
            <a:r>
              <a:rPr lang="en-US" sz="2400" dirty="0" err="1" smtClean="0"/>
              <a:t>DevOps</a:t>
            </a:r>
            <a:r>
              <a:rPr lang="en-US" sz="2400" dirty="0" smtClean="0"/>
              <a:t> and Software Delivery. O'Reilly Media.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Deploy an App via </a:t>
            </a:r>
            <a:r>
              <a:rPr lang="en-US" dirty="0" err="1" smtClean="0"/>
              <a:t>PaaS</a:t>
            </a:r>
            <a:r>
              <a:rPr lang="en-US" dirty="0" smtClean="0"/>
              <a:t> (Render)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Deploy an App via </a:t>
            </a:r>
            <a:r>
              <a:rPr lang="en-US" dirty="0" err="1" smtClean="0"/>
              <a:t>IaaS</a:t>
            </a:r>
            <a:r>
              <a:rPr lang="en-US" dirty="0" smtClean="0"/>
              <a:t> (AWS)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DevOps</a:t>
            </a:r>
            <a:r>
              <a:rPr lang="en-US" dirty="0" smtClean="0"/>
              <a:t> (I)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0288" y="2219325"/>
            <a:ext cx="4543425" cy="31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DevOps</a:t>
            </a:r>
            <a:r>
              <a:rPr lang="en-US" dirty="0" smtClean="0"/>
              <a:t>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6475" y="1647825"/>
            <a:ext cx="4591050" cy="44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DevOps</a:t>
            </a:r>
            <a:r>
              <a:rPr lang="en-US" dirty="0" smtClean="0"/>
              <a:t>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600200"/>
            <a:ext cx="3207068" cy="4651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https://github.com/brikis98/devops-book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2322</TotalTime>
  <Words>91</Words>
  <Application>Microsoft Office PowerPoint</Application>
  <PresentationFormat>On-screen Show (4:3)</PresentationFormat>
  <Paragraphs>21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Deployment Management</vt:lpstr>
      <vt:lpstr>Objectives</vt:lpstr>
      <vt:lpstr>Contents</vt:lpstr>
      <vt:lpstr>References</vt:lpstr>
      <vt:lpstr>Deploy an App via PaaS (Render)</vt:lpstr>
      <vt:lpstr>Deploy an App via IaaS (AWS)</vt:lpstr>
      <vt:lpstr>DevOps (I) [1]</vt:lpstr>
      <vt:lpstr>DevOps (II)</vt:lpstr>
      <vt:lpstr>DevOps (III)</vt:lpstr>
      <vt:lpstr>Code</vt:lpstr>
      <vt:lpstr>Thank You &amp; See You Again</vt:lpstr>
    </vt:vector>
  </TitlesOfParts>
  <Company>Huy 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NAnt</dc:title>
  <dc:creator>Ngo Huy Bien</dc:creator>
  <cp:lastModifiedBy>Ngo Huy Bien</cp:lastModifiedBy>
  <cp:revision>987</cp:revision>
  <dcterms:created xsi:type="dcterms:W3CDTF">2008-11-17T17:52:14Z</dcterms:created>
  <dcterms:modified xsi:type="dcterms:W3CDTF">2026-08-16T11:35:37Z</dcterms:modified>
</cp:coreProperties>
</file>