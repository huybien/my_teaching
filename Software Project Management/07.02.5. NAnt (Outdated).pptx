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31" r:id="rId2"/>
    <p:sldId id="332" r:id="rId3"/>
    <p:sldId id="333" r:id="rId4"/>
    <p:sldId id="334" r:id="rId5"/>
    <p:sldId id="335" r:id="rId6"/>
    <p:sldId id="267" r:id="rId7"/>
    <p:sldId id="268" r:id="rId8"/>
    <p:sldId id="336" r:id="rId9"/>
    <p:sldId id="260" r:id="rId10"/>
    <p:sldId id="262" r:id="rId11"/>
    <p:sldId id="271" r:id="rId12"/>
    <p:sldId id="261" r:id="rId13"/>
    <p:sldId id="272" r:id="rId14"/>
    <p:sldId id="327" r:id="rId15"/>
    <p:sldId id="273" r:id="rId16"/>
    <p:sldId id="270" r:id="rId17"/>
    <p:sldId id="263" r:id="rId18"/>
    <p:sldId id="274" r:id="rId19"/>
    <p:sldId id="275" r:id="rId20"/>
    <p:sldId id="278" r:id="rId21"/>
    <p:sldId id="279" r:id="rId22"/>
    <p:sldId id="280" r:id="rId23"/>
    <p:sldId id="281" r:id="rId24"/>
    <p:sldId id="282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0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8995" autoAdjust="0"/>
    <p:restoredTop sz="9466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DE1925-2EB1-49B6-AD3B-C6EC64C4DE1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D398649-D9E2-4D6A-B034-9916A16ACE3D}">
      <dgm:prSet phldrT="[Text]"/>
      <dgm:spPr/>
      <dgm:t>
        <a:bodyPr/>
        <a:lstStyle/>
        <a:p>
          <a:r>
            <a:rPr lang="en-US" dirty="0" smtClean="0"/>
            <a:t>XML Script</a:t>
          </a:r>
          <a:endParaRPr lang="en-US" dirty="0"/>
        </a:p>
      </dgm:t>
    </dgm:pt>
    <dgm:pt modelId="{FC43BE0C-5E63-4ACC-97BA-6655B54B4B16}" type="parTrans" cxnId="{7ABF436B-CD16-46DF-BD21-71A8630313B2}">
      <dgm:prSet/>
      <dgm:spPr/>
      <dgm:t>
        <a:bodyPr/>
        <a:lstStyle/>
        <a:p>
          <a:endParaRPr lang="en-US"/>
        </a:p>
      </dgm:t>
    </dgm:pt>
    <dgm:pt modelId="{DF7C490E-BC8A-4D33-9AC6-B11D9A538918}" type="sibTrans" cxnId="{7ABF436B-CD16-46DF-BD21-71A8630313B2}">
      <dgm:prSet/>
      <dgm:spPr/>
      <dgm:t>
        <a:bodyPr/>
        <a:lstStyle/>
        <a:p>
          <a:endParaRPr lang="en-US"/>
        </a:p>
      </dgm:t>
    </dgm:pt>
    <dgm:pt modelId="{C1282E57-112F-43C1-810E-3B2458F68AD6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err="1" smtClean="0"/>
            <a:t>NAnt</a:t>
          </a:r>
          <a:endParaRPr lang="en-US" dirty="0"/>
        </a:p>
      </dgm:t>
    </dgm:pt>
    <dgm:pt modelId="{04F5DEF7-264B-4607-908A-B7281E09BFCB}" type="parTrans" cxnId="{4540577D-104D-4579-9F6C-8C6A08178B58}">
      <dgm:prSet/>
      <dgm:spPr/>
      <dgm:t>
        <a:bodyPr/>
        <a:lstStyle/>
        <a:p>
          <a:endParaRPr lang="en-US"/>
        </a:p>
      </dgm:t>
    </dgm:pt>
    <dgm:pt modelId="{74C28B8B-EB30-45C5-8882-2BF5E603A3C8}" type="sibTrans" cxnId="{4540577D-104D-4579-9F6C-8C6A08178B58}">
      <dgm:prSet/>
      <dgm:spPr/>
      <dgm:t>
        <a:bodyPr/>
        <a:lstStyle/>
        <a:p>
          <a:endParaRPr lang="en-US"/>
        </a:p>
      </dgm:t>
    </dgm:pt>
    <dgm:pt modelId="{6778F527-BD1E-40DF-B532-CA58CFB33AAB}">
      <dgm:prSet phldrT="[Text]"/>
      <dgm:spPr>
        <a:solidFill>
          <a:schemeClr val="accent3"/>
        </a:solidFill>
      </dgm:spPr>
      <dgm:t>
        <a:bodyPr/>
        <a:lstStyle/>
        <a:p>
          <a:r>
            <a:rPr lang="en-US" i="0" dirty="0" smtClean="0">
              <a:solidFill>
                <a:schemeClr val="bg1"/>
              </a:solidFill>
            </a:rPr>
            <a:t>Software Build </a:t>
          </a:r>
          <a:endParaRPr lang="en-US" i="0" dirty="0"/>
        </a:p>
      </dgm:t>
    </dgm:pt>
    <dgm:pt modelId="{CDB09577-85E6-4B4E-A850-0AA3D42B17CE}" type="parTrans" cxnId="{398492D5-3EBC-4F18-A189-041921AA1ECF}">
      <dgm:prSet/>
      <dgm:spPr/>
      <dgm:t>
        <a:bodyPr/>
        <a:lstStyle/>
        <a:p>
          <a:endParaRPr lang="en-US"/>
        </a:p>
      </dgm:t>
    </dgm:pt>
    <dgm:pt modelId="{3D196D66-7C1D-4FE6-9F4B-46A406F8A0A7}" type="sibTrans" cxnId="{398492D5-3EBC-4F18-A189-041921AA1ECF}">
      <dgm:prSet/>
      <dgm:spPr/>
      <dgm:t>
        <a:bodyPr/>
        <a:lstStyle/>
        <a:p>
          <a:endParaRPr lang="en-US"/>
        </a:p>
      </dgm:t>
    </dgm:pt>
    <dgm:pt modelId="{D3519AAE-BB2C-4783-ACAC-D7B0603D9EDD}" type="pres">
      <dgm:prSet presAssocID="{68DE1925-2EB1-49B6-AD3B-C6EC64C4DE12}" presName="Name0" presStyleCnt="0">
        <dgm:presLayoutVars>
          <dgm:dir/>
          <dgm:resizeHandles val="exact"/>
        </dgm:presLayoutVars>
      </dgm:prSet>
      <dgm:spPr/>
    </dgm:pt>
    <dgm:pt modelId="{022BA7C4-B1FE-4A96-AF95-1B40148512F5}" type="pres">
      <dgm:prSet presAssocID="{AD398649-D9E2-4D6A-B034-9916A16ACE3D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CDD471-9C5C-46D0-9558-4F4E50FDAE5F}" type="pres">
      <dgm:prSet presAssocID="{DF7C490E-BC8A-4D33-9AC6-B11D9A538918}" presName="sibTrans" presStyleLbl="sibTrans2D1" presStyleIdx="0" presStyleCnt="2"/>
      <dgm:spPr/>
      <dgm:t>
        <a:bodyPr/>
        <a:lstStyle/>
        <a:p>
          <a:endParaRPr lang="en-US"/>
        </a:p>
      </dgm:t>
    </dgm:pt>
    <dgm:pt modelId="{6B9AC394-BF6E-420C-8B7A-AB63F13AAFBA}" type="pres">
      <dgm:prSet presAssocID="{DF7C490E-BC8A-4D33-9AC6-B11D9A538918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874708FB-C8C7-4853-B644-18164B53E466}" type="pres">
      <dgm:prSet presAssocID="{C1282E57-112F-43C1-810E-3B2458F68AD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3B38FF-1D2C-480E-8533-6EDDA99D0D5C}" type="pres">
      <dgm:prSet presAssocID="{74C28B8B-EB30-45C5-8882-2BF5E603A3C8}" presName="sibTrans" presStyleLbl="sibTrans2D1" presStyleIdx="1" presStyleCnt="2"/>
      <dgm:spPr/>
      <dgm:t>
        <a:bodyPr/>
        <a:lstStyle/>
        <a:p>
          <a:endParaRPr lang="en-US"/>
        </a:p>
      </dgm:t>
    </dgm:pt>
    <dgm:pt modelId="{63E3F4D8-BBAC-432B-8260-EC24017774BF}" type="pres">
      <dgm:prSet presAssocID="{74C28B8B-EB30-45C5-8882-2BF5E603A3C8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71E448F3-8A8C-4AFC-AA32-239A988148E3}" type="pres">
      <dgm:prSet presAssocID="{6778F527-BD1E-40DF-B532-CA58CFB33AAB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3CD9C2B-B956-44AD-A778-3311C5CD96B4}" type="presOf" srcId="{AD398649-D9E2-4D6A-B034-9916A16ACE3D}" destId="{022BA7C4-B1FE-4A96-AF95-1B40148512F5}" srcOrd="0" destOrd="0" presId="urn:microsoft.com/office/officeart/2005/8/layout/process1"/>
    <dgm:cxn modelId="{2664EF48-CBA8-413F-B83D-803CAF3004A1}" type="presOf" srcId="{6778F527-BD1E-40DF-B532-CA58CFB33AAB}" destId="{71E448F3-8A8C-4AFC-AA32-239A988148E3}" srcOrd="0" destOrd="0" presId="urn:microsoft.com/office/officeart/2005/8/layout/process1"/>
    <dgm:cxn modelId="{1278A7A5-B3DF-4181-9C2B-7662D0741757}" type="presOf" srcId="{DF7C490E-BC8A-4D33-9AC6-B11D9A538918}" destId="{6B9AC394-BF6E-420C-8B7A-AB63F13AAFBA}" srcOrd="1" destOrd="0" presId="urn:microsoft.com/office/officeart/2005/8/layout/process1"/>
    <dgm:cxn modelId="{E942497D-1C68-403C-80B3-E6C9DC946666}" type="presOf" srcId="{DF7C490E-BC8A-4D33-9AC6-B11D9A538918}" destId="{31CDD471-9C5C-46D0-9558-4F4E50FDAE5F}" srcOrd="0" destOrd="0" presId="urn:microsoft.com/office/officeart/2005/8/layout/process1"/>
    <dgm:cxn modelId="{7ABF436B-CD16-46DF-BD21-71A8630313B2}" srcId="{68DE1925-2EB1-49B6-AD3B-C6EC64C4DE12}" destId="{AD398649-D9E2-4D6A-B034-9916A16ACE3D}" srcOrd="0" destOrd="0" parTransId="{FC43BE0C-5E63-4ACC-97BA-6655B54B4B16}" sibTransId="{DF7C490E-BC8A-4D33-9AC6-B11D9A538918}"/>
    <dgm:cxn modelId="{CFFDCE23-2662-4E22-A349-F4C079004268}" type="presOf" srcId="{74C28B8B-EB30-45C5-8882-2BF5E603A3C8}" destId="{543B38FF-1D2C-480E-8533-6EDDA99D0D5C}" srcOrd="0" destOrd="0" presId="urn:microsoft.com/office/officeart/2005/8/layout/process1"/>
    <dgm:cxn modelId="{169B5DB5-F389-4CE3-889D-30D1DD505DEF}" type="presOf" srcId="{C1282E57-112F-43C1-810E-3B2458F68AD6}" destId="{874708FB-C8C7-4853-B644-18164B53E466}" srcOrd="0" destOrd="0" presId="urn:microsoft.com/office/officeart/2005/8/layout/process1"/>
    <dgm:cxn modelId="{4540577D-104D-4579-9F6C-8C6A08178B58}" srcId="{68DE1925-2EB1-49B6-AD3B-C6EC64C4DE12}" destId="{C1282E57-112F-43C1-810E-3B2458F68AD6}" srcOrd="1" destOrd="0" parTransId="{04F5DEF7-264B-4607-908A-B7281E09BFCB}" sibTransId="{74C28B8B-EB30-45C5-8882-2BF5E603A3C8}"/>
    <dgm:cxn modelId="{54A3A6F9-F938-4FF0-8FA7-01A53C582A4F}" type="presOf" srcId="{74C28B8B-EB30-45C5-8882-2BF5E603A3C8}" destId="{63E3F4D8-BBAC-432B-8260-EC24017774BF}" srcOrd="1" destOrd="0" presId="urn:microsoft.com/office/officeart/2005/8/layout/process1"/>
    <dgm:cxn modelId="{398492D5-3EBC-4F18-A189-041921AA1ECF}" srcId="{68DE1925-2EB1-49B6-AD3B-C6EC64C4DE12}" destId="{6778F527-BD1E-40DF-B532-CA58CFB33AAB}" srcOrd="2" destOrd="0" parTransId="{CDB09577-85E6-4B4E-A850-0AA3D42B17CE}" sibTransId="{3D196D66-7C1D-4FE6-9F4B-46A406F8A0A7}"/>
    <dgm:cxn modelId="{AD56F68D-347F-4420-A09A-18C40F9E3B6A}" type="presOf" srcId="{68DE1925-2EB1-49B6-AD3B-C6EC64C4DE12}" destId="{D3519AAE-BB2C-4783-ACAC-D7B0603D9EDD}" srcOrd="0" destOrd="0" presId="urn:microsoft.com/office/officeart/2005/8/layout/process1"/>
    <dgm:cxn modelId="{CAA88B5E-82B8-4D4A-B28D-B04E81E8A0D5}" type="presParOf" srcId="{D3519AAE-BB2C-4783-ACAC-D7B0603D9EDD}" destId="{022BA7C4-B1FE-4A96-AF95-1B40148512F5}" srcOrd="0" destOrd="0" presId="urn:microsoft.com/office/officeart/2005/8/layout/process1"/>
    <dgm:cxn modelId="{52268257-EC90-4F5F-BBF4-A03F9B557071}" type="presParOf" srcId="{D3519AAE-BB2C-4783-ACAC-D7B0603D9EDD}" destId="{31CDD471-9C5C-46D0-9558-4F4E50FDAE5F}" srcOrd="1" destOrd="0" presId="urn:microsoft.com/office/officeart/2005/8/layout/process1"/>
    <dgm:cxn modelId="{1873831B-0B0B-4A2F-A6A3-912F38C21610}" type="presParOf" srcId="{31CDD471-9C5C-46D0-9558-4F4E50FDAE5F}" destId="{6B9AC394-BF6E-420C-8B7A-AB63F13AAFBA}" srcOrd="0" destOrd="0" presId="urn:microsoft.com/office/officeart/2005/8/layout/process1"/>
    <dgm:cxn modelId="{AE49FF67-C384-4EF2-96C7-4998044F3306}" type="presParOf" srcId="{D3519AAE-BB2C-4783-ACAC-D7B0603D9EDD}" destId="{874708FB-C8C7-4853-B644-18164B53E466}" srcOrd="2" destOrd="0" presId="urn:microsoft.com/office/officeart/2005/8/layout/process1"/>
    <dgm:cxn modelId="{9B70C51D-3A74-40DA-80AA-F820191F7B4A}" type="presParOf" srcId="{D3519AAE-BB2C-4783-ACAC-D7B0603D9EDD}" destId="{543B38FF-1D2C-480E-8533-6EDDA99D0D5C}" srcOrd="3" destOrd="0" presId="urn:microsoft.com/office/officeart/2005/8/layout/process1"/>
    <dgm:cxn modelId="{0C5A5E84-1C63-4EAF-9066-0E4D39EAA022}" type="presParOf" srcId="{543B38FF-1D2C-480E-8533-6EDDA99D0D5C}" destId="{63E3F4D8-BBAC-432B-8260-EC24017774BF}" srcOrd="0" destOrd="0" presId="urn:microsoft.com/office/officeart/2005/8/layout/process1"/>
    <dgm:cxn modelId="{DBE66E67-9A09-4247-812E-38B0B419F7AF}" type="presParOf" srcId="{D3519AAE-BB2C-4783-ACAC-D7B0603D9EDD}" destId="{71E448F3-8A8C-4AFC-AA32-239A988148E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2BA7C4-B1FE-4A96-AF95-1B40148512F5}">
      <dsp:nvSpPr>
        <dsp:cNvPr id="0" name=""/>
        <dsp:cNvSpPr/>
      </dsp:nvSpPr>
      <dsp:spPr>
        <a:xfrm>
          <a:off x="7233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XML Script</a:t>
          </a:r>
          <a:endParaRPr lang="en-US" sz="3400" kern="1200" dirty="0"/>
        </a:p>
      </dsp:txBody>
      <dsp:txXfrm>
        <a:off x="7233" y="113436"/>
        <a:ext cx="2161877" cy="1297126"/>
      </dsp:txXfrm>
    </dsp:sp>
    <dsp:sp modelId="{31CDD471-9C5C-46D0-9558-4F4E50FDAE5F}">
      <dsp:nvSpPr>
        <dsp:cNvPr id="0" name=""/>
        <dsp:cNvSpPr/>
      </dsp:nvSpPr>
      <dsp:spPr>
        <a:xfrm>
          <a:off x="2385298" y="493927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2385298" y="493927"/>
        <a:ext cx="458317" cy="536145"/>
      </dsp:txXfrm>
    </dsp:sp>
    <dsp:sp modelId="{874708FB-C8C7-4853-B644-18164B53E466}">
      <dsp:nvSpPr>
        <dsp:cNvPr id="0" name=""/>
        <dsp:cNvSpPr/>
      </dsp:nvSpPr>
      <dsp:spPr>
        <a:xfrm>
          <a:off x="3033861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err="1" smtClean="0"/>
            <a:t>NAnt</a:t>
          </a:r>
          <a:endParaRPr lang="en-US" sz="3400" kern="1200" dirty="0"/>
        </a:p>
      </dsp:txBody>
      <dsp:txXfrm>
        <a:off x="3033861" y="113436"/>
        <a:ext cx="2161877" cy="1297126"/>
      </dsp:txXfrm>
    </dsp:sp>
    <dsp:sp modelId="{543B38FF-1D2C-480E-8533-6EDDA99D0D5C}">
      <dsp:nvSpPr>
        <dsp:cNvPr id="0" name=""/>
        <dsp:cNvSpPr/>
      </dsp:nvSpPr>
      <dsp:spPr>
        <a:xfrm>
          <a:off x="5411926" y="493927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5411926" y="493927"/>
        <a:ext cx="458317" cy="536145"/>
      </dsp:txXfrm>
    </dsp:sp>
    <dsp:sp modelId="{71E448F3-8A8C-4AFC-AA32-239A988148E3}">
      <dsp:nvSpPr>
        <dsp:cNvPr id="0" name=""/>
        <dsp:cNvSpPr/>
      </dsp:nvSpPr>
      <dsp:spPr>
        <a:xfrm>
          <a:off x="6060489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i="0" kern="1200" dirty="0" smtClean="0">
              <a:solidFill>
                <a:schemeClr val="bg1"/>
              </a:solidFill>
            </a:rPr>
            <a:t>Software Build </a:t>
          </a:r>
          <a:endParaRPr lang="en-US" sz="3400" i="0" kern="1200" dirty="0"/>
        </a:p>
      </dsp:txBody>
      <dsp:txXfrm>
        <a:off x="6060489" y="113436"/>
        <a:ext cx="2161877" cy="1297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A07A-007E-44B5-AC55-C7CD3A7B6CED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E358A-5D9E-41D2-87EA-8870B3ACE2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2E358A-5D9E-41D2-87EA-8870B3ACE20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2E358A-5D9E-41D2-87EA-8870B3ACE20E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nant.sourceforge.ne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technet.microsoft.com/en-us/sysinternals/bb897553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err="1" smtClean="0"/>
              <a:t>NAnt</a:t>
            </a:r>
            <a:r>
              <a:rPr lang="en-US" sz="6000" dirty="0" smtClean="0"/>
              <a:t> (Outdated)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200" dirty="0" smtClean="0"/>
              <a:t>Marc Holmes (2005). Expert .NET Delivery Using </a:t>
            </a:r>
            <a:r>
              <a:rPr lang="en-US" sz="2200" dirty="0" err="1" smtClean="0"/>
              <a:t>NAnt</a:t>
            </a:r>
            <a:r>
              <a:rPr lang="en-US" sz="2200" dirty="0" smtClean="0"/>
              <a:t> and CruiseControl.NET. </a:t>
            </a:r>
            <a:r>
              <a:rPr lang="en-US" sz="2200" dirty="0" err="1" smtClean="0"/>
              <a:t>Apress</a:t>
            </a:r>
            <a:r>
              <a:rPr lang="en-US" sz="22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NAnt</a:t>
            </a:r>
            <a:r>
              <a:rPr lang="en-US" dirty="0" smtClean="0"/>
              <a:t>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https://nant.sourceforge.net/</a:t>
            </a:r>
            <a:endParaRPr lang="en-US" sz="2400" dirty="0" smtClean="0"/>
          </a:p>
          <a:p>
            <a:r>
              <a:rPr lang="en-US" sz="2400" dirty="0" err="1" smtClean="0"/>
              <a:t>NAnt</a:t>
            </a:r>
            <a:r>
              <a:rPr lang="en-US" sz="2400" dirty="0" smtClean="0"/>
              <a:t> is a free .NET build tool.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NAnt</a:t>
            </a:r>
            <a:r>
              <a:rPr lang="en-US" dirty="0" smtClean="0"/>
              <a:t> Core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0650" y="3400425"/>
            <a:ext cx="63627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Diagram 3"/>
          <p:cNvGraphicFramePr/>
          <p:nvPr/>
        </p:nvGraphicFramePr>
        <p:xfrm>
          <a:off x="381000" y="1524000"/>
          <a:ext cx="8229600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NAnt Script/Build Script/Build File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828800"/>
            <a:ext cx="5781675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Running Build File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362200"/>
            <a:ext cx="63627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Project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4419600"/>
          <a:ext cx="80772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51054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name of the project.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default target to use when no target is supplied.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basedir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base directory from which all path calculations are done. Current directory is the default.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34000" y="1295400"/>
            <a:ext cx="3657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The </a:t>
            </a:r>
            <a:r>
              <a:rPr lang="en-US" sz="2000" u="sng" dirty="0" smtClean="0"/>
              <a:t>root node</a:t>
            </a:r>
            <a:r>
              <a:rPr lang="en-US" sz="2000" dirty="0" smtClean="0"/>
              <a:t> of a build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Can contain any number of &lt;property&gt; nodes, &lt;task&gt; nodes, and &lt;target&gt; nodes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95400"/>
            <a:ext cx="472440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3429000"/>
            <a:ext cx="23145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1200" y="2895600"/>
            <a:ext cx="6315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09600" y="3886200"/>
            <a:ext cx="4191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/>
            <a:r>
              <a:rPr lang="en-US" sz="2200" dirty="0" smtClean="0"/>
              <a:t>One build file has only one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4876800"/>
          <a:ext cx="807719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90600"/>
                <a:gridCol w="4495800"/>
                <a:gridCol w="12191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Specifies the name of the NAnt property to set.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Specifies the value to assign to the NAnt property.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00200"/>
            <a:ext cx="401002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953000" y="1752600"/>
            <a:ext cx="3657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u="sng" dirty="0" smtClean="0"/>
              <a:t>Properties</a:t>
            </a:r>
            <a:r>
              <a:rPr lang="en-US" sz="2200" dirty="0" smtClean="0"/>
              <a:t> are key/value pairs described in the build file.</a:t>
            </a:r>
            <a:endParaRPr lang="en-US" sz="2200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352800"/>
            <a:ext cx="33242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0800" y="2819400"/>
            <a:ext cx="63150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3429000"/>
            <a:ext cx="409575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257800" y="1524000"/>
            <a:ext cx="3429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u="sng" dirty="0" smtClean="0">
                <a:latin typeface="+mj-lt"/>
              </a:rPr>
              <a:t>A task</a:t>
            </a:r>
            <a:r>
              <a:rPr lang="en-US" sz="2200" dirty="0" smtClean="0">
                <a:latin typeface="+mj-lt"/>
              </a:rPr>
              <a:t> is an XML tag inside a NAnt build file that instructs the NAnt executable to perform a specific action.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600200"/>
            <a:ext cx="398145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124200"/>
            <a:ext cx="33242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Target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724400"/>
          <a:ext cx="80772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51054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name of the target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short description of this target’s 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depends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comma-separated list of names of targets on which this depends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10200" y="1447800"/>
            <a:ext cx="3276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u="sng" dirty="0" smtClean="0"/>
              <a:t>Target</a:t>
            </a:r>
            <a:r>
              <a:rPr lang="en-US" sz="2200" dirty="0" smtClean="0"/>
              <a:t> is an XML tag that contains zero or more tasks to be completed in a sequence.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3429000"/>
            <a:ext cx="35814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19200"/>
            <a:ext cx="47148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Simple Build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295400"/>
            <a:ext cx="5934075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800600"/>
            <a:ext cx="63150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3600" y="1524000"/>
            <a:ext cx="290512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NAnt</a:t>
            </a:r>
            <a:r>
              <a:rPr lang="en-US" dirty="0" smtClean="0"/>
              <a:t> and Programming Language</a:t>
            </a:r>
            <a:endParaRPr lang="vi-V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6019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 err="1" smtClean="0"/>
                        <a:t>NAnt</a:t>
                      </a:r>
                      <a:r>
                        <a:rPr lang="en-US" sz="3200" b="0" baseline="0" dirty="0" smtClean="0"/>
                        <a:t> tag</a:t>
                      </a:r>
                      <a:endParaRPr lang="vi-VN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 smtClean="0"/>
                        <a:t>Programming Element</a:t>
                      </a:r>
                      <a:endParaRPr lang="vi-VN" sz="3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Project</a:t>
                      </a:r>
                      <a:endParaRPr lang="vi-VN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Program</a:t>
                      </a:r>
                      <a:endParaRPr lang="vi-VN" sz="3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Property</a:t>
                      </a:r>
                      <a:endParaRPr lang="vi-VN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Variable</a:t>
                      </a:r>
                      <a:endParaRPr lang="vi-VN" sz="3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Target</a:t>
                      </a:r>
                      <a:endParaRPr lang="vi-VN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Method</a:t>
                      </a:r>
                      <a:endParaRPr lang="vi-VN" sz="3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Task</a:t>
                      </a:r>
                      <a:endParaRPr lang="vi-VN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Statement</a:t>
                      </a:r>
                      <a:endParaRPr lang="vi-VN" sz="3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Attribute</a:t>
                      </a:r>
                      <a:endParaRPr lang="vi-VN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/>
                        <a:t>Parameter</a:t>
                      </a:r>
                      <a:endParaRPr lang="vi-VN" sz="3200" b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If/Unless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752600"/>
            <a:ext cx="34671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447800"/>
            <a:ext cx="4543425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3962400"/>
            <a:ext cx="459105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6400" y="4267200"/>
            <a:ext cx="30956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Property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1447800"/>
            <a:ext cx="202882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447800"/>
            <a:ext cx="45720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4114800"/>
            <a:ext cx="455295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72200" y="4419600"/>
            <a:ext cx="19335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Built-in Properties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4572000"/>
          <a:ext cx="792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828"/>
                <a:gridCol w="6173972"/>
              </a:tblGrid>
              <a:tr h="14224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nant.onsuccess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name of a target to be executed when the build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succeeds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nant.onfailure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name of a target to be executed when the build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47625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981200"/>
            <a:ext cx="32099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00200"/>
            <a:ext cx="56007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4038600"/>
            <a:ext cx="396240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200400"/>
            <a:ext cx="63627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219200"/>
            <a:ext cx="858202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4495800"/>
            <a:ext cx="63531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371600"/>
            <a:ext cx="799147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81915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4572000"/>
            <a:ext cx="63150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Recursive Call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057400"/>
            <a:ext cx="53340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267200"/>
            <a:ext cx="369570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NAnt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733800"/>
            <a:ext cx="636270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19200"/>
            <a:ext cx="648652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Zip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69723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4267200"/>
            <a:ext cx="52197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Automated </a:t>
            </a:r>
            <a:r>
              <a:rPr lang="en-US" dirty="0" smtClean="0"/>
              <a:t>Build</a:t>
            </a:r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676400"/>
            <a:ext cx="5029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676400"/>
            <a:ext cx="3438525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CruiseControl.NET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" y="1790700"/>
            <a:ext cx="790575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2895600"/>
            <a:ext cx="4791075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524000"/>
            <a:ext cx="4791075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WebDashBoard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219200"/>
            <a:ext cx="5924550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4191000"/>
            <a:ext cx="49911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ccnet.config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488" y="1333500"/>
            <a:ext cx="66770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143000"/>
            <a:ext cx="7772400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3657600"/>
            <a:ext cx="65151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a CMD prompt as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PsExec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http://technet.microsoft.com/en-us/sysinternals/bb897553</a:t>
            </a:r>
            <a:endParaRPr lang="en-US" dirty="0" smtClean="0"/>
          </a:p>
          <a:p>
            <a:r>
              <a:rPr lang="en-US" dirty="0" err="1" smtClean="0"/>
              <a:t>psexec</a:t>
            </a:r>
            <a:r>
              <a:rPr lang="en-US" dirty="0" smtClean="0"/>
              <a:t> -</a:t>
            </a:r>
            <a:r>
              <a:rPr lang="en-US" dirty="0" err="1" smtClean="0"/>
              <a:t>i</a:t>
            </a:r>
            <a:r>
              <a:rPr lang="en-US" dirty="0" smtClean="0"/>
              <a:t> -s cmd.exe</a:t>
            </a:r>
          </a:p>
          <a:p>
            <a:r>
              <a:rPr lang="en-US" dirty="0" err="1" smtClean="0"/>
              <a:t>Whoami</a:t>
            </a:r>
            <a:endParaRPr lang="en-US" dirty="0" smtClean="0"/>
          </a:p>
          <a:p>
            <a:r>
              <a:rPr lang="en-US" dirty="0" smtClean="0"/>
              <a:t>RUN CCNET as USER with proper permission to access Certificates to avoid </a:t>
            </a:r>
            <a:r>
              <a:rPr lang="en-US" dirty="0" err="1" smtClean="0"/>
              <a:t>svn</a:t>
            </a:r>
            <a:r>
              <a:rPr lang="en-US" dirty="0" smtClean="0"/>
              <a:t> error.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383</Words>
  <Application>Microsoft Office PowerPoint</Application>
  <PresentationFormat>On-screen Show (4:3)</PresentationFormat>
  <Paragraphs>113</Paragraphs>
  <Slides>33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NAnt (Outdated)</vt:lpstr>
      <vt:lpstr>Objectives</vt:lpstr>
      <vt:lpstr>Contents</vt:lpstr>
      <vt:lpstr>References</vt:lpstr>
      <vt:lpstr>NAnt [1]</vt:lpstr>
      <vt:lpstr>NAnt Core</vt:lpstr>
      <vt:lpstr>NAnt Script/Build Script/Build File</vt:lpstr>
      <vt:lpstr>Running Build File</vt:lpstr>
      <vt:lpstr>The Project</vt:lpstr>
      <vt:lpstr>Properties</vt:lpstr>
      <vt:lpstr>Task</vt:lpstr>
      <vt:lpstr>The Target</vt:lpstr>
      <vt:lpstr>Complete Simple Build</vt:lpstr>
      <vt:lpstr>NAnt and Programming Language</vt:lpstr>
      <vt:lpstr>If/Unless</vt:lpstr>
      <vt:lpstr>Dynamic Property</vt:lpstr>
      <vt:lpstr>Built-in Properties</vt:lpstr>
      <vt:lpstr>Call</vt:lpstr>
      <vt:lpstr>Exec</vt:lpstr>
      <vt:lpstr>Copy</vt:lpstr>
      <vt:lpstr>Delete</vt:lpstr>
      <vt:lpstr>Recursive Call</vt:lpstr>
      <vt:lpstr>NAnt</vt:lpstr>
      <vt:lpstr>Zip</vt:lpstr>
      <vt:lpstr>Slide 25</vt:lpstr>
      <vt:lpstr>Automated Build</vt:lpstr>
      <vt:lpstr>CruiseControl.NET</vt:lpstr>
      <vt:lpstr>Installation</vt:lpstr>
      <vt:lpstr>WebDashBoard</vt:lpstr>
      <vt:lpstr>ccnet.config</vt:lpstr>
      <vt:lpstr>Server</vt:lpstr>
      <vt:lpstr>Running a CMD prompt as System</vt:lpstr>
      <vt:lpstr>Thank You &amp; See You Again</vt:lpstr>
    </vt:vector>
  </TitlesOfParts>
  <Company>Huy 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NAnt</dc:title>
  <dc:creator>Ngo Huy Bien</dc:creator>
  <cp:lastModifiedBy>Ngo Huy Bien</cp:lastModifiedBy>
  <cp:revision>822</cp:revision>
  <dcterms:created xsi:type="dcterms:W3CDTF">2008-11-17T17:52:14Z</dcterms:created>
  <dcterms:modified xsi:type="dcterms:W3CDTF">2025-04-11T11:22:31Z</dcterms:modified>
</cp:coreProperties>
</file>