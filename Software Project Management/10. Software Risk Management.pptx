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colors8.xml" ContentType="application/vnd.openxmlformats-officedocument.drawingml.diagramColors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colors6.xml" ContentType="application/vnd.openxmlformats-officedocument.drawingml.diagramColors+xml"/>
  <Override PartName="/ppt/diagrams/drawing7.xml" ContentType="application/vnd.ms-office.drawingml.diagramDrawing+xml"/>
  <Override PartName="/ppt/diagrams/quickStyle9.xml" ContentType="application/vnd.openxmlformats-officedocument.drawingml.diagramStyl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diagrams/colors10.xml" ContentType="application/vnd.openxmlformats-officedocument.drawingml.diagramColor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slideLayouts/slideLayout10.xml" ContentType="application/vnd.openxmlformats-officedocument.presentationml.slideLayout+xml"/>
  <Default Extension="gif" ContentType="image/gif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drawing8.xml" ContentType="application/vnd.ms-office.drawingml.diagramDrawing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rawing9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53"/>
  </p:notesMasterIdLst>
  <p:handoutMasterIdLst>
    <p:handoutMasterId r:id="rId54"/>
  </p:handoutMasterIdLst>
  <p:sldIdLst>
    <p:sldId id="256" r:id="rId2"/>
    <p:sldId id="430" r:id="rId3"/>
    <p:sldId id="504" r:id="rId4"/>
    <p:sldId id="431" r:id="rId5"/>
    <p:sldId id="427" r:id="rId6"/>
    <p:sldId id="518" r:id="rId7"/>
    <p:sldId id="419" r:id="rId8"/>
    <p:sldId id="506" r:id="rId9"/>
    <p:sldId id="481" r:id="rId10"/>
    <p:sldId id="501" r:id="rId11"/>
    <p:sldId id="499" r:id="rId12"/>
    <p:sldId id="500" r:id="rId13"/>
    <p:sldId id="520" r:id="rId14"/>
    <p:sldId id="519" r:id="rId15"/>
    <p:sldId id="497" r:id="rId16"/>
    <p:sldId id="498" r:id="rId17"/>
    <p:sldId id="441" r:id="rId18"/>
    <p:sldId id="473" r:id="rId19"/>
    <p:sldId id="437" r:id="rId20"/>
    <p:sldId id="415" r:id="rId21"/>
    <p:sldId id="510" r:id="rId22"/>
    <p:sldId id="507" r:id="rId23"/>
    <p:sldId id="445" r:id="rId24"/>
    <p:sldId id="444" r:id="rId25"/>
    <p:sldId id="443" r:id="rId26"/>
    <p:sldId id="496" r:id="rId27"/>
    <p:sldId id="515" r:id="rId28"/>
    <p:sldId id="447" r:id="rId29"/>
    <p:sldId id="476" r:id="rId30"/>
    <p:sldId id="421" r:id="rId31"/>
    <p:sldId id="516" r:id="rId32"/>
    <p:sldId id="478" r:id="rId33"/>
    <p:sldId id="477" r:id="rId34"/>
    <p:sldId id="479" r:id="rId35"/>
    <p:sldId id="485" r:id="rId36"/>
    <p:sldId id="489" r:id="rId37"/>
    <p:sldId id="511" r:id="rId38"/>
    <p:sldId id="487" r:id="rId39"/>
    <p:sldId id="494" r:id="rId40"/>
    <p:sldId id="466" r:id="rId41"/>
    <p:sldId id="493" r:id="rId42"/>
    <p:sldId id="492" r:id="rId43"/>
    <p:sldId id="468" r:id="rId44"/>
    <p:sldId id="474" r:id="rId45"/>
    <p:sldId id="469" r:id="rId46"/>
    <p:sldId id="470" r:id="rId47"/>
    <p:sldId id="471" r:id="rId48"/>
    <p:sldId id="454" r:id="rId49"/>
    <p:sldId id="417" r:id="rId50"/>
    <p:sldId id="422" r:id="rId51"/>
    <p:sldId id="435" r:id="rId5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19" autoAdjust="0"/>
    <p:restoredTop sz="90614" autoAdjust="0"/>
  </p:normalViewPr>
  <p:slideViewPr>
    <p:cSldViewPr>
      <p:cViewPr>
        <p:scale>
          <a:sx n="50" d="100"/>
          <a:sy n="50" d="100"/>
        </p:scale>
        <p:origin x="-1538" y="-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014FA7-E8A7-44A7-95B5-C0226D152FC8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967291A5-6AC6-42D5-99B3-7DFAD6F90B03}">
      <dgm:prSet phldrT="[Text]" custT="1"/>
      <dgm:spPr/>
      <dgm:t>
        <a:bodyPr/>
        <a:lstStyle/>
        <a:p>
          <a:r>
            <a:rPr lang="en-US" sz="2200" i="1" dirty="0" smtClean="0">
              <a:solidFill>
                <a:srgbClr val="C00000"/>
              </a:solidFill>
              <a:latin typeface="Consolas" pitchFamily="49" charset="0"/>
            </a:rPr>
            <a:t>planned</a:t>
          </a:r>
          <a:r>
            <a:rPr lang="en-US" sz="2200" dirty="0" smtClean="0"/>
            <a:t> scope, resources, cost and schedule</a:t>
          </a:r>
          <a:endParaRPr lang="en-US" sz="2200" dirty="0"/>
        </a:p>
      </dgm:t>
    </dgm:pt>
    <dgm:pt modelId="{28690823-3395-453F-B97E-B1FE3BBB2ED7}" type="parTrans" cxnId="{0F0250D9-80BE-40C5-9B39-6E8194F3E509}">
      <dgm:prSet/>
      <dgm:spPr/>
      <dgm:t>
        <a:bodyPr/>
        <a:lstStyle/>
        <a:p>
          <a:endParaRPr lang="en-US"/>
        </a:p>
      </dgm:t>
    </dgm:pt>
    <dgm:pt modelId="{B746B42B-5D7A-4331-961D-48947CA48A26}" type="sibTrans" cxnId="{0F0250D9-80BE-40C5-9B39-6E8194F3E509}">
      <dgm:prSet/>
      <dgm:spPr/>
      <dgm:t>
        <a:bodyPr/>
        <a:lstStyle/>
        <a:p>
          <a:endParaRPr lang="en-US"/>
        </a:p>
      </dgm:t>
    </dgm:pt>
    <dgm:pt modelId="{DDD404AA-5EAA-43F4-9009-AF4484B0E11D}">
      <dgm:prSet phldrT="[Text]" custT="1"/>
      <dgm:spPr/>
      <dgm:t>
        <a:bodyPr/>
        <a:lstStyle/>
        <a:p>
          <a:r>
            <a:rPr lang="en-US" sz="2200" b="1" dirty="0" smtClean="0">
              <a:solidFill>
                <a:srgbClr val="C00000"/>
              </a:solidFill>
            </a:rPr>
            <a:t>known </a:t>
          </a:r>
          <a:r>
            <a:rPr lang="en-US" sz="2800" b="1" dirty="0" smtClean="0">
              <a:solidFill>
                <a:srgbClr val="C00000"/>
              </a:solidFill>
              <a:latin typeface="Consolas" pitchFamily="49" charset="0"/>
            </a:rPr>
            <a:t>unknowns</a:t>
          </a:r>
          <a:r>
            <a:rPr lang="en-US" sz="2200" b="1" dirty="0" smtClean="0">
              <a:solidFill>
                <a:srgbClr val="C00000"/>
              </a:solidFill>
            </a:rPr>
            <a:t> (future events)</a:t>
          </a:r>
          <a:endParaRPr lang="en-US" sz="2200" b="1" dirty="0">
            <a:solidFill>
              <a:srgbClr val="C00000"/>
            </a:solidFill>
          </a:endParaRPr>
        </a:p>
      </dgm:t>
    </dgm:pt>
    <dgm:pt modelId="{6D9CE72C-1F5C-4824-9AE0-26265EAD5977}" type="parTrans" cxnId="{B9FF0184-123A-412A-9240-C3534DA3F238}">
      <dgm:prSet/>
      <dgm:spPr/>
      <dgm:t>
        <a:bodyPr/>
        <a:lstStyle/>
        <a:p>
          <a:endParaRPr lang="en-US"/>
        </a:p>
      </dgm:t>
    </dgm:pt>
    <dgm:pt modelId="{E39C7798-9879-478F-B562-F3FE2EE79146}" type="sibTrans" cxnId="{B9FF0184-123A-412A-9240-C3534DA3F238}">
      <dgm:prSet/>
      <dgm:spPr/>
      <dgm:t>
        <a:bodyPr/>
        <a:lstStyle/>
        <a:p>
          <a:endParaRPr lang="en-US"/>
        </a:p>
      </dgm:t>
    </dgm:pt>
    <dgm:pt modelId="{301D2E0B-8F79-4418-B18E-3336A9E481BD}">
      <dgm:prSet phldrT="[Text]" custT="1"/>
      <dgm:spPr/>
      <dgm:t>
        <a:bodyPr/>
        <a:lstStyle/>
        <a:p>
          <a:r>
            <a:rPr lang="en-US" sz="2200" dirty="0" smtClean="0"/>
            <a:t> </a:t>
          </a:r>
          <a:r>
            <a:rPr lang="en-US" sz="2400" i="1" dirty="0" smtClean="0">
              <a:solidFill>
                <a:srgbClr val="C00000"/>
              </a:solidFill>
              <a:latin typeface="Consolas" pitchFamily="49" charset="0"/>
            </a:rPr>
            <a:t>final</a:t>
          </a:r>
          <a:r>
            <a:rPr lang="en-US" sz="2200" dirty="0" smtClean="0"/>
            <a:t> project cost, performance, and schedule</a:t>
          </a:r>
          <a:endParaRPr lang="en-US" sz="2200" dirty="0"/>
        </a:p>
      </dgm:t>
    </dgm:pt>
    <dgm:pt modelId="{61AF5398-CEF6-493C-BEF8-5F711865B709}" type="parTrans" cxnId="{5F8DAFF0-6FE8-40D0-AB1E-EAB7378FE8DE}">
      <dgm:prSet/>
      <dgm:spPr/>
      <dgm:t>
        <a:bodyPr/>
        <a:lstStyle/>
        <a:p>
          <a:endParaRPr lang="en-US"/>
        </a:p>
      </dgm:t>
    </dgm:pt>
    <dgm:pt modelId="{F0884C77-F3CC-4C68-B6D5-B7C5951BD66B}" type="sibTrans" cxnId="{5F8DAFF0-6FE8-40D0-AB1E-EAB7378FE8DE}">
      <dgm:prSet/>
      <dgm:spPr/>
      <dgm:t>
        <a:bodyPr/>
        <a:lstStyle/>
        <a:p>
          <a:endParaRPr lang="en-US"/>
        </a:p>
      </dgm:t>
    </dgm:pt>
    <dgm:pt modelId="{239133DA-7D64-49CE-946B-2C0EDEE120F9}" type="pres">
      <dgm:prSet presAssocID="{5A014FA7-E8A7-44A7-95B5-C0226D152FC8}" presName="Name0" presStyleCnt="0">
        <dgm:presLayoutVars>
          <dgm:dir/>
          <dgm:resizeHandles val="exact"/>
        </dgm:presLayoutVars>
      </dgm:prSet>
      <dgm:spPr/>
    </dgm:pt>
    <dgm:pt modelId="{ECABB47B-8B5B-4276-A8A7-D4E244BF61FC}" type="pres">
      <dgm:prSet presAssocID="{5A014FA7-E8A7-44A7-95B5-C0226D152FC8}" presName="arrow" presStyleLbl="bgShp" presStyleIdx="0" presStyleCnt="1"/>
      <dgm:spPr/>
    </dgm:pt>
    <dgm:pt modelId="{2F165DAF-B808-4C36-96AE-91B5682DBB3F}" type="pres">
      <dgm:prSet presAssocID="{5A014FA7-E8A7-44A7-95B5-C0226D152FC8}" presName="points" presStyleCnt="0"/>
      <dgm:spPr/>
    </dgm:pt>
    <dgm:pt modelId="{9B75688F-D928-40C3-85F7-D6AFAF353F7C}" type="pres">
      <dgm:prSet presAssocID="{967291A5-6AC6-42D5-99B3-7DFAD6F90B03}" presName="compositeA" presStyleCnt="0"/>
      <dgm:spPr/>
    </dgm:pt>
    <dgm:pt modelId="{9D75975F-E39C-4BDD-BC18-BD0F1C5D8C47}" type="pres">
      <dgm:prSet presAssocID="{967291A5-6AC6-42D5-99B3-7DFAD6F90B03}" presName="textA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CFC2F6-FA30-4CDC-973F-087D789B1AE9}" type="pres">
      <dgm:prSet presAssocID="{967291A5-6AC6-42D5-99B3-7DFAD6F90B03}" presName="circleA" presStyleLbl="node1" presStyleIdx="0" presStyleCnt="3"/>
      <dgm:spPr/>
    </dgm:pt>
    <dgm:pt modelId="{0BB0130C-F0E5-4991-BADC-0B4DE872A2D9}" type="pres">
      <dgm:prSet presAssocID="{967291A5-6AC6-42D5-99B3-7DFAD6F90B03}" presName="spaceA" presStyleCnt="0"/>
      <dgm:spPr/>
    </dgm:pt>
    <dgm:pt modelId="{D9BD08A3-A8CB-481D-955B-8299B58E2ED3}" type="pres">
      <dgm:prSet presAssocID="{B746B42B-5D7A-4331-961D-48947CA48A26}" presName="space" presStyleCnt="0"/>
      <dgm:spPr/>
    </dgm:pt>
    <dgm:pt modelId="{93A8EC3D-D469-4EDD-B9FA-E70378D5DEF2}" type="pres">
      <dgm:prSet presAssocID="{DDD404AA-5EAA-43F4-9009-AF4484B0E11D}" presName="compositeB" presStyleCnt="0"/>
      <dgm:spPr/>
    </dgm:pt>
    <dgm:pt modelId="{EAD3020C-44BF-44CF-B727-0DBE6EE96736}" type="pres">
      <dgm:prSet presAssocID="{DDD404AA-5EAA-43F4-9009-AF4484B0E11D}" presName="text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E4A2DE-8F9E-4D1F-9775-2D7C64058A3B}" type="pres">
      <dgm:prSet presAssocID="{DDD404AA-5EAA-43F4-9009-AF4484B0E11D}" presName="circleB" presStyleLbl="node1" presStyleIdx="1" presStyleCnt="3"/>
      <dgm:spPr/>
    </dgm:pt>
    <dgm:pt modelId="{FF6FE5DC-E83B-4F17-A4AF-66835F9B89C8}" type="pres">
      <dgm:prSet presAssocID="{DDD404AA-5EAA-43F4-9009-AF4484B0E11D}" presName="spaceB" presStyleCnt="0"/>
      <dgm:spPr/>
    </dgm:pt>
    <dgm:pt modelId="{991C6118-F4DA-483B-9D5A-1C01DC65AF9D}" type="pres">
      <dgm:prSet presAssocID="{E39C7798-9879-478F-B562-F3FE2EE79146}" presName="space" presStyleCnt="0"/>
      <dgm:spPr/>
    </dgm:pt>
    <dgm:pt modelId="{1927B408-8654-4228-8842-C2C11DC41615}" type="pres">
      <dgm:prSet presAssocID="{301D2E0B-8F79-4418-B18E-3336A9E481BD}" presName="compositeA" presStyleCnt="0"/>
      <dgm:spPr/>
    </dgm:pt>
    <dgm:pt modelId="{68CB1363-CA59-4FF5-BC34-7701A4C254D7}" type="pres">
      <dgm:prSet presAssocID="{301D2E0B-8F79-4418-B18E-3336A9E481BD}" presName="textA" presStyleLbl="revTx" presStyleIdx="2" presStyleCnt="3" custScaleX="11068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2F3601-3244-45C4-945A-3C2F7173F11A}" type="pres">
      <dgm:prSet presAssocID="{301D2E0B-8F79-4418-B18E-3336A9E481BD}" presName="circleA" presStyleLbl="node1" presStyleIdx="2" presStyleCnt="3"/>
      <dgm:spPr/>
    </dgm:pt>
    <dgm:pt modelId="{4607C321-7612-479B-B3B6-CFF920C374B7}" type="pres">
      <dgm:prSet presAssocID="{301D2E0B-8F79-4418-B18E-3336A9E481BD}" presName="spaceA" presStyleCnt="0"/>
      <dgm:spPr/>
    </dgm:pt>
  </dgm:ptLst>
  <dgm:cxnLst>
    <dgm:cxn modelId="{043AB68A-1A33-4062-A7D5-84C0F2EB5632}" type="presOf" srcId="{301D2E0B-8F79-4418-B18E-3336A9E481BD}" destId="{68CB1363-CA59-4FF5-BC34-7701A4C254D7}" srcOrd="0" destOrd="0" presId="urn:microsoft.com/office/officeart/2005/8/layout/hProcess11"/>
    <dgm:cxn modelId="{0F0250D9-80BE-40C5-9B39-6E8194F3E509}" srcId="{5A014FA7-E8A7-44A7-95B5-C0226D152FC8}" destId="{967291A5-6AC6-42D5-99B3-7DFAD6F90B03}" srcOrd="0" destOrd="0" parTransId="{28690823-3395-453F-B97E-B1FE3BBB2ED7}" sibTransId="{B746B42B-5D7A-4331-961D-48947CA48A26}"/>
    <dgm:cxn modelId="{B37C358A-D945-47AB-9E1D-23ED7042A8D7}" type="presOf" srcId="{967291A5-6AC6-42D5-99B3-7DFAD6F90B03}" destId="{9D75975F-E39C-4BDD-BC18-BD0F1C5D8C47}" srcOrd="0" destOrd="0" presId="urn:microsoft.com/office/officeart/2005/8/layout/hProcess11"/>
    <dgm:cxn modelId="{B97E679A-20E3-429F-ABCC-E8D35EC432F8}" type="presOf" srcId="{5A014FA7-E8A7-44A7-95B5-C0226D152FC8}" destId="{239133DA-7D64-49CE-946B-2C0EDEE120F9}" srcOrd="0" destOrd="0" presId="urn:microsoft.com/office/officeart/2005/8/layout/hProcess11"/>
    <dgm:cxn modelId="{B9FF0184-123A-412A-9240-C3534DA3F238}" srcId="{5A014FA7-E8A7-44A7-95B5-C0226D152FC8}" destId="{DDD404AA-5EAA-43F4-9009-AF4484B0E11D}" srcOrd="1" destOrd="0" parTransId="{6D9CE72C-1F5C-4824-9AE0-26265EAD5977}" sibTransId="{E39C7798-9879-478F-B562-F3FE2EE79146}"/>
    <dgm:cxn modelId="{2C0DDE61-AF4B-4311-A04B-AB3540A041FE}" type="presOf" srcId="{DDD404AA-5EAA-43F4-9009-AF4484B0E11D}" destId="{EAD3020C-44BF-44CF-B727-0DBE6EE96736}" srcOrd="0" destOrd="0" presId="urn:microsoft.com/office/officeart/2005/8/layout/hProcess11"/>
    <dgm:cxn modelId="{5F8DAFF0-6FE8-40D0-AB1E-EAB7378FE8DE}" srcId="{5A014FA7-E8A7-44A7-95B5-C0226D152FC8}" destId="{301D2E0B-8F79-4418-B18E-3336A9E481BD}" srcOrd="2" destOrd="0" parTransId="{61AF5398-CEF6-493C-BEF8-5F711865B709}" sibTransId="{F0884C77-F3CC-4C68-B6D5-B7C5951BD66B}"/>
    <dgm:cxn modelId="{70A941D9-4081-4212-B229-CC7166AC7D3C}" type="presParOf" srcId="{239133DA-7D64-49CE-946B-2C0EDEE120F9}" destId="{ECABB47B-8B5B-4276-A8A7-D4E244BF61FC}" srcOrd="0" destOrd="0" presId="urn:microsoft.com/office/officeart/2005/8/layout/hProcess11"/>
    <dgm:cxn modelId="{A22CC5F1-5B86-4A13-BE47-02492BE4BC1D}" type="presParOf" srcId="{239133DA-7D64-49CE-946B-2C0EDEE120F9}" destId="{2F165DAF-B808-4C36-96AE-91B5682DBB3F}" srcOrd="1" destOrd="0" presId="urn:microsoft.com/office/officeart/2005/8/layout/hProcess11"/>
    <dgm:cxn modelId="{0B21E566-04E1-4C60-8D4B-7D490E9F255D}" type="presParOf" srcId="{2F165DAF-B808-4C36-96AE-91B5682DBB3F}" destId="{9B75688F-D928-40C3-85F7-D6AFAF353F7C}" srcOrd="0" destOrd="0" presId="urn:microsoft.com/office/officeart/2005/8/layout/hProcess11"/>
    <dgm:cxn modelId="{C9D0B377-B76E-44CF-B9BF-8C06CC3341AB}" type="presParOf" srcId="{9B75688F-D928-40C3-85F7-D6AFAF353F7C}" destId="{9D75975F-E39C-4BDD-BC18-BD0F1C5D8C47}" srcOrd="0" destOrd="0" presId="urn:microsoft.com/office/officeart/2005/8/layout/hProcess11"/>
    <dgm:cxn modelId="{420893E5-225D-4073-B505-C32A97D7794C}" type="presParOf" srcId="{9B75688F-D928-40C3-85F7-D6AFAF353F7C}" destId="{E4CFC2F6-FA30-4CDC-973F-087D789B1AE9}" srcOrd="1" destOrd="0" presId="urn:microsoft.com/office/officeart/2005/8/layout/hProcess11"/>
    <dgm:cxn modelId="{3D81046A-B499-4107-84A5-0950514CD6BA}" type="presParOf" srcId="{9B75688F-D928-40C3-85F7-D6AFAF353F7C}" destId="{0BB0130C-F0E5-4991-BADC-0B4DE872A2D9}" srcOrd="2" destOrd="0" presId="urn:microsoft.com/office/officeart/2005/8/layout/hProcess11"/>
    <dgm:cxn modelId="{0AC0E17D-0F7F-4620-A6DE-5E9B4FEA5CF7}" type="presParOf" srcId="{2F165DAF-B808-4C36-96AE-91B5682DBB3F}" destId="{D9BD08A3-A8CB-481D-955B-8299B58E2ED3}" srcOrd="1" destOrd="0" presId="urn:microsoft.com/office/officeart/2005/8/layout/hProcess11"/>
    <dgm:cxn modelId="{6CD8DC19-B7AF-45DE-BCDE-47823B298808}" type="presParOf" srcId="{2F165DAF-B808-4C36-96AE-91B5682DBB3F}" destId="{93A8EC3D-D469-4EDD-B9FA-E70378D5DEF2}" srcOrd="2" destOrd="0" presId="urn:microsoft.com/office/officeart/2005/8/layout/hProcess11"/>
    <dgm:cxn modelId="{59208D1B-6C53-467F-A00C-5F53B839552A}" type="presParOf" srcId="{93A8EC3D-D469-4EDD-B9FA-E70378D5DEF2}" destId="{EAD3020C-44BF-44CF-B727-0DBE6EE96736}" srcOrd="0" destOrd="0" presId="urn:microsoft.com/office/officeart/2005/8/layout/hProcess11"/>
    <dgm:cxn modelId="{1B44845B-D0FB-4DF6-8A77-A19807E44356}" type="presParOf" srcId="{93A8EC3D-D469-4EDD-B9FA-E70378D5DEF2}" destId="{5BE4A2DE-8F9E-4D1F-9775-2D7C64058A3B}" srcOrd="1" destOrd="0" presId="urn:microsoft.com/office/officeart/2005/8/layout/hProcess11"/>
    <dgm:cxn modelId="{A136A49E-CAED-4C2B-A223-7F6F54787290}" type="presParOf" srcId="{93A8EC3D-D469-4EDD-B9FA-E70378D5DEF2}" destId="{FF6FE5DC-E83B-4F17-A4AF-66835F9B89C8}" srcOrd="2" destOrd="0" presId="urn:microsoft.com/office/officeart/2005/8/layout/hProcess11"/>
    <dgm:cxn modelId="{01A197D1-81A6-49B0-99DC-7DD5019D1C8C}" type="presParOf" srcId="{2F165DAF-B808-4C36-96AE-91B5682DBB3F}" destId="{991C6118-F4DA-483B-9D5A-1C01DC65AF9D}" srcOrd="3" destOrd="0" presId="urn:microsoft.com/office/officeart/2005/8/layout/hProcess11"/>
    <dgm:cxn modelId="{962EEE8C-CC74-4799-94E7-A00D71BA5810}" type="presParOf" srcId="{2F165DAF-B808-4C36-96AE-91B5682DBB3F}" destId="{1927B408-8654-4228-8842-C2C11DC41615}" srcOrd="4" destOrd="0" presId="urn:microsoft.com/office/officeart/2005/8/layout/hProcess11"/>
    <dgm:cxn modelId="{11F84D81-4B68-4CA4-A9A5-A3AF21F5DC04}" type="presParOf" srcId="{1927B408-8654-4228-8842-C2C11DC41615}" destId="{68CB1363-CA59-4FF5-BC34-7701A4C254D7}" srcOrd="0" destOrd="0" presId="urn:microsoft.com/office/officeart/2005/8/layout/hProcess11"/>
    <dgm:cxn modelId="{C7BE39FB-7F24-432C-B97D-18699606CBE8}" type="presParOf" srcId="{1927B408-8654-4228-8842-C2C11DC41615}" destId="{322F3601-3244-45C4-945A-3C2F7173F11A}" srcOrd="1" destOrd="0" presId="urn:microsoft.com/office/officeart/2005/8/layout/hProcess11"/>
    <dgm:cxn modelId="{6A07EE1A-1FB7-47B0-9A87-C64883D226EB}" type="presParOf" srcId="{1927B408-8654-4228-8842-C2C11DC41615}" destId="{4607C321-7612-479B-B3B6-CFF920C374B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885540-12AA-43D9-8FFD-A35A2F3AD79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EA0392-9985-409B-8B1A-3D40EE738A6B}">
      <dgm:prSet phldrT="[Text]" custT="1"/>
      <dgm:spPr/>
      <dgm:t>
        <a:bodyPr/>
        <a:lstStyle/>
        <a:p>
          <a:r>
            <a:rPr lang="en-US" sz="2200" dirty="0" smtClean="0"/>
            <a:t>Technical risks</a:t>
          </a:r>
          <a:endParaRPr lang="en-US" sz="2200" dirty="0"/>
        </a:p>
      </dgm:t>
    </dgm:pt>
    <dgm:pt modelId="{6B2032AB-AB56-4197-B7E4-55253732B9F1}" type="parTrans" cxnId="{63C3A47C-3795-4370-B71D-147175A8CB18}">
      <dgm:prSet/>
      <dgm:spPr/>
      <dgm:t>
        <a:bodyPr/>
        <a:lstStyle/>
        <a:p>
          <a:endParaRPr lang="en-US"/>
        </a:p>
      </dgm:t>
    </dgm:pt>
    <dgm:pt modelId="{A2F86DFF-7E06-4267-B24A-EC821624935D}" type="sibTrans" cxnId="{63C3A47C-3795-4370-B71D-147175A8CB18}">
      <dgm:prSet/>
      <dgm:spPr/>
      <dgm:t>
        <a:bodyPr/>
        <a:lstStyle/>
        <a:p>
          <a:endParaRPr lang="en-US"/>
        </a:p>
      </dgm:t>
    </dgm:pt>
    <dgm:pt modelId="{C55DFB62-2E67-4577-A675-14D2EFFE7C96}">
      <dgm:prSet phldrT="[Text]" custT="1"/>
      <dgm:spPr/>
      <dgm:t>
        <a:bodyPr/>
        <a:lstStyle/>
        <a:p>
          <a:r>
            <a:rPr lang="en-US" sz="2200" dirty="0" smtClean="0"/>
            <a:t>Management risks</a:t>
          </a:r>
          <a:endParaRPr lang="en-US" sz="2200" dirty="0"/>
        </a:p>
      </dgm:t>
    </dgm:pt>
    <dgm:pt modelId="{C2DEF337-85DD-4257-AB62-0F940E4CB9BB}" type="parTrans" cxnId="{BCB9AFF8-3608-4278-89B4-9E6FC91EAF8E}">
      <dgm:prSet/>
      <dgm:spPr/>
      <dgm:t>
        <a:bodyPr/>
        <a:lstStyle/>
        <a:p>
          <a:endParaRPr lang="en-US"/>
        </a:p>
      </dgm:t>
    </dgm:pt>
    <dgm:pt modelId="{A03ADF37-A34D-4489-9217-329FEA08787C}" type="sibTrans" cxnId="{BCB9AFF8-3608-4278-89B4-9E6FC91EAF8E}">
      <dgm:prSet/>
      <dgm:spPr/>
      <dgm:t>
        <a:bodyPr/>
        <a:lstStyle/>
        <a:p>
          <a:endParaRPr lang="en-US"/>
        </a:p>
      </dgm:t>
    </dgm:pt>
    <dgm:pt modelId="{9561A23E-2DDD-419C-9000-FEC61A91CB62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User acceptance risks</a:t>
          </a:r>
          <a:endParaRPr lang="en-US" sz="2200" dirty="0"/>
        </a:p>
      </dgm:t>
    </dgm:pt>
    <dgm:pt modelId="{70CF33FD-D2E6-472C-A2A4-D444458BB83D}" type="parTrans" cxnId="{27CFDF80-6EBE-4B35-953A-46223D86D5E0}">
      <dgm:prSet/>
      <dgm:spPr/>
      <dgm:t>
        <a:bodyPr/>
        <a:lstStyle/>
        <a:p>
          <a:endParaRPr lang="en-US"/>
        </a:p>
      </dgm:t>
    </dgm:pt>
    <dgm:pt modelId="{DC7510BA-F2CE-4C7B-A594-CBBDA0B3BD19}" type="sibTrans" cxnId="{27CFDF80-6EBE-4B35-953A-46223D86D5E0}">
      <dgm:prSet/>
      <dgm:spPr/>
      <dgm:t>
        <a:bodyPr/>
        <a:lstStyle/>
        <a:p>
          <a:endParaRPr lang="en-US"/>
        </a:p>
      </dgm:t>
    </dgm:pt>
    <dgm:pt modelId="{EFCEDC35-21E0-461F-A457-3BA88D6C3D72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Maintainability risks</a:t>
          </a:r>
          <a:endParaRPr lang="en-US" sz="2200" dirty="0"/>
        </a:p>
      </dgm:t>
    </dgm:pt>
    <dgm:pt modelId="{2B200137-421A-437D-BA95-FB02157E0978}" type="parTrans" cxnId="{80E18686-0954-4179-BD7E-5D63070D8C15}">
      <dgm:prSet/>
      <dgm:spPr/>
      <dgm:t>
        <a:bodyPr/>
        <a:lstStyle/>
        <a:p>
          <a:endParaRPr lang="en-US"/>
        </a:p>
      </dgm:t>
    </dgm:pt>
    <dgm:pt modelId="{F1C9DE18-D4EB-4169-9FE5-5F151D56249D}" type="sibTrans" cxnId="{80E18686-0954-4179-BD7E-5D63070D8C15}">
      <dgm:prSet/>
      <dgm:spPr/>
      <dgm:t>
        <a:bodyPr/>
        <a:lstStyle/>
        <a:p>
          <a:endParaRPr lang="en-US"/>
        </a:p>
      </dgm:t>
    </dgm:pt>
    <dgm:pt modelId="{0F515426-FA1E-4497-9B2F-779DA0C76128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Financial risks</a:t>
          </a:r>
          <a:endParaRPr lang="en-US" sz="2200" dirty="0"/>
        </a:p>
      </dgm:t>
    </dgm:pt>
    <dgm:pt modelId="{BAF2DB49-C8AE-426D-A266-C72FF4276C96}" type="parTrans" cxnId="{A3F0919C-B600-4C71-BB76-C2BE29055722}">
      <dgm:prSet/>
      <dgm:spPr/>
      <dgm:t>
        <a:bodyPr/>
        <a:lstStyle/>
        <a:p>
          <a:endParaRPr lang="en-US"/>
        </a:p>
      </dgm:t>
    </dgm:pt>
    <dgm:pt modelId="{C4B0B06A-A4D3-4FFB-835C-88076E10349D}" type="sibTrans" cxnId="{A3F0919C-B600-4C71-BB76-C2BE29055722}">
      <dgm:prSet/>
      <dgm:spPr/>
      <dgm:t>
        <a:bodyPr/>
        <a:lstStyle/>
        <a:p>
          <a:endParaRPr lang="en-US"/>
        </a:p>
      </dgm:t>
    </dgm:pt>
    <dgm:pt modelId="{BEFD1B08-364C-4D86-9176-DD1096E1B260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Contractual and legal risks</a:t>
          </a:r>
          <a:endParaRPr lang="en-US" sz="2200" dirty="0"/>
        </a:p>
      </dgm:t>
    </dgm:pt>
    <dgm:pt modelId="{4A6EBBDB-2D46-455F-BE3C-FB9BEA54E863}" type="sibTrans" cxnId="{9F1E0BCE-FDF8-45DB-801B-6B9784CCA936}">
      <dgm:prSet/>
      <dgm:spPr/>
      <dgm:t>
        <a:bodyPr/>
        <a:lstStyle/>
        <a:p>
          <a:endParaRPr lang="en-US"/>
        </a:p>
      </dgm:t>
    </dgm:pt>
    <dgm:pt modelId="{D04192AB-560B-44EB-B3D4-9C694648B8C6}" type="parTrans" cxnId="{9F1E0BCE-FDF8-45DB-801B-6B9784CCA936}">
      <dgm:prSet/>
      <dgm:spPr/>
      <dgm:t>
        <a:bodyPr/>
        <a:lstStyle/>
        <a:p>
          <a:endParaRPr lang="en-US"/>
        </a:p>
      </dgm:t>
    </dgm:pt>
    <dgm:pt modelId="{1AB52D88-61B4-4C62-AC83-167BF36D3375}" type="pres">
      <dgm:prSet presAssocID="{68885540-12AA-43D9-8FFD-A35A2F3AD79E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54959F8-CFD1-46DC-A535-DB174509FCC5}" type="pres">
      <dgm:prSet presAssocID="{DEEA0392-9985-409B-8B1A-3D40EE738A6B}" presName="parentLin" presStyleCnt="0"/>
      <dgm:spPr/>
    </dgm:pt>
    <dgm:pt modelId="{C5680687-2749-485A-91F3-922360EA16E0}" type="pres">
      <dgm:prSet presAssocID="{DEEA0392-9985-409B-8B1A-3D40EE738A6B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8232775D-5AAB-46E1-B3F9-EF4E73259F1F}" type="pres">
      <dgm:prSet presAssocID="{DEEA0392-9985-409B-8B1A-3D40EE738A6B}" presName="parentText" presStyleLbl="node1" presStyleIdx="0" presStyleCnt="6" custScaleX="11428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A90E4F-C0E6-4738-927A-E485A93C17BA}" type="pres">
      <dgm:prSet presAssocID="{DEEA0392-9985-409B-8B1A-3D40EE738A6B}" presName="negativeSpace" presStyleCnt="0"/>
      <dgm:spPr/>
    </dgm:pt>
    <dgm:pt modelId="{7E7F2B5B-BC8E-4F59-9265-FE1E9F3F3176}" type="pres">
      <dgm:prSet presAssocID="{DEEA0392-9985-409B-8B1A-3D40EE738A6B}" presName="childText" presStyleLbl="conFgAcc1" presStyleIdx="0" presStyleCnt="6">
        <dgm:presLayoutVars>
          <dgm:bulletEnabled val="1"/>
        </dgm:presLayoutVars>
      </dgm:prSet>
      <dgm:spPr/>
    </dgm:pt>
    <dgm:pt modelId="{4E2CE25E-0ED1-478F-9AC7-34FA2AB64BFE}" type="pres">
      <dgm:prSet presAssocID="{A2F86DFF-7E06-4267-B24A-EC821624935D}" presName="spaceBetweenRectangles" presStyleCnt="0"/>
      <dgm:spPr/>
    </dgm:pt>
    <dgm:pt modelId="{94AAF57F-EC8C-48EA-8DDD-E191E9E10A9E}" type="pres">
      <dgm:prSet presAssocID="{C55DFB62-2E67-4577-A675-14D2EFFE7C96}" presName="parentLin" presStyleCnt="0"/>
      <dgm:spPr/>
    </dgm:pt>
    <dgm:pt modelId="{D4C5B7EE-9750-4054-B046-367FBA43D725}" type="pres">
      <dgm:prSet presAssocID="{C55DFB62-2E67-4577-A675-14D2EFFE7C96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5944965D-3D7B-4DE0-B839-8D8C95EA12D3}" type="pres">
      <dgm:prSet presAssocID="{C55DFB62-2E67-4577-A675-14D2EFFE7C96}" presName="parentText" presStyleLbl="node1" presStyleIdx="1" presStyleCnt="6" custScaleX="11428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0F3686-8777-44E2-9976-21585267F746}" type="pres">
      <dgm:prSet presAssocID="{C55DFB62-2E67-4577-A675-14D2EFFE7C96}" presName="negativeSpace" presStyleCnt="0"/>
      <dgm:spPr/>
    </dgm:pt>
    <dgm:pt modelId="{7DCCD712-CF91-497D-91D2-F266458DF589}" type="pres">
      <dgm:prSet presAssocID="{C55DFB62-2E67-4577-A675-14D2EFFE7C96}" presName="childText" presStyleLbl="conFgAcc1" presStyleIdx="1" presStyleCnt="6">
        <dgm:presLayoutVars>
          <dgm:bulletEnabled val="1"/>
        </dgm:presLayoutVars>
      </dgm:prSet>
      <dgm:spPr/>
    </dgm:pt>
    <dgm:pt modelId="{D3580E4E-B8B5-4101-9737-3B5CAA2CDB41}" type="pres">
      <dgm:prSet presAssocID="{A03ADF37-A34D-4489-9217-329FEA08787C}" presName="spaceBetweenRectangles" presStyleCnt="0"/>
      <dgm:spPr/>
    </dgm:pt>
    <dgm:pt modelId="{25D63EC1-72B2-4105-9109-83AEA5FFE940}" type="pres">
      <dgm:prSet presAssocID="{0F515426-FA1E-4497-9B2F-779DA0C76128}" presName="parentLin" presStyleCnt="0"/>
      <dgm:spPr/>
    </dgm:pt>
    <dgm:pt modelId="{02AEA771-E754-4DBF-8D2C-A0A7AB3B1436}" type="pres">
      <dgm:prSet presAssocID="{0F515426-FA1E-4497-9B2F-779DA0C76128}" presName="parentLeftMargin" presStyleLbl="node1" presStyleIdx="1" presStyleCnt="6"/>
      <dgm:spPr/>
      <dgm:t>
        <a:bodyPr/>
        <a:lstStyle/>
        <a:p>
          <a:endParaRPr lang="en-US"/>
        </a:p>
      </dgm:t>
    </dgm:pt>
    <dgm:pt modelId="{FA2E6C8C-AEC4-4FB8-A76A-DAEEE75D04B2}" type="pres">
      <dgm:prSet presAssocID="{0F515426-FA1E-4497-9B2F-779DA0C76128}" presName="parentText" presStyleLbl="node1" presStyleIdx="2" presStyleCnt="6" custScaleX="11428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11B046-C59F-4099-831E-C844D5CF8FA8}" type="pres">
      <dgm:prSet presAssocID="{0F515426-FA1E-4497-9B2F-779DA0C76128}" presName="negativeSpace" presStyleCnt="0"/>
      <dgm:spPr/>
    </dgm:pt>
    <dgm:pt modelId="{9C1225BE-354B-41BB-BB6E-07257BB034EB}" type="pres">
      <dgm:prSet presAssocID="{0F515426-FA1E-4497-9B2F-779DA0C76128}" presName="childText" presStyleLbl="conFgAcc1" presStyleIdx="2" presStyleCnt="6">
        <dgm:presLayoutVars>
          <dgm:bulletEnabled val="1"/>
        </dgm:presLayoutVars>
      </dgm:prSet>
      <dgm:spPr/>
    </dgm:pt>
    <dgm:pt modelId="{2F9C53F8-0760-4887-A6B9-43D98EAD796F}" type="pres">
      <dgm:prSet presAssocID="{C4B0B06A-A4D3-4FFB-835C-88076E10349D}" presName="spaceBetweenRectangles" presStyleCnt="0"/>
      <dgm:spPr/>
    </dgm:pt>
    <dgm:pt modelId="{2B2464E7-5A39-497C-B1E9-C898450EFBED}" type="pres">
      <dgm:prSet presAssocID="{BEFD1B08-364C-4D86-9176-DD1096E1B260}" presName="parentLin" presStyleCnt="0"/>
      <dgm:spPr/>
    </dgm:pt>
    <dgm:pt modelId="{E56E8A43-4CC1-4755-BA58-A72A6978A4D3}" type="pres">
      <dgm:prSet presAssocID="{BEFD1B08-364C-4D86-9176-DD1096E1B260}" presName="parentLeftMargin" presStyleLbl="node1" presStyleIdx="2" presStyleCnt="6"/>
      <dgm:spPr/>
      <dgm:t>
        <a:bodyPr/>
        <a:lstStyle/>
        <a:p>
          <a:endParaRPr lang="en-US"/>
        </a:p>
      </dgm:t>
    </dgm:pt>
    <dgm:pt modelId="{FFA41272-993B-4552-97F9-FCFD1D1E46EE}" type="pres">
      <dgm:prSet presAssocID="{BEFD1B08-364C-4D86-9176-DD1096E1B260}" presName="parentText" presStyleLbl="node1" presStyleIdx="3" presStyleCnt="6" custScaleX="11428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ED52D0-C58E-4C42-AE5E-28A5B93EFCEC}" type="pres">
      <dgm:prSet presAssocID="{BEFD1B08-364C-4D86-9176-DD1096E1B260}" presName="negativeSpace" presStyleCnt="0"/>
      <dgm:spPr/>
    </dgm:pt>
    <dgm:pt modelId="{E380B5D0-9BD9-4DC2-9A15-723FC9D376D9}" type="pres">
      <dgm:prSet presAssocID="{BEFD1B08-364C-4D86-9176-DD1096E1B260}" presName="childText" presStyleLbl="conFgAcc1" presStyleIdx="3" presStyleCnt="6">
        <dgm:presLayoutVars>
          <dgm:bulletEnabled val="1"/>
        </dgm:presLayoutVars>
      </dgm:prSet>
      <dgm:spPr/>
    </dgm:pt>
    <dgm:pt modelId="{FC18F78C-9F67-4421-87DF-67FE3A0CAB5E}" type="pres">
      <dgm:prSet presAssocID="{4A6EBBDB-2D46-455F-BE3C-FB9BEA54E863}" presName="spaceBetweenRectangles" presStyleCnt="0"/>
      <dgm:spPr/>
    </dgm:pt>
    <dgm:pt modelId="{92DC41E5-1F33-463E-AD78-29A31BBB4704}" type="pres">
      <dgm:prSet presAssocID="{9561A23E-2DDD-419C-9000-FEC61A91CB62}" presName="parentLin" presStyleCnt="0"/>
      <dgm:spPr/>
    </dgm:pt>
    <dgm:pt modelId="{E6ED139F-E1CB-4CCC-9DFC-2D8E45410E61}" type="pres">
      <dgm:prSet presAssocID="{9561A23E-2DDD-419C-9000-FEC61A91CB62}" presName="parentLeftMargin" presStyleLbl="node1" presStyleIdx="3" presStyleCnt="6"/>
      <dgm:spPr/>
      <dgm:t>
        <a:bodyPr/>
        <a:lstStyle/>
        <a:p>
          <a:endParaRPr lang="en-US"/>
        </a:p>
      </dgm:t>
    </dgm:pt>
    <dgm:pt modelId="{61D8CDDD-2598-4D19-8665-922A65D13BF2}" type="pres">
      <dgm:prSet presAssocID="{9561A23E-2DDD-419C-9000-FEC61A91CB62}" presName="parentText" presStyleLbl="node1" presStyleIdx="4" presStyleCnt="6" custScaleX="11428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4BCACA-F98B-4161-9DF9-A79894168269}" type="pres">
      <dgm:prSet presAssocID="{9561A23E-2DDD-419C-9000-FEC61A91CB62}" presName="negativeSpace" presStyleCnt="0"/>
      <dgm:spPr/>
    </dgm:pt>
    <dgm:pt modelId="{A94D04F4-AF36-4C4E-BAF4-223F260E1574}" type="pres">
      <dgm:prSet presAssocID="{9561A23E-2DDD-419C-9000-FEC61A91CB62}" presName="childText" presStyleLbl="conFgAcc1" presStyleIdx="4" presStyleCnt="6">
        <dgm:presLayoutVars>
          <dgm:bulletEnabled val="1"/>
        </dgm:presLayoutVars>
      </dgm:prSet>
      <dgm:spPr/>
    </dgm:pt>
    <dgm:pt modelId="{BAED1AA3-F846-48A0-9D42-83A5FDC95024}" type="pres">
      <dgm:prSet presAssocID="{DC7510BA-F2CE-4C7B-A594-CBBDA0B3BD19}" presName="spaceBetweenRectangles" presStyleCnt="0"/>
      <dgm:spPr/>
    </dgm:pt>
    <dgm:pt modelId="{D370A98D-327F-4A47-9E43-7AED3A460E1D}" type="pres">
      <dgm:prSet presAssocID="{EFCEDC35-21E0-461F-A457-3BA88D6C3D72}" presName="parentLin" presStyleCnt="0"/>
      <dgm:spPr/>
    </dgm:pt>
    <dgm:pt modelId="{926946E5-54AB-4788-B52B-7AC8D87A3023}" type="pres">
      <dgm:prSet presAssocID="{EFCEDC35-21E0-461F-A457-3BA88D6C3D72}" presName="parentLeftMargin" presStyleLbl="node1" presStyleIdx="4" presStyleCnt="6"/>
      <dgm:spPr/>
      <dgm:t>
        <a:bodyPr/>
        <a:lstStyle/>
        <a:p>
          <a:endParaRPr lang="en-US"/>
        </a:p>
      </dgm:t>
    </dgm:pt>
    <dgm:pt modelId="{1D772F14-ECE9-412C-88B6-BC52524085EE}" type="pres">
      <dgm:prSet presAssocID="{EFCEDC35-21E0-461F-A457-3BA88D6C3D72}" presName="parentText" presStyleLbl="node1" presStyleIdx="5" presStyleCnt="6" custScaleX="11428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E78746-C6C8-4A9E-A91C-88DA05E2E78C}" type="pres">
      <dgm:prSet presAssocID="{EFCEDC35-21E0-461F-A457-3BA88D6C3D72}" presName="negativeSpace" presStyleCnt="0"/>
      <dgm:spPr/>
    </dgm:pt>
    <dgm:pt modelId="{7CA3599B-542E-42E8-9167-09ED9D103ACD}" type="pres">
      <dgm:prSet presAssocID="{EFCEDC35-21E0-461F-A457-3BA88D6C3D72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18D4FF78-D36A-4243-B52D-D9EDAA7424EA}" type="presOf" srcId="{BEFD1B08-364C-4D86-9176-DD1096E1B260}" destId="{FFA41272-993B-4552-97F9-FCFD1D1E46EE}" srcOrd="1" destOrd="0" presId="urn:microsoft.com/office/officeart/2005/8/layout/list1"/>
    <dgm:cxn modelId="{80E18686-0954-4179-BD7E-5D63070D8C15}" srcId="{68885540-12AA-43D9-8FFD-A35A2F3AD79E}" destId="{EFCEDC35-21E0-461F-A457-3BA88D6C3D72}" srcOrd="5" destOrd="0" parTransId="{2B200137-421A-437D-BA95-FB02157E0978}" sibTransId="{F1C9DE18-D4EB-4169-9FE5-5F151D56249D}"/>
    <dgm:cxn modelId="{179FA1E7-DF41-4DBA-B8B9-98EDD91C778B}" type="presOf" srcId="{0F515426-FA1E-4497-9B2F-779DA0C76128}" destId="{02AEA771-E754-4DBF-8D2C-A0A7AB3B1436}" srcOrd="0" destOrd="0" presId="urn:microsoft.com/office/officeart/2005/8/layout/list1"/>
    <dgm:cxn modelId="{153B9A57-31FB-47E3-8D51-FA53BD221E09}" type="presOf" srcId="{9561A23E-2DDD-419C-9000-FEC61A91CB62}" destId="{E6ED139F-E1CB-4CCC-9DFC-2D8E45410E61}" srcOrd="0" destOrd="0" presId="urn:microsoft.com/office/officeart/2005/8/layout/list1"/>
    <dgm:cxn modelId="{60EEAFC6-B9C2-447C-BEEE-8B5052CA2CBB}" type="presOf" srcId="{EFCEDC35-21E0-461F-A457-3BA88D6C3D72}" destId="{926946E5-54AB-4788-B52B-7AC8D87A3023}" srcOrd="0" destOrd="0" presId="urn:microsoft.com/office/officeart/2005/8/layout/list1"/>
    <dgm:cxn modelId="{30130B0F-5159-4F6B-AF03-8DD78CA3900B}" type="presOf" srcId="{9561A23E-2DDD-419C-9000-FEC61A91CB62}" destId="{61D8CDDD-2598-4D19-8665-922A65D13BF2}" srcOrd="1" destOrd="0" presId="urn:microsoft.com/office/officeart/2005/8/layout/list1"/>
    <dgm:cxn modelId="{549025D7-4055-402B-927B-BE1661A914EF}" type="presOf" srcId="{DEEA0392-9985-409B-8B1A-3D40EE738A6B}" destId="{C5680687-2749-485A-91F3-922360EA16E0}" srcOrd="0" destOrd="0" presId="urn:microsoft.com/office/officeart/2005/8/layout/list1"/>
    <dgm:cxn modelId="{27CFDF80-6EBE-4B35-953A-46223D86D5E0}" srcId="{68885540-12AA-43D9-8FFD-A35A2F3AD79E}" destId="{9561A23E-2DDD-419C-9000-FEC61A91CB62}" srcOrd="4" destOrd="0" parTransId="{70CF33FD-D2E6-472C-A2A4-D444458BB83D}" sibTransId="{DC7510BA-F2CE-4C7B-A594-CBBDA0B3BD19}"/>
    <dgm:cxn modelId="{BCB9AFF8-3608-4278-89B4-9E6FC91EAF8E}" srcId="{68885540-12AA-43D9-8FFD-A35A2F3AD79E}" destId="{C55DFB62-2E67-4577-A675-14D2EFFE7C96}" srcOrd="1" destOrd="0" parTransId="{C2DEF337-85DD-4257-AB62-0F940E4CB9BB}" sibTransId="{A03ADF37-A34D-4489-9217-329FEA08787C}"/>
    <dgm:cxn modelId="{5388D5AB-A536-46D5-BEA3-F8056C65406A}" type="presOf" srcId="{BEFD1B08-364C-4D86-9176-DD1096E1B260}" destId="{E56E8A43-4CC1-4755-BA58-A72A6978A4D3}" srcOrd="0" destOrd="0" presId="urn:microsoft.com/office/officeart/2005/8/layout/list1"/>
    <dgm:cxn modelId="{63C3A47C-3795-4370-B71D-147175A8CB18}" srcId="{68885540-12AA-43D9-8FFD-A35A2F3AD79E}" destId="{DEEA0392-9985-409B-8B1A-3D40EE738A6B}" srcOrd="0" destOrd="0" parTransId="{6B2032AB-AB56-4197-B7E4-55253732B9F1}" sibTransId="{A2F86DFF-7E06-4267-B24A-EC821624935D}"/>
    <dgm:cxn modelId="{76CC3520-E4F6-4F00-88ED-B258CD3B4C66}" type="presOf" srcId="{DEEA0392-9985-409B-8B1A-3D40EE738A6B}" destId="{8232775D-5AAB-46E1-B3F9-EF4E73259F1F}" srcOrd="1" destOrd="0" presId="urn:microsoft.com/office/officeart/2005/8/layout/list1"/>
    <dgm:cxn modelId="{DE6EA547-38D3-42DA-A262-5B4D8C58EA85}" type="presOf" srcId="{C55DFB62-2E67-4577-A675-14D2EFFE7C96}" destId="{D4C5B7EE-9750-4054-B046-367FBA43D725}" srcOrd="0" destOrd="0" presId="urn:microsoft.com/office/officeart/2005/8/layout/list1"/>
    <dgm:cxn modelId="{A3F0919C-B600-4C71-BB76-C2BE29055722}" srcId="{68885540-12AA-43D9-8FFD-A35A2F3AD79E}" destId="{0F515426-FA1E-4497-9B2F-779DA0C76128}" srcOrd="2" destOrd="0" parTransId="{BAF2DB49-C8AE-426D-A266-C72FF4276C96}" sibTransId="{C4B0B06A-A4D3-4FFB-835C-88076E10349D}"/>
    <dgm:cxn modelId="{42AAECB4-6C43-4E74-8857-948B8B96A842}" type="presOf" srcId="{68885540-12AA-43D9-8FFD-A35A2F3AD79E}" destId="{1AB52D88-61B4-4C62-AC83-167BF36D3375}" srcOrd="0" destOrd="0" presId="urn:microsoft.com/office/officeart/2005/8/layout/list1"/>
    <dgm:cxn modelId="{9F1E0BCE-FDF8-45DB-801B-6B9784CCA936}" srcId="{68885540-12AA-43D9-8FFD-A35A2F3AD79E}" destId="{BEFD1B08-364C-4D86-9176-DD1096E1B260}" srcOrd="3" destOrd="0" parTransId="{D04192AB-560B-44EB-B3D4-9C694648B8C6}" sibTransId="{4A6EBBDB-2D46-455F-BE3C-FB9BEA54E863}"/>
    <dgm:cxn modelId="{48344B86-F4B3-4C8A-859A-D289FF507C28}" type="presOf" srcId="{0F515426-FA1E-4497-9B2F-779DA0C76128}" destId="{FA2E6C8C-AEC4-4FB8-A76A-DAEEE75D04B2}" srcOrd="1" destOrd="0" presId="urn:microsoft.com/office/officeart/2005/8/layout/list1"/>
    <dgm:cxn modelId="{EA437EF7-1868-47B8-BF9F-35AAC93933E8}" type="presOf" srcId="{C55DFB62-2E67-4577-A675-14D2EFFE7C96}" destId="{5944965D-3D7B-4DE0-B839-8D8C95EA12D3}" srcOrd="1" destOrd="0" presId="urn:microsoft.com/office/officeart/2005/8/layout/list1"/>
    <dgm:cxn modelId="{1D05D7EB-A01B-43D2-9F54-1971965FBF43}" type="presOf" srcId="{EFCEDC35-21E0-461F-A457-3BA88D6C3D72}" destId="{1D772F14-ECE9-412C-88B6-BC52524085EE}" srcOrd="1" destOrd="0" presId="urn:microsoft.com/office/officeart/2005/8/layout/list1"/>
    <dgm:cxn modelId="{3101B393-FD67-44C3-B3B8-B815FDA1D2BF}" type="presParOf" srcId="{1AB52D88-61B4-4C62-AC83-167BF36D3375}" destId="{854959F8-CFD1-46DC-A535-DB174509FCC5}" srcOrd="0" destOrd="0" presId="urn:microsoft.com/office/officeart/2005/8/layout/list1"/>
    <dgm:cxn modelId="{D5307055-96A9-4D71-809B-F734956CE167}" type="presParOf" srcId="{854959F8-CFD1-46DC-A535-DB174509FCC5}" destId="{C5680687-2749-485A-91F3-922360EA16E0}" srcOrd="0" destOrd="0" presId="urn:microsoft.com/office/officeart/2005/8/layout/list1"/>
    <dgm:cxn modelId="{B842C16A-AE71-481C-8EBB-10C9A61849A8}" type="presParOf" srcId="{854959F8-CFD1-46DC-A535-DB174509FCC5}" destId="{8232775D-5AAB-46E1-B3F9-EF4E73259F1F}" srcOrd="1" destOrd="0" presId="urn:microsoft.com/office/officeart/2005/8/layout/list1"/>
    <dgm:cxn modelId="{D2F6431C-41EC-49E9-B33E-4F6D9097CA6A}" type="presParOf" srcId="{1AB52D88-61B4-4C62-AC83-167BF36D3375}" destId="{5AA90E4F-C0E6-4738-927A-E485A93C17BA}" srcOrd="1" destOrd="0" presId="urn:microsoft.com/office/officeart/2005/8/layout/list1"/>
    <dgm:cxn modelId="{66E502D0-1BF4-43D8-AFE2-DCE18988FD2B}" type="presParOf" srcId="{1AB52D88-61B4-4C62-AC83-167BF36D3375}" destId="{7E7F2B5B-BC8E-4F59-9265-FE1E9F3F3176}" srcOrd="2" destOrd="0" presId="urn:microsoft.com/office/officeart/2005/8/layout/list1"/>
    <dgm:cxn modelId="{2E17618E-9C7F-4633-8E64-20CED9814228}" type="presParOf" srcId="{1AB52D88-61B4-4C62-AC83-167BF36D3375}" destId="{4E2CE25E-0ED1-478F-9AC7-34FA2AB64BFE}" srcOrd="3" destOrd="0" presId="urn:microsoft.com/office/officeart/2005/8/layout/list1"/>
    <dgm:cxn modelId="{84F2FED1-DAA6-4F49-A62A-28377A7B0186}" type="presParOf" srcId="{1AB52D88-61B4-4C62-AC83-167BF36D3375}" destId="{94AAF57F-EC8C-48EA-8DDD-E191E9E10A9E}" srcOrd="4" destOrd="0" presId="urn:microsoft.com/office/officeart/2005/8/layout/list1"/>
    <dgm:cxn modelId="{85FB63C3-5FFD-4982-AC05-82EE450713F6}" type="presParOf" srcId="{94AAF57F-EC8C-48EA-8DDD-E191E9E10A9E}" destId="{D4C5B7EE-9750-4054-B046-367FBA43D725}" srcOrd="0" destOrd="0" presId="urn:microsoft.com/office/officeart/2005/8/layout/list1"/>
    <dgm:cxn modelId="{3A5F686B-C6FC-4740-A260-F54E835E03FC}" type="presParOf" srcId="{94AAF57F-EC8C-48EA-8DDD-E191E9E10A9E}" destId="{5944965D-3D7B-4DE0-B839-8D8C95EA12D3}" srcOrd="1" destOrd="0" presId="urn:microsoft.com/office/officeart/2005/8/layout/list1"/>
    <dgm:cxn modelId="{F8065F97-0097-4A0F-9E72-C1D121840AC0}" type="presParOf" srcId="{1AB52D88-61B4-4C62-AC83-167BF36D3375}" destId="{770F3686-8777-44E2-9976-21585267F746}" srcOrd="5" destOrd="0" presId="urn:microsoft.com/office/officeart/2005/8/layout/list1"/>
    <dgm:cxn modelId="{62A40B46-BA88-46CE-95CE-D59C0AC6AB32}" type="presParOf" srcId="{1AB52D88-61B4-4C62-AC83-167BF36D3375}" destId="{7DCCD712-CF91-497D-91D2-F266458DF589}" srcOrd="6" destOrd="0" presId="urn:microsoft.com/office/officeart/2005/8/layout/list1"/>
    <dgm:cxn modelId="{E997AAB5-F1F8-43EC-8AC8-1AB480F44C55}" type="presParOf" srcId="{1AB52D88-61B4-4C62-AC83-167BF36D3375}" destId="{D3580E4E-B8B5-4101-9737-3B5CAA2CDB41}" srcOrd="7" destOrd="0" presId="urn:microsoft.com/office/officeart/2005/8/layout/list1"/>
    <dgm:cxn modelId="{2368B7B5-7252-47CD-9DB2-2319DD73C796}" type="presParOf" srcId="{1AB52D88-61B4-4C62-AC83-167BF36D3375}" destId="{25D63EC1-72B2-4105-9109-83AEA5FFE940}" srcOrd="8" destOrd="0" presId="urn:microsoft.com/office/officeart/2005/8/layout/list1"/>
    <dgm:cxn modelId="{9FC5FB81-1A2E-4923-B079-5DBFF897C78B}" type="presParOf" srcId="{25D63EC1-72B2-4105-9109-83AEA5FFE940}" destId="{02AEA771-E754-4DBF-8D2C-A0A7AB3B1436}" srcOrd="0" destOrd="0" presId="urn:microsoft.com/office/officeart/2005/8/layout/list1"/>
    <dgm:cxn modelId="{3D281460-EA69-4CBC-A58C-04DA151351FB}" type="presParOf" srcId="{25D63EC1-72B2-4105-9109-83AEA5FFE940}" destId="{FA2E6C8C-AEC4-4FB8-A76A-DAEEE75D04B2}" srcOrd="1" destOrd="0" presId="urn:microsoft.com/office/officeart/2005/8/layout/list1"/>
    <dgm:cxn modelId="{377FD095-30B4-4663-B64B-FE1F77E6AEF3}" type="presParOf" srcId="{1AB52D88-61B4-4C62-AC83-167BF36D3375}" destId="{D911B046-C59F-4099-831E-C844D5CF8FA8}" srcOrd="9" destOrd="0" presId="urn:microsoft.com/office/officeart/2005/8/layout/list1"/>
    <dgm:cxn modelId="{ABF9F70E-4B98-49B6-A343-16F2AAC33A3B}" type="presParOf" srcId="{1AB52D88-61B4-4C62-AC83-167BF36D3375}" destId="{9C1225BE-354B-41BB-BB6E-07257BB034EB}" srcOrd="10" destOrd="0" presId="urn:microsoft.com/office/officeart/2005/8/layout/list1"/>
    <dgm:cxn modelId="{5AF422EE-2C61-4325-91FA-3000BFD14FBA}" type="presParOf" srcId="{1AB52D88-61B4-4C62-AC83-167BF36D3375}" destId="{2F9C53F8-0760-4887-A6B9-43D98EAD796F}" srcOrd="11" destOrd="0" presId="urn:microsoft.com/office/officeart/2005/8/layout/list1"/>
    <dgm:cxn modelId="{22DF3710-E363-49DB-A0ED-EF4556C465E2}" type="presParOf" srcId="{1AB52D88-61B4-4C62-AC83-167BF36D3375}" destId="{2B2464E7-5A39-497C-B1E9-C898450EFBED}" srcOrd="12" destOrd="0" presId="urn:microsoft.com/office/officeart/2005/8/layout/list1"/>
    <dgm:cxn modelId="{474E4897-C1DC-4391-BF94-B6412751932E}" type="presParOf" srcId="{2B2464E7-5A39-497C-B1E9-C898450EFBED}" destId="{E56E8A43-4CC1-4755-BA58-A72A6978A4D3}" srcOrd="0" destOrd="0" presId="urn:microsoft.com/office/officeart/2005/8/layout/list1"/>
    <dgm:cxn modelId="{40B413B5-EDBF-4C9C-A707-B1E5501F574B}" type="presParOf" srcId="{2B2464E7-5A39-497C-B1E9-C898450EFBED}" destId="{FFA41272-993B-4552-97F9-FCFD1D1E46EE}" srcOrd="1" destOrd="0" presId="urn:microsoft.com/office/officeart/2005/8/layout/list1"/>
    <dgm:cxn modelId="{DC3C69D4-BC32-466B-8864-B4FFF531729C}" type="presParOf" srcId="{1AB52D88-61B4-4C62-AC83-167BF36D3375}" destId="{27ED52D0-C58E-4C42-AE5E-28A5B93EFCEC}" srcOrd="13" destOrd="0" presId="urn:microsoft.com/office/officeart/2005/8/layout/list1"/>
    <dgm:cxn modelId="{B2605896-75BA-4BDD-81A2-C739D85722B8}" type="presParOf" srcId="{1AB52D88-61B4-4C62-AC83-167BF36D3375}" destId="{E380B5D0-9BD9-4DC2-9A15-723FC9D376D9}" srcOrd="14" destOrd="0" presId="urn:microsoft.com/office/officeart/2005/8/layout/list1"/>
    <dgm:cxn modelId="{4C03009E-8444-4C8F-9EA8-532E497154FD}" type="presParOf" srcId="{1AB52D88-61B4-4C62-AC83-167BF36D3375}" destId="{FC18F78C-9F67-4421-87DF-67FE3A0CAB5E}" srcOrd="15" destOrd="0" presId="urn:microsoft.com/office/officeart/2005/8/layout/list1"/>
    <dgm:cxn modelId="{C66F78EA-42BE-4D73-AB79-6E133A201CAB}" type="presParOf" srcId="{1AB52D88-61B4-4C62-AC83-167BF36D3375}" destId="{92DC41E5-1F33-463E-AD78-29A31BBB4704}" srcOrd="16" destOrd="0" presId="urn:microsoft.com/office/officeart/2005/8/layout/list1"/>
    <dgm:cxn modelId="{81030592-9E6E-4C84-99BC-0F832042D018}" type="presParOf" srcId="{92DC41E5-1F33-463E-AD78-29A31BBB4704}" destId="{E6ED139F-E1CB-4CCC-9DFC-2D8E45410E61}" srcOrd="0" destOrd="0" presId="urn:microsoft.com/office/officeart/2005/8/layout/list1"/>
    <dgm:cxn modelId="{79107F34-51C8-4991-AFFC-4B2A19FAB70B}" type="presParOf" srcId="{92DC41E5-1F33-463E-AD78-29A31BBB4704}" destId="{61D8CDDD-2598-4D19-8665-922A65D13BF2}" srcOrd="1" destOrd="0" presId="urn:microsoft.com/office/officeart/2005/8/layout/list1"/>
    <dgm:cxn modelId="{17B81FD9-D3D9-4CC3-B8F0-6389B627A8C3}" type="presParOf" srcId="{1AB52D88-61B4-4C62-AC83-167BF36D3375}" destId="{104BCACA-F98B-4161-9DF9-A79894168269}" srcOrd="17" destOrd="0" presId="urn:microsoft.com/office/officeart/2005/8/layout/list1"/>
    <dgm:cxn modelId="{AD21DD63-6A26-4EDB-9F57-22B4E83616C6}" type="presParOf" srcId="{1AB52D88-61B4-4C62-AC83-167BF36D3375}" destId="{A94D04F4-AF36-4C4E-BAF4-223F260E1574}" srcOrd="18" destOrd="0" presId="urn:microsoft.com/office/officeart/2005/8/layout/list1"/>
    <dgm:cxn modelId="{3C345853-B592-4389-BF2D-400D524DFA4C}" type="presParOf" srcId="{1AB52D88-61B4-4C62-AC83-167BF36D3375}" destId="{BAED1AA3-F846-48A0-9D42-83A5FDC95024}" srcOrd="19" destOrd="0" presId="urn:microsoft.com/office/officeart/2005/8/layout/list1"/>
    <dgm:cxn modelId="{5BA77749-35DA-43F7-80BC-6C0EA67BBA37}" type="presParOf" srcId="{1AB52D88-61B4-4C62-AC83-167BF36D3375}" destId="{D370A98D-327F-4A47-9E43-7AED3A460E1D}" srcOrd="20" destOrd="0" presId="urn:microsoft.com/office/officeart/2005/8/layout/list1"/>
    <dgm:cxn modelId="{85B1DED2-A293-4775-882C-E2343E701D0A}" type="presParOf" srcId="{D370A98D-327F-4A47-9E43-7AED3A460E1D}" destId="{926946E5-54AB-4788-B52B-7AC8D87A3023}" srcOrd="0" destOrd="0" presId="urn:microsoft.com/office/officeart/2005/8/layout/list1"/>
    <dgm:cxn modelId="{6C987709-F147-4B1E-A537-CC18566D29CE}" type="presParOf" srcId="{D370A98D-327F-4A47-9E43-7AED3A460E1D}" destId="{1D772F14-ECE9-412C-88B6-BC52524085EE}" srcOrd="1" destOrd="0" presId="urn:microsoft.com/office/officeart/2005/8/layout/list1"/>
    <dgm:cxn modelId="{25C2A8DB-C475-4BB8-95C9-66167C25C385}" type="presParOf" srcId="{1AB52D88-61B4-4C62-AC83-167BF36D3375}" destId="{6AE78746-C6C8-4A9E-A91C-88DA05E2E78C}" srcOrd="21" destOrd="0" presId="urn:microsoft.com/office/officeart/2005/8/layout/list1"/>
    <dgm:cxn modelId="{A88DD4CA-5E58-4A9C-8678-14A0E5960A84}" type="presParOf" srcId="{1AB52D88-61B4-4C62-AC83-167BF36D3375}" destId="{7CA3599B-542E-42E8-9167-09ED9D103ACD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F72BD1-116C-4698-AC93-2D7A32FD5B4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731C90-76F5-49B9-8345-B202BFB889E6}">
      <dgm:prSet phldrT="[Text]" custT="1"/>
      <dgm:spPr/>
      <dgm:t>
        <a:bodyPr/>
        <a:lstStyle/>
        <a:p>
          <a:r>
            <a:rPr lang="da-DK" sz="2000" dirty="0" smtClean="0"/>
            <a:t>Unclear requirements</a:t>
          </a:r>
          <a:endParaRPr lang="en-US" sz="2000" dirty="0"/>
        </a:p>
      </dgm:t>
    </dgm:pt>
    <dgm:pt modelId="{B2B4DB41-F8EB-44E1-9EFC-4F3F6FA0490D}" type="parTrans" cxnId="{3DC831D2-F933-4BF9-B930-58DDCC1C7DCB}">
      <dgm:prSet/>
      <dgm:spPr/>
      <dgm:t>
        <a:bodyPr/>
        <a:lstStyle/>
        <a:p>
          <a:endParaRPr lang="en-US"/>
        </a:p>
      </dgm:t>
    </dgm:pt>
    <dgm:pt modelId="{B504EA7A-6694-4706-810A-7865C56061A9}" type="sibTrans" cxnId="{3DC831D2-F933-4BF9-B930-58DDCC1C7DCB}">
      <dgm:prSet/>
      <dgm:spPr/>
      <dgm:t>
        <a:bodyPr/>
        <a:lstStyle/>
        <a:p>
          <a:endParaRPr lang="en-US"/>
        </a:p>
      </dgm:t>
    </dgm:pt>
    <dgm:pt modelId="{A890A0FF-4BB2-424A-B61F-1112D325AFBA}">
      <dgm:prSet phldrT="[Text]" custT="1"/>
      <dgm:spPr/>
      <dgm:t>
        <a:bodyPr/>
        <a:lstStyle/>
        <a:p>
          <a:r>
            <a:rPr lang="en-US" sz="2000" dirty="0" smtClean="0"/>
            <a:t>Too many requirement changes</a:t>
          </a:r>
          <a:endParaRPr lang="en-US" sz="2000" dirty="0"/>
        </a:p>
      </dgm:t>
    </dgm:pt>
    <dgm:pt modelId="{563D9D18-F32A-4DC6-B520-262645D4EA07}" type="parTrans" cxnId="{AE833A13-798A-497A-8D57-B92D021AC12B}">
      <dgm:prSet/>
      <dgm:spPr/>
      <dgm:t>
        <a:bodyPr/>
        <a:lstStyle/>
        <a:p>
          <a:endParaRPr lang="en-US"/>
        </a:p>
      </dgm:t>
    </dgm:pt>
    <dgm:pt modelId="{E78CA719-C2C4-4A9B-BBB9-FFDFADD4DEE0}" type="sibTrans" cxnId="{AE833A13-798A-497A-8D57-B92D021AC12B}">
      <dgm:prSet/>
      <dgm:spPr/>
      <dgm:t>
        <a:bodyPr/>
        <a:lstStyle/>
        <a:p>
          <a:endParaRPr lang="en-US"/>
        </a:p>
      </dgm:t>
    </dgm:pt>
    <dgm:pt modelId="{ED368A7E-AC7F-4127-A90D-18208732014D}">
      <dgm:prSet phldrT="[Text]" custT="1"/>
      <dgm:spPr/>
      <dgm:t>
        <a:bodyPr/>
        <a:lstStyle/>
        <a:p>
          <a:r>
            <a:rPr lang="en-US" sz="2000" dirty="0" smtClean="0"/>
            <a:t>Unrealistic schedules</a:t>
          </a:r>
          <a:endParaRPr lang="en-US" sz="2000" dirty="0"/>
        </a:p>
      </dgm:t>
    </dgm:pt>
    <dgm:pt modelId="{E99B3AD7-611E-4168-AAD1-202CC56707A2}" type="parTrans" cxnId="{4166DA4B-56A0-4F24-B217-C123101DE061}">
      <dgm:prSet/>
      <dgm:spPr/>
      <dgm:t>
        <a:bodyPr/>
        <a:lstStyle/>
        <a:p>
          <a:endParaRPr lang="en-US"/>
        </a:p>
      </dgm:t>
    </dgm:pt>
    <dgm:pt modelId="{CE5BB60D-CF89-4066-9CD5-2E75A453856E}" type="sibTrans" cxnId="{4166DA4B-56A0-4F24-B217-C123101DE061}">
      <dgm:prSet/>
      <dgm:spPr/>
      <dgm:t>
        <a:bodyPr/>
        <a:lstStyle/>
        <a:p>
          <a:endParaRPr lang="en-US"/>
        </a:p>
      </dgm:t>
    </dgm:pt>
    <dgm:pt modelId="{91A39CED-5F85-4F2D-AEED-B9931E2A3DF9}">
      <dgm:prSet phldrT="[Text]" custT="1"/>
      <dgm:spPr/>
      <dgm:t>
        <a:bodyPr/>
        <a:lstStyle/>
        <a:p>
          <a:r>
            <a:rPr lang="en-US" sz="2000" dirty="0" smtClean="0"/>
            <a:t>Working on new technology</a:t>
          </a:r>
          <a:endParaRPr lang="en-US" sz="2000" dirty="0"/>
        </a:p>
      </dgm:t>
    </dgm:pt>
    <dgm:pt modelId="{46633559-09D3-4576-A19B-70861DD7DB4E}" type="parTrans" cxnId="{8990DA71-FEDF-484F-AAD5-E072DD7768C4}">
      <dgm:prSet/>
      <dgm:spPr/>
      <dgm:t>
        <a:bodyPr/>
        <a:lstStyle/>
        <a:p>
          <a:endParaRPr lang="en-US"/>
        </a:p>
      </dgm:t>
    </dgm:pt>
    <dgm:pt modelId="{D8CAEBA3-3A2A-4C32-B973-733383219869}" type="sibTrans" cxnId="{8990DA71-FEDF-484F-AAD5-E072DD7768C4}">
      <dgm:prSet/>
      <dgm:spPr/>
      <dgm:t>
        <a:bodyPr/>
        <a:lstStyle/>
        <a:p>
          <a:endParaRPr lang="en-US"/>
        </a:p>
      </dgm:t>
    </dgm:pt>
    <dgm:pt modelId="{F2FB251D-2075-4FAA-960B-E0CD1AF60BB9}">
      <dgm:prSet phldrT="[Text]" custT="1"/>
      <dgm:spPr/>
      <dgm:t>
        <a:bodyPr/>
        <a:lstStyle/>
        <a:p>
          <a:r>
            <a:rPr lang="en-US" sz="2000" dirty="0" smtClean="0"/>
            <a:t>Manpower attrition</a:t>
          </a:r>
          <a:endParaRPr lang="en-US" sz="2000" dirty="0"/>
        </a:p>
      </dgm:t>
    </dgm:pt>
    <dgm:pt modelId="{B54E23C1-2E29-44F5-873B-DEDC3DB7148C}" type="parTrans" cxnId="{DD903E3F-7D6A-4DF9-841D-30C8A2B9E60E}">
      <dgm:prSet/>
      <dgm:spPr/>
      <dgm:t>
        <a:bodyPr/>
        <a:lstStyle/>
        <a:p>
          <a:endParaRPr lang="en-US"/>
        </a:p>
      </dgm:t>
    </dgm:pt>
    <dgm:pt modelId="{5FB6A9A9-682C-4B01-8A42-A611A33D8BBC}" type="sibTrans" cxnId="{DD903E3F-7D6A-4DF9-841D-30C8A2B9E60E}">
      <dgm:prSet/>
      <dgm:spPr/>
      <dgm:t>
        <a:bodyPr/>
        <a:lstStyle/>
        <a:p>
          <a:endParaRPr lang="en-US"/>
        </a:p>
      </dgm:t>
    </dgm:pt>
    <dgm:pt modelId="{E4950076-11DB-49D0-BAC6-79C3C78362C7}">
      <dgm:prSet phldrT="[Text]" custT="1"/>
      <dgm:spPr/>
      <dgm:t>
        <a:bodyPr/>
        <a:lstStyle/>
        <a:p>
          <a:r>
            <a:rPr lang="en-US" sz="2000" dirty="0" smtClean="0"/>
            <a:t>Slow performance</a:t>
          </a:r>
          <a:endParaRPr lang="en-US" sz="2000" dirty="0"/>
        </a:p>
      </dgm:t>
    </dgm:pt>
    <dgm:pt modelId="{68CCA4CD-DEAC-4F39-9A60-7DF452972AD8}" type="parTrans" cxnId="{C5BE919E-5E24-4D5B-B085-9B17F4C93285}">
      <dgm:prSet/>
      <dgm:spPr/>
      <dgm:t>
        <a:bodyPr/>
        <a:lstStyle/>
        <a:p>
          <a:endParaRPr lang="en-US"/>
        </a:p>
      </dgm:t>
    </dgm:pt>
    <dgm:pt modelId="{5A2A7696-1143-41EE-B38E-23441F9D75AD}" type="sibTrans" cxnId="{C5BE919E-5E24-4D5B-B085-9B17F4C93285}">
      <dgm:prSet/>
      <dgm:spPr/>
      <dgm:t>
        <a:bodyPr/>
        <a:lstStyle/>
        <a:p>
          <a:endParaRPr lang="en-US"/>
        </a:p>
      </dgm:t>
    </dgm:pt>
    <dgm:pt modelId="{8DCC34AA-C89B-4569-8C45-B42934D7365E}">
      <dgm:prSet phldrT="[Text]" custT="1"/>
      <dgm:spPr/>
      <dgm:t>
        <a:bodyPr/>
        <a:lstStyle/>
        <a:p>
          <a:r>
            <a:rPr lang="en-US" sz="2000" dirty="0" smtClean="0"/>
            <a:t>Working on new process</a:t>
          </a:r>
          <a:endParaRPr lang="en-US" sz="2000" dirty="0"/>
        </a:p>
      </dgm:t>
    </dgm:pt>
    <dgm:pt modelId="{D85812FA-DD50-4A85-87E3-F1553CE6AD77}" type="parTrans" cxnId="{3BABF5BA-C756-49EE-9756-C9B669D95B4E}">
      <dgm:prSet/>
      <dgm:spPr/>
      <dgm:t>
        <a:bodyPr/>
        <a:lstStyle/>
        <a:p>
          <a:endParaRPr lang="en-US"/>
        </a:p>
      </dgm:t>
    </dgm:pt>
    <dgm:pt modelId="{6F84BB3E-1E9D-4F98-BE92-EDD03C5BFDEA}" type="sibTrans" cxnId="{3BABF5BA-C756-49EE-9756-C9B669D95B4E}">
      <dgm:prSet/>
      <dgm:spPr/>
      <dgm:t>
        <a:bodyPr/>
        <a:lstStyle/>
        <a:p>
          <a:endParaRPr lang="en-US"/>
        </a:p>
      </dgm:t>
    </dgm:pt>
    <dgm:pt modelId="{3C3CFFF6-BAB5-49EC-BA60-A4F881592B4B}">
      <dgm:prSet phldrT="[Text]" custT="1"/>
      <dgm:spPr/>
      <dgm:t>
        <a:bodyPr/>
        <a:lstStyle/>
        <a:p>
          <a:r>
            <a:rPr lang="en-US" sz="2000" dirty="0" smtClean="0"/>
            <a:t>Lack of leadership</a:t>
          </a:r>
          <a:endParaRPr lang="en-US" sz="2000" dirty="0"/>
        </a:p>
      </dgm:t>
    </dgm:pt>
    <dgm:pt modelId="{5004B838-0649-454F-8834-7DE033C349D6}" type="parTrans" cxnId="{7E773F12-3C15-40FC-9026-08BC97F405D9}">
      <dgm:prSet/>
      <dgm:spPr/>
    </dgm:pt>
    <dgm:pt modelId="{BC635250-FD80-4343-B1FD-9BBAC4F16F28}" type="sibTrans" cxnId="{7E773F12-3C15-40FC-9026-08BC97F405D9}">
      <dgm:prSet/>
      <dgm:spPr/>
    </dgm:pt>
    <dgm:pt modelId="{1A2ACC11-9583-487D-875C-FC1B71BD547F}" type="pres">
      <dgm:prSet presAssocID="{8BF72BD1-116C-4698-AC93-2D7A32FD5B4C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F7A63FE-4132-4288-8A15-ED83C6D1E9B0}" type="pres">
      <dgm:prSet presAssocID="{3C3CFFF6-BAB5-49EC-BA60-A4F881592B4B}" presName="parentLin" presStyleCnt="0"/>
      <dgm:spPr/>
    </dgm:pt>
    <dgm:pt modelId="{256EE839-BD7B-4CAA-838B-E90BFCD4307F}" type="pres">
      <dgm:prSet presAssocID="{3C3CFFF6-BAB5-49EC-BA60-A4F881592B4B}" presName="parentLeftMargin" presStyleLbl="node1" presStyleIdx="0" presStyleCnt="8"/>
      <dgm:spPr/>
      <dgm:t>
        <a:bodyPr/>
        <a:lstStyle/>
        <a:p>
          <a:endParaRPr lang="en-US"/>
        </a:p>
      </dgm:t>
    </dgm:pt>
    <dgm:pt modelId="{55BF225C-9C12-4F44-8EA9-C95DE109D2C1}" type="pres">
      <dgm:prSet presAssocID="{3C3CFFF6-BAB5-49EC-BA60-A4F881592B4B}" presName="parentText" presStyleLbl="node1" presStyleIdx="0" presStyleCnt="8" custScaleX="100897" custScaleY="9966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D461D8-5D60-4B77-B7C4-D0DA1BD0EDED}" type="pres">
      <dgm:prSet presAssocID="{3C3CFFF6-BAB5-49EC-BA60-A4F881592B4B}" presName="negativeSpace" presStyleCnt="0"/>
      <dgm:spPr/>
    </dgm:pt>
    <dgm:pt modelId="{F9181F53-C985-43D5-8048-300EAD9BCE04}" type="pres">
      <dgm:prSet presAssocID="{3C3CFFF6-BAB5-49EC-BA60-A4F881592B4B}" presName="childText" presStyleLbl="conFgAcc1" presStyleIdx="0" presStyleCnt="8">
        <dgm:presLayoutVars>
          <dgm:bulletEnabled val="1"/>
        </dgm:presLayoutVars>
      </dgm:prSet>
      <dgm:spPr/>
    </dgm:pt>
    <dgm:pt modelId="{FC9BBCE8-133E-49C6-9E10-79958E1DE7C6}" type="pres">
      <dgm:prSet presAssocID="{BC635250-FD80-4343-B1FD-9BBAC4F16F28}" presName="spaceBetweenRectangles" presStyleCnt="0"/>
      <dgm:spPr/>
    </dgm:pt>
    <dgm:pt modelId="{3A0703CE-412A-4AFF-90F3-5E7A7C7D7CCA}" type="pres">
      <dgm:prSet presAssocID="{F8731C90-76F5-49B9-8345-B202BFB889E6}" presName="parentLin" presStyleCnt="0"/>
      <dgm:spPr/>
    </dgm:pt>
    <dgm:pt modelId="{3AEDC2F6-53C0-4679-9AAF-866F78025858}" type="pres">
      <dgm:prSet presAssocID="{F8731C90-76F5-49B9-8345-B202BFB889E6}" presName="parentLeftMargin" presStyleLbl="node1" presStyleIdx="0" presStyleCnt="8"/>
      <dgm:spPr/>
      <dgm:t>
        <a:bodyPr/>
        <a:lstStyle/>
        <a:p>
          <a:endParaRPr lang="en-US"/>
        </a:p>
      </dgm:t>
    </dgm:pt>
    <dgm:pt modelId="{07E07692-085D-42E4-808D-AF7043021BD0}" type="pres">
      <dgm:prSet presAssocID="{F8731C90-76F5-49B9-8345-B202BFB889E6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BF3366-17AB-4DAD-84A2-12BCA68BDA1C}" type="pres">
      <dgm:prSet presAssocID="{F8731C90-76F5-49B9-8345-B202BFB889E6}" presName="negativeSpace" presStyleCnt="0"/>
      <dgm:spPr/>
    </dgm:pt>
    <dgm:pt modelId="{4800260B-1943-48FB-B380-EBEAB7AB4E61}" type="pres">
      <dgm:prSet presAssocID="{F8731C90-76F5-49B9-8345-B202BFB889E6}" presName="childText" presStyleLbl="conFgAcc1" presStyleIdx="1" presStyleCnt="8">
        <dgm:presLayoutVars>
          <dgm:bulletEnabled val="1"/>
        </dgm:presLayoutVars>
      </dgm:prSet>
      <dgm:spPr/>
    </dgm:pt>
    <dgm:pt modelId="{E44FCAF7-85DA-4117-AD83-539FFAC3F085}" type="pres">
      <dgm:prSet presAssocID="{B504EA7A-6694-4706-810A-7865C56061A9}" presName="spaceBetweenRectangles" presStyleCnt="0"/>
      <dgm:spPr/>
    </dgm:pt>
    <dgm:pt modelId="{3563FFA6-820C-49D8-9282-E6AC0D556C2A}" type="pres">
      <dgm:prSet presAssocID="{A890A0FF-4BB2-424A-B61F-1112D325AFBA}" presName="parentLin" presStyleCnt="0"/>
      <dgm:spPr/>
    </dgm:pt>
    <dgm:pt modelId="{6B989911-1860-4F28-B594-E0D3E0001550}" type="pres">
      <dgm:prSet presAssocID="{A890A0FF-4BB2-424A-B61F-1112D325AFBA}" presName="parentLeftMargin" presStyleLbl="node1" presStyleIdx="1" presStyleCnt="8"/>
      <dgm:spPr/>
      <dgm:t>
        <a:bodyPr/>
        <a:lstStyle/>
        <a:p>
          <a:endParaRPr lang="en-US"/>
        </a:p>
      </dgm:t>
    </dgm:pt>
    <dgm:pt modelId="{D561570A-5C92-4A51-877A-94285C6C3D7D}" type="pres">
      <dgm:prSet presAssocID="{A890A0FF-4BB2-424A-B61F-1112D325AFBA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202AA3-6EAD-4CD5-990C-C849A4B8B56D}" type="pres">
      <dgm:prSet presAssocID="{A890A0FF-4BB2-424A-B61F-1112D325AFBA}" presName="negativeSpace" presStyleCnt="0"/>
      <dgm:spPr/>
    </dgm:pt>
    <dgm:pt modelId="{E208B839-D47D-42D4-B7CC-1EBB01AACF9B}" type="pres">
      <dgm:prSet presAssocID="{A890A0FF-4BB2-424A-B61F-1112D325AFBA}" presName="childText" presStyleLbl="conFgAcc1" presStyleIdx="2" presStyleCnt="8">
        <dgm:presLayoutVars>
          <dgm:bulletEnabled val="1"/>
        </dgm:presLayoutVars>
      </dgm:prSet>
      <dgm:spPr/>
    </dgm:pt>
    <dgm:pt modelId="{58B6551C-22BB-4B81-B3D5-A5A3B326C773}" type="pres">
      <dgm:prSet presAssocID="{E78CA719-C2C4-4A9B-BBB9-FFDFADD4DEE0}" presName="spaceBetweenRectangles" presStyleCnt="0"/>
      <dgm:spPr/>
    </dgm:pt>
    <dgm:pt modelId="{65617DA3-F813-4A04-9EB2-89C66F5FD871}" type="pres">
      <dgm:prSet presAssocID="{ED368A7E-AC7F-4127-A90D-18208732014D}" presName="parentLin" presStyleCnt="0"/>
      <dgm:spPr/>
    </dgm:pt>
    <dgm:pt modelId="{3C7CC56E-663E-4466-AF92-211B64B661D6}" type="pres">
      <dgm:prSet presAssocID="{ED368A7E-AC7F-4127-A90D-18208732014D}" presName="parentLeftMargin" presStyleLbl="node1" presStyleIdx="2" presStyleCnt="8"/>
      <dgm:spPr/>
      <dgm:t>
        <a:bodyPr/>
        <a:lstStyle/>
        <a:p>
          <a:endParaRPr lang="en-US"/>
        </a:p>
      </dgm:t>
    </dgm:pt>
    <dgm:pt modelId="{D1EF75A0-3E83-47BA-B311-3B19B0EC66A8}" type="pres">
      <dgm:prSet presAssocID="{ED368A7E-AC7F-4127-A90D-18208732014D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2F3C06-3B8D-490D-9BCA-26AD043C73D2}" type="pres">
      <dgm:prSet presAssocID="{ED368A7E-AC7F-4127-A90D-18208732014D}" presName="negativeSpace" presStyleCnt="0"/>
      <dgm:spPr/>
    </dgm:pt>
    <dgm:pt modelId="{B596860D-AE0B-4AC6-8A0E-2F78B246A2E6}" type="pres">
      <dgm:prSet presAssocID="{ED368A7E-AC7F-4127-A90D-18208732014D}" presName="childText" presStyleLbl="conFgAcc1" presStyleIdx="3" presStyleCnt="8">
        <dgm:presLayoutVars>
          <dgm:bulletEnabled val="1"/>
        </dgm:presLayoutVars>
      </dgm:prSet>
      <dgm:spPr/>
    </dgm:pt>
    <dgm:pt modelId="{15466479-B1F3-43CC-8B64-EBB1EBEBA1D7}" type="pres">
      <dgm:prSet presAssocID="{CE5BB60D-CF89-4066-9CD5-2E75A453856E}" presName="spaceBetweenRectangles" presStyleCnt="0"/>
      <dgm:spPr/>
    </dgm:pt>
    <dgm:pt modelId="{704055C8-36AE-4230-AA75-A577940CC512}" type="pres">
      <dgm:prSet presAssocID="{91A39CED-5F85-4F2D-AEED-B9931E2A3DF9}" presName="parentLin" presStyleCnt="0"/>
      <dgm:spPr/>
    </dgm:pt>
    <dgm:pt modelId="{F8920707-E71F-4361-B95D-4397D319E35D}" type="pres">
      <dgm:prSet presAssocID="{91A39CED-5F85-4F2D-AEED-B9931E2A3DF9}" presName="parentLeftMargin" presStyleLbl="node1" presStyleIdx="3" presStyleCnt="8"/>
      <dgm:spPr/>
      <dgm:t>
        <a:bodyPr/>
        <a:lstStyle/>
        <a:p>
          <a:endParaRPr lang="en-US"/>
        </a:p>
      </dgm:t>
    </dgm:pt>
    <dgm:pt modelId="{4B913144-3CEB-4ADE-8D6E-E417AF01345D}" type="pres">
      <dgm:prSet presAssocID="{91A39CED-5F85-4F2D-AEED-B9931E2A3DF9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B2B2F3-202E-4BCE-B4AE-634B6BB5E275}" type="pres">
      <dgm:prSet presAssocID="{91A39CED-5F85-4F2D-AEED-B9931E2A3DF9}" presName="negativeSpace" presStyleCnt="0"/>
      <dgm:spPr/>
    </dgm:pt>
    <dgm:pt modelId="{3F6E095E-BFE8-476A-9467-9E47524349E8}" type="pres">
      <dgm:prSet presAssocID="{91A39CED-5F85-4F2D-AEED-B9931E2A3DF9}" presName="childText" presStyleLbl="conFgAcc1" presStyleIdx="4" presStyleCnt="8">
        <dgm:presLayoutVars>
          <dgm:bulletEnabled val="1"/>
        </dgm:presLayoutVars>
      </dgm:prSet>
      <dgm:spPr/>
    </dgm:pt>
    <dgm:pt modelId="{165A8DA4-79A2-475A-A124-77202708A9FC}" type="pres">
      <dgm:prSet presAssocID="{D8CAEBA3-3A2A-4C32-B973-733383219869}" presName="spaceBetweenRectangles" presStyleCnt="0"/>
      <dgm:spPr/>
    </dgm:pt>
    <dgm:pt modelId="{30DFEB2F-39CE-406F-84AC-4BF20EFBF904}" type="pres">
      <dgm:prSet presAssocID="{8DCC34AA-C89B-4569-8C45-B42934D7365E}" presName="parentLin" presStyleCnt="0"/>
      <dgm:spPr/>
    </dgm:pt>
    <dgm:pt modelId="{8ED4CCFD-F155-474C-8322-17BE7D1CDA4B}" type="pres">
      <dgm:prSet presAssocID="{8DCC34AA-C89B-4569-8C45-B42934D7365E}" presName="parentLeftMargin" presStyleLbl="node1" presStyleIdx="4" presStyleCnt="8"/>
      <dgm:spPr/>
      <dgm:t>
        <a:bodyPr/>
        <a:lstStyle/>
        <a:p>
          <a:endParaRPr lang="en-US"/>
        </a:p>
      </dgm:t>
    </dgm:pt>
    <dgm:pt modelId="{B347EC97-FF71-4864-BFDB-7FDBEDD4E7E1}" type="pres">
      <dgm:prSet presAssocID="{8DCC34AA-C89B-4569-8C45-B42934D7365E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B9B03F-AC43-411F-BE1E-11628F3E3914}" type="pres">
      <dgm:prSet presAssocID="{8DCC34AA-C89B-4569-8C45-B42934D7365E}" presName="negativeSpace" presStyleCnt="0"/>
      <dgm:spPr/>
    </dgm:pt>
    <dgm:pt modelId="{AB730413-7D25-4798-B974-8854236EEE95}" type="pres">
      <dgm:prSet presAssocID="{8DCC34AA-C89B-4569-8C45-B42934D7365E}" presName="childText" presStyleLbl="conFgAcc1" presStyleIdx="5" presStyleCnt="8">
        <dgm:presLayoutVars>
          <dgm:bulletEnabled val="1"/>
        </dgm:presLayoutVars>
      </dgm:prSet>
      <dgm:spPr/>
    </dgm:pt>
    <dgm:pt modelId="{11FC870F-CCC0-457E-BA5D-02493CCD15F2}" type="pres">
      <dgm:prSet presAssocID="{6F84BB3E-1E9D-4F98-BE92-EDD03C5BFDEA}" presName="spaceBetweenRectangles" presStyleCnt="0"/>
      <dgm:spPr/>
    </dgm:pt>
    <dgm:pt modelId="{2CAE4BFA-0F61-461D-9841-83C5E29D7109}" type="pres">
      <dgm:prSet presAssocID="{F2FB251D-2075-4FAA-960B-E0CD1AF60BB9}" presName="parentLin" presStyleCnt="0"/>
      <dgm:spPr/>
    </dgm:pt>
    <dgm:pt modelId="{101A5B55-87E6-4606-8D52-FE8B2BE87831}" type="pres">
      <dgm:prSet presAssocID="{F2FB251D-2075-4FAA-960B-E0CD1AF60BB9}" presName="parentLeftMargin" presStyleLbl="node1" presStyleIdx="5" presStyleCnt="8"/>
      <dgm:spPr/>
      <dgm:t>
        <a:bodyPr/>
        <a:lstStyle/>
        <a:p>
          <a:endParaRPr lang="en-US"/>
        </a:p>
      </dgm:t>
    </dgm:pt>
    <dgm:pt modelId="{24CDE01C-18F3-4263-A911-1D8DC2284DFA}" type="pres">
      <dgm:prSet presAssocID="{F2FB251D-2075-4FAA-960B-E0CD1AF60BB9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D56942-A30A-4716-BEB7-2858BB037248}" type="pres">
      <dgm:prSet presAssocID="{F2FB251D-2075-4FAA-960B-E0CD1AF60BB9}" presName="negativeSpace" presStyleCnt="0"/>
      <dgm:spPr/>
    </dgm:pt>
    <dgm:pt modelId="{2068E68F-8173-48BD-BFF4-DD25DA67A12F}" type="pres">
      <dgm:prSet presAssocID="{F2FB251D-2075-4FAA-960B-E0CD1AF60BB9}" presName="childText" presStyleLbl="conFgAcc1" presStyleIdx="6" presStyleCnt="8">
        <dgm:presLayoutVars>
          <dgm:bulletEnabled val="1"/>
        </dgm:presLayoutVars>
      </dgm:prSet>
      <dgm:spPr/>
    </dgm:pt>
    <dgm:pt modelId="{9BE7A221-CB78-4EBD-B2FF-762A01730BD0}" type="pres">
      <dgm:prSet presAssocID="{5FB6A9A9-682C-4B01-8A42-A611A33D8BBC}" presName="spaceBetweenRectangles" presStyleCnt="0"/>
      <dgm:spPr/>
    </dgm:pt>
    <dgm:pt modelId="{0F6B32E7-1E02-4189-BADC-716B37FCE658}" type="pres">
      <dgm:prSet presAssocID="{E4950076-11DB-49D0-BAC6-79C3C78362C7}" presName="parentLin" presStyleCnt="0"/>
      <dgm:spPr/>
    </dgm:pt>
    <dgm:pt modelId="{31DF3541-5248-4A33-89C8-CBA88601C044}" type="pres">
      <dgm:prSet presAssocID="{E4950076-11DB-49D0-BAC6-79C3C78362C7}" presName="parentLeftMargin" presStyleLbl="node1" presStyleIdx="6" presStyleCnt="8"/>
      <dgm:spPr/>
      <dgm:t>
        <a:bodyPr/>
        <a:lstStyle/>
        <a:p>
          <a:endParaRPr lang="en-US"/>
        </a:p>
      </dgm:t>
    </dgm:pt>
    <dgm:pt modelId="{1327E23D-C914-431F-AD24-16E9E09033E0}" type="pres">
      <dgm:prSet presAssocID="{E4950076-11DB-49D0-BAC6-79C3C78362C7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A06416-6E0C-4345-9953-FDDCEF651BF4}" type="pres">
      <dgm:prSet presAssocID="{E4950076-11DB-49D0-BAC6-79C3C78362C7}" presName="negativeSpace" presStyleCnt="0"/>
      <dgm:spPr/>
    </dgm:pt>
    <dgm:pt modelId="{DFA1372F-4F07-46C7-8C29-2F0853A999B0}" type="pres">
      <dgm:prSet presAssocID="{E4950076-11DB-49D0-BAC6-79C3C78362C7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8D5AF769-88EB-485F-8611-0793E625B0C2}" type="presOf" srcId="{91A39CED-5F85-4F2D-AEED-B9931E2A3DF9}" destId="{4B913144-3CEB-4ADE-8D6E-E417AF01345D}" srcOrd="1" destOrd="0" presId="urn:microsoft.com/office/officeart/2005/8/layout/list1"/>
    <dgm:cxn modelId="{7B31FAE0-070C-4214-BD8D-037BFD16AEB9}" type="presOf" srcId="{91A39CED-5F85-4F2D-AEED-B9931E2A3DF9}" destId="{F8920707-E71F-4361-B95D-4397D319E35D}" srcOrd="0" destOrd="0" presId="urn:microsoft.com/office/officeart/2005/8/layout/list1"/>
    <dgm:cxn modelId="{5F37E6B4-55A5-4AD9-A17D-E90F2F6CDFAC}" type="presOf" srcId="{ED368A7E-AC7F-4127-A90D-18208732014D}" destId="{D1EF75A0-3E83-47BA-B311-3B19B0EC66A8}" srcOrd="1" destOrd="0" presId="urn:microsoft.com/office/officeart/2005/8/layout/list1"/>
    <dgm:cxn modelId="{35083C27-B2B2-48BA-B808-C52409DEBA94}" type="presOf" srcId="{3C3CFFF6-BAB5-49EC-BA60-A4F881592B4B}" destId="{55BF225C-9C12-4F44-8EA9-C95DE109D2C1}" srcOrd="1" destOrd="0" presId="urn:microsoft.com/office/officeart/2005/8/layout/list1"/>
    <dgm:cxn modelId="{83D62B5A-6562-4E89-9BCB-0CB9FB25A140}" type="presOf" srcId="{3C3CFFF6-BAB5-49EC-BA60-A4F881592B4B}" destId="{256EE839-BD7B-4CAA-838B-E90BFCD4307F}" srcOrd="0" destOrd="0" presId="urn:microsoft.com/office/officeart/2005/8/layout/list1"/>
    <dgm:cxn modelId="{C5BE919E-5E24-4D5B-B085-9B17F4C93285}" srcId="{8BF72BD1-116C-4698-AC93-2D7A32FD5B4C}" destId="{E4950076-11DB-49D0-BAC6-79C3C78362C7}" srcOrd="7" destOrd="0" parTransId="{68CCA4CD-DEAC-4F39-9A60-7DF452972AD8}" sibTransId="{5A2A7696-1143-41EE-B38E-23441F9D75AD}"/>
    <dgm:cxn modelId="{BB164B8B-8A36-4EB9-92D0-1A1FE06E2043}" type="presOf" srcId="{8BF72BD1-116C-4698-AC93-2D7A32FD5B4C}" destId="{1A2ACC11-9583-487D-875C-FC1B71BD547F}" srcOrd="0" destOrd="0" presId="urn:microsoft.com/office/officeart/2005/8/layout/list1"/>
    <dgm:cxn modelId="{3BABF5BA-C756-49EE-9756-C9B669D95B4E}" srcId="{8BF72BD1-116C-4698-AC93-2D7A32FD5B4C}" destId="{8DCC34AA-C89B-4569-8C45-B42934D7365E}" srcOrd="5" destOrd="0" parTransId="{D85812FA-DD50-4A85-87E3-F1553CE6AD77}" sibTransId="{6F84BB3E-1E9D-4F98-BE92-EDD03C5BFDEA}"/>
    <dgm:cxn modelId="{54C64853-EB38-4932-91F2-E12BC340AB50}" type="presOf" srcId="{A890A0FF-4BB2-424A-B61F-1112D325AFBA}" destId="{D561570A-5C92-4A51-877A-94285C6C3D7D}" srcOrd="1" destOrd="0" presId="urn:microsoft.com/office/officeart/2005/8/layout/list1"/>
    <dgm:cxn modelId="{BB89A2C3-186A-4B60-98D8-08AF6A8AC6BF}" type="presOf" srcId="{8DCC34AA-C89B-4569-8C45-B42934D7365E}" destId="{B347EC97-FF71-4864-BFDB-7FDBEDD4E7E1}" srcOrd="1" destOrd="0" presId="urn:microsoft.com/office/officeart/2005/8/layout/list1"/>
    <dgm:cxn modelId="{BBF7CD25-31DB-4CE1-A766-4B7305A76034}" type="presOf" srcId="{E4950076-11DB-49D0-BAC6-79C3C78362C7}" destId="{31DF3541-5248-4A33-89C8-CBA88601C044}" srcOrd="0" destOrd="0" presId="urn:microsoft.com/office/officeart/2005/8/layout/list1"/>
    <dgm:cxn modelId="{B87A0119-E3AC-41A9-8678-19E723E5191B}" type="presOf" srcId="{F2FB251D-2075-4FAA-960B-E0CD1AF60BB9}" destId="{101A5B55-87E6-4606-8D52-FE8B2BE87831}" srcOrd="0" destOrd="0" presId="urn:microsoft.com/office/officeart/2005/8/layout/list1"/>
    <dgm:cxn modelId="{09054D84-DB1C-48F6-9959-87284ABF5385}" type="presOf" srcId="{F8731C90-76F5-49B9-8345-B202BFB889E6}" destId="{07E07692-085D-42E4-808D-AF7043021BD0}" srcOrd="1" destOrd="0" presId="urn:microsoft.com/office/officeart/2005/8/layout/list1"/>
    <dgm:cxn modelId="{A04FBBE0-E9E5-4097-83B8-BEFA67AF85EA}" type="presOf" srcId="{8DCC34AA-C89B-4569-8C45-B42934D7365E}" destId="{8ED4CCFD-F155-474C-8322-17BE7D1CDA4B}" srcOrd="0" destOrd="0" presId="urn:microsoft.com/office/officeart/2005/8/layout/list1"/>
    <dgm:cxn modelId="{EC1ACBD3-82A6-40D7-8E20-918009A2B85F}" type="presOf" srcId="{ED368A7E-AC7F-4127-A90D-18208732014D}" destId="{3C7CC56E-663E-4466-AF92-211B64B661D6}" srcOrd="0" destOrd="0" presId="urn:microsoft.com/office/officeart/2005/8/layout/list1"/>
    <dgm:cxn modelId="{3DC831D2-F933-4BF9-B930-58DDCC1C7DCB}" srcId="{8BF72BD1-116C-4698-AC93-2D7A32FD5B4C}" destId="{F8731C90-76F5-49B9-8345-B202BFB889E6}" srcOrd="1" destOrd="0" parTransId="{B2B4DB41-F8EB-44E1-9EFC-4F3F6FA0490D}" sibTransId="{B504EA7A-6694-4706-810A-7865C56061A9}"/>
    <dgm:cxn modelId="{DD903E3F-7D6A-4DF9-841D-30C8A2B9E60E}" srcId="{8BF72BD1-116C-4698-AC93-2D7A32FD5B4C}" destId="{F2FB251D-2075-4FAA-960B-E0CD1AF60BB9}" srcOrd="6" destOrd="0" parTransId="{B54E23C1-2E29-44F5-873B-DEDC3DB7148C}" sibTransId="{5FB6A9A9-682C-4B01-8A42-A611A33D8BBC}"/>
    <dgm:cxn modelId="{C452C473-E799-40B5-ADD7-717E82DA657A}" type="presOf" srcId="{A890A0FF-4BB2-424A-B61F-1112D325AFBA}" destId="{6B989911-1860-4F28-B594-E0D3E0001550}" srcOrd="0" destOrd="0" presId="urn:microsoft.com/office/officeart/2005/8/layout/list1"/>
    <dgm:cxn modelId="{8990DA71-FEDF-484F-AAD5-E072DD7768C4}" srcId="{8BF72BD1-116C-4698-AC93-2D7A32FD5B4C}" destId="{91A39CED-5F85-4F2D-AEED-B9931E2A3DF9}" srcOrd="4" destOrd="0" parTransId="{46633559-09D3-4576-A19B-70861DD7DB4E}" sibTransId="{D8CAEBA3-3A2A-4C32-B973-733383219869}"/>
    <dgm:cxn modelId="{230F5F24-2303-40F3-9835-4B4564750937}" type="presOf" srcId="{F8731C90-76F5-49B9-8345-B202BFB889E6}" destId="{3AEDC2F6-53C0-4679-9AAF-866F78025858}" srcOrd="0" destOrd="0" presId="urn:microsoft.com/office/officeart/2005/8/layout/list1"/>
    <dgm:cxn modelId="{61E5D202-24FC-4D09-BCE6-7157993CE00C}" type="presOf" srcId="{F2FB251D-2075-4FAA-960B-E0CD1AF60BB9}" destId="{24CDE01C-18F3-4263-A911-1D8DC2284DFA}" srcOrd="1" destOrd="0" presId="urn:microsoft.com/office/officeart/2005/8/layout/list1"/>
    <dgm:cxn modelId="{7E773F12-3C15-40FC-9026-08BC97F405D9}" srcId="{8BF72BD1-116C-4698-AC93-2D7A32FD5B4C}" destId="{3C3CFFF6-BAB5-49EC-BA60-A4F881592B4B}" srcOrd="0" destOrd="0" parTransId="{5004B838-0649-454F-8834-7DE033C349D6}" sibTransId="{BC635250-FD80-4343-B1FD-9BBAC4F16F28}"/>
    <dgm:cxn modelId="{F9F4AF95-09A9-435F-B661-451BE4969471}" type="presOf" srcId="{E4950076-11DB-49D0-BAC6-79C3C78362C7}" destId="{1327E23D-C914-431F-AD24-16E9E09033E0}" srcOrd="1" destOrd="0" presId="urn:microsoft.com/office/officeart/2005/8/layout/list1"/>
    <dgm:cxn modelId="{4166DA4B-56A0-4F24-B217-C123101DE061}" srcId="{8BF72BD1-116C-4698-AC93-2D7A32FD5B4C}" destId="{ED368A7E-AC7F-4127-A90D-18208732014D}" srcOrd="3" destOrd="0" parTransId="{E99B3AD7-611E-4168-AAD1-202CC56707A2}" sibTransId="{CE5BB60D-CF89-4066-9CD5-2E75A453856E}"/>
    <dgm:cxn modelId="{AE833A13-798A-497A-8D57-B92D021AC12B}" srcId="{8BF72BD1-116C-4698-AC93-2D7A32FD5B4C}" destId="{A890A0FF-4BB2-424A-B61F-1112D325AFBA}" srcOrd="2" destOrd="0" parTransId="{563D9D18-F32A-4DC6-B520-262645D4EA07}" sibTransId="{E78CA719-C2C4-4A9B-BBB9-FFDFADD4DEE0}"/>
    <dgm:cxn modelId="{DE6182CA-871A-4512-B1BA-AC9A11E84444}" type="presParOf" srcId="{1A2ACC11-9583-487D-875C-FC1B71BD547F}" destId="{5F7A63FE-4132-4288-8A15-ED83C6D1E9B0}" srcOrd="0" destOrd="0" presId="urn:microsoft.com/office/officeart/2005/8/layout/list1"/>
    <dgm:cxn modelId="{1246C115-394D-4B5C-92FF-6E01CA22A9EE}" type="presParOf" srcId="{5F7A63FE-4132-4288-8A15-ED83C6D1E9B0}" destId="{256EE839-BD7B-4CAA-838B-E90BFCD4307F}" srcOrd="0" destOrd="0" presId="urn:microsoft.com/office/officeart/2005/8/layout/list1"/>
    <dgm:cxn modelId="{E1CCF4BE-4ADD-4FE4-BB28-8898A61FF60C}" type="presParOf" srcId="{5F7A63FE-4132-4288-8A15-ED83C6D1E9B0}" destId="{55BF225C-9C12-4F44-8EA9-C95DE109D2C1}" srcOrd="1" destOrd="0" presId="urn:microsoft.com/office/officeart/2005/8/layout/list1"/>
    <dgm:cxn modelId="{65CADDA4-11A2-4425-9A31-82FBB5B3903D}" type="presParOf" srcId="{1A2ACC11-9583-487D-875C-FC1B71BD547F}" destId="{C5D461D8-5D60-4B77-B7C4-D0DA1BD0EDED}" srcOrd="1" destOrd="0" presId="urn:microsoft.com/office/officeart/2005/8/layout/list1"/>
    <dgm:cxn modelId="{C956B3CF-803F-43FA-A0C3-87CCB1B7B4E8}" type="presParOf" srcId="{1A2ACC11-9583-487D-875C-FC1B71BD547F}" destId="{F9181F53-C985-43D5-8048-300EAD9BCE04}" srcOrd="2" destOrd="0" presId="urn:microsoft.com/office/officeart/2005/8/layout/list1"/>
    <dgm:cxn modelId="{F40BC366-D158-400F-B0CC-BA2329B83C62}" type="presParOf" srcId="{1A2ACC11-9583-487D-875C-FC1B71BD547F}" destId="{FC9BBCE8-133E-49C6-9E10-79958E1DE7C6}" srcOrd="3" destOrd="0" presId="urn:microsoft.com/office/officeart/2005/8/layout/list1"/>
    <dgm:cxn modelId="{B1861BE3-2F4D-4C61-B0CD-3C03E100BAF0}" type="presParOf" srcId="{1A2ACC11-9583-487D-875C-FC1B71BD547F}" destId="{3A0703CE-412A-4AFF-90F3-5E7A7C7D7CCA}" srcOrd="4" destOrd="0" presId="urn:microsoft.com/office/officeart/2005/8/layout/list1"/>
    <dgm:cxn modelId="{01384B23-F394-4F25-9B5C-EF40E47F0924}" type="presParOf" srcId="{3A0703CE-412A-4AFF-90F3-5E7A7C7D7CCA}" destId="{3AEDC2F6-53C0-4679-9AAF-866F78025858}" srcOrd="0" destOrd="0" presId="urn:microsoft.com/office/officeart/2005/8/layout/list1"/>
    <dgm:cxn modelId="{0D68947F-0A77-4817-889C-030CC30A6589}" type="presParOf" srcId="{3A0703CE-412A-4AFF-90F3-5E7A7C7D7CCA}" destId="{07E07692-085D-42E4-808D-AF7043021BD0}" srcOrd="1" destOrd="0" presId="urn:microsoft.com/office/officeart/2005/8/layout/list1"/>
    <dgm:cxn modelId="{C0EA1468-0F0B-4629-9EF2-1A13EBACC5C1}" type="presParOf" srcId="{1A2ACC11-9583-487D-875C-FC1B71BD547F}" destId="{ADBF3366-17AB-4DAD-84A2-12BCA68BDA1C}" srcOrd="5" destOrd="0" presId="urn:microsoft.com/office/officeart/2005/8/layout/list1"/>
    <dgm:cxn modelId="{265E54EE-F786-4E97-B637-23FD61F8B363}" type="presParOf" srcId="{1A2ACC11-9583-487D-875C-FC1B71BD547F}" destId="{4800260B-1943-48FB-B380-EBEAB7AB4E61}" srcOrd="6" destOrd="0" presId="urn:microsoft.com/office/officeart/2005/8/layout/list1"/>
    <dgm:cxn modelId="{058740BE-5DEA-491B-B813-E65FC2361074}" type="presParOf" srcId="{1A2ACC11-9583-487D-875C-FC1B71BD547F}" destId="{E44FCAF7-85DA-4117-AD83-539FFAC3F085}" srcOrd="7" destOrd="0" presId="urn:microsoft.com/office/officeart/2005/8/layout/list1"/>
    <dgm:cxn modelId="{C9F5F8F8-4D9D-4563-B54B-DAAE3AE8791A}" type="presParOf" srcId="{1A2ACC11-9583-487D-875C-FC1B71BD547F}" destId="{3563FFA6-820C-49D8-9282-E6AC0D556C2A}" srcOrd="8" destOrd="0" presId="urn:microsoft.com/office/officeart/2005/8/layout/list1"/>
    <dgm:cxn modelId="{53219451-8FD9-4581-861E-6A947DBE7076}" type="presParOf" srcId="{3563FFA6-820C-49D8-9282-E6AC0D556C2A}" destId="{6B989911-1860-4F28-B594-E0D3E0001550}" srcOrd="0" destOrd="0" presId="urn:microsoft.com/office/officeart/2005/8/layout/list1"/>
    <dgm:cxn modelId="{6A32FBEB-088D-40CB-85DA-57CC178EB9E0}" type="presParOf" srcId="{3563FFA6-820C-49D8-9282-E6AC0D556C2A}" destId="{D561570A-5C92-4A51-877A-94285C6C3D7D}" srcOrd="1" destOrd="0" presId="urn:microsoft.com/office/officeart/2005/8/layout/list1"/>
    <dgm:cxn modelId="{7A24C0C5-5F35-4D1C-81E3-BA2090E10CE7}" type="presParOf" srcId="{1A2ACC11-9583-487D-875C-FC1B71BD547F}" destId="{35202AA3-6EAD-4CD5-990C-C849A4B8B56D}" srcOrd="9" destOrd="0" presId="urn:microsoft.com/office/officeart/2005/8/layout/list1"/>
    <dgm:cxn modelId="{FE58CC20-97B1-42FE-A231-ADEB11793072}" type="presParOf" srcId="{1A2ACC11-9583-487D-875C-FC1B71BD547F}" destId="{E208B839-D47D-42D4-B7CC-1EBB01AACF9B}" srcOrd="10" destOrd="0" presId="urn:microsoft.com/office/officeart/2005/8/layout/list1"/>
    <dgm:cxn modelId="{862DCA0E-C85F-4FCF-BDCE-7CE1CE5C8363}" type="presParOf" srcId="{1A2ACC11-9583-487D-875C-FC1B71BD547F}" destId="{58B6551C-22BB-4B81-B3D5-A5A3B326C773}" srcOrd="11" destOrd="0" presId="urn:microsoft.com/office/officeart/2005/8/layout/list1"/>
    <dgm:cxn modelId="{116A3F98-030B-4D32-AA69-C9A59F071FE1}" type="presParOf" srcId="{1A2ACC11-9583-487D-875C-FC1B71BD547F}" destId="{65617DA3-F813-4A04-9EB2-89C66F5FD871}" srcOrd="12" destOrd="0" presId="urn:microsoft.com/office/officeart/2005/8/layout/list1"/>
    <dgm:cxn modelId="{FE29F561-B251-45A9-9521-BD7D225B6D4A}" type="presParOf" srcId="{65617DA3-F813-4A04-9EB2-89C66F5FD871}" destId="{3C7CC56E-663E-4466-AF92-211B64B661D6}" srcOrd="0" destOrd="0" presId="urn:microsoft.com/office/officeart/2005/8/layout/list1"/>
    <dgm:cxn modelId="{52218953-C689-4F08-84A4-1015A0F73699}" type="presParOf" srcId="{65617DA3-F813-4A04-9EB2-89C66F5FD871}" destId="{D1EF75A0-3E83-47BA-B311-3B19B0EC66A8}" srcOrd="1" destOrd="0" presId="urn:microsoft.com/office/officeart/2005/8/layout/list1"/>
    <dgm:cxn modelId="{387D25D1-BBFF-4F67-B20C-988CD8B0C50C}" type="presParOf" srcId="{1A2ACC11-9583-487D-875C-FC1B71BD547F}" destId="{0F2F3C06-3B8D-490D-9BCA-26AD043C73D2}" srcOrd="13" destOrd="0" presId="urn:microsoft.com/office/officeart/2005/8/layout/list1"/>
    <dgm:cxn modelId="{C493AAB5-7255-4369-A04B-589146458B13}" type="presParOf" srcId="{1A2ACC11-9583-487D-875C-FC1B71BD547F}" destId="{B596860D-AE0B-4AC6-8A0E-2F78B246A2E6}" srcOrd="14" destOrd="0" presId="urn:microsoft.com/office/officeart/2005/8/layout/list1"/>
    <dgm:cxn modelId="{3E1E9B64-C445-4328-AEF3-98B57D879F0C}" type="presParOf" srcId="{1A2ACC11-9583-487D-875C-FC1B71BD547F}" destId="{15466479-B1F3-43CC-8B64-EBB1EBEBA1D7}" srcOrd="15" destOrd="0" presId="urn:microsoft.com/office/officeart/2005/8/layout/list1"/>
    <dgm:cxn modelId="{08101430-AC69-46EB-9ED8-4D9DB10927E9}" type="presParOf" srcId="{1A2ACC11-9583-487D-875C-FC1B71BD547F}" destId="{704055C8-36AE-4230-AA75-A577940CC512}" srcOrd="16" destOrd="0" presId="urn:microsoft.com/office/officeart/2005/8/layout/list1"/>
    <dgm:cxn modelId="{B77ACA6E-25DC-466F-8DE4-47CFD9C4534A}" type="presParOf" srcId="{704055C8-36AE-4230-AA75-A577940CC512}" destId="{F8920707-E71F-4361-B95D-4397D319E35D}" srcOrd="0" destOrd="0" presId="urn:microsoft.com/office/officeart/2005/8/layout/list1"/>
    <dgm:cxn modelId="{02881180-E125-4243-97CB-B3C9655AD7B3}" type="presParOf" srcId="{704055C8-36AE-4230-AA75-A577940CC512}" destId="{4B913144-3CEB-4ADE-8D6E-E417AF01345D}" srcOrd="1" destOrd="0" presId="urn:microsoft.com/office/officeart/2005/8/layout/list1"/>
    <dgm:cxn modelId="{B35CA707-01E2-4CDD-9F12-CAEBCC77F0AB}" type="presParOf" srcId="{1A2ACC11-9583-487D-875C-FC1B71BD547F}" destId="{8AB2B2F3-202E-4BCE-B4AE-634B6BB5E275}" srcOrd="17" destOrd="0" presId="urn:microsoft.com/office/officeart/2005/8/layout/list1"/>
    <dgm:cxn modelId="{55AD2E63-C688-47A7-8436-3568D9997883}" type="presParOf" srcId="{1A2ACC11-9583-487D-875C-FC1B71BD547F}" destId="{3F6E095E-BFE8-476A-9467-9E47524349E8}" srcOrd="18" destOrd="0" presId="urn:microsoft.com/office/officeart/2005/8/layout/list1"/>
    <dgm:cxn modelId="{BB3277F0-97A0-4D8F-B33D-4DF6824E2AF5}" type="presParOf" srcId="{1A2ACC11-9583-487D-875C-FC1B71BD547F}" destId="{165A8DA4-79A2-475A-A124-77202708A9FC}" srcOrd="19" destOrd="0" presId="urn:microsoft.com/office/officeart/2005/8/layout/list1"/>
    <dgm:cxn modelId="{38EA335F-8434-4928-A6B4-012EACE27312}" type="presParOf" srcId="{1A2ACC11-9583-487D-875C-FC1B71BD547F}" destId="{30DFEB2F-39CE-406F-84AC-4BF20EFBF904}" srcOrd="20" destOrd="0" presId="urn:microsoft.com/office/officeart/2005/8/layout/list1"/>
    <dgm:cxn modelId="{70D4A7B2-474A-4DAA-8754-5DF0D4B9DEEA}" type="presParOf" srcId="{30DFEB2F-39CE-406F-84AC-4BF20EFBF904}" destId="{8ED4CCFD-F155-474C-8322-17BE7D1CDA4B}" srcOrd="0" destOrd="0" presId="urn:microsoft.com/office/officeart/2005/8/layout/list1"/>
    <dgm:cxn modelId="{D368DDC7-E7D3-4882-BB24-ED3B0E1218B6}" type="presParOf" srcId="{30DFEB2F-39CE-406F-84AC-4BF20EFBF904}" destId="{B347EC97-FF71-4864-BFDB-7FDBEDD4E7E1}" srcOrd="1" destOrd="0" presId="urn:microsoft.com/office/officeart/2005/8/layout/list1"/>
    <dgm:cxn modelId="{ED012FC4-72E5-484D-B313-B31E55C2A8C3}" type="presParOf" srcId="{1A2ACC11-9583-487D-875C-FC1B71BD547F}" destId="{3CB9B03F-AC43-411F-BE1E-11628F3E3914}" srcOrd="21" destOrd="0" presId="urn:microsoft.com/office/officeart/2005/8/layout/list1"/>
    <dgm:cxn modelId="{4A223426-A5AB-4EBF-A616-88FAD34D0A77}" type="presParOf" srcId="{1A2ACC11-9583-487D-875C-FC1B71BD547F}" destId="{AB730413-7D25-4798-B974-8854236EEE95}" srcOrd="22" destOrd="0" presId="urn:microsoft.com/office/officeart/2005/8/layout/list1"/>
    <dgm:cxn modelId="{E2A88F43-B6E0-4CCA-B6D0-7DBDEDCD3685}" type="presParOf" srcId="{1A2ACC11-9583-487D-875C-FC1B71BD547F}" destId="{11FC870F-CCC0-457E-BA5D-02493CCD15F2}" srcOrd="23" destOrd="0" presId="urn:microsoft.com/office/officeart/2005/8/layout/list1"/>
    <dgm:cxn modelId="{71F02102-E2C9-4EE6-B91C-FAAD7FAD5FC1}" type="presParOf" srcId="{1A2ACC11-9583-487D-875C-FC1B71BD547F}" destId="{2CAE4BFA-0F61-461D-9841-83C5E29D7109}" srcOrd="24" destOrd="0" presId="urn:microsoft.com/office/officeart/2005/8/layout/list1"/>
    <dgm:cxn modelId="{84C59156-387C-4FE6-BC2F-3E67806894AF}" type="presParOf" srcId="{2CAE4BFA-0F61-461D-9841-83C5E29D7109}" destId="{101A5B55-87E6-4606-8D52-FE8B2BE87831}" srcOrd="0" destOrd="0" presId="urn:microsoft.com/office/officeart/2005/8/layout/list1"/>
    <dgm:cxn modelId="{9CA77D0C-6CCD-4FCA-8FFE-D810E6F69A52}" type="presParOf" srcId="{2CAE4BFA-0F61-461D-9841-83C5E29D7109}" destId="{24CDE01C-18F3-4263-A911-1D8DC2284DFA}" srcOrd="1" destOrd="0" presId="urn:microsoft.com/office/officeart/2005/8/layout/list1"/>
    <dgm:cxn modelId="{D6589BB7-496D-4615-B9D8-1095B26AB588}" type="presParOf" srcId="{1A2ACC11-9583-487D-875C-FC1B71BD547F}" destId="{D7D56942-A30A-4716-BEB7-2858BB037248}" srcOrd="25" destOrd="0" presId="urn:microsoft.com/office/officeart/2005/8/layout/list1"/>
    <dgm:cxn modelId="{1AA4C6DB-49B9-4114-96F3-BF38DE4B4E70}" type="presParOf" srcId="{1A2ACC11-9583-487D-875C-FC1B71BD547F}" destId="{2068E68F-8173-48BD-BFF4-DD25DA67A12F}" srcOrd="26" destOrd="0" presId="urn:microsoft.com/office/officeart/2005/8/layout/list1"/>
    <dgm:cxn modelId="{F9AAE765-608C-4450-9782-56F0E9657EFD}" type="presParOf" srcId="{1A2ACC11-9583-487D-875C-FC1B71BD547F}" destId="{9BE7A221-CB78-4EBD-B2FF-762A01730BD0}" srcOrd="27" destOrd="0" presId="urn:microsoft.com/office/officeart/2005/8/layout/list1"/>
    <dgm:cxn modelId="{D8074EAD-A904-424F-9A21-212B9559776C}" type="presParOf" srcId="{1A2ACC11-9583-487D-875C-FC1B71BD547F}" destId="{0F6B32E7-1E02-4189-BADC-716B37FCE658}" srcOrd="28" destOrd="0" presId="urn:microsoft.com/office/officeart/2005/8/layout/list1"/>
    <dgm:cxn modelId="{6DB67A9B-BEA6-485A-AB13-4DF00558E2A1}" type="presParOf" srcId="{0F6B32E7-1E02-4189-BADC-716B37FCE658}" destId="{31DF3541-5248-4A33-89C8-CBA88601C044}" srcOrd="0" destOrd="0" presId="urn:microsoft.com/office/officeart/2005/8/layout/list1"/>
    <dgm:cxn modelId="{ED12FF5C-A5DA-4F2B-8987-3669FAFA1AC3}" type="presParOf" srcId="{0F6B32E7-1E02-4189-BADC-716B37FCE658}" destId="{1327E23D-C914-431F-AD24-16E9E09033E0}" srcOrd="1" destOrd="0" presId="urn:microsoft.com/office/officeart/2005/8/layout/list1"/>
    <dgm:cxn modelId="{6520C73C-873D-4202-9559-49DC16323034}" type="presParOf" srcId="{1A2ACC11-9583-487D-875C-FC1B71BD547F}" destId="{F5A06416-6E0C-4345-9953-FDDCEF651BF4}" srcOrd="29" destOrd="0" presId="urn:microsoft.com/office/officeart/2005/8/layout/list1"/>
    <dgm:cxn modelId="{46235861-26F4-49A1-BFE5-2669023CE7F1}" type="presParOf" srcId="{1A2ACC11-9583-487D-875C-FC1B71BD547F}" destId="{DFA1372F-4F07-46C7-8C29-2F0853A999B0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887E98-1913-4563-85EB-798D73BD050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A1BD19-FFDF-4D86-9857-5FD077942B14}">
      <dgm:prSet phldrT="[Text]" custT="1"/>
      <dgm:spPr/>
      <dgm:t>
        <a:bodyPr/>
        <a:lstStyle/>
        <a:p>
          <a:r>
            <a:rPr lang="en-US" sz="2000" dirty="0" smtClean="0"/>
            <a:t>The mid-course correction</a:t>
          </a:r>
          <a:endParaRPr lang="en-US" sz="2000" dirty="0"/>
        </a:p>
      </dgm:t>
    </dgm:pt>
    <dgm:pt modelId="{EE773334-D0EF-49E9-B9EA-079EE9C35EAE}" type="parTrans" cxnId="{2EBB234A-E2FB-406D-897E-A3E6F7317397}">
      <dgm:prSet/>
      <dgm:spPr/>
      <dgm:t>
        <a:bodyPr/>
        <a:lstStyle/>
        <a:p>
          <a:endParaRPr lang="en-US"/>
        </a:p>
      </dgm:t>
    </dgm:pt>
    <dgm:pt modelId="{2EB91018-3520-4177-8A42-2D47977FF990}" type="sibTrans" cxnId="{2EBB234A-E2FB-406D-897E-A3E6F7317397}">
      <dgm:prSet/>
      <dgm:spPr/>
      <dgm:t>
        <a:bodyPr/>
        <a:lstStyle/>
        <a:p>
          <a:endParaRPr lang="en-US"/>
        </a:p>
      </dgm:t>
    </dgm:pt>
    <dgm:pt modelId="{F71765F1-C48B-4EA1-BCEA-A7F4844B62EA}">
      <dgm:prSet phldrT="[Text]" custT="1"/>
      <dgm:spPr/>
      <dgm:t>
        <a:bodyPr/>
        <a:lstStyle/>
        <a:p>
          <a:r>
            <a:rPr lang="en-US" sz="2000" dirty="0" smtClean="0"/>
            <a:t>Padded estimates generate distrust</a:t>
          </a:r>
          <a:endParaRPr lang="en-US" sz="2000" dirty="0"/>
        </a:p>
      </dgm:t>
    </dgm:pt>
    <dgm:pt modelId="{1799196D-E130-47B9-BD23-A328870BCB38}" type="parTrans" cxnId="{D4E3CD7B-DD5F-4B07-B244-CB3962DCC87B}">
      <dgm:prSet/>
      <dgm:spPr/>
      <dgm:t>
        <a:bodyPr/>
        <a:lstStyle/>
        <a:p>
          <a:endParaRPr lang="en-US"/>
        </a:p>
      </dgm:t>
    </dgm:pt>
    <dgm:pt modelId="{9FE743F9-9542-4888-9BEB-E2BE746609CC}" type="sibTrans" cxnId="{D4E3CD7B-DD5F-4B07-B244-CB3962DCC87B}">
      <dgm:prSet/>
      <dgm:spPr/>
      <dgm:t>
        <a:bodyPr/>
        <a:lstStyle/>
        <a:p>
          <a:endParaRPr lang="en-US"/>
        </a:p>
      </dgm:t>
    </dgm:pt>
    <dgm:pt modelId="{93D56195-112D-417B-8385-E7FD7A564CF6}">
      <dgm:prSet phldrT="[Text]" custT="1"/>
      <dgm:spPr/>
      <dgm:t>
        <a:bodyPr/>
        <a:lstStyle/>
        <a:p>
          <a:r>
            <a:rPr lang="en-US" sz="2000" dirty="0" smtClean="0"/>
            <a:t>Self-fulfilling prophecy</a:t>
          </a:r>
          <a:endParaRPr lang="en-US" sz="2000" dirty="0"/>
        </a:p>
      </dgm:t>
    </dgm:pt>
    <dgm:pt modelId="{1E20E2BA-9BE8-48B0-A0A3-0A636AAF24C0}" type="parTrans" cxnId="{70592F14-558E-4354-84FE-4CD4242E08F1}">
      <dgm:prSet/>
      <dgm:spPr/>
      <dgm:t>
        <a:bodyPr/>
        <a:lstStyle/>
        <a:p>
          <a:endParaRPr lang="en-US"/>
        </a:p>
      </dgm:t>
    </dgm:pt>
    <dgm:pt modelId="{8B978351-BE17-4137-BC09-5FC21848D0F9}" type="sibTrans" cxnId="{70592F14-558E-4354-84FE-4CD4242E08F1}">
      <dgm:prSet/>
      <dgm:spPr/>
      <dgm:t>
        <a:bodyPr/>
        <a:lstStyle/>
        <a:p>
          <a:endParaRPr lang="en-US"/>
        </a:p>
      </dgm:t>
    </dgm:pt>
    <dgm:pt modelId="{C5AE2829-7D43-407A-BEC7-6ED0EF388361}">
      <dgm:prSet phldrT="[Text]" custT="1"/>
      <dgm:spPr/>
      <dgm:t>
        <a:bodyPr/>
        <a:lstStyle/>
        <a:p>
          <a:r>
            <a:rPr lang="en-US" sz="2000" dirty="0" smtClean="0"/>
            <a:t>Working backward from a deadline</a:t>
          </a:r>
          <a:endParaRPr lang="en-US" sz="2000" dirty="0"/>
        </a:p>
      </dgm:t>
    </dgm:pt>
    <dgm:pt modelId="{065F54D9-98D0-4BA5-B602-910B2D9B201E}" type="parTrans" cxnId="{92F52B93-F776-4521-8A81-D86EA1EB374B}">
      <dgm:prSet/>
      <dgm:spPr/>
      <dgm:t>
        <a:bodyPr/>
        <a:lstStyle/>
        <a:p>
          <a:endParaRPr lang="en-US"/>
        </a:p>
      </dgm:t>
    </dgm:pt>
    <dgm:pt modelId="{A3239F78-6F74-40A8-9781-572060B66AD8}" type="sibTrans" cxnId="{92F52B93-F776-4521-8A81-D86EA1EB374B}">
      <dgm:prSet/>
      <dgm:spPr/>
      <dgm:t>
        <a:bodyPr/>
        <a:lstStyle/>
        <a:p>
          <a:endParaRPr lang="en-US"/>
        </a:p>
      </dgm:t>
    </dgm:pt>
    <dgm:pt modelId="{09E3A4AB-E44E-438E-A1FC-348D4F644FCD}">
      <dgm:prSet phldrT="[Text]" custT="1"/>
      <dgm:spPr/>
      <dgm:t>
        <a:bodyPr/>
        <a:lstStyle/>
        <a:p>
          <a:r>
            <a:rPr lang="en-US" sz="2000" dirty="0" smtClean="0"/>
            <a:t>Misunderstood predecessors</a:t>
          </a:r>
          <a:endParaRPr lang="en-US" sz="2000" dirty="0"/>
        </a:p>
      </dgm:t>
    </dgm:pt>
    <dgm:pt modelId="{A7E69F3F-26AB-4C3F-BCB7-993EE8373286}" type="parTrans" cxnId="{C73FF1E1-6677-43BD-B412-E6CB99885CC7}">
      <dgm:prSet/>
      <dgm:spPr/>
      <dgm:t>
        <a:bodyPr/>
        <a:lstStyle/>
        <a:p>
          <a:endParaRPr lang="en-US"/>
        </a:p>
      </dgm:t>
    </dgm:pt>
    <dgm:pt modelId="{C87B6F5B-C9E6-4D77-BF10-AB8F79B70060}" type="sibTrans" cxnId="{C73FF1E1-6677-43BD-B412-E6CB99885CC7}">
      <dgm:prSet/>
      <dgm:spPr/>
      <dgm:t>
        <a:bodyPr/>
        <a:lstStyle/>
        <a:p>
          <a:endParaRPr lang="en-US"/>
        </a:p>
      </dgm:t>
    </dgm:pt>
    <dgm:pt modelId="{993EC883-1B3E-4AB3-B60D-365531CD4575}">
      <dgm:prSet phldrT="[Text]" custT="1"/>
      <dgm:spPr/>
      <dgm:t>
        <a:bodyPr/>
        <a:lstStyle/>
        <a:p>
          <a:r>
            <a:rPr lang="en-US" sz="2000" dirty="0" smtClean="0"/>
            <a:t>Iteration abuse</a:t>
          </a:r>
          <a:endParaRPr lang="en-US" sz="2000" dirty="0"/>
        </a:p>
      </dgm:t>
    </dgm:pt>
    <dgm:pt modelId="{8A2D6362-A718-4103-B7DF-65CAC012AEDA}" type="parTrans" cxnId="{1F5B8FBF-6380-4EBA-96BD-AB767BA2D829}">
      <dgm:prSet/>
      <dgm:spPr/>
      <dgm:t>
        <a:bodyPr/>
        <a:lstStyle/>
        <a:p>
          <a:endParaRPr lang="en-US"/>
        </a:p>
      </dgm:t>
    </dgm:pt>
    <dgm:pt modelId="{38716B06-CD6B-4C83-A1F5-C7C87BF819D8}" type="sibTrans" cxnId="{1F5B8FBF-6380-4EBA-96BD-AB767BA2D829}">
      <dgm:prSet/>
      <dgm:spPr/>
      <dgm:t>
        <a:bodyPr/>
        <a:lstStyle/>
        <a:p>
          <a:endParaRPr lang="en-US"/>
        </a:p>
      </dgm:t>
    </dgm:pt>
    <dgm:pt modelId="{847E4B6C-B126-426D-8C09-E541B96154F2}">
      <dgm:prSet phldrT="[Text]" custT="1"/>
      <dgm:spPr/>
      <dgm:t>
        <a:bodyPr/>
        <a:lstStyle/>
        <a:p>
          <a:r>
            <a:rPr lang="en-US" sz="2000" dirty="0" smtClean="0"/>
            <a:t>Problems are found too late</a:t>
          </a:r>
          <a:endParaRPr lang="en-US" sz="2000" dirty="0"/>
        </a:p>
      </dgm:t>
    </dgm:pt>
    <dgm:pt modelId="{593EC6EF-0AF1-43AA-B025-E2F6F8131D7B}" type="parTrans" cxnId="{5E180B5A-38E6-4FD3-8729-CC7488817FAE}">
      <dgm:prSet/>
      <dgm:spPr/>
      <dgm:t>
        <a:bodyPr/>
        <a:lstStyle/>
        <a:p>
          <a:endParaRPr lang="en-US"/>
        </a:p>
      </dgm:t>
    </dgm:pt>
    <dgm:pt modelId="{FE82A749-FC78-460D-9FC3-CE2A41D51DC3}" type="sibTrans" cxnId="{5E180B5A-38E6-4FD3-8729-CC7488817FAE}">
      <dgm:prSet/>
      <dgm:spPr/>
      <dgm:t>
        <a:bodyPr/>
        <a:lstStyle/>
        <a:p>
          <a:endParaRPr lang="en-US"/>
        </a:p>
      </dgm:t>
    </dgm:pt>
    <dgm:pt modelId="{976EC6EB-E558-44BC-A95A-D47B191C106A}">
      <dgm:prSet phldrT="[Text]" custT="1"/>
      <dgm:spPr/>
      <dgm:t>
        <a:bodyPr/>
        <a:lstStyle/>
        <a:p>
          <a:r>
            <a:rPr lang="en-US" sz="2000" dirty="0" smtClean="0"/>
            <a:t>Big, useless meetings</a:t>
          </a:r>
          <a:endParaRPr lang="en-US" sz="2000" dirty="0"/>
        </a:p>
      </dgm:t>
    </dgm:pt>
    <dgm:pt modelId="{EA86B832-7A4B-4355-85DC-912AEBE955EF}" type="parTrans" cxnId="{A5B308B3-6876-49FD-BF49-B6E827FBDC15}">
      <dgm:prSet/>
      <dgm:spPr/>
      <dgm:t>
        <a:bodyPr/>
        <a:lstStyle/>
        <a:p>
          <a:endParaRPr lang="en-US"/>
        </a:p>
      </dgm:t>
    </dgm:pt>
    <dgm:pt modelId="{296D6250-588D-4177-ABF6-0E0A6C14A9BA}" type="sibTrans" cxnId="{A5B308B3-6876-49FD-BF49-B6E827FBDC15}">
      <dgm:prSet/>
      <dgm:spPr/>
      <dgm:t>
        <a:bodyPr/>
        <a:lstStyle/>
        <a:p>
          <a:endParaRPr lang="en-US"/>
        </a:p>
      </dgm:t>
    </dgm:pt>
    <dgm:pt modelId="{3005EEC0-2678-4FE7-A274-68686D5BE290}">
      <dgm:prSet phldrT="[Text]" custT="1"/>
      <dgm:spPr/>
      <dgm:t>
        <a:bodyPr/>
        <a:lstStyle/>
        <a:p>
          <a:r>
            <a:rPr lang="en-US" sz="2000" dirty="0" smtClean="0"/>
            <a:t>The indispensable "hero"</a:t>
          </a:r>
          <a:endParaRPr lang="en-US" sz="2000" dirty="0"/>
        </a:p>
      </dgm:t>
    </dgm:pt>
    <dgm:pt modelId="{1312392D-CB59-4C0F-807A-B7053943FB39}" type="parTrans" cxnId="{DCDEED43-547F-4B05-93E4-C7B5BA7AFA38}">
      <dgm:prSet/>
      <dgm:spPr/>
      <dgm:t>
        <a:bodyPr/>
        <a:lstStyle/>
        <a:p>
          <a:endParaRPr lang="en-US"/>
        </a:p>
      </dgm:t>
    </dgm:pt>
    <dgm:pt modelId="{C9CB9D18-BE4C-4397-9794-A420FE3A419A}" type="sibTrans" cxnId="{DCDEED43-547F-4B05-93E4-C7B5BA7AFA38}">
      <dgm:prSet/>
      <dgm:spPr/>
      <dgm:t>
        <a:bodyPr/>
        <a:lstStyle/>
        <a:p>
          <a:endParaRPr lang="en-US"/>
        </a:p>
      </dgm:t>
    </dgm:pt>
    <dgm:pt modelId="{4D627E7D-F047-400D-AE8E-85E054439683}" type="pres">
      <dgm:prSet presAssocID="{93887E98-1913-4563-85EB-798D73BD050F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DADA462-EA66-4905-A48C-C2F6E1A75702}" type="pres">
      <dgm:prSet presAssocID="{18A1BD19-FFDF-4D86-9857-5FD077942B14}" presName="parentLin" presStyleCnt="0"/>
      <dgm:spPr/>
    </dgm:pt>
    <dgm:pt modelId="{6770F5C9-B294-458D-8B64-CCA19BA2CE6B}" type="pres">
      <dgm:prSet presAssocID="{18A1BD19-FFDF-4D86-9857-5FD077942B14}" presName="parentLeftMargin" presStyleLbl="node1" presStyleIdx="0" presStyleCnt="9" custScaleX="124520"/>
      <dgm:spPr/>
      <dgm:t>
        <a:bodyPr/>
        <a:lstStyle/>
        <a:p>
          <a:endParaRPr lang="en-US"/>
        </a:p>
      </dgm:t>
    </dgm:pt>
    <dgm:pt modelId="{8108AAF1-FF28-4282-A618-F18EA0BBFE4A}" type="pres">
      <dgm:prSet presAssocID="{18A1BD19-FFDF-4D86-9857-5FD077942B14}" presName="parentText" presStyleLbl="node1" presStyleIdx="0" presStyleCnt="9" custScaleX="121017" custScaleY="9966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845D53-7526-4984-B7AE-94E8698CA111}" type="pres">
      <dgm:prSet presAssocID="{18A1BD19-FFDF-4D86-9857-5FD077942B14}" presName="negativeSpace" presStyleCnt="0"/>
      <dgm:spPr/>
    </dgm:pt>
    <dgm:pt modelId="{5BBB406B-CED1-45ED-BEE2-6C2B0BA15132}" type="pres">
      <dgm:prSet presAssocID="{18A1BD19-FFDF-4D86-9857-5FD077942B14}" presName="childText" presStyleLbl="conFgAcc1" presStyleIdx="0" presStyleCnt="9">
        <dgm:presLayoutVars>
          <dgm:bulletEnabled val="1"/>
        </dgm:presLayoutVars>
      </dgm:prSet>
      <dgm:spPr/>
    </dgm:pt>
    <dgm:pt modelId="{E8AB8DB1-B526-4814-961F-502005896FE5}" type="pres">
      <dgm:prSet presAssocID="{2EB91018-3520-4177-8A42-2D47977FF990}" presName="spaceBetweenRectangles" presStyleCnt="0"/>
      <dgm:spPr/>
    </dgm:pt>
    <dgm:pt modelId="{5C64994E-97F6-4189-B0F6-54755392CD79}" type="pres">
      <dgm:prSet presAssocID="{F71765F1-C48B-4EA1-BCEA-A7F4844B62EA}" presName="parentLin" presStyleCnt="0"/>
      <dgm:spPr/>
    </dgm:pt>
    <dgm:pt modelId="{B68D4A92-C043-4697-943D-CA0716CEE56C}" type="pres">
      <dgm:prSet presAssocID="{F71765F1-C48B-4EA1-BCEA-A7F4844B62EA}" presName="parentLeftMargin" presStyleLbl="node1" presStyleIdx="0" presStyleCnt="9" custScaleX="124520"/>
      <dgm:spPr/>
      <dgm:t>
        <a:bodyPr/>
        <a:lstStyle/>
        <a:p>
          <a:endParaRPr lang="en-US"/>
        </a:p>
      </dgm:t>
    </dgm:pt>
    <dgm:pt modelId="{1D6D8C0E-84A3-40A6-90E6-B5FD1F469EA5}" type="pres">
      <dgm:prSet presAssocID="{F71765F1-C48B-4EA1-BCEA-A7F4844B62EA}" presName="parentText" presStyleLbl="node1" presStyleIdx="1" presStyleCnt="9" custScaleX="121017" custScaleY="9966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FFFE04-2D79-4C81-8EA2-DD4F7CE95B6E}" type="pres">
      <dgm:prSet presAssocID="{F71765F1-C48B-4EA1-BCEA-A7F4844B62EA}" presName="negativeSpace" presStyleCnt="0"/>
      <dgm:spPr/>
    </dgm:pt>
    <dgm:pt modelId="{B3D3C04D-941A-4F00-812A-5807C0549F88}" type="pres">
      <dgm:prSet presAssocID="{F71765F1-C48B-4EA1-BCEA-A7F4844B62EA}" presName="childText" presStyleLbl="conFgAcc1" presStyleIdx="1" presStyleCnt="9">
        <dgm:presLayoutVars>
          <dgm:bulletEnabled val="1"/>
        </dgm:presLayoutVars>
      </dgm:prSet>
      <dgm:spPr/>
    </dgm:pt>
    <dgm:pt modelId="{099D664A-00CE-442C-BADF-E3F484902D90}" type="pres">
      <dgm:prSet presAssocID="{9FE743F9-9542-4888-9BEB-E2BE746609CC}" presName="spaceBetweenRectangles" presStyleCnt="0"/>
      <dgm:spPr/>
    </dgm:pt>
    <dgm:pt modelId="{E87C9F6E-9639-4D81-9274-136F6AFBECF3}" type="pres">
      <dgm:prSet presAssocID="{93D56195-112D-417B-8385-E7FD7A564CF6}" presName="parentLin" presStyleCnt="0"/>
      <dgm:spPr/>
    </dgm:pt>
    <dgm:pt modelId="{B5E38789-3721-45FB-97F4-A5FEE154112C}" type="pres">
      <dgm:prSet presAssocID="{93D56195-112D-417B-8385-E7FD7A564CF6}" presName="parentLeftMargin" presStyleLbl="node1" presStyleIdx="1" presStyleCnt="9" custScaleX="124520"/>
      <dgm:spPr/>
      <dgm:t>
        <a:bodyPr/>
        <a:lstStyle/>
        <a:p>
          <a:endParaRPr lang="en-US"/>
        </a:p>
      </dgm:t>
    </dgm:pt>
    <dgm:pt modelId="{A6F3EDDC-4CE0-4EB7-9584-22341585F8F0}" type="pres">
      <dgm:prSet presAssocID="{93D56195-112D-417B-8385-E7FD7A564CF6}" presName="parentText" presStyleLbl="node1" presStyleIdx="2" presStyleCnt="9" custScaleX="121017" custScaleY="9966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942E50-54EA-4D1E-B7CF-F1507204F2C8}" type="pres">
      <dgm:prSet presAssocID="{93D56195-112D-417B-8385-E7FD7A564CF6}" presName="negativeSpace" presStyleCnt="0"/>
      <dgm:spPr/>
    </dgm:pt>
    <dgm:pt modelId="{00C50D08-FAD0-4857-B5B5-5A509FCEE059}" type="pres">
      <dgm:prSet presAssocID="{93D56195-112D-417B-8385-E7FD7A564CF6}" presName="childText" presStyleLbl="conFgAcc1" presStyleIdx="2" presStyleCnt="9">
        <dgm:presLayoutVars>
          <dgm:bulletEnabled val="1"/>
        </dgm:presLayoutVars>
      </dgm:prSet>
      <dgm:spPr/>
    </dgm:pt>
    <dgm:pt modelId="{637B7692-C73C-4B24-BD89-F72AEC2ECFE2}" type="pres">
      <dgm:prSet presAssocID="{8B978351-BE17-4137-BC09-5FC21848D0F9}" presName="spaceBetweenRectangles" presStyleCnt="0"/>
      <dgm:spPr/>
    </dgm:pt>
    <dgm:pt modelId="{634FA433-F376-47FC-BFD1-BFD9468EE009}" type="pres">
      <dgm:prSet presAssocID="{C5AE2829-7D43-407A-BEC7-6ED0EF388361}" presName="parentLin" presStyleCnt="0"/>
      <dgm:spPr/>
    </dgm:pt>
    <dgm:pt modelId="{43A13DDC-2933-444E-83F2-820ED689D9DA}" type="pres">
      <dgm:prSet presAssocID="{C5AE2829-7D43-407A-BEC7-6ED0EF388361}" presName="parentLeftMargin" presStyleLbl="node1" presStyleIdx="2" presStyleCnt="9" custScaleX="124520"/>
      <dgm:spPr/>
      <dgm:t>
        <a:bodyPr/>
        <a:lstStyle/>
        <a:p>
          <a:endParaRPr lang="en-US"/>
        </a:p>
      </dgm:t>
    </dgm:pt>
    <dgm:pt modelId="{0119385A-CD9C-415D-9F9A-05C6FA95CD81}" type="pres">
      <dgm:prSet presAssocID="{C5AE2829-7D43-407A-BEC7-6ED0EF388361}" presName="parentText" presStyleLbl="node1" presStyleIdx="3" presStyleCnt="9" custScaleX="121017" custScaleY="9966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B1DDCB-5C91-4DDC-BFCD-FFD9D05DE663}" type="pres">
      <dgm:prSet presAssocID="{C5AE2829-7D43-407A-BEC7-6ED0EF388361}" presName="negativeSpace" presStyleCnt="0"/>
      <dgm:spPr/>
    </dgm:pt>
    <dgm:pt modelId="{26EAE451-4E95-4A6F-A82B-4101D7560564}" type="pres">
      <dgm:prSet presAssocID="{C5AE2829-7D43-407A-BEC7-6ED0EF388361}" presName="childText" presStyleLbl="conFgAcc1" presStyleIdx="3" presStyleCnt="9">
        <dgm:presLayoutVars>
          <dgm:bulletEnabled val="1"/>
        </dgm:presLayoutVars>
      </dgm:prSet>
      <dgm:spPr/>
    </dgm:pt>
    <dgm:pt modelId="{4D77ACA5-3061-4B9D-94BB-6CA8BEF065A4}" type="pres">
      <dgm:prSet presAssocID="{A3239F78-6F74-40A8-9781-572060B66AD8}" presName="spaceBetweenRectangles" presStyleCnt="0"/>
      <dgm:spPr/>
    </dgm:pt>
    <dgm:pt modelId="{1FA63CCE-81CE-4C8D-A0E4-A496180EA527}" type="pres">
      <dgm:prSet presAssocID="{09E3A4AB-E44E-438E-A1FC-348D4F644FCD}" presName="parentLin" presStyleCnt="0"/>
      <dgm:spPr/>
    </dgm:pt>
    <dgm:pt modelId="{EB2CD97F-38F5-4793-9829-B18B8E3C4806}" type="pres">
      <dgm:prSet presAssocID="{09E3A4AB-E44E-438E-A1FC-348D4F644FCD}" presName="parentLeftMargin" presStyleLbl="node1" presStyleIdx="3" presStyleCnt="9" custScaleX="124520"/>
      <dgm:spPr/>
      <dgm:t>
        <a:bodyPr/>
        <a:lstStyle/>
        <a:p>
          <a:endParaRPr lang="en-US"/>
        </a:p>
      </dgm:t>
    </dgm:pt>
    <dgm:pt modelId="{5427FA35-AB6E-41E8-8E01-C094C31F8201}" type="pres">
      <dgm:prSet presAssocID="{09E3A4AB-E44E-438E-A1FC-348D4F644FCD}" presName="parentText" presStyleLbl="node1" presStyleIdx="4" presStyleCnt="9" custScaleX="121017" custScaleY="9966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F9478B-7D46-4C78-A658-56987A1900E4}" type="pres">
      <dgm:prSet presAssocID="{09E3A4AB-E44E-438E-A1FC-348D4F644FCD}" presName="negativeSpace" presStyleCnt="0"/>
      <dgm:spPr/>
    </dgm:pt>
    <dgm:pt modelId="{2C7B16C5-B8B8-4C3B-A5B9-0CE3F130870D}" type="pres">
      <dgm:prSet presAssocID="{09E3A4AB-E44E-438E-A1FC-348D4F644FCD}" presName="childText" presStyleLbl="conFgAcc1" presStyleIdx="4" presStyleCnt="9">
        <dgm:presLayoutVars>
          <dgm:bulletEnabled val="1"/>
        </dgm:presLayoutVars>
      </dgm:prSet>
      <dgm:spPr/>
    </dgm:pt>
    <dgm:pt modelId="{FD059B05-CB8B-4612-BE58-8F16A776720B}" type="pres">
      <dgm:prSet presAssocID="{C87B6F5B-C9E6-4D77-BF10-AB8F79B70060}" presName="spaceBetweenRectangles" presStyleCnt="0"/>
      <dgm:spPr/>
    </dgm:pt>
    <dgm:pt modelId="{1C9C93AF-23F7-4489-8674-EA1649D6E577}" type="pres">
      <dgm:prSet presAssocID="{993EC883-1B3E-4AB3-B60D-365531CD4575}" presName="parentLin" presStyleCnt="0"/>
      <dgm:spPr/>
    </dgm:pt>
    <dgm:pt modelId="{D6F7C196-BBA5-40B9-BE17-F62C8C2528EE}" type="pres">
      <dgm:prSet presAssocID="{993EC883-1B3E-4AB3-B60D-365531CD4575}" presName="parentLeftMargin" presStyleLbl="node1" presStyleIdx="4" presStyleCnt="9" custScaleX="124521"/>
      <dgm:spPr/>
      <dgm:t>
        <a:bodyPr/>
        <a:lstStyle/>
        <a:p>
          <a:endParaRPr lang="en-US"/>
        </a:p>
      </dgm:t>
    </dgm:pt>
    <dgm:pt modelId="{B6ED04DD-D63E-4B6E-9D57-49085D82639A}" type="pres">
      <dgm:prSet presAssocID="{993EC883-1B3E-4AB3-B60D-365531CD4575}" presName="parentText" presStyleLbl="node1" presStyleIdx="5" presStyleCnt="9" custScaleX="121017" custScaleY="9966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1FE0E7-478E-4CDE-A321-6456215DC303}" type="pres">
      <dgm:prSet presAssocID="{993EC883-1B3E-4AB3-B60D-365531CD4575}" presName="negativeSpace" presStyleCnt="0"/>
      <dgm:spPr/>
    </dgm:pt>
    <dgm:pt modelId="{EA5BDE5D-8360-41EF-85C5-8087FA63D3C8}" type="pres">
      <dgm:prSet presAssocID="{993EC883-1B3E-4AB3-B60D-365531CD4575}" presName="childText" presStyleLbl="conFgAcc1" presStyleIdx="5" presStyleCnt="9">
        <dgm:presLayoutVars>
          <dgm:bulletEnabled val="1"/>
        </dgm:presLayoutVars>
      </dgm:prSet>
      <dgm:spPr/>
    </dgm:pt>
    <dgm:pt modelId="{34DE139C-9134-4B1B-9047-AC8DD0463B52}" type="pres">
      <dgm:prSet presAssocID="{38716B06-CD6B-4C83-A1F5-C7C87BF819D8}" presName="spaceBetweenRectangles" presStyleCnt="0"/>
      <dgm:spPr/>
    </dgm:pt>
    <dgm:pt modelId="{497C596E-AF5E-4685-A698-BE657C334E91}" type="pres">
      <dgm:prSet presAssocID="{847E4B6C-B126-426D-8C09-E541B96154F2}" presName="parentLin" presStyleCnt="0"/>
      <dgm:spPr/>
    </dgm:pt>
    <dgm:pt modelId="{31602058-CB12-4B6A-88AF-9776FE508163}" type="pres">
      <dgm:prSet presAssocID="{847E4B6C-B126-426D-8C09-E541B96154F2}" presName="parentLeftMargin" presStyleLbl="node1" presStyleIdx="5" presStyleCnt="9" custScaleX="121321" custScaleY="133075"/>
      <dgm:spPr/>
      <dgm:t>
        <a:bodyPr/>
        <a:lstStyle/>
        <a:p>
          <a:endParaRPr lang="en-US"/>
        </a:p>
      </dgm:t>
    </dgm:pt>
    <dgm:pt modelId="{D5ADAEE9-ADF4-4C9D-8085-304639E318B1}" type="pres">
      <dgm:prSet presAssocID="{847E4B6C-B126-426D-8C09-E541B96154F2}" presName="parentText" presStyleLbl="node1" presStyleIdx="6" presStyleCnt="9" custScaleX="121017" custScaleY="9966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FE2211-015F-46E9-B0ED-026F29E69308}" type="pres">
      <dgm:prSet presAssocID="{847E4B6C-B126-426D-8C09-E541B96154F2}" presName="negativeSpace" presStyleCnt="0"/>
      <dgm:spPr/>
    </dgm:pt>
    <dgm:pt modelId="{EA803572-2E51-45D8-9D48-FC8C1C1A0072}" type="pres">
      <dgm:prSet presAssocID="{847E4B6C-B126-426D-8C09-E541B96154F2}" presName="childText" presStyleLbl="conFgAcc1" presStyleIdx="6" presStyleCnt="9">
        <dgm:presLayoutVars>
          <dgm:bulletEnabled val="1"/>
        </dgm:presLayoutVars>
      </dgm:prSet>
      <dgm:spPr/>
    </dgm:pt>
    <dgm:pt modelId="{7C41648A-3258-4E17-A175-0E2B3F5774DD}" type="pres">
      <dgm:prSet presAssocID="{FE82A749-FC78-460D-9FC3-CE2A41D51DC3}" presName="spaceBetweenRectangles" presStyleCnt="0"/>
      <dgm:spPr/>
    </dgm:pt>
    <dgm:pt modelId="{1142BDA6-525B-479D-94B2-1B0D26D56429}" type="pres">
      <dgm:prSet presAssocID="{976EC6EB-E558-44BC-A95A-D47B191C106A}" presName="parentLin" presStyleCnt="0"/>
      <dgm:spPr/>
    </dgm:pt>
    <dgm:pt modelId="{95E550A1-D8F9-44C3-9AE6-EC4C2AB45D37}" type="pres">
      <dgm:prSet presAssocID="{976EC6EB-E558-44BC-A95A-D47B191C106A}" presName="parentLeftMargin" presStyleLbl="node1" presStyleIdx="6" presStyleCnt="9" custScaleX="121321" custScaleY="133075"/>
      <dgm:spPr/>
      <dgm:t>
        <a:bodyPr/>
        <a:lstStyle/>
        <a:p>
          <a:endParaRPr lang="en-US"/>
        </a:p>
      </dgm:t>
    </dgm:pt>
    <dgm:pt modelId="{B57E1222-9E8C-4B56-8043-75FE870B8F52}" type="pres">
      <dgm:prSet presAssocID="{976EC6EB-E558-44BC-A95A-D47B191C106A}" presName="parentText" presStyleLbl="node1" presStyleIdx="7" presStyleCnt="9" custScaleX="121017" custScaleY="9966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00B288-467A-4D31-82DC-B495E4DCFC37}" type="pres">
      <dgm:prSet presAssocID="{976EC6EB-E558-44BC-A95A-D47B191C106A}" presName="negativeSpace" presStyleCnt="0"/>
      <dgm:spPr/>
    </dgm:pt>
    <dgm:pt modelId="{CB4F38F8-0CD0-4372-96B7-501CE60C12E6}" type="pres">
      <dgm:prSet presAssocID="{976EC6EB-E558-44BC-A95A-D47B191C106A}" presName="childText" presStyleLbl="conFgAcc1" presStyleIdx="7" presStyleCnt="9">
        <dgm:presLayoutVars>
          <dgm:bulletEnabled val="1"/>
        </dgm:presLayoutVars>
      </dgm:prSet>
      <dgm:spPr/>
    </dgm:pt>
    <dgm:pt modelId="{6ADBBD03-4B5B-4193-9A81-7AC3ED865D95}" type="pres">
      <dgm:prSet presAssocID="{296D6250-588D-4177-ABF6-0E0A6C14A9BA}" presName="spaceBetweenRectangles" presStyleCnt="0"/>
      <dgm:spPr/>
    </dgm:pt>
    <dgm:pt modelId="{E4A7F629-6356-4EDE-AABF-145C01A7B7B6}" type="pres">
      <dgm:prSet presAssocID="{3005EEC0-2678-4FE7-A274-68686D5BE290}" presName="parentLin" presStyleCnt="0"/>
      <dgm:spPr/>
    </dgm:pt>
    <dgm:pt modelId="{C7D218A6-72F4-4E2D-9F71-764BB682A0FF}" type="pres">
      <dgm:prSet presAssocID="{3005EEC0-2678-4FE7-A274-68686D5BE290}" presName="parentLeftMargin" presStyleLbl="node1" presStyleIdx="7" presStyleCnt="9" custScaleX="121321" custScaleY="133075"/>
      <dgm:spPr/>
      <dgm:t>
        <a:bodyPr/>
        <a:lstStyle/>
        <a:p>
          <a:endParaRPr lang="en-US"/>
        </a:p>
      </dgm:t>
    </dgm:pt>
    <dgm:pt modelId="{2E9830B2-7D86-4FEF-936E-8A343BD2CF2B}" type="pres">
      <dgm:prSet presAssocID="{3005EEC0-2678-4FE7-A274-68686D5BE290}" presName="parentText" presStyleLbl="node1" presStyleIdx="8" presStyleCnt="9" custScaleX="121017" custScaleY="9966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FB97EE-7EA0-4271-A672-E9B78FB3C8F8}" type="pres">
      <dgm:prSet presAssocID="{3005EEC0-2678-4FE7-A274-68686D5BE290}" presName="negativeSpace" presStyleCnt="0"/>
      <dgm:spPr/>
    </dgm:pt>
    <dgm:pt modelId="{C1907F9D-4C77-4014-A974-6D3DBBEBB99C}" type="pres">
      <dgm:prSet presAssocID="{3005EEC0-2678-4FE7-A274-68686D5BE290}" presName="childText" presStyleLbl="conFgAcc1" presStyleIdx="8" presStyleCnt="9">
        <dgm:presLayoutVars>
          <dgm:bulletEnabled val="1"/>
        </dgm:presLayoutVars>
      </dgm:prSet>
      <dgm:spPr/>
    </dgm:pt>
  </dgm:ptLst>
  <dgm:cxnLst>
    <dgm:cxn modelId="{D522B8D7-46C6-45CA-B472-81EADE6D9EB3}" type="presOf" srcId="{C5AE2829-7D43-407A-BEC7-6ED0EF388361}" destId="{43A13DDC-2933-444E-83F2-820ED689D9DA}" srcOrd="0" destOrd="0" presId="urn:microsoft.com/office/officeart/2005/8/layout/list1"/>
    <dgm:cxn modelId="{5156626F-E59F-416A-96E8-375F00BF4546}" type="presOf" srcId="{993EC883-1B3E-4AB3-B60D-365531CD4575}" destId="{D6F7C196-BBA5-40B9-BE17-F62C8C2528EE}" srcOrd="0" destOrd="0" presId="urn:microsoft.com/office/officeart/2005/8/layout/list1"/>
    <dgm:cxn modelId="{70592F14-558E-4354-84FE-4CD4242E08F1}" srcId="{93887E98-1913-4563-85EB-798D73BD050F}" destId="{93D56195-112D-417B-8385-E7FD7A564CF6}" srcOrd="2" destOrd="0" parTransId="{1E20E2BA-9BE8-48B0-A0A3-0A636AAF24C0}" sibTransId="{8B978351-BE17-4137-BC09-5FC21848D0F9}"/>
    <dgm:cxn modelId="{01629089-E01F-4577-8D40-8D724C0E71FB}" type="presOf" srcId="{976EC6EB-E558-44BC-A95A-D47B191C106A}" destId="{B57E1222-9E8C-4B56-8043-75FE870B8F52}" srcOrd="1" destOrd="0" presId="urn:microsoft.com/office/officeart/2005/8/layout/list1"/>
    <dgm:cxn modelId="{046E56C0-9D05-4DCB-8083-B8317DA64B74}" type="presOf" srcId="{93D56195-112D-417B-8385-E7FD7A564CF6}" destId="{A6F3EDDC-4CE0-4EB7-9584-22341585F8F0}" srcOrd="1" destOrd="0" presId="urn:microsoft.com/office/officeart/2005/8/layout/list1"/>
    <dgm:cxn modelId="{5E180B5A-38E6-4FD3-8729-CC7488817FAE}" srcId="{93887E98-1913-4563-85EB-798D73BD050F}" destId="{847E4B6C-B126-426D-8C09-E541B96154F2}" srcOrd="6" destOrd="0" parTransId="{593EC6EF-0AF1-43AA-B025-E2F6F8131D7B}" sibTransId="{FE82A749-FC78-460D-9FC3-CE2A41D51DC3}"/>
    <dgm:cxn modelId="{A392FA15-785B-4F8F-A86B-2919A79E6F81}" type="presOf" srcId="{847E4B6C-B126-426D-8C09-E541B96154F2}" destId="{31602058-CB12-4B6A-88AF-9776FE508163}" srcOrd="0" destOrd="0" presId="urn:microsoft.com/office/officeart/2005/8/layout/list1"/>
    <dgm:cxn modelId="{47FF8048-092B-4EC1-85F7-EE1398C54CE1}" type="presOf" srcId="{976EC6EB-E558-44BC-A95A-D47B191C106A}" destId="{95E550A1-D8F9-44C3-9AE6-EC4C2AB45D37}" srcOrd="0" destOrd="0" presId="urn:microsoft.com/office/officeart/2005/8/layout/list1"/>
    <dgm:cxn modelId="{77AAD465-2902-4F6C-ACAC-FA48BA2E7EC8}" type="presOf" srcId="{847E4B6C-B126-426D-8C09-E541B96154F2}" destId="{D5ADAEE9-ADF4-4C9D-8085-304639E318B1}" srcOrd="1" destOrd="0" presId="urn:microsoft.com/office/officeart/2005/8/layout/list1"/>
    <dgm:cxn modelId="{2EBB234A-E2FB-406D-897E-A3E6F7317397}" srcId="{93887E98-1913-4563-85EB-798D73BD050F}" destId="{18A1BD19-FFDF-4D86-9857-5FD077942B14}" srcOrd="0" destOrd="0" parTransId="{EE773334-D0EF-49E9-B9EA-079EE9C35EAE}" sibTransId="{2EB91018-3520-4177-8A42-2D47977FF990}"/>
    <dgm:cxn modelId="{1F5B8FBF-6380-4EBA-96BD-AB767BA2D829}" srcId="{93887E98-1913-4563-85EB-798D73BD050F}" destId="{993EC883-1B3E-4AB3-B60D-365531CD4575}" srcOrd="5" destOrd="0" parTransId="{8A2D6362-A718-4103-B7DF-65CAC012AEDA}" sibTransId="{38716B06-CD6B-4C83-A1F5-C7C87BF819D8}"/>
    <dgm:cxn modelId="{6DE7A66B-25EB-41D2-A278-2D477ED0E8D0}" type="presOf" srcId="{F71765F1-C48B-4EA1-BCEA-A7F4844B62EA}" destId="{B68D4A92-C043-4697-943D-CA0716CEE56C}" srcOrd="0" destOrd="0" presId="urn:microsoft.com/office/officeart/2005/8/layout/list1"/>
    <dgm:cxn modelId="{84F1ECE3-7752-4FEA-AD20-537F5F031054}" type="presOf" srcId="{3005EEC0-2678-4FE7-A274-68686D5BE290}" destId="{2E9830B2-7D86-4FEF-936E-8A343BD2CF2B}" srcOrd="1" destOrd="0" presId="urn:microsoft.com/office/officeart/2005/8/layout/list1"/>
    <dgm:cxn modelId="{91100D93-3BF7-4DFB-8914-FB7AC04206A5}" type="presOf" srcId="{18A1BD19-FFDF-4D86-9857-5FD077942B14}" destId="{8108AAF1-FF28-4282-A618-F18EA0BBFE4A}" srcOrd="1" destOrd="0" presId="urn:microsoft.com/office/officeart/2005/8/layout/list1"/>
    <dgm:cxn modelId="{F65BA14D-86E1-4668-B1E7-1E16FD298DBF}" type="presOf" srcId="{993EC883-1B3E-4AB3-B60D-365531CD4575}" destId="{B6ED04DD-D63E-4B6E-9D57-49085D82639A}" srcOrd="1" destOrd="0" presId="urn:microsoft.com/office/officeart/2005/8/layout/list1"/>
    <dgm:cxn modelId="{DCDEED43-547F-4B05-93E4-C7B5BA7AFA38}" srcId="{93887E98-1913-4563-85EB-798D73BD050F}" destId="{3005EEC0-2678-4FE7-A274-68686D5BE290}" srcOrd="8" destOrd="0" parTransId="{1312392D-CB59-4C0F-807A-B7053943FB39}" sibTransId="{C9CB9D18-BE4C-4397-9794-A420FE3A419A}"/>
    <dgm:cxn modelId="{689D158F-E24B-457D-87CE-9135E0C14886}" type="presOf" srcId="{93887E98-1913-4563-85EB-798D73BD050F}" destId="{4D627E7D-F047-400D-AE8E-85E054439683}" srcOrd="0" destOrd="0" presId="urn:microsoft.com/office/officeart/2005/8/layout/list1"/>
    <dgm:cxn modelId="{92F52B93-F776-4521-8A81-D86EA1EB374B}" srcId="{93887E98-1913-4563-85EB-798D73BD050F}" destId="{C5AE2829-7D43-407A-BEC7-6ED0EF388361}" srcOrd="3" destOrd="0" parTransId="{065F54D9-98D0-4BA5-B602-910B2D9B201E}" sibTransId="{A3239F78-6F74-40A8-9781-572060B66AD8}"/>
    <dgm:cxn modelId="{73B66792-15F2-4678-8889-AF5667629DD8}" type="presOf" srcId="{F71765F1-C48B-4EA1-BCEA-A7F4844B62EA}" destId="{1D6D8C0E-84A3-40A6-90E6-B5FD1F469EA5}" srcOrd="1" destOrd="0" presId="urn:microsoft.com/office/officeart/2005/8/layout/list1"/>
    <dgm:cxn modelId="{B3B53429-E470-4DEF-9DEC-F00E2F55DED6}" type="presOf" srcId="{3005EEC0-2678-4FE7-A274-68686D5BE290}" destId="{C7D218A6-72F4-4E2D-9F71-764BB682A0FF}" srcOrd="0" destOrd="0" presId="urn:microsoft.com/office/officeart/2005/8/layout/list1"/>
    <dgm:cxn modelId="{21EDDBC3-8CA8-439A-A095-B7DAACE7069C}" type="presOf" srcId="{09E3A4AB-E44E-438E-A1FC-348D4F644FCD}" destId="{EB2CD97F-38F5-4793-9829-B18B8E3C4806}" srcOrd="0" destOrd="0" presId="urn:microsoft.com/office/officeart/2005/8/layout/list1"/>
    <dgm:cxn modelId="{2895C530-B311-47CA-8BD1-4FA83EC9CA03}" type="presOf" srcId="{18A1BD19-FFDF-4D86-9857-5FD077942B14}" destId="{6770F5C9-B294-458D-8B64-CCA19BA2CE6B}" srcOrd="0" destOrd="0" presId="urn:microsoft.com/office/officeart/2005/8/layout/list1"/>
    <dgm:cxn modelId="{3FE820CC-E4A4-495E-BD4F-61D306CF8429}" type="presOf" srcId="{09E3A4AB-E44E-438E-A1FC-348D4F644FCD}" destId="{5427FA35-AB6E-41E8-8E01-C094C31F8201}" srcOrd="1" destOrd="0" presId="urn:microsoft.com/office/officeart/2005/8/layout/list1"/>
    <dgm:cxn modelId="{F0067669-6982-4EF5-83CC-67DF83D43759}" type="presOf" srcId="{93D56195-112D-417B-8385-E7FD7A564CF6}" destId="{B5E38789-3721-45FB-97F4-A5FEE154112C}" srcOrd="0" destOrd="0" presId="urn:microsoft.com/office/officeart/2005/8/layout/list1"/>
    <dgm:cxn modelId="{A5B308B3-6876-49FD-BF49-B6E827FBDC15}" srcId="{93887E98-1913-4563-85EB-798D73BD050F}" destId="{976EC6EB-E558-44BC-A95A-D47B191C106A}" srcOrd="7" destOrd="0" parTransId="{EA86B832-7A4B-4355-85DC-912AEBE955EF}" sibTransId="{296D6250-588D-4177-ABF6-0E0A6C14A9BA}"/>
    <dgm:cxn modelId="{D4E3CD7B-DD5F-4B07-B244-CB3962DCC87B}" srcId="{93887E98-1913-4563-85EB-798D73BD050F}" destId="{F71765F1-C48B-4EA1-BCEA-A7F4844B62EA}" srcOrd="1" destOrd="0" parTransId="{1799196D-E130-47B9-BD23-A328870BCB38}" sibTransId="{9FE743F9-9542-4888-9BEB-E2BE746609CC}"/>
    <dgm:cxn modelId="{C73FF1E1-6677-43BD-B412-E6CB99885CC7}" srcId="{93887E98-1913-4563-85EB-798D73BD050F}" destId="{09E3A4AB-E44E-438E-A1FC-348D4F644FCD}" srcOrd="4" destOrd="0" parTransId="{A7E69F3F-26AB-4C3F-BCB7-993EE8373286}" sibTransId="{C87B6F5B-C9E6-4D77-BF10-AB8F79B70060}"/>
    <dgm:cxn modelId="{0CBF664D-3831-4D23-B9C3-AC2DB7166041}" type="presOf" srcId="{C5AE2829-7D43-407A-BEC7-6ED0EF388361}" destId="{0119385A-CD9C-415D-9F9A-05C6FA95CD81}" srcOrd="1" destOrd="0" presId="urn:microsoft.com/office/officeart/2005/8/layout/list1"/>
    <dgm:cxn modelId="{2014DB6E-A3DF-457F-9460-D64EFA680246}" type="presParOf" srcId="{4D627E7D-F047-400D-AE8E-85E054439683}" destId="{5DADA462-EA66-4905-A48C-C2F6E1A75702}" srcOrd="0" destOrd="0" presId="urn:microsoft.com/office/officeart/2005/8/layout/list1"/>
    <dgm:cxn modelId="{3D31300E-8C9D-4F51-B951-BC733D186B7C}" type="presParOf" srcId="{5DADA462-EA66-4905-A48C-C2F6E1A75702}" destId="{6770F5C9-B294-458D-8B64-CCA19BA2CE6B}" srcOrd="0" destOrd="0" presId="urn:microsoft.com/office/officeart/2005/8/layout/list1"/>
    <dgm:cxn modelId="{2D3DE8CA-63B4-4065-94F8-F3DD0A09A01E}" type="presParOf" srcId="{5DADA462-EA66-4905-A48C-C2F6E1A75702}" destId="{8108AAF1-FF28-4282-A618-F18EA0BBFE4A}" srcOrd="1" destOrd="0" presId="urn:microsoft.com/office/officeart/2005/8/layout/list1"/>
    <dgm:cxn modelId="{50474815-FC3A-4F8D-99EB-EE3E3DF6684D}" type="presParOf" srcId="{4D627E7D-F047-400D-AE8E-85E054439683}" destId="{BF845D53-7526-4984-B7AE-94E8698CA111}" srcOrd="1" destOrd="0" presId="urn:microsoft.com/office/officeart/2005/8/layout/list1"/>
    <dgm:cxn modelId="{02A9DC58-209E-46BE-AC14-D52D457A9756}" type="presParOf" srcId="{4D627E7D-F047-400D-AE8E-85E054439683}" destId="{5BBB406B-CED1-45ED-BEE2-6C2B0BA15132}" srcOrd="2" destOrd="0" presId="urn:microsoft.com/office/officeart/2005/8/layout/list1"/>
    <dgm:cxn modelId="{8EFB7366-7648-4EBB-9894-31F8A6D78A57}" type="presParOf" srcId="{4D627E7D-F047-400D-AE8E-85E054439683}" destId="{E8AB8DB1-B526-4814-961F-502005896FE5}" srcOrd="3" destOrd="0" presId="urn:microsoft.com/office/officeart/2005/8/layout/list1"/>
    <dgm:cxn modelId="{4F56F33A-7205-42B0-B07E-013065EE2E6A}" type="presParOf" srcId="{4D627E7D-F047-400D-AE8E-85E054439683}" destId="{5C64994E-97F6-4189-B0F6-54755392CD79}" srcOrd="4" destOrd="0" presId="urn:microsoft.com/office/officeart/2005/8/layout/list1"/>
    <dgm:cxn modelId="{BD711B33-659B-4AC5-B588-88E75D186469}" type="presParOf" srcId="{5C64994E-97F6-4189-B0F6-54755392CD79}" destId="{B68D4A92-C043-4697-943D-CA0716CEE56C}" srcOrd="0" destOrd="0" presId="urn:microsoft.com/office/officeart/2005/8/layout/list1"/>
    <dgm:cxn modelId="{9D0B033B-26FF-4CE6-9818-B215F1D10121}" type="presParOf" srcId="{5C64994E-97F6-4189-B0F6-54755392CD79}" destId="{1D6D8C0E-84A3-40A6-90E6-B5FD1F469EA5}" srcOrd="1" destOrd="0" presId="urn:microsoft.com/office/officeart/2005/8/layout/list1"/>
    <dgm:cxn modelId="{AC03F81D-F6F5-46A1-B458-A048170F6000}" type="presParOf" srcId="{4D627E7D-F047-400D-AE8E-85E054439683}" destId="{ECFFFE04-2D79-4C81-8EA2-DD4F7CE95B6E}" srcOrd="5" destOrd="0" presId="urn:microsoft.com/office/officeart/2005/8/layout/list1"/>
    <dgm:cxn modelId="{5E5D9833-23C3-4FC3-824B-C2791BE20A43}" type="presParOf" srcId="{4D627E7D-F047-400D-AE8E-85E054439683}" destId="{B3D3C04D-941A-4F00-812A-5807C0549F88}" srcOrd="6" destOrd="0" presId="urn:microsoft.com/office/officeart/2005/8/layout/list1"/>
    <dgm:cxn modelId="{93CFE8E6-F518-41E8-99C9-1D8A1C8ED03C}" type="presParOf" srcId="{4D627E7D-F047-400D-AE8E-85E054439683}" destId="{099D664A-00CE-442C-BADF-E3F484902D90}" srcOrd="7" destOrd="0" presId="urn:microsoft.com/office/officeart/2005/8/layout/list1"/>
    <dgm:cxn modelId="{A4E2034A-90A7-4607-8D69-DE7B21D26860}" type="presParOf" srcId="{4D627E7D-F047-400D-AE8E-85E054439683}" destId="{E87C9F6E-9639-4D81-9274-136F6AFBECF3}" srcOrd="8" destOrd="0" presId="urn:microsoft.com/office/officeart/2005/8/layout/list1"/>
    <dgm:cxn modelId="{EEFC9C43-4CF1-4DD0-9A82-AD82A44B558A}" type="presParOf" srcId="{E87C9F6E-9639-4D81-9274-136F6AFBECF3}" destId="{B5E38789-3721-45FB-97F4-A5FEE154112C}" srcOrd="0" destOrd="0" presId="urn:microsoft.com/office/officeart/2005/8/layout/list1"/>
    <dgm:cxn modelId="{191F90D4-CDC2-4E4A-BED6-29632EF83D62}" type="presParOf" srcId="{E87C9F6E-9639-4D81-9274-136F6AFBECF3}" destId="{A6F3EDDC-4CE0-4EB7-9584-22341585F8F0}" srcOrd="1" destOrd="0" presId="urn:microsoft.com/office/officeart/2005/8/layout/list1"/>
    <dgm:cxn modelId="{D9DD8DFF-6AD2-492B-8B67-FE068874153D}" type="presParOf" srcId="{4D627E7D-F047-400D-AE8E-85E054439683}" destId="{96942E50-54EA-4D1E-B7CF-F1507204F2C8}" srcOrd="9" destOrd="0" presId="urn:microsoft.com/office/officeart/2005/8/layout/list1"/>
    <dgm:cxn modelId="{E48D88CB-AB50-4D16-A82D-D5EDD343E370}" type="presParOf" srcId="{4D627E7D-F047-400D-AE8E-85E054439683}" destId="{00C50D08-FAD0-4857-B5B5-5A509FCEE059}" srcOrd="10" destOrd="0" presId="urn:microsoft.com/office/officeart/2005/8/layout/list1"/>
    <dgm:cxn modelId="{CD0F05F8-BEAA-4571-92A1-2B1CC018B350}" type="presParOf" srcId="{4D627E7D-F047-400D-AE8E-85E054439683}" destId="{637B7692-C73C-4B24-BD89-F72AEC2ECFE2}" srcOrd="11" destOrd="0" presId="urn:microsoft.com/office/officeart/2005/8/layout/list1"/>
    <dgm:cxn modelId="{A0AE87A1-3A8E-4111-A203-B6DEB239F0B9}" type="presParOf" srcId="{4D627E7D-F047-400D-AE8E-85E054439683}" destId="{634FA433-F376-47FC-BFD1-BFD9468EE009}" srcOrd="12" destOrd="0" presId="urn:microsoft.com/office/officeart/2005/8/layout/list1"/>
    <dgm:cxn modelId="{BAA90380-0901-451F-A97A-938E2B069BE6}" type="presParOf" srcId="{634FA433-F376-47FC-BFD1-BFD9468EE009}" destId="{43A13DDC-2933-444E-83F2-820ED689D9DA}" srcOrd="0" destOrd="0" presId="urn:microsoft.com/office/officeart/2005/8/layout/list1"/>
    <dgm:cxn modelId="{17103F1D-1F30-49BC-8D80-7773090C895C}" type="presParOf" srcId="{634FA433-F376-47FC-BFD1-BFD9468EE009}" destId="{0119385A-CD9C-415D-9F9A-05C6FA95CD81}" srcOrd="1" destOrd="0" presId="urn:microsoft.com/office/officeart/2005/8/layout/list1"/>
    <dgm:cxn modelId="{A2C88710-ED8B-4E60-9464-EA4F10F3DDA0}" type="presParOf" srcId="{4D627E7D-F047-400D-AE8E-85E054439683}" destId="{1CB1DDCB-5C91-4DDC-BFCD-FFD9D05DE663}" srcOrd="13" destOrd="0" presId="urn:microsoft.com/office/officeart/2005/8/layout/list1"/>
    <dgm:cxn modelId="{2496F449-74D8-4BF4-9FE2-4B39838E9136}" type="presParOf" srcId="{4D627E7D-F047-400D-AE8E-85E054439683}" destId="{26EAE451-4E95-4A6F-A82B-4101D7560564}" srcOrd="14" destOrd="0" presId="urn:microsoft.com/office/officeart/2005/8/layout/list1"/>
    <dgm:cxn modelId="{AB14D98C-FFE5-488C-B239-5D2E49DE30F5}" type="presParOf" srcId="{4D627E7D-F047-400D-AE8E-85E054439683}" destId="{4D77ACA5-3061-4B9D-94BB-6CA8BEF065A4}" srcOrd="15" destOrd="0" presId="urn:microsoft.com/office/officeart/2005/8/layout/list1"/>
    <dgm:cxn modelId="{D7A54BA4-C858-4E73-BBB5-E70C0815CF71}" type="presParOf" srcId="{4D627E7D-F047-400D-AE8E-85E054439683}" destId="{1FA63CCE-81CE-4C8D-A0E4-A496180EA527}" srcOrd="16" destOrd="0" presId="urn:microsoft.com/office/officeart/2005/8/layout/list1"/>
    <dgm:cxn modelId="{E0E12CD9-B220-43F4-8849-C20793258C08}" type="presParOf" srcId="{1FA63CCE-81CE-4C8D-A0E4-A496180EA527}" destId="{EB2CD97F-38F5-4793-9829-B18B8E3C4806}" srcOrd="0" destOrd="0" presId="urn:microsoft.com/office/officeart/2005/8/layout/list1"/>
    <dgm:cxn modelId="{F42BF216-89D7-411D-9A0A-FF6FF2A9CF0C}" type="presParOf" srcId="{1FA63CCE-81CE-4C8D-A0E4-A496180EA527}" destId="{5427FA35-AB6E-41E8-8E01-C094C31F8201}" srcOrd="1" destOrd="0" presId="urn:microsoft.com/office/officeart/2005/8/layout/list1"/>
    <dgm:cxn modelId="{442E056D-6F22-4B24-87D5-256B50B24A82}" type="presParOf" srcId="{4D627E7D-F047-400D-AE8E-85E054439683}" destId="{5FF9478B-7D46-4C78-A658-56987A1900E4}" srcOrd="17" destOrd="0" presId="urn:microsoft.com/office/officeart/2005/8/layout/list1"/>
    <dgm:cxn modelId="{4EF8F02C-1D09-435E-9532-213D5A53829E}" type="presParOf" srcId="{4D627E7D-F047-400D-AE8E-85E054439683}" destId="{2C7B16C5-B8B8-4C3B-A5B9-0CE3F130870D}" srcOrd="18" destOrd="0" presId="urn:microsoft.com/office/officeart/2005/8/layout/list1"/>
    <dgm:cxn modelId="{2E7A9F21-90BF-4351-A6EF-AC89C019CAFD}" type="presParOf" srcId="{4D627E7D-F047-400D-AE8E-85E054439683}" destId="{FD059B05-CB8B-4612-BE58-8F16A776720B}" srcOrd="19" destOrd="0" presId="urn:microsoft.com/office/officeart/2005/8/layout/list1"/>
    <dgm:cxn modelId="{4DB10160-8495-4BF8-B544-F4AB7F68E200}" type="presParOf" srcId="{4D627E7D-F047-400D-AE8E-85E054439683}" destId="{1C9C93AF-23F7-4489-8674-EA1649D6E577}" srcOrd="20" destOrd="0" presId="urn:microsoft.com/office/officeart/2005/8/layout/list1"/>
    <dgm:cxn modelId="{A8FFAE4A-33F0-47A1-ABBE-96372AD23AD5}" type="presParOf" srcId="{1C9C93AF-23F7-4489-8674-EA1649D6E577}" destId="{D6F7C196-BBA5-40B9-BE17-F62C8C2528EE}" srcOrd="0" destOrd="0" presId="urn:microsoft.com/office/officeart/2005/8/layout/list1"/>
    <dgm:cxn modelId="{9AC9B7A9-F7CF-42ED-926F-33E694A8E454}" type="presParOf" srcId="{1C9C93AF-23F7-4489-8674-EA1649D6E577}" destId="{B6ED04DD-D63E-4B6E-9D57-49085D82639A}" srcOrd="1" destOrd="0" presId="urn:microsoft.com/office/officeart/2005/8/layout/list1"/>
    <dgm:cxn modelId="{414587A1-374A-493C-8C0A-998A32ABF9C9}" type="presParOf" srcId="{4D627E7D-F047-400D-AE8E-85E054439683}" destId="{D11FE0E7-478E-4CDE-A321-6456215DC303}" srcOrd="21" destOrd="0" presId="urn:microsoft.com/office/officeart/2005/8/layout/list1"/>
    <dgm:cxn modelId="{76DC7166-261C-459D-A38D-AC8A51C79D82}" type="presParOf" srcId="{4D627E7D-F047-400D-AE8E-85E054439683}" destId="{EA5BDE5D-8360-41EF-85C5-8087FA63D3C8}" srcOrd="22" destOrd="0" presId="urn:microsoft.com/office/officeart/2005/8/layout/list1"/>
    <dgm:cxn modelId="{A11FF7EF-36F0-42FD-8FA0-394249D33ACE}" type="presParOf" srcId="{4D627E7D-F047-400D-AE8E-85E054439683}" destId="{34DE139C-9134-4B1B-9047-AC8DD0463B52}" srcOrd="23" destOrd="0" presId="urn:microsoft.com/office/officeart/2005/8/layout/list1"/>
    <dgm:cxn modelId="{D05255AD-4536-4A73-AD87-63B98BF1183E}" type="presParOf" srcId="{4D627E7D-F047-400D-AE8E-85E054439683}" destId="{497C596E-AF5E-4685-A698-BE657C334E91}" srcOrd="24" destOrd="0" presId="urn:microsoft.com/office/officeart/2005/8/layout/list1"/>
    <dgm:cxn modelId="{0E9BF635-9E30-44BA-A939-F8D5AA40088C}" type="presParOf" srcId="{497C596E-AF5E-4685-A698-BE657C334E91}" destId="{31602058-CB12-4B6A-88AF-9776FE508163}" srcOrd="0" destOrd="0" presId="urn:microsoft.com/office/officeart/2005/8/layout/list1"/>
    <dgm:cxn modelId="{5EBC2A99-F0F5-4F6D-86BF-85F6F70C22E5}" type="presParOf" srcId="{497C596E-AF5E-4685-A698-BE657C334E91}" destId="{D5ADAEE9-ADF4-4C9D-8085-304639E318B1}" srcOrd="1" destOrd="0" presId="urn:microsoft.com/office/officeart/2005/8/layout/list1"/>
    <dgm:cxn modelId="{B0FD4336-5294-44F4-98DD-6A64DEB836DD}" type="presParOf" srcId="{4D627E7D-F047-400D-AE8E-85E054439683}" destId="{EAFE2211-015F-46E9-B0ED-026F29E69308}" srcOrd="25" destOrd="0" presId="urn:microsoft.com/office/officeart/2005/8/layout/list1"/>
    <dgm:cxn modelId="{725B302F-BDAD-4071-BE8E-CE987D441F3E}" type="presParOf" srcId="{4D627E7D-F047-400D-AE8E-85E054439683}" destId="{EA803572-2E51-45D8-9D48-FC8C1C1A0072}" srcOrd="26" destOrd="0" presId="urn:microsoft.com/office/officeart/2005/8/layout/list1"/>
    <dgm:cxn modelId="{A3D56E5C-8017-4791-A4A3-F188E7957BE5}" type="presParOf" srcId="{4D627E7D-F047-400D-AE8E-85E054439683}" destId="{7C41648A-3258-4E17-A175-0E2B3F5774DD}" srcOrd="27" destOrd="0" presId="urn:microsoft.com/office/officeart/2005/8/layout/list1"/>
    <dgm:cxn modelId="{D73AE5D4-B7E4-4146-8B55-B64D2BE66E37}" type="presParOf" srcId="{4D627E7D-F047-400D-AE8E-85E054439683}" destId="{1142BDA6-525B-479D-94B2-1B0D26D56429}" srcOrd="28" destOrd="0" presId="urn:microsoft.com/office/officeart/2005/8/layout/list1"/>
    <dgm:cxn modelId="{064C36CE-EEBD-444E-8E42-E97F1C833DD8}" type="presParOf" srcId="{1142BDA6-525B-479D-94B2-1B0D26D56429}" destId="{95E550A1-D8F9-44C3-9AE6-EC4C2AB45D37}" srcOrd="0" destOrd="0" presId="urn:microsoft.com/office/officeart/2005/8/layout/list1"/>
    <dgm:cxn modelId="{27725BB5-ABA6-44DB-8C20-08520E139A92}" type="presParOf" srcId="{1142BDA6-525B-479D-94B2-1B0D26D56429}" destId="{B57E1222-9E8C-4B56-8043-75FE870B8F52}" srcOrd="1" destOrd="0" presId="urn:microsoft.com/office/officeart/2005/8/layout/list1"/>
    <dgm:cxn modelId="{D42CB59A-B56D-49D6-95E0-4C5D04FAAE3D}" type="presParOf" srcId="{4D627E7D-F047-400D-AE8E-85E054439683}" destId="{B500B288-467A-4D31-82DC-B495E4DCFC37}" srcOrd="29" destOrd="0" presId="urn:microsoft.com/office/officeart/2005/8/layout/list1"/>
    <dgm:cxn modelId="{919B219A-88EB-4A69-A64A-0DE50511EE46}" type="presParOf" srcId="{4D627E7D-F047-400D-AE8E-85E054439683}" destId="{CB4F38F8-0CD0-4372-96B7-501CE60C12E6}" srcOrd="30" destOrd="0" presId="urn:microsoft.com/office/officeart/2005/8/layout/list1"/>
    <dgm:cxn modelId="{1D041204-42FE-4F3F-B2EF-82C92F935C63}" type="presParOf" srcId="{4D627E7D-F047-400D-AE8E-85E054439683}" destId="{6ADBBD03-4B5B-4193-9A81-7AC3ED865D95}" srcOrd="31" destOrd="0" presId="urn:microsoft.com/office/officeart/2005/8/layout/list1"/>
    <dgm:cxn modelId="{3CFAB679-F5BE-43D6-8D96-769621A917FA}" type="presParOf" srcId="{4D627E7D-F047-400D-AE8E-85E054439683}" destId="{E4A7F629-6356-4EDE-AABF-145C01A7B7B6}" srcOrd="32" destOrd="0" presId="urn:microsoft.com/office/officeart/2005/8/layout/list1"/>
    <dgm:cxn modelId="{E5989089-4E28-4F6F-922B-C3744804B8CC}" type="presParOf" srcId="{E4A7F629-6356-4EDE-AABF-145C01A7B7B6}" destId="{C7D218A6-72F4-4E2D-9F71-764BB682A0FF}" srcOrd="0" destOrd="0" presId="urn:microsoft.com/office/officeart/2005/8/layout/list1"/>
    <dgm:cxn modelId="{86ADBEFB-92FB-4C6C-A14B-35323A5CF0DB}" type="presParOf" srcId="{E4A7F629-6356-4EDE-AABF-145C01A7B7B6}" destId="{2E9830B2-7D86-4FEF-936E-8A343BD2CF2B}" srcOrd="1" destOrd="0" presId="urn:microsoft.com/office/officeart/2005/8/layout/list1"/>
    <dgm:cxn modelId="{2C490F14-E39C-42C3-A815-FF639C1CDE4F}" type="presParOf" srcId="{4D627E7D-F047-400D-AE8E-85E054439683}" destId="{1EFB97EE-7EA0-4271-A672-E9B78FB3C8F8}" srcOrd="33" destOrd="0" presId="urn:microsoft.com/office/officeart/2005/8/layout/list1"/>
    <dgm:cxn modelId="{A2C769A8-22F9-44C9-8C5E-2872CCF9AB97}" type="presParOf" srcId="{4D627E7D-F047-400D-AE8E-85E054439683}" destId="{C1907F9D-4C77-4014-A974-6D3DBBEBB99C}" srcOrd="3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577B0E-C02C-40CD-915F-6B2935D4287F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694412-E61A-4D35-9466-4EF77E50D06D}">
      <dgm:prSet phldrT="[Text]" custT="1"/>
      <dgm:spPr/>
      <dgm:t>
        <a:bodyPr/>
        <a:lstStyle/>
        <a:p>
          <a:r>
            <a:rPr lang="en-US" sz="3600" dirty="0" smtClean="0"/>
            <a:t>Objective</a:t>
          </a:r>
          <a:endParaRPr lang="en-US" sz="3600" dirty="0"/>
        </a:p>
      </dgm:t>
    </dgm:pt>
    <dgm:pt modelId="{68C4CED2-58D4-4DD6-8839-2ADC841F0C78}" type="parTrans" cxnId="{1BFD0DCD-9BDB-4A38-9CB6-92B824CCB0F5}">
      <dgm:prSet/>
      <dgm:spPr/>
      <dgm:t>
        <a:bodyPr/>
        <a:lstStyle/>
        <a:p>
          <a:endParaRPr lang="en-US"/>
        </a:p>
      </dgm:t>
    </dgm:pt>
    <dgm:pt modelId="{A63BA082-6490-4681-B3CF-03318C6C5170}" type="sibTrans" cxnId="{1BFD0DCD-9BDB-4A38-9CB6-92B824CCB0F5}">
      <dgm:prSet/>
      <dgm:spPr/>
      <dgm:t>
        <a:bodyPr/>
        <a:lstStyle/>
        <a:p>
          <a:endParaRPr lang="en-US"/>
        </a:p>
      </dgm:t>
    </dgm:pt>
    <dgm:pt modelId="{48292217-B1F8-4EE4-B054-B074298CD519}">
      <dgm:prSet phldrT="[Text]" custT="1"/>
      <dgm:spPr/>
      <dgm:t>
        <a:bodyPr/>
        <a:lstStyle/>
        <a:p>
          <a:r>
            <a:rPr lang="en-US" sz="3200" dirty="0" smtClean="0"/>
            <a:t>Strengths</a:t>
          </a:r>
          <a:endParaRPr lang="en-US" sz="3200" dirty="0"/>
        </a:p>
      </dgm:t>
    </dgm:pt>
    <dgm:pt modelId="{4BA4F676-FBA1-4D0C-BDA5-2485E940C3CE}" type="parTrans" cxnId="{DAB24A00-7739-46A2-AD80-212F1E1D6E8A}">
      <dgm:prSet/>
      <dgm:spPr/>
      <dgm:t>
        <a:bodyPr/>
        <a:lstStyle/>
        <a:p>
          <a:endParaRPr lang="en-US"/>
        </a:p>
      </dgm:t>
    </dgm:pt>
    <dgm:pt modelId="{83912608-CD19-47C6-8BEF-1B741F688502}" type="sibTrans" cxnId="{DAB24A00-7739-46A2-AD80-212F1E1D6E8A}">
      <dgm:prSet/>
      <dgm:spPr/>
      <dgm:t>
        <a:bodyPr/>
        <a:lstStyle/>
        <a:p>
          <a:endParaRPr lang="en-US"/>
        </a:p>
      </dgm:t>
    </dgm:pt>
    <dgm:pt modelId="{40F818F2-3ABC-429B-8A08-F313A3D1C850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3200" dirty="0" smtClean="0"/>
            <a:t>Weaknesses</a:t>
          </a:r>
          <a:endParaRPr lang="en-US" sz="3200" dirty="0"/>
        </a:p>
      </dgm:t>
    </dgm:pt>
    <dgm:pt modelId="{C347D94C-E208-4379-9C17-3751A5F312DA}" type="parTrans" cxnId="{5A1BA409-5260-4C58-BF3D-0BB0609AD6CD}">
      <dgm:prSet/>
      <dgm:spPr/>
      <dgm:t>
        <a:bodyPr/>
        <a:lstStyle/>
        <a:p>
          <a:endParaRPr lang="en-US"/>
        </a:p>
      </dgm:t>
    </dgm:pt>
    <dgm:pt modelId="{0467A3A7-A0EB-4C81-A569-A22DF109DD3E}" type="sibTrans" cxnId="{5A1BA409-5260-4C58-BF3D-0BB0609AD6CD}">
      <dgm:prSet/>
      <dgm:spPr/>
      <dgm:t>
        <a:bodyPr/>
        <a:lstStyle/>
        <a:p>
          <a:endParaRPr lang="en-US"/>
        </a:p>
      </dgm:t>
    </dgm:pt>
    <dgm:pt modelId="{7074F551-5BE1-4C4E-AF1C-CC9B805C769A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3200" dirty="0" smtClean="0"/>
            <a:t>Opportunities</a:t>
          </a:r>
          <a:endParaRPr lang="en-US" sz="3200" dirty="0"/>
        </a:p>
      </dgm:t>
    </dgm:pt>
    <dgm:pt modelId="{22F23505-793C-48C9-AB94-BE2F4CD258D7}" type="parTrans" cxnId="{70DE587D-7BFE-49E2-91F5-F705D1121AFC}">
      <dgm:prSet/>
      <dgm:spPr/>
      <dgm:t>
        <a:bodyPr/>
        <a:lstStyle/>
        <a:p>
          <a:endParaRPr lang="en-US"/>
        </a:p>
      </dgm:t>
    </dgm:pt>
    <dgm:pt modelId="{992F0CF1-644B-4A30-AAD5-5C40BA975811}" type="sibTrans" cxnId="{70DE587D-7BFE-49E2-91F5-F705D1121AFC}">
      <dgm:prSet/>
      <dgm:spPr/>
      <dgm:t>
        <a:bodyPr/>
        <a:lstStyle/>
        <a:p>
          <a:endParaRPr lang="en-US"/>
        </a:p>
      </dgm:t>
    </dgm:pt>
    <dgm:pt modelId="{9D4ACA72-3FDA-42BD-AF70-C1BDECDD0413}">
      <dgm:prSet phldrT="[Text]" custT="1"/>
      <dgm:spPr>
        <a:solidFill>
          <a:schemeClr val="accent6"/>
        </a:solidFill>
      </dgm:spPr>
      <dgm:t>
        <a:bodyPr/>
        <a:lstStyle/>
        <a:p>
          <a:r>
            <a:rPr lang="en-US" sz="3200" dirty="0" smtClean="0"/>
            <a:t>Threats</a:t>
          </a:r>
          <a:endParaRPr lang="en-US" sz="3200" dirty="0"/>
        </a:p>
      </dgm:t>
    </dgm:pt>
    <dgm:pt modelId="{96D674A2-ACBE-49DE-9C58-9C101A07BC83}" type="parTrans" cxnId="{35F38477-F75B-43CA-8FA2-D458EC1505B1}">
      <dgm:prSet/>
      <dgm:spPr/>
      <dgm:t>
        <a:bodyPr/>
        <a:lstStyle/>
        <a:p>
          <a:endParaRPr lang="en-US"/>
        </a:p>
      </dgm:t>
    </dgm:pt>
    <dgm:pt modelId="{BEFA6165-17CD-4FF1-A2E2-34D1DA7EE572}" type="sibTrans" cxnId="{35F38477-F75B-43CA-8FA2-D458EC1505B1}">
      <dgm:prSet/>
      <dgm:spPr/>
      <dgm:t>
        <a:bodyPr/>
        <a:lstStyle/>
        <a:p>
          <a:endParaRPr lang="en-US"/>
        </a:p>
      </dgm:t>
    </dgm:pt>
    <dgm:pt modelId="{040312CB-1AD1-42E5-A0C0-C65D9B755DD6}">
      <dgm:prSet phldrT="[Text]" custT="1"/>
      <dgm:spPr>
        <a:solidFill>
          <a:schemeClr val="accent6"/>
        </a:solidFill>
      </dgm:spPr>
      <dgm:t>
        <a:bodyPr/>
        <a:lstStyle/>
        <a:p>
          <a:r>
            <a:rPr lang="en-US" sz="2400" dirty="0" smtClean="0"/>
            <a:t>Competitors, changes, team work</a:t>
          </a:r>
          <a:endParaRPr lang="en-US" sz="2400" dirty="0"/>
        </a:p>
      </dgm:t>
    </dgm:pt>
    <dgm:pt modelId="{DA5623A0-F30D-400F-8589-88481ABD6DF4}" type="parTrans" cxnId="{8C2A5646-FFE4-4010-9D7F-83257CF30877}">
      <dgm:prSet/>
      <dgm:spPr/>
      <dgm:t>
        <a:bodyPr/>
        <a:lstStyle/>
        <a:p>
          <a:endParaRPr lang="en-US"/>
        </a:p>
      </dgm:t>
    </dgm:pt>
    <dgm:pt modelId="{E2639EBB-CC74-4113-A6DA-D9FF072FD939}" type="sibTrans" cxnId="{8C2A5646-FFE4-4010-9D7F-83257CF30877}">
      <dgm:prSet/>
      <dgm:spPr/>
      <dgm:t>
        <a:bodyPr/>
        <a:lstStyle/>
        <a:p>
          <a:endParaRPr lang="en-US"/>
        </a:p>
      </dgm:t>
    </dgm:pt>
    <dgm:pt modelId="{DF844F8D-EB88-4635-A43A-918B455C5FD7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400" dirty="0" smtClean="0"/>
            <a:t>Learning, skill and knowledge improvement</a:t>
          </a:r>
          <a:endParaRPr lang="en-US" sz="2400" dirty="0"/>
        </a:p>
      </dgm:t>
    </dgm:pt>
    <dgm:pt modelId="{92818381-05A8-4523-AB9B-833D321B8D33}" type="parTrans" cxnId="{31611393-F4EE-4889-825B-1073F50408B7}">
      <dgm:prSet/>
      <dgm:spPr/>
    </dgm:pt>
    <dgm:pt modelId="{5FB34E34-373D-42AA-AA9C-CACEC7538B9A}" type="sibTrans" cxnId="{31611393-F4EE-4889-825B-1073F50408B7}">
      <dgm:prSet/>
      <dgm:spPr/>
    </dgm:pt>
    <dgm:pt modelId="{3DD3629E-C931-4CEC-94C0-6663C013DC17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400" dirty="0" smtClean="0"/>
            <a:t>Experiences, skills, time</a:t>
          </a:r>
          <a:endParaRPr lang="en-US" sz="2400" dirty="0"/>
        </a:p>
      </dgm:t>
    </dgm:pt>
    <dgm:pt modelId="{0A6E2234-E9B1-4E25-BD60-CA4D9698D51A}" type="parTrans" cxnId="{0EC6C397-6BCC-4AEC-8413-5DFB2808D74E}">
      <dgm:prSet/>
      <dgm:spPr/>
    </dgm:pt>
    <dgm:pt modelId="{C38C32E0-DD3B-4671-BD00-08193D29B01C}" type="sibTrans" cxnId="{0EC6C397-6BCC-4AEC-8413-5DFB2808D74E}">
      <dgm:prSet/>
      <dgm:spPr/>
    </dgm:pt>
    <dgm:pt modelId="{114084A3-402F-4061-9E9B-5C508A52DD4D}">
      <dgm:prSet phldrT="[Text]" custT="1"/>
      <dgm:spPr/>
      <dgm:t>
        <a:bodyPr/>
        <a:lstStyle/>
        <a:p>
          <a:r>
            <a:rPr lang="en-US" sz="2400" dirty="0" smtClean="0"/>
            <a:t>Skills, prices, motivation, resources</a:t>
          </a:r>
          <a:r>
            <a:rPr lang="en-US" sz="3200" dirty="0" smtClean="0"/>
            <a:t> </a:t>
          </a:r>
          <a:endParaRPr lang="en-US" sz="3200" dirty="0"/>
        </a:p>
      </dgm:t>
    </dgm:pt>
    <dgm:pt modelId="{A68C0DCC-C457-42E5-AAFE-8FAD20FB9494}" type="parTrans" cxnId="{1B888309-5D9D-4D2B-9008-163488253C4E}">
      <dgm:prSet/>
      <dgm:spPr/>
    </dgm:pt>
    <dgm:pt modelId="{73DCDC41-FC65-41C9-93E3-A82A57819FA1}" type="sibTrans" cxnId="{1B888309-5D9D-4D2B-9008-163488253C4E}">
      <dgm:prSet/>
      <dgm:spPr/>
    </dgm:pt>
    <dgm:pt modelId="{1BB8B42F-297D-4427-92BC-37338DDB8774}" type="pres">
      <dgm:prSet presAssocID="{E9577B0E-C02C-40CD-915F-6B2935D4287F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66E90BB-5AE6-4DCE-8D0A-8EBB33120190}" type="pres">
      <dgm:prSet presAssocID="{E9577B0E-C02C-40CD-915F-6B2935D4287F}" presName="matrix" presStyleCnt="0"/>
      <dgm:spPr/>
    </dgm:pt>
    <dgm:pt modelId="{1DE2EFF4-782B-4F1E-B619-6A426CC2197B}" type="pres">
      <dgm:prSet presAssocID="{E9577B0E-C02C-40CD-915F-6B2935D4287F}" presName="tile1" presStyleLbl="node1" presStyleIdx="0" presStyleCnt="4"/>
      <dgm:spPr/>
      <dgm:t>
        <a:bodyPr/>
        <a:lstStyle/>
        <a:p>
          <a:endParaRPr lang="en-US"/>
        </a:p>
      </dgm:t>
    </dgm:pt>
    <dgm:pt modelId="{BA88F499-06D1-4A7F-86C4-49048D5D5A1D}" type="pres">
      <dgm:prSet presAssocID="{E9577B0E-C02C-40CD-915F-6B2935D4287F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F274AF-00E5-4D62-BE4E-BB414B545A0F}" type="pres">
      <dgm:prSet presAssocID="{E9577B0E-C02C-40CD-915F-6B2935D4287F}" presName="tile2" presStyleLbl="node1" presStyleIdx="1" presStyleCnt="4" custLinFactNeighborX="-935"/>
      <dgm:spPr/>
      <dgm:t>
        <a:bodyPr/>
        <a:lstStyle/>
        <a:p>
          <a:endParaRPr lang="en-US"/>
        </a:p>
      </dgm:t>
    </dgm:pt>
    <dgm:pt modelId="{D40906E6-02F2-419D-B240-C6D62F6083EF}" type="pres">
      <dgm:prSet presAssocID="{E9577B0E-C02C-40CD-915F-6B2935D4287F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225838-D739-4C5C-9DDA-E1BE27125925}" type="pres">
      <dgm:prSet presAssocID="{E9577B0E-C02C-40CD-915F-6B2935D4287F}" presName="tile3" presStyleLbl="node1" presStyleIdx="2" presStyleCnt="4"/>
      <dgm:spPr/>
      <dgm:t>
        <a:bodyPr/>
        <a:lstStyle/>
        <a:p>
          <a:endParaRPr lang="en-US"/>
        </a:p>
      </dgm:t>
    </dgm:pt>
    <dgm:pt modelId="{A35AD883-BEF5-4D29-B800-A63579697D5B}" type="pres">
      <dgm:prSet presAssocID="{E9577B0E-C02C-40CD-915F-6B2935D4287F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CE56C9-2AB2-4E2E-9D0D-076E86A813DB}" type="pres">
      <dgm:prSet presAssocID="{E9577B0E-C02C-40CD-915F-6B2935D4287F}" presName="tile4" presStyleLbl="node1" presStyleIdx="3" presStyleCnt="4"/>
      <dgm:spPr/>
      <dgm:t>
        <a:bodyPr/>
        <a:lstStyle/>
        <a:p>
          <a:endParaRPr lang="en-US"/>
        </a:p>
      </dgm:t>
    </dgm:pt>
    <dgm:pt modelId="{C7730303-6660-45F8-8B12-EBB0825CE467}" type="pres">
      <dgm:prSet presAssocID="{E9577B0E-C02C-40CD-915F-6B2935D4287F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0CC69E-1355-42D9-95CF-A90AEB5D2F3D}" type="pres">
      <dgm:prSet presAssocID="{E9577B0E-C02C-40CD-915F-6B2935D4287F}" presName="centerTile" presStyleLbl="fgShp" presStyleIdx="0" presStyleCnt="1" custScaleX="125000" custScaleY="115000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86967C70-EC71-4D05-91B5-57800169BBF1}" type="presOf" srcId="{040312CB-1AD1-42E5-A0C0-C65D9B755DD6}" destId="{4BCE56C9-2AB2-4E2E-9D0D-076E86A813DB}" srcOrd="0" destOrd="1" presId="urn:microsoft.com/office/officeart/2005/8/layout/matrix1"/>
    <dgm:cxn modelId="{5A1BA409-5260-4C58-BF3D-0BB0609AD6CD}" srcId="{35694412-E61A-4D35-9466-4EF77E50D06D}" destId="{40F818F2-3ABC-429B-8A08-F313A3D1C850}" srcOrd="1" destOrd="0" parTransId="{C347D94C-E208-4379-9C17-3751A5F312DA}" sibTransId="{0467A3A7-A0EB-4C81-A569-A22DF109DD3E}"/>
    <dgm:cxn modelId="{5694CAB4-96FE-4F94-9981-638509135083}" type="presOf" srcId="{114084A3-402F-4061-9E9B-5C508A52DD4D}" destId="{1DE2EFF4-782B-4F1E-B619-6A426CC2197B}" srcOrd="0" destOrd="1" presId="urn:microsoft.com/office/officeart/2005/8/layout/matrix1"/>
    <dgm:cxn modelId="{41CAF41C-31B2-4FC9-894D-BF4EAEE3D875}" type="presOf" srcId="{48292217-B1F8-4EE4-B054-B074298CD519}" destId="{1DE2EFF4-782B-4F1E-B619-6A426CC2197B}" srcOrd="0" destOrd="0" presId="urn:microsoft.com/office/officeart/2005/8/layout/matrix1"/>
    <dgm:cxn modelId="{DAB24A00-7739-46A2-AD80-212F1E1D6E8A}" srcId="{35694412-E61A-4D35-9466-4EF77E50D06D}" destId="{48292217-B1F8-4EE4-B054-B074298CD519}" srcOrd="0" destOrd="0" parTransId="{4BA4F676-FBA1-4D0C-BDA5-2485E940C3CE}" sibTransId="{83912608-CD19-47C6-8BEF-1B741F688502}"/>
    <dgm:cxn modelId="{5172C756-5E1B-4204-AE53-FFC439E76C33}" type="presOf" srcId="{E9577B0E-C02C-40CD-915F-6B2935D4287F}" destId="{1BB8B42F-297D-4427-92BC-37338DDB8774}" srcOrd="0" destOrd="0" presId="urn:microsoft.com/office/officeart/2005/8/layout/matrix1"/>
    <dgm:cxn modelId="{AD0AF731-0B56-47AF-A481-AF0455CA2306}" type="presOf" srcId="{3DD3629E-C931-4CEC-94C0-6663C013DC17}" destId="{D40906E6-02F2-419D-B240-C6D62F6083EF}" srcOrd="1" destOrd="1" presId="urn:microsoft.com/office/officeart/2005/8/layout/matrix1"/>
    <dgm:cxn modelId="{1B888309-5D9D-4D2B-9008-163488253C4E}" srcId="{48292217-B1F8-4EE4-B054-B074298CD519}" destId="{114084A3-402F-4061-9E9B-5C508A52DD4D}" srcOrd="0" destOrd="0" parTransId="{A68C0DCC-C457-42E5-AAFE-8FAD20FB9494}" sibTransId="{73DCDC41-FC65-41C9-93E3-A82A57819FA1}"/>
    <dgm:cxn modelId="{F014E410-E2AB-4E2B-B6A8-FBA770C22BD5}" type="presOf" srcId="{48292217-B1F8-4EE4-B054-B074298CD519}" destId="{BA88F499-06D1-4A7F-86C4-49048D5D5A1D}" srcOrd="1" destOrd="0" presId="urn:microsoft.com/office/officeart/2005/8/layout/matrix1"/>
    <dgm:cxn modelId="{C1D69805-9648-4028-9496-F5ECECAA62AE}" type="presOf" srcId="{9D4ACA72-3FDA-42BD-AF70-C1BDECDD0413}" destId="{C7730303-6660-45F8-8B12-EBB0825CE467}" srcOrd="1" destOrd="0" presId="urn:microsoft.com/office/officeart/2005/8/layout/matrix1"/>
    <dgm:cxn modelId="{35F38477-F75B-43CA-8FA2-D458EC1505B1}" srcId="{35694412-E61A-4D35-9466-4EF77E50D06D}" destId="{9D4ACA72-3FDA-42BD-AF70-C1BDECDD0413}" srcOrd="3" destOrd="0" parTransId="{96D674A2-ACBE-49DE-9C58-9C101A07BC83}" sibTransId="{BEFA6165-17CD-4FF1-A2E2-34D1DA7EE572}"/>
    <dgm:cxn modelId="{B79B8C9F-7CDD-419F-A148-D09A1D993012}" type="presOf" srcId="{DF844F8D-EB88-4635-A43A-918B455C5FD7}" destId="{F7225838-D739-4C5C-9DDA-E1BE27125925}" srcOrd="0" destOrd="1" presId="urn:microsoft.com/office/officeart/2005/8/layout/matrix1"/>
    <dgm:cxn modelId="{45A54202-3475-438D-85A6-EF3CED253740}" type="presOf" srcId="{7074F551-5BE1-4C4E-AF1C-CC9B805C769A}" destId="{A35AD883-BEF5-4D29-B800-A63579697D5B}" srcOrd="1" destOrd="0" presId="urn:microsoft.com/office/officeart/2005/8/layout/matrix1"/>
    <dgm:cxn modelId="{D0F3D0CB-3DE9-4918-B6B5-9C20F15D64D9}" type="presOf" srcId="{40F818F2-3ABC-429B-8A08-F313A3D1C850}" destId="{A2F274AF-00E5-4D62-BE4E-BB414B545A0F}" srcOrd="0" destOrd="0" presId="urn:microsoft.com/office/officeart/2005/8/layout/matrix1"/>
    <dgm:cxn modelId="{8B72B29F-5F1C-4B07-BA71-2821BB0E3831}" type="presOf" srcId="{35694412-E61A-4D35-9466-4EF77E50D06D}" destId="{7B0CC69E-1355-42D9-95CF-A90AEB5D2F3D}" srcOrd="0" destOrd="0" presId="urn:microsoft.com/office/officeart/2005/8/layout/matrix1"/>
    <dgm:cxn modelId="{0EC6C397-6BCC-4AEC-8413-5DFB2808D74E}" srcId="{40F818F2-3ABC-429B-8A08-F313A3D1C850}" destId="{3DD3629E-C931-4CEC-94C0-6663C013DC17}" srcOrd="0" destOrd="0" parTransId="{0A6E2234-E9B1-4E25-BD60-CA4D9698D51A}" sibTransId="{C38C32E0-DD3B-4671-BD00-08193D29B01C}"/>
    <dgm:cxn modelId="{97C4B872-EC83-4D27-998E-CBEF08C71ADB}" type="presOf" srcId="{40F818F2-3ABC-429B-8A08-F313A3D1C850}" destId="{D40906E6-02F2-419D-B240-C6D62F6083EF}" srcOrd="1" destOrd="0" presId="urn:microsoft.com/office/officeart/2005/8/layout/matrix1"/>
    <dgm:cxn modelId="{818F95AC-D472-48C9-8B8B-195F8BAF1C53}" type="presOf" srcId="{7074F551-5BE1-4C4E-AF1C-CC9B805C769A}" destId="{F7225838-D739-4C5C-9DDA-E1BE27125925}" srcOrd="0" destOrd="0" presId="urn:microsoft.com/office/officeart/2005/8/layout/matrix1"/>
    <dgm:cxn modelId="{C9AF4C75-1716-435B-B5A2-737B672F1C0D}" type="presOf" srcId="{3DD3629E-C931-4CEC-94C0-6663C013DC17}" destId="{A2F274AF-00E5-4D62-BE4E-BB414B545A0F}" srcOrd="0" destOrd="1" presId="urn:microsoft.com/office/officeart/2005/8/layout/matrix1"/>
    <dgm:cxn modelId="{70DE587D-7BFE-49E2-91F5-F705D1121AFC}" srcId="{35694412-E61A-4D35-9466-4EF77E50D06D}" destId="{7074F551-5BE1-4C4E-AF1C-CC9B805C769A}" srcOrd="2" destOrd="0" parTransId="{22F23505-793C-48C9-AB94-BE2F4CD258D7}" sibTransId="{992F0CF1-644B-4A30-AAD5-5C40BA975811}"/>
    <dgm:cxn modelId="{367828D5-3601-4A53-B870-725F586E4EE9}" type="presOf" srcId="{9D4ACA72-3FDA-42BD-AF70-C1BDECDD0413}" destId="{4BCE56C9-2AB2-4E2E-9D0D-076E86A813DB}" srcOrd="0" destOrd="0" presId="urn:microsoft.com/office/officeart/2005/8/layout/matrix1"/>
    <dgm:cxn modelId="{8C2A5646-FFE4-4010-9D7F-83257CF30877}" srcId="{9D4ACA72-3FDA-42BD-AF70-C1BDECDD0413}" destId="{040312CB-1AD1-42E5-A0C0-C65D9B755DD6}" srcOrd="0" destOrd="0" parTransId="{DA5623A0-F30D-400F-8589-88481ABD6DF4}" sibTransId="{E2639EBB-CC74-4113-A6DA-D9FF072FD939}"/>
    <dgm:cxn modelId="{C7481724-13EB-45D0-BBF4-F656458AE813}" type="presOf" srcId="{DF844F8D-EB88-4635-A43A-918B455C5FD7}" destId="{A35AD883-BEF5-4D29-B800-A63579697D5B}" srcOrd="1" destOrd="1" presId="urn:microsoft.com/office/officeart/2005/8/layout/matrix1"/>
    <dgm:cxn modelId="{1BFD0DCD-9BDB-4A38-9CB6-92B824CCB0F5}" srcId="{E9577B0E-C02C-40CD-915F-6B2935D4287F}" destId="{35694412-E61A-4D35-9466-4EF77E50D06D}" srcOrd="0" destOrd="0" parTransId="{68C4CED2-58D4-4DD6-8839-2ADC841F0C78}" sibTransId="{A63BA082-6490-4681-B3CF-03318C6C5170}"/>
    <dgm:cxn modelId="{84E2DD08-AB01-4864-A2BA-70BA84A4DAB5}" type="presOf" srcId="{040312CB-1AD1-42E5-A0C0-C65D9B755DD6}" destId="{C7730303-6660-45F8-8B12-EBB0825CE467}" srcOrd="1" destOrd="1" presId="urn:microsoft.com/office/officeart/2005/8/layout/matrix1"/>
    <dgm:cxn modelId="{31611393-F4EE-4889-825B-1073F50408B7}" srcId="{7074F551-5BE1-4C4E-AF1C-CC9B805C769A}" destId="{DF844F8D-EB88-4635-A43A-918B455C5FD7}" srcOrd="0" destOrd="0" parTransId="{92818381-05A8-4523-AB9B-833D321B8D33}" sibTransId="{5FB34E34-373D-42AA-AA9C-CACEC7538B9A}"/>
    <dgm:cxn modelId="{AB2E41D4-C935-4822-BF44-DD00F3F19BEE}" type="presOf" srcId="{114084A3-402F-4061-9E9B-5C508A52DD4D}" destId="{BA88F499-06D1-4A7F-86C4-49048D5D5A1D}" srcOrd="1" destOrd="1" presId="urn:microsoft.com/office/officeart/2005/8/layout/matrix1"/>
    <dgm:cxn modelId="{D2973E22-9593-4C14-ABB0-C9EC7C32967C}" type="presParOf" srcId="{1BB8B42F-297D-4427-92BC-37338DDB8774}" destId="{A66E90BB-5AE6-4DCE-8D0A-8EBB33120190}" srcOrd="0" destOrd="0" presId="urn:microsoft.com/office/officeart/2005/8/layout/matrix1"/>
    <dgm:cxn modelId="{5A29FA0D-DB07-4A74-A92E-7A58EC8D5050}" type="presParOf" srcId="{A66E90BB-5AE6-4DCE-8D0A-8EBB33120190}" destId="{1DE2EFF4-782B-4F1E-B619-6A426CC2197B}" srcOrd="0" destOrd="0" presId="urn:microsoft.com/office/officeart/2005/8/layout/matrix1"/>
    <dgm:cxn modelId="{6148CF2C-4336-4FEF-B382-A9465BCCF2F7}" type="presParOf" srcId="{A66E90BB-5AE6-4DCE-8D0A-8EBB33120190}" destId="{BA88F499-06D1-4A7F-86C4-49048D5D5A1D}" srcOrd="1" destOrd="0" presId="urn:microsoft.com/office/officeart/2005/8/layout/matrix1"/>
    <dgm:cxn modelId="{02C0A583-F0CE-48D7-B3CD-535C5CD0176B}" type="presParOf" srcId="{A66E90BB-5AE6-4DCE-8D0A-8EBB33120190}" destId="{A2F274AF-00E5-4D62-BE4E-BB414B545A0F}" srcOrd="2" destOrd="0" presId="urn:microsoft.com/office/officeart/2005/8/layout/matrix1"/>
    <dgm:cxn modelId="{74308B47-0A8E-4A79-820A-E2163DA2CE03}" type="presParOf" srcId="{A66E90BB-5AE6-4DCE-8D0A-8EBB33120190}" destId="{D40906E6-02F2-419D-B240-C6D62F6083EF}" srcOrd="3" destOrd="0" presId="urn:microsoft.com/office/officeart/2005/8/layout/matrix1"/>
    <dgm:cxn modelId="{E65C639F-2872-463B-B02F-3267B60F7D07}" type="presParOf" srcId="{A66E90BB-5AE6-4DCE-8D0A-8EBB33120190}" destId="{F7225838-D739-4C5C-9DDA-E1BE27125925}" srcOrd="4" destOrd="0" presId="urn:microsoft.com/office/officeart/2005/8/layout/matrix1"/>
    <dgm:cxn modelId="{597C0ED1-A621-4E49-AF1F-B7BF8233511E}" type="presParOf" srcId="{A66E90BB-5AE6-4DCE-8D0A-8EBB33120190}" destId="{A35AD883-BEF5-4D29-B800-A63579697D5B}" srcOrd="5" destOrd="0" presId="urn:microsoft.com/office/officeart/2005/8/layout/matrix1"/>
    <dgm:cxn modelId="{8EAE061C-0701-417B-9A5A-3E1F9A0F6A3B}" type="presParOf" srcId="{A66E90BB-5AE6-4DCE-8D0A-8EBB33120190}" destId="{4BCE56C9-2AB2-4E2E-9D0D-076E86A813DB}" srcOrd="6" destOrd="0" presId="urn:microsoft.com/office/officeart/2005/8/layout/matrix1"/>
    <dgm:cxn modelId="{53C09028-1B6B-4876-AB49-5F54E653BB87}" type="presParOf" srcId="{A66E90BB-5AE6-4DCE-8D0A-8EBB33120190}" destId="{C7730303-6660-45F8-8B12-EBB0825CE467}" srcOrd="7" destOrd="0" presId="urn:microsoft.com/office/officeart/2005/8/layout/matrix1"/>
    <dgm:cxn modelId="{0F8874B5-9E94-47E0-A184-617F87AEBDDD}" type="presParOf" srcId="{1BB8B42F-297D-4427-92BC-37338DDB8774}" destId="{7B0CC69E-1355-42D9-95CF-A90AEB5D2F3D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9B2811D-5B08-4A75-A575-E3D9B6A72EFF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DB54BE8-831C-4140-8AEA-2E8FAEDEFFFD}">
      <dgm:prSet phldrT="[Text]"/>
      <dgm:spPr/>
      <dgm:t>
        <a:bodyPr/>
        <a:lstStyle/>
        <a:p>
          <a:r>
            <a:rPr lang="en-US" dirty="0" smtClean="0"/>
            <a:t>Unclear requirements</a:t>
          </a:r>
          <a:endParaRPr lang="en-US" dirty="0"/>
        </a:p>
      </dgm:t>
    </dgm:pt>
    <dgm:pt modelId="{9C22E18D-5092-4643-B940-79761FC16395}" type="parTrans" cxnId="{29562D62-BCB2-4478-87D4-5A0C3D80C08F}">
      <dgm:prSet/>
      <dgm:spPr/>
      <dgm:t>
        <a:bodyPr/>
        <a:lstStyle/>
        <a:p>
          <a:endParaRPr lang="en-US"/>
        </a:p>
      </dgm:t>
    </dgm:pt>
    <dgm:pt modelId="{B46DD615-A675-46CD-BB38-FB30F9C6446F}" type="sibTrans" cxnId="{29562D62-BCB2-4478-87D4-5A0C3D80C08F}">
      <dgm:prSet/>
      <dgm:spPr/>
      <dgm:t>
        <a:bodyPr/>
        <a:lstStyle/>
        <a:p>
          <a:endParaRPr lang="en-US"/>
        </a:p>
      </dgm:t>
    </dgm:pt>
    <dgm:pt modelId="{782CADBA-395E-44F9-BE17-C703D58100C9}">
      <dgm:prSet phldrT="[Text]"/>
      <dgm:spPr/>
      <dgm:t>
        <a:bodyPr/>
        <a:lstStyle/>
        <a:p>
          <a:r>
            <a:rPr lang="en-US" dirty="0" smtClean="0"/>
            <a:t>Mitigation</a:t>
          </a:r>
          <a:endParaRPr lang="en-US" dirty="0"/>
        </a:p>
      </dgm:t>
    </dgm:pt>
    <dgm:pt modelId="{C61C155C-F14B-4F99-8EEC-FECCA5EC4D9A}" type="parTrans" cxnId="{9D1BF554-AB16-472E-95E1-F641C9C46E77}">
      <dgm:prSet/>
      <dgm:spPr/>
      <dgm:t>
        <a:bodyPr/>
        <a:lstStyle/>
        <a:p>
          <a:endParaRPr lang="en-US"/>
        </a:p>
      </dgm:t>
    </dgm:pt>
    <dgm:pt modelId="{1F7019B6-A9ED-44DC-AEEA-8F59BE846648}" type="sibTrans" cxnId="{9D1BF554-AB16-472E-95E1-F641C9C46E77}">
      <dgm:prSet/>
      <dgm:spPr/>
      <dgm:t>
        <a:bodyPr/>
        <a:lstStyle/>
        <a:p>
          <a:endParaRPr lang="en-US"/>
        </a:p>
      </dgm:t>
    </dgm:pt>
    <dgm:pt modelId="{9846C402-CA94-4EFF-BDC4-6667D12C0BBD}">
      <dgm:prSet phldrT="[Text]"/>
      <dgm:spPr/>
      <dgm:t>
        <a:bodyPr/>
        <a:lstStyle/>
        <a:p>
          <a:r>
            <a:rPr lang="en-US" dirty="0" smtClean="0"/>
            <a:t>40%</a:t>
          </a:r>
          <a:endParaRPr lang="en-US" dirty="0"/>
        </a:p>
      </dgm:t>
    </dgm:pt>
    <dgm:pt modelId="{8B923374-8FC7-4A8B-BC3C-DF3188639210}" type="parTrans" cxnId="{BBCB3DAE-F33A-42E8-ABDC-0140983EB331}">
      <dgm:prSet/>
      <dgm:spPr/>
      <dgm:t>
        <a:bodyPr/>
        <a:lstStyle/>
        <a:p>
          <a:endParaRPr lang="en-US"/>
        </a:p>
      </dgm:t>
    </dgm:pt>
    <dgm:pt modelId="{BD97307E-D572-4DF2-ACD4-10A87824B9D6}" type="sibTrans" cxnId="{BBCB3DAE-F33A-42E8-ABDC-0140983EB331}">
      <dgm:prSet/>
      <dgm:spPr/>
      <dgm:t>
        <a:bodyPr/>
        <a:lstStyle/>
        <a:p>
          <a:endParaRPr lang="en-US"/>
        </a:p>
      </dgm:t>
    </dgm:pt>
    <dgm:pt modelId="{1D86503D-ACF9-42AE-AC9E-57C31818309C}">
      <dgm:prSet phldrT="[Text]"/>
      <dgm:spPr/>
      <dgm:t>
        <a:bodyPr/>
        <a:lstStyle/>
        <a:p>
          <a:r>
            <a:rPr lang="en-US" dirty="0" smtClean="0"/>
            <a:t>60%</a:t>
          </a:r>
          <a:endParaRPr lang="en-US" dirty="0"/>
        </a:p>
      </dgm:t>
    </dgm:pt>
    <dgm:pt modelId="{187AC547-5F07-44D3-A588-5F9A786DC0CD}" type="parTrans" cxnId="{E474B67F-EF9F-49B4-A3F2-64527A29B160}">
      <dgm:prSet/>
      <dgm:spPr/>
      <dgm:t>
        <a:bodyPr/>
        <a:lstStyle/>
        <a:p>
          <a:endParaRPr lang="en-US"/>
        </a:p>
      </dgm:t>
    </dgm:pt>
    <dgm:pt modelId="{27044D8D-406D-4855-870A-CB58CB584435}" type="sibTrans" cxnId="{E474B67F-EF9F-49B4-A3F2-64527A29B160}">
      <dgm:prSet/>
      <dgm:spPr/>
      <dgm:t>
        <a:bodyPr/>
        <a:lstStyle/>
        <a:p>
          <a:endParaRPr lang="en-US"/>
        </a:p>
      </dgm:t>
    </dgm:pt>
    <dgm:pt modelId="{BAD8ACA9-8C73-4904-B10E-E9C3FEBEDA67}">
      <dgm:prSet phldrT="[Text]"/>
      <dgm:spPr/>
      <dgm:t>
        <a:bodyPr/>
        <a:lstStyle/>
        <a:p>
          <a:r>
            <a:rPr lang="en-US" dirty="0" smtClean="0"/>
            <a:t>Prototype</a:t>
          </a:r>
          <a:endParaRPr lang="en-US" dirty="0"/>
        </a:p>
      </dgm:t>
    </dgm:pt>
    <dgm:pt modelId="{F03CBE43-314C-4F11-8CE7-94E3E38A839F}" type="parTrans" cxnId="{FEBFF9D6-2B74-4B82-8C46-BD4050C846FD}">
      <dgm:prSet/>
      <dgm:spPr/>
      <dgm:t>
        <a:bodyPr/>
        <a:lstStyle/>
        <a:p>
          <a:endParaRPr lang="en-US"/>
        </a:p>
      </dgm:t>
    </dgm:pt>
    <dgm:pt modelId="{42CA7E06-C442-4E47-8C19-BFF961E5647C}" type="sibTrans" cxnId="{FEBFF9D6-2B74-4B82-8C46-BD4050C846FD}">
      <dgm:prSet/>
      <dgm:spPr/>
      <dgm:t>
        <a:bodyPr/>
        <a:lstStyle/>
        <a:p>
          <a:endParaRPr lang="en-US"/>
        </a:p>
      </dgm:t>
    </dgm:pt>
    <dgm:pt modelId="{6229FE98-35A3-4DA6-99BB-AF2A1D577510}">
      <dgm:prSet phldrT="[Text]"/>
      <dgm:spPr/>
      <dgm:t>
        <a:bodyPr/>
        <a:lstStyle/>
        <a:p>
          <a:r>
            <a:rPr lang="en-US" dirty="0" smtClean="0"/>
            <a:t>5%</a:t>
          </a:r>
          <a:endParaRPr lang="en-US" dirty="0"/>
        </a:p>
      </dgm:t>
    </dgm:pt>
    <dgm:pt modelId="{92003E3F-F203-4C81-803F-4FC25112015A}" type="parTrans" cxnId="{DF8F45B1-2AC2-4871-9518-43DF5ECB96DF}">
      <dgm:prSet/>
      <dgm:spPr/>
      <dgm:t>
        <a:bodyPr/>
        <a:lstStyle/>
        <a:p>
          <a:endParaRPr lang="en-US"/>
        </a:p>
      </dgm:t>
    </dgm:pt>
    <dgm:pt modelId="{010A079D-E26F-4CDA-8260-51BCB1A82BBC}" type="sibTrans" cxnId="{DF8F45B1-2AC2-4871-9518-43DF5ECB96DF}">
      <dgm:prSet/>
      <dgm:spPr/>
      <dgm:t>
        <a:bodyPr/>
        <a:lstStyle/>
        <a:p>
          <a:endParaRPr lang="en-US"/>
        </a:p>
      </dgm:t>
    </dgm:pt>
    <dgm:pt modelId="{E0A3C2FD-0401-4CF9-86BE-504E80FBFD7F}">
      <dgm:prSet phldrT="[Text]"/>
      <dgm:spPr/>
      <dgm:t>
        <a:bodyPr/>
        <a:lstStyle/>
        <a:p>
          <a:r>
            <a:rPr lang="en-US" dirty="0" smtClean="0"/>
            <a:t>95%</a:t>
          </a:r>
          <a:endParaRPr lang="en-US" dirty="0"/>
        </a:p>
      </dgm:t>
    </dgm:pt>
    <dgm:pt modelId="{30ED30E0-F121-4C2F-89F1-79EAB9D179DB}" type="parTrans" cxnId="{785AD9AE-E063-41AC-B095-90935AB5751A}">
      <dgm:prSet/>
      <dgm:spPr/>
      <dgm:t>
        <a:bodyPr/>
        <a:lstStyle/>
        <a:p>
          <a:endParaRPr lang="en-US"/>
        </a:p>
      </dgm:t>
    </dgm:pt>
    <dgm:pt modelId="{B030D84A-7BF4-43C9-A7D7-E4D9A725D965}" type="sibTrans" cxnId="{785AD9AE-E063-41AC-B095-90935AB5751A}">
      <dgm:prSet/>
      <dgm:spPr/>
      <dgm:t>
        <a:bodyPr/>
        <a:lstStyle/>
        <a:p>
          <a:endParaRPr lang="en-US"/>
        </a:p>
      </dgm:t>
    </dgm:pt>
    <dgm:pt modelId="{A17ADFA8-EB89-4A8F-8879-7AB82103502D}">
      <dgm:prSet phldrT="[Text]"/>
      <dgm:spPr/>
      <dgm:t>
        <a:bodyPr/>
        <a:lstStyle/>
        <a:p>
          <a:r>
            <a:rPr lang="en-US" dirty="0" smtClean="0"/>
            <a:t>Acceptance</a:t>
          </a:r>
          <a:endParaRPr lang="en-US" dirty="0"/>
        </a:p>
      </dgm:t>
    </dgm:pt>
    <dgm:pt modelId="{576E8CE2-C338-4F8D-8FB9-36D69FB6CA4F}" type="parTrans" cxnId="{72699251-25DE-4D5B-BC15-C5B26BB2B112}">
      <dgm:prSet/>
      <dgm:spPr/>
      <dgm:t>
        <a:bodyPr/>
        <a:lstStyle/>
        <a:p>
          <a:endParaRPr lang="en-US"/>
        </a:p>
      </dgm:t>
    </dgm:pt>
    <dgm:pt modelId="{72808A04-5E26-4DC3-BE3D-2D6CA42A5490}" type="sibTrans" cxnId="{72699251-25DE-4D5B-BC15-C5B26BB2B112}">
      <dgm:prSet/>
      <dgm:spPr/>
      <dgm:t>
        <a:bodyPr/>
        <a:lstStyle/>
        <a:p>
          <a:endParaRPr lang="en-US"/>
        </a:p>
      </dgm:t>
    </dgm:pt>
    <dgm:pt modelId="{6799079F-2C9A-43D8-9679-A609729A1BE3}">
      <dgm:prSet phldrT="[Text]"/>
      <dgm:spPr/>
      <dgm:t>
        <a:bodyPr/>
        <a:lstStyle/>
        <a:p>
          <a:r>
            <a:rPr lang="en-US" smtClean="0"/>
            <a:t>Assumptions</a:t>
          </a:r>
          <a:endParaRPr lang="en-US" dirty="0"/>
        </a:p>
      </dgm:t>
    </dgm:pt>
    <dgm:pt modelId="{00BC8967-331F-45A0-9600-7BE109A6654A}" type="parTrans" cxnId="{B832BDA9-7B51-4201-91E7-88CEAFC1C4DE}">
      <dgm:prSet/>
      <dgm:spPr/>
      <dgm:t>
        <a:bodyPr/>
        <a:lstStyle/>
        <a:p>
          <a:endParaRPr lang="en-US"/>
        </a:p>
      </dgm:t>
    </dgm:pt>
    <dgm:pt modelId="{4D5F6CB4-B700-45A0-9C45-9989E55B19B6}" type="sibTrans" cxnId="{B832BDA9-7B51-4201-91E7-88CEAFC1C4DE}">
      <dgm:prSet/>
      <dgm:spPr/>
      <dgm:t>
        <a:bodyPr/>
        <a:lstStyle/>
        <a:p>
          <a:endParaRPr lang="en-US"/>
        </a:p>
      </dgm:t>
    </dgm:pt>
    <dgm:pt modelId="{A75F833C-307A-4DA7-8CF5-691FB3F7053A}">
      <dgm:prSet phldrT="[Text]"/>
      <dgm:spPr/>
      <dgm:t>
        <a:bodyPr/>
        <a:lstStyle/>
        <a:p>
          <a:r>
            <a:rPr lang="en-US" dirty="0" smtClean="0"/>
            <a:t>70%</a:t>
          </a:r>
          <a:endParaRPr lang="en-US" dirty="0"/>
        </a:p>
      </dgm:t>
    </dgm:pt>
    <dgm:pt modelId="{3D7ADD24-CD8D-4040-85E3-5503C42D41B5}" type="parTrans" cxnId="{7CF7FA4E-2357-468C-955A-E87196CCF87C}">
      <dgm:prSet/>
      <dgm:spPr/>
      <dgm:t>
        <a:bodyPr/>
        <a:lstStyle/>
        <a:p>
          <a:endParaRPr lang="en-US"/>
        </a:p>
      </dgm:t>
    </dgm:pt>
    <dgm:pt modelId="{4950BC64-286B-4BDF-94A4-367AB69B2CFF}" type="sibTrans" cxnId="{7CF7FA4E-2357-468C-955A-E87196CCF87C}">
      <dgm:prSet/>
      <dgm:spPr/>
      <dgm:t>
        <a:bodyPr/>
        <a:lstStyle/>
        <a:p>
          <a:endParaRPr lang="en-US"/>
        </a:p>
      </dgm:t>
    </dgm:pt>
    <dgm:pt modelId="{BE148B62-23BD-4F45-A85C-8B070FC24312}">
      <dgm:prSet phldrT="[Text]"/>
      <dgm:spPr/>
      <dgm:t>
        <a:bodyPr/>
        <a:lstStyle/>
        <a:p>
          <a:r>
            <a:rPr lang="en-US" dirty="0" smtClean="0"/>
            <a:t>30%</a:t>
          </a:r>
          <a:endParaRPr lang="en-US" dirty="0"/>
        </a:p>
      </dgm:t>
    </dgm:pt>
    <dgm:pt modelId="{4CD0B942-FB20-4E68-BD15-07284213C6F3}" type="parTrans" cxnId="{AB411A8F-0D92-4FAB-AD3D-4E378FE03C3D}">
      <dgm:prSet/>
      <dgm:spPr/>
      <dgm:t>
        <a:bodyPr/>
        <a:lstStyle/>
        <a:p>
          <a:endParaRPr lang="en-US"/>
        </a:p>
      </dgm:t>
    </dgm:pt>
    <dgm:pt modelId="{6906AE19-F553-404A-8F38-C10246449F53}" type="sibTrans" cxnId="{AB411A8F-0D92-4FAB-AD3D-4E378FE03C3D}">
      <dgm:prSet/>
      <dgm:spPr/>
      <dgm:t>
        <a:bodyPr/>
        <a:lstStyle/>
        <a:p>
          <a:endParaRPr lang="en-US"/>
        </a:p>
      </dgm:t>
    </dgm:pt>
    <dgm:pt modelId="{307606D4-148F-4180-921E-0C095711A819}">
      <dgm:prSet phldrT="[Text]"/>
      <dgm:spPr/>
      <dgm:t>
        <a:bodyPr/>
        <a:lstStyle/>
        <a:p>
          <a:r>
            <a:rPr lang="en-US" dirty="0" smtClean="0"/>
            <a:t>$3000</a:t>
          </a:r>
          <a:endParaRPr lang="en-US" dirty="0"/>
        </a:p>
      </dgm:t>
    </dgm:pt>
    <dgm:pt modelId="{411672F8-7FDC-4422-A2C9-EED2CA178B3B}" type="parTrans" cxnId="{AEB9AA22-7EA3-4E1F-9434-9D40C734E910}">
      <dgm:prSet/>
      <dgm:spPr/>
      <dgm:t>
        <a:bodyPr/>
        <a:lstStyle/>
        <a:p>
          <a:endParaRPr lang="en-US"/>
        </a:p>
      </dgm:t>
    </dgm:pt>
    <dgm:pt modelId="{C86DE68C-0AA0-4A80-8F29-BC7B712E8AA1}" type="sibTrans" cxnId="{AEB9AA22-7EA3-4E1F-9434-9D40C734E910}">
      <dgm:prSet/>
      <dgm:spPr/>
      <dgm:t>
        <a:bodyPr/>
        <a:lstStyle/>
        <a:p>
          <a:endParaRPr lang="en-US"/>
        </a:p>
      </dgm:t>
    </dgm:pt>
    <dgm:pt modelId="{330D66BA-BB06-4DF0-BD64-B93A80147CCC}">
      <dgm:prSet phldrT="[Text]"/>
      <dgm:spPr/>
      <dgm:t>
        <a:bodyPr/>
        <a:lstStyle/>
        <a:p>
          <a:r>
            <a:rPr lang="en-US" dirty="0" smtClean="0"/>
            <a:t>$0</a:t>
          </a:r>
          <a:endParaRPr lang="en-US" dirty="0"/>
        </a:p>
      </dgm:t>
    </dgm:pt>
    <dgm:pt modelId="{BB4BDD0D-77B7-49B7-85F0-66B0BC108BC9}" type="parTrans" cxnId="{96F251D9-FD95-476A-A4AE-8BE7D0B32030}">
      <dgm:prSet/>
      <dgm:spPr/>
      <dgm:t>
        <a:bodyPr/>
        <a:lstStyle/>
        <a:p>
          <a:endParaRPr lang="en-US"/>
        </a:p>
      </dgm:t>
    </dgm:pt>
    <dgm:pt modelId="{7E232A5E-41F6-4B2F-942B-BF43AA948B05}" type="sibTrans" cxnId="{96F251D9-FD95-476A-A4AE-8BE7D0B32030}">
      <dgm:prSet/>
      <dgm:spPr/>
      <dgm:t>
        <a:bodyPr/>
        <a:lstStyle/>
        <a:p>
          <a:endParaRPr lang="en-US"/>
        </a:p>
      </dgm:t>
    </dgm:pt>
    <dgm:pt modelId="{134732C3-9631-46ED-9F37-99B644F46878}">
      <dgm:prSet phldrT="[Text]"/>
      <dgm:spPr/>
      <dgm:t>
        <a:bodyPr/>
        <a:lstStyle/>
        <a:p>
          <a:r>
            <a:rPr lang="en-US" dirty="0" smtClean="0"/>
            <a:t>$3400</a:t>
          </a:r>
          <a:endParaRPr lang="en-US" dirty="0"/>
        </a:p>
      </dgm:t>
    </dgm:pt>
    <dgm:pt modelId="{05836289-1AAE-4F1E-9B3E-A573350D7038}" type="parTrans" cxnId="{3B25FB04-F6BC-41E0-B490-1C10756D80F5}">
      <dgm:prSet/>
      <dgm:spPr/>
      <dgm:t>
        <a:bodyPr/>
        <a:lstStyle/>
        <a:p>
          <a:endParaRPr lang="en-US"/>
        </a:p>
      </dgm:t>
    </dgm:pt>
    <dgm:pt modelId="{DC2E879D-0C3F-40A5-B7AE-DC11D194E501}" type="sibTrans" cxnId="{3B25FB04-F6BC-41E0-B490-1C10756D80F5}">
      <dgm:prSet/>
      <dgm:spPr/>
      <dgm:t>
        <a:bodyPr/>
        <a:lstStyle/>
        <a:p>
          <a:endParaRPr lang="en-US"/>
        </a:p>
      </dgm:t>
    </dgm:pt>
    <dgm:pt modelId="{6E6A39EA-F775-4EA0-AFDB-575F9D9EB874}">
      <dgm:prSet phldrT="[Text]"/>
      <dgm:spPr/>
      <dgm:t>
        <a:bodyPr/>
        <a:lstStyle/>
        <a:p>
          <a:r>
            <a:rPr lang="en-US" dirty="0" smtClean="0"/>
            <a:t>$400</a:t>
          </a:r>
          <a:endParaRPr lang="en-US" dirty="0"/>
        </a:p>
      </dgm:t>
    </dgm:pt>
    <dgm:pt modelId="{9138F564-0A8C-43A7-A0D6-A48FAC762B4E}" type="parTrans" cxnId="{1BE79ECE-693A-4BB7-A5D5-AAB83779E441}">
      <dgm:prSet/>
      <dgm:spPr/>
      <dgm:t>
        <a:bodyPr/>
        <a:lstStyle/>
        <a:p>
          <a:endParaRPr lang="en-US"/>
        </a:p>
      </dgm:t>
    </dgm:pt>
    <dgm:pt modelId="{A0BC3897-A8F8-45FD-A757-48A1558335F6}" type="sibTrans" cxnId="{1BE79ECE-693A-4BB7-A5D5-AAB83779E441}">
      <dgm:prSet/>
      <dgm:spPr/>
      <dgm:t>
        <a:bodyPr/>
        <a:lstStyle/>
        <a:p>
          <a:endParaRPr lang="en-US"/>
        </a:p>
      </dgm:t>
    </dgm:pt>
    <dgm:pt modelId="{38787DFA-CCA2-4E41-A93C-BC6D10C627AA}">
      <dgm:prSet phldrT="[Text]"/>
      <dgm:spPr/>
      <dgm:t>
        <a:bodyPr/>
        <a:lstStyle/>
        <a:p>
          <a:r>
            <a:rPr lang="en-US" dirty="0" smtClean="0"/>
            <a:t>$4000</a:t>
          </a:r>
          <a:endParaRPr lang="en-US" dirty="0"/>
        </a:p>
      </dgm:t>
    </dgm:pt>
    <dgm:pt modelId="{AB3405E7-4C80-434D-8BDA-6C1C0EE67785}" type="parTrans" cxnId="{1FD58423-7F96-4931-9BE6-6AFAD1A021EC}">
      <dgm:prSet/>
      <dgm:spPr/>
      <dgm:t>
        <a:bodyPr/>
        <a:lstStyle/>
        <a:p>
          <a:endParaRPr lang="en-US"/>
        </a:p>
      </dgm:t>
    </dgm:pt>
    <dgm:pt modelId="{397EA08C-337D-4CAF-9385-D0F311861082}" type="sibTrans" cxnId="{1FD58423-7F96-4931-9BE6-6AFAD1A021EC}">
      <dgm:prSet/>
      <dgm:spPr/>
      <dgm:t>
        <a:bodyPr/>
        <a:lstStyle/>
        <a:p>
          <a:endParaRPr lang="en-US"/>
        </a:p>
      </dgm:t>
    </dgm:pt>
    <dgm:pt modelId="{2EADF08B-9F3D-439D-9CBE-3C8EF0A49E7E}">
      <dgm:prSet phldrT="[Text]"/>
      <dgm:spPr/>
      <dgm:t>
        <a:bodyPr/>
        <a:lstStyle/>
        <a:p>
          <a:r>
            <a:rPr lang="en-US" dirty="0" smtClean="0"/>
            <a:t>$1000</a:t>
          </a:r>
          <a:endParaRPr lang="en-US" dirty="0"/>
        </a:p>
      </dgm:t>
    </dgm:pt>
    <dgm:pt modelId="{F3AB5D6D-3DD9-4871-868B-C37CAF0CBE72}" type="parTrans" cxnId="{F792D8CA-3496-45A5-B657-2ED0FB632688}">
      <dgm:prSet/>
      <dgm:spPr/>
      <dgm:t>
        <a:bodyPr/>
        <a:lstStyle/>
        <a:p>
          <a:endParaRPr lang="en-US"/>
        </a:p>
      </dgm:t>
    </dgm:pt>
    <dgm:pt modelId="{9EBE0A99-D829-42D9-88D6-A35FE6D76326}" type="sibTrans" cxnId="{F792D8CA-3496-45A5-B657-2ED0FB632688}">
      <dgm:prSet/>
      <dgm:spPr/>
      <dgm:t>
        <a:bodyPr/>
        <a:lstStyle/>
        <a:p>
          <a:endParaRPr lang="en-US"/>
        </a:p>
      </dgm:t>
    </dgm:pt>
    <dgm:pt modelId="{A2F56FF7-68E3-474E-8A6A-CB710F3AF0B0}" type="pres">
      <dgm:prSet presAssocID="{19B2811D-5B08-4A75-A575-E3D9B6A72EF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DADF166-A4A6-45A6-9A12-08AA6DB86750}" type="pres">
      <dgm:prSet presAssocID="{EDB54BE8-831C-4140-8AEA-2E8FAEDEFFFD}" presName="root1" presStyleCnt="0"/>
      <dgm:spPr/>
    </dgm:pt>
    <dgm:pt modelId="{054C901A-F4F3-405E-892E-9622EE447C26}" type="pres">
      <dgm:prSet presAssocID="{EDB54BE8-831C-4140-8AEA-2E8FAEDEFFFD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E23A47A-E2F4-45C8-B3C6-5D2E9A30B716}" type="pres">
      <dgm:prSet presAssocID="{EDB54BE8-831C-4140-8AEA-2E8FAEDEFFFD}" presName="level2hierChild" presStyleCnt="0"/>
      <dgm:spPr/>
    </dgm:pt>
    <dgm:pt modelId="{2B4658E2-3D26-45A4-ADFB-572458950F26}" type="pres">
      <dgm:prSet presAssocID="{576E8CE2-C338-4F8D-8FB9-36D69FB6CA4F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4A928019-5E9E-410D-8FD5-3AABCE147E41}" type="pres">
      <dgm:prSet presAssocID="{576E8CE2-C338-4F8D-8FB9-36D69FB6CA4F}" presName="connTx" presStyleLbl="parChTrans1D2" presStyleIdx="0" presStyleCnt="2"/>
      <dgm:spPr/>
      <dgm:t>
        <a:bodyPr/>
        <a:lstStyle/>
        <a:p>
          <a:endParaRPr lang="en-US"/>
        </a:p>
      </dgm:t>
    </dgm:pt>
    <dgm:pt modelId="{C2106723-49E5-4624-99C5-963D75CE97E5}" type="pres">
      <dgm:prSet presAssocID="{A17ADFA8-EB89-4A8F-8879-7AB82103502D}" presName="root2" presStyleCnt="0"/>
      <dgm:spPr/>
    </dgm:pt>
    <dgm:pt modelId="{D3435A7C-3C05-4D2F-8A91-9ED2EED52275}" type="pres">
      <dgm:prSet presAssocID="{A17ADFA8-EB89-4A8F-8879-7AB82103502D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A4F4631-ABA7-47BA-A495-B4B26D183548}" type="pres">
      <dgm:prSet presAssocID="{A17ADFA8-EB89-4A8F-8879-7AB82103502D}" presName="level3hierChild" presStyleCnt="0"/>
      <dgm:spPr/>
    </dgm:pt>
    <dgm:pt modelId="{7EC3C314-3A2D-4A49-A598-F47B65087713}" type="pres">
      <dgm:prSet presAssocID="{3D7ADD24-CD8D-4040-85E3-5503C42D41B5}" presName="conn2-1" presStyleLbl="parChTrans1D3" presStyleIdx="0" presStyleCnt="4"/>
      <dgm:spPr/>
      <dgm:t>
        <a:bodyPr/>
        <a:lstStyle/>
        <a:p>
          <a:endParaRPr lang="en-US"/>
        </a:p>
      </dgm:t>
    </dgm:pt>
    <dgm:pt modelId="{5570881D-7A71-4BDA-922A-A5503D4DCD6B}" type="pres">
      <dgm:prSet presAssocID="{3D7ADD24-CD8D-4040-85E3-5503C42D41B5}" presName="connTx" presStyleLbl="parChTrans1D3" presStyleIdx="0" presStyleCnt="4"/>
      <dgm:spPr/>
      <dgm:t>
        <a:bodyPr/>
        <a:lstStyle/>
        <a:p>
          <a:endParaRPr lang="en-US"/>
        </a:p>
      </dgm:t>
    </dgm:pt>
    <dgm:pt modelId="{E8DC0ECB-3E67-455D-9AED-AFED5E2EA99E}" type="pres">
      <dgm:prSet presAssocID="{A75F833C-307A-4DA7-8CF5-691FB3F7053A}" presName="root2" presStyleCnt="0"/>
      <dgm:spPr/>
    </dgm:pt>
    <dgm:pt modelId="{78F40A78-D6C6-4C1F-A569-FBC71705B4FC}" type="pres">
      <dgm:prSet presAssocID="{A75F833C-307A-4DA7-8CF5-691FB3F7053A}" presName="LevelTwoTextNode" presStyleLbl="node3" presStyleIdx="0" presStyleCnt="4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6C8D9AB7-FFF6-4E45-AE8D-D906FC9F7FF3}" type="pres">
      <dgm:prSet presAssocID="{A75F833C-307A-4DA7-8CF5-691FB3F7053A}" presName="level3hierChild" presStyleCnt="0"/>
      <dgm:spPr/>
    </dgm:pt>
    <dgm:pt modelId="{D1CF3E81-97D3-4ADB-B1A7-A6D41761BD5C}" type="pres">
      <dgm:prSet presAssocID="{411672F8-7FDC-4422-A2C9-EED2CA178B3B}" presName="conn2-1" presStyleLbl="parChTrans1D4" presStyleIdx="0" presStyleCnt="10"/>
      <dgm:spPr/>
      <dgm:t>
        <a:bodyPr/>
        <a:lstStyle/>
        <a:p>
          <a:endParaRPr lang="en-US"/>
        </a:p>
      </dgm:t>
    </dgm:pt>
    <dgm:pt modelId="{37EF4B8B-D442-4ADA-B4FC-F6EE1EBE92E1}" type="pres">
      <dgm:prSet presAssocID="{411672F8-7FDC-4422-A2C9-EED2CA178B3B}" presName="connTx" presStyleLbl="parChTrans1D4" presStyleIdx="0" presStyleCnt="10"/>
      <dgm:spPr/>
      <dgm:t>
        <a:bodyPr/>
        <a:lstStyle/>
        <a:p>
          <a:endParaRPr lang="en-US"/>
        </a:p>
      </dgm:t>
    </dgm:pt>
    <dgm:pt modelId="{96141D9B-1585-431B-8860-DBD2E789B615}" type="pres">
      <dgm:prSet presAssocID="{307606D4-148F-4180-921E-0C095711A819}" presName="root2" presStyleCnt="0"/>
      <dgm:spPr/>
    </dgm:pt>
    <dgm:pt modelId="{A65EE4EC-D31B-4EB0-BCAE-FB4A6A0A64AB}" type="pres">
      <dgm:prSet presAssocID="{307606D4-148F-4180-921E-0C095711A819}" presName="LevelTwoTextNode" presStyleLbl="node4" presStyleIdx="0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C84BB108-59FE-4BAE-AE6C-64CF3C2A6DF5}" type="pres">
      <dgm:prSet presAssocID="{307606D4-148F-4180-921E-0C095711A819}" presName="level3hierChild" presStyleCnt="0"/>
      <dgm:spPr/>
    </dgm:pt>
    <dgm:pt modelId="{0A258AEB-6B7C-40EC-863B-A957AF55C093}" type="pres">
      <dgm:prSet presAssocID="{4CD0B942-FB20-4E68-BD15-07284213C6F3}" presName="conn2-1" presStyleLbl="parChTrans1D3" presStyleIdx="1" presStyleCnt="4"/>
      <dgm:spPr/>
      <dgm:t>
        <a:bodyPr/>
        <a:lstStyle/>
        <a:p>
          <a:endParaRPr lang="en-US"/>
        </a:p>
      </dgm:t>
    </dgm:pt>
    <dgm:pt modelId="{03D69DB9-E825-4C3A-AB24-3BFFAEB905C2}" type="pres">
      <dgm:prSet presAssocID="{4CD0B942-FB20-4E68-BD15-07284213C6F3}" presName="connTx" presStyleLbl="parChTrans1D3" presStyleIdx="1" presStyleCnt="4"/>
      <dgm:spPr/>
      <dgm:t>
        <a:bodyPr/>
        <a:lstStyle/>
        <a:p>
          <a:endParaRPr lang="en-US"/>
        </a:p>
      </dgm:t>
    </dgm:pt>
    <dgm:pt modelId="{DD3A8538-FECF-4D8E-A9F0-8EF81526DD07}" type="pres">
      <dgm:prSet presAssocID="{BE148B62-23BD-4F45-A85C-8B070FC24312}" presName="root2" presStyleCnt="0"/>
      <dgm:spPr/>
    </dgm:pt>
    <dgm:pt modelId="{CE5E64B8-A9C1-4CBE-8596-A5F2FEA22CE7}" type="pres">
      <dgm:prSet presAssocID="{BE148B62-23BD-4F45-A85C-8B070FC24312}" presName="LevelTwoTextNode" presStyleLbl="node3" presStyleIdx="1" presStyleCnt="4" custLinFactNeighborY="20786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F4A9410E-B915-424E-9FD4-8A8A8584CDCD}" type="pres">
      <dgm:prSet presAssocID="{BE148B62-23BD-4F45-A85C-8B070FC24312}" presName="level3hierChild" presStyleCnt="0"/>
      <dgm:spPr/>
    </dgm:pt>
    <dgm:pt modelId="{1DD3233B-8342-4AF6-A15B-2C9B3DA76C77}" type="pres">
      <dgm:prSet presAssocID="{BB4BDD0D-77B7-49B7-85F0-66B0BC108BC9}" presName="conn2-1" presStyleLbl="parChTrans1D4" presStyleIdx="1" presStyleCnt="10"/>
      <dgm:spPr/>
      <dgm:t>
        <a:bodyPr/>
        <a:lstStyle/>
        <a:p>
          <a:endParaRPr lang="en-US"/>
        </a:p>
      </dgm:t>
    </dgm:pt>
    <dgm:pt modelId="{2F7219EC-BA3C-4A00-A438-6A4503B402BB}" type="pres">
      <dgm:prSet presAssocID="{BB4BDD0D-77B7-49B7-85F0-66B0BC108BC9}" presName="connTx" presStyleLbl="parChTrans1D4" presStyleIdx="1" presStyleCnt="10"/>
      <dgm:spPr/>
      <dgm:t>
        <a:bodyPr/>
        <a:lstStyle/>
        <a:p>
          <a:endParaRPr lang="en-US"/>
        </a:p>
      </dgm:t>
    </dgm:pt>
    <dgm:pt modelId="{FEBB8554-44D9-43D1-9763-6DD2C219AAFF}" type="pres">
      <dgm:prSet presAssocID="{330D66BA-BB06-4DF0-BD64-B93A80147CCC}" presName="root2" presStyleCnt="0"/>
      <dgm:spPr/>
    </dgm:pt>
    <dgm:pt modelId="{9E1D321B-C493-4D25-B293-27C1DEAABFEA}" type="pres">
      <dgm:prSet presAssocID="{330D66BA-BB06-4DF0-BD64-B93A80147CCC}" presName="LevelTwoTextNode" presStyleLbl="node4" presStyleIdx="1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29CEB3D6-8B21-4530-AB5E-38F47ED42321}" type="pres">
      <dgm:prSet presAssocID="{330D66BA-BB06-4DF0-BD64-B93A80147CCC}" presName="level3hierChild" presStyleCnt="0"/>
      <dgm:spPr/>
    </dgm:pt>
    <dgm:pt modelId="{F624E54A-D98D-4D24-8AF3-EFCA4A86C38E}" type="pres">
      <dgm:prSet presAssocID="{C61C155C-F14B-4F99-8EEC-FECCA5EC4D9A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71C4ACA5-9CE1-4434-8C50-7204A5A3717C}" type="pres">
      <dgm:prSet presAssocID="{C61C155C-F14B-4F99-8EEC-FECCA5EC4D9A}" presName="connTx" presStyleLbl="parChTrans1D2" presStyleIdx="1" presStyleCnt="2"/>
      <dgm:spPr/>
      <dgm:t>
        <a:bodyPr/>
        <a:lstStyle/>
        <a:p>
          <a:endParaRPr lang="en-US"/>
        </a:p>
      </dgm:t>
    </dgm:pt>
    <dgm:pt modelId="{C43E4B18-DDF0-461D-AB5E-1143F600118B}" type="pres">
      <dgm:prSet presAssocID="{782CADBA-395E-44F9-BE17-C703D58100C9}" presName="root2" presStyleCnt="0"/>
      <dgm:spPr/>
    </dgm:pt>
    <dgm:pt modelId="{C8B94F0F-0609-48E2-A23C-768463AE80FA}" type="pres">
      <dgm:prSet presAssocID="{782CADBA-395E-44F9-BE17-C703D58100C9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E043ADA-5D89-4F8E-9D98-2939538E468E}" type="pres">
      <dgm:prSet presAssocID="{782CADBA-395E-44F9-BE17-C703D58100C9}" presName="level3hierChild" presStyleCnt="0"/>
      <dgm:spPr/>
    </dgm:pt>
    <dgm:pt modelId="{B0169B9C-24A2-445C-BC25-4B1D279F2B33}" type="pres">
      <dgm:prSet presAssocID="{00BC8967-331F-45A0-9600-7BE109A6654A}" presName="conn2-1" presStyleLbl="parChTrans1D3" presStyleIdx="2" presStyleCnt="4"/>
      <dgm:spPr/>
      <dgm:t>
        <a:bodyPr/>
        <a:lstStyle/>
        <a:p>
          <a:endParaRPr lang="en-US"/>
        </a:p>
      </dgm:t>
    </dgm:pt>
    <dgm:pt modelId="{78F55670-20BF-4CC7-AF6D-D425D7E80E03}" type="pres">
      <dgm:prSet presAssocID="{00BC8967-331F-45A0-9600-7BE109A6654A}" presName="connTx" presStyleLbl="parChTrans1D3" presStyleIdx="2" presStyleCnt="4"/>
      <dgm:spPr/>
      <dgm:t>
        <a:bodyPr/>
        <a:lstStyle/>
        <a:p>
          <a:endParaRPr lang="en-US"/>
        </a:p>
      </dgm:t>
    </dgm:pt>
    <dgm:pt modelId="{775358DD-E8E1-4AF8-9E06-D8772E76F93F}" type="pres">
      <dgm:prSet presAssocID="{6799079F-2C9A-43D8-9679-A609729A1BE3}" presName="root2" presStyleCnt="0"/>
      <dgm:spPr/>
    </dgm:pt>
    <dgm:pt modelId="{38511CCA-684B-4597-95F1-C4F73B9D9489}" type="pres">
      <dgm:prSet presAssocID="{6799079F-2C9A-43D8-9679-A609729A1BE3}" presName="LevelTwoTextNode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D4FDBFF-7E3A-4BB5-A4C1-894DF948F783}" type="pres">
      <dgm:prSet presAssocID="{6799079F-2C9A-43D8-9679-A609729A1BE3}" presName="level3hierChild" presStyleCnt="0"/>
      <dgm:spPr/>
    </dgm:pt>
    <dgm:pt modelId="{2ED2DB55-D54D-4319-A5C9-EC139C03EADD}" type="pres">
      <dgm:prSet presAssocID="{8B923374-8FC7-4A8B-BC3C-DF3188639210}" presName="conn2-1" presStyleLbl="parChTrans1D4" presStyleIdx="2" presStyleCnt="10"/>
      <dgm:spPr/>
      <dgm:t>
        <a:bodyPr/>
        <a:lstStyle/>
        <a:p>
          <a:endParaRPr lang="en-US"/>
        </a:p>
      </dgm:t>
    </dgm:pt>
    <dgm:pt modelId="{F1D2A87C-8FA7-42A6-9F26-13716E299D80}" type="pres">
      <dgm:prSet presAssocID="{8B923374-8FC7-4A8B-BC3C-DF3188639210}" presName="connTx" presStyleLbl="parChTrans1D4" presStyleIdx="2" presStyleCnt="10"/>
      <dgm:spPr/>
      <dgm:t>
        <a:bodyPr/>
        <a:lstStyle/>
        <a:p>
          <a:endParaRPr lang="en-US"/>
        </a:p>
      </dgm:t>
    </dgm:pt>
    <dgm:pt modelId="{4081DBF5-B15A-4F4A-88E7-AE60930AF14B}" type="pres">
      <dgm:prSet presAssocID="{9846C402-CA94-4EFF-BDC4-6667D12C0BBD}" presName="root2" presStyleCnt="0"/>
      <dgm:spPr/>
    </dgm:pt>
    <dgm:pt modelId="{8450AC17-5396-4DAA-A89A-DA912892A1A5}" type="pres">
      <dgm:prSet presAssocID="{9846C402-CA94-4EFF-BDC4-6667D12C0BBD}" presName="LevelTwoTextNode" presStyleLbl="node4" presStyleIdx="2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FD018341-14A3-4FA1-AF1B-DBB42FDB39C3}" type="pres">
      <dgm:prSet presAssocID="{9846C402-CA94-4EFF-BDC4-6667D12C0BBD}" presName="level3hierChild" presStyleCnt="0"/>
      <dgm:spPr/>
    </dgm:pt>
    <dgm:pt modelId="{B54BE9A8-5D40-4CBB-93E2-3E2183EAFF5E}" type="pres">
      <dgm:prSet presAssocID="{05836289-1AAE-4F1E-9B3E-A573350D7038}" presName="conn2-1" presStyleLbl="parChTrans1D4" presStyleIdx="3" presStyleCnt="10"/>
      <dgm:spPr/>
      <dgm:t>
        <a:bodyPr/>
        <a:lstStyle/>
        <a:p>
          <a:endParaRPr lang="en-US"/>
        </a:p>
      </dgm:t>
    </dgm:pt>
    <dgm:pt modelId="{D8450564-BE76-4AF9-9A5D-90493035E3F9}" type="pres">
      <dgm:prSet presAssocID="{05836289-1AAE-4F1E-9B3E-A573350D7038}" presName="connTx" presStyleLbl="parChTrans1D4" presStyleIdx="3" presStyleCnt="10"/>
      <dgm:spPr/>
      <dgm:t>
        <a:bodyPr/>
        <a:lstStyle/>
        <a:p>
          <a:endParaRPr lang="en-US"/>
        </a:p>
      </dgm:t>
    </dgm:pt>
    <dgm:pt modelId="{F1267735-1165-4C2B-ABA0-A88FFEAC7785}" type="pres">
      <dgm:prSet presAssocID="{134732C3-9631-46ED-9F37-99B644F46878}" presName="root2" presStyleCnt="0"/>
      <dgm:spPr/>
    </dgm:pt>
    <dgm:pt modelId="{DFB32975-0783-4F9C-AE2C-E0BD5338E9FC}" type="pres">
      <dgm:prSet presAssocID="{134732C3-9631-46ED-9F37-99B644F46878}" presName="LevelTwoTextNode" presStyleLbl="node4" presStyleIdx="3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B4775A60-9FCD-4FD1-A947-DD0CDB2D66B4}" type="pres">
      <dgm:prSet presAssocID="{134732C3-9631-46ED-9F37-99B644F46878}" presName="level3hierChild" presStyleCnt="0"/>
      <dgm:spPr/>
    </dgm:pt>
    <dgm:pt modelId="{016EB0DF-4FA8-49A8-B053-9BFDBA4F7A9F}" type="pres">
      <dgm:prSet presAssocID="{187AC547-5F07-44D3-A588-5F9A786DC0CD}" presName="conn2-1" presStyleLbl="parChTrans1D4" presStyleIdx="4" presStyleCnt="10"/>
      <dgm:spPr/>
      <dgm:t>
        <a:bodyPr/>
        <a:lstStyle/>
        <a:p>
          <a:endParaRPr lang="en-US"/>
        </a:p>
      </dgm:t>
    </dgm:pt>
    <dgm:pt modelId="{B36F6A8B-9785-4CEF-8061-96A0C09CFE7E}" type="pres">
      <dgm:prSet presAssocID="{187AC547-5F07-44D3-A588-5F9A786DC0CD}" presName="connTx" presStyleLbl="parChTrans1D4" presStyleIdx="4" presStyleCnt="10"/>
      <dgm:spPr/>
      <dgm:t>
        <a:bodyPr/>
        <a:lstStyle/>
        <a:p>
          <a:endParaRPr lang="en-US"/>
        </a:p>
      </dgm:t>
    </dgm:pt>
    <dgm:pt modelId="{1266137B-DB20-4A73-8EA3-1C601F1E83DB}" type="pres">
      <dgm:prSet presAssocID="{1D86503D-ACF9-42AE-AC9E-57C31818309C}" presName="root2" presStyleCnt="0"/>
      <dgm:spPr/>
    </dgm:pt>
    <dgm:pt modelId="{DAFB57D6-0813-45CD-8D38-52C9EC9B0D9D}" type="pres">
      <dgm:prSet presAssocID="{1D86503D-ACF9-42AE-AC9E-57C31818309C}" presName="LevelTwoTextNode" presStyleLbl="node4" presStyleIdx="4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C98B48A6-D903-4632-BDE7-A76EF77B16B5}" type="pres">
      <dgm:prSet presAssocID="{1D86503D-ACF9-42AE-AC9E-57C31818309C}" presName="level3hierChild" presStyleCnt="0"/>
      <dgm:spPr/>
    </dgm:pt>
    <dgm:pt modelId="{01C411F4-FA10-4C04-80F7-9C0E2B3BBB75}" type="pres">
      <dgm:prSet presAssocID="{9138F564-0A8C-43A7-A0D6-A48FAC762B4E}" presName="conn2-1" presStyleLbl="parChTrans1D4" presStyleIdx="5" presStyleCnt="10"/>
      <dgm:spPr/>
      <dgm:t>
        <a:bodyPr/>
        <a:lstStyle/>
        <a:p>
          <a:endParaRPr lang="en-US"/>
        </a:p>
      </dgm:t>
    </dgm:pt>
    <dgm:pt modelId="{6B7B1179-169F-43E8-94F2-954FDB59EAD5}" type="pres">
      <dgm:prSet presAssocID="{9138F564-0A8C-43A7-A0D6-A48FAC762B4E}" presName="connTx" presStyleLbl="parChTrans1D4" presStyleIdx="5" presStyleCnt="10"/>
      <dgm:spPr/>
      <dgm:t>
        <a:bodyPr/>
        <a:lstStyle/>
        <a:p>
          <a:endParaRPr lang="en-US"/>
        </a:p>
      </dgm:t>
    </dgm:pt>
    <dgm:pt modelId="{E63B7329-C798-43F7-8A30-509863F20E29}" type="pres">
      <dgm:prSet presAssocID="{6E6A39EA-F775-4EA0-AFDB-575F9D9EB874}" presName="root2" presStyleCnt="0"/>
      <dgm:spPr/>
    </dgm:pt>
    <dgm:pt modelId="{A2AB8BB6-7D67-4939-BD17-9C75F9C86A66}" type="pres">
      <dgm:prSet presAssocID="{6E6A39EA-F775-4EA0-AFDB-575F9D9EB874}" presName="LevelTwoTextNode" presStyleLbl="node4" presStyleIdx="5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A34005DA-B9FF-4624-B7FE-BE3473509911}" type="pres">
      <dgm:prSet presAssocID="{6E6A39EA-F775-4EA0-AFDB-575F9D9EB874}" presName="level3hierChild" presStyleCnt="0"/>
      <dgm:spPr/>
    </dgm:pt>
    <dgm:pt modelId="{48D138CD-11A0-424C-845F-C44754C25D61}" type="pres">
      <dgm:prSet presAssocID="{F03CBE43-314C-4F11-8CE7-94E3E38A839F}" presName="conn2-1" presStyleLbl="parChTrans1D3" presStyleIdx="3" presStyleCnt="4"/>
      <dgm:spPr/>
      <dgm:t>
        <a:bodyPr/>
        <a:lstStyle/>
        <a:p>
          <a:endParaRPr lang="en-US"/>
        </a:p>
      </dgm:t>
    </dgm:pt>
    <dgm:pt modelId="{2EB2BCE8-D2E8-4CB9-92C9-BF9AE56687F9}" type="pres">
      <dgm:prSet presAssocID="{F03CBE43-314C-4F11-8CE7-94E3E38A839F}" presName="connTx" presStyleLbl="parChTrans1D3" presStyleIdx="3" presStyleCnt="4"/>
      <dgm:spPr/>
      <dgm:t>
        <a:bodyPr/>
        <a:lstStyle/>
        <a:p>
          <a:endParaRPr lang="en-US"/>
        </a:p>
      </dgm:t>
    </dgm:pt>
    <dgm:pt modelId="{336D5110-67FE-4265-9D3A-593A38001D97}" type="pres">
      <dgm:prSet presAssocID="{BAD8ACA9-8C73-4904-B10E-E9C3FEBEDA67}" presName="root2" presStyleCnt="0"/>
      <dgm:spPr/>
    </dgm:pt>
    <dgm:pt modelId="{8C353D0C-1AD6-4AA8-AD62-B00D092E747E}" type="pres">
      <dgm:prSet presAssocID="{BAD8ACA9-8C73-4904-B10E-E9C3FEBEDA67}" presName="LevelTwoTextNode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EA59B7-22D2-43A9-8F30-456819F694B9}" type="pres">
      <dgm:prSet presAssocID="{BAD8ACA9-8C73-4904-B10E-E9C3FEBEDA67}" presName="level3hierChild" presStyleCnt="0"/>
      <dgm:spPr/>
    </dgm:pt>
    <dgm:pt modelId="{8DF89492-B83E-486E-8099-02592243698B}" type="pres">
      <dgm:prSet presAssocID="{92003E3F-F203-4C81-803F-4FC25112015A}" presName="conn2-1" presStyleLbl="parChTrans1D4" presStyleIdx="6" presStyleCnt="10"/>
      <dgm:spPr/>
      <dgm:t>
        <a:bodyPr/>
        <a:lstStyle/>
        <a:p>
          <a:endParaRPr lang="en-US"/>
        </a:p>
      </dgm:t>
    </dgm:pt>
    <dgm:pt modelId="{B2F0C17B-0842-4B84-91B3-E42901FBE2A9}" type="pres">
      <dgm:prSet presAssocID="{92003E3F-F203-4C81-803F-4FC25112015A}" presName="connTx" presStyleLbl="parChTrans1D4" presStyleIdx="6" presStyleCnt="10"/>
      <dgm:spPr/>
      <dgm:t>
        <a:bodyPr/>
        <a:lstStyle/>
        <a:p>
          <a:endParaRPr lang="en-US"/>
        </a:p>
      </dgm:t>
    </dgm:pt>
    <dgm:pt modelId="{409767A7-D6D5-4482-BD97-488E1B9D7BBD}" type="pres">
      <dgm:prSet presAssocID="{6229FE98-35A3-4DA6-99BB-AF2A1D577510}" presName="root2" presStyleCnt="0"/>
      <dgm:spPr/>
    </dgm:pt>
    <dgm:pt modelId="{0A0D1F94-9288-4113-80E6-2390FAB84146}" type="pres">
      <dgm:prSet presAssocID="{6229FE98-35A3-4DA6-99BB-AF2A1D577510}" presName="LevelTwoTextNode" presStyleLbl="node4" presStyleIdx="6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DE499EAB-A0D6-4971-8632-3B30C40CD991}" type="pres">
      <dgm:prSet presAssocID="{6229FE98-35A3-4DA6-99BB-AF2A1D577510}" presName="level3hierChild" presStyleCnt="0"/>
      <dgm:spPr/>
    </dgm:pt>
    <dgm:pt modelId="{A4A41E24-1710-413F-8073-45F73FE1BAF7}" type="pres">
      <dgm:prSet presAssocID="{AB3405E7-4C80-434D-8BDA-6C1C0EE67785}" presName="conn2-1" presStyleLbl="parChTrans1D4" presStyleIdx="7" presStyleCnt="10"/>
      <dgm:spPr/>
      <dgm:t>
        <a:bodyPr/>
        <a:lstStyle/>
        <a:p>
          <a:endParaRPr lang="en-US"/>
        </a:p>
      </dgm:t>
    </dgm:pt>
    <dgm:pt modelId="{C74B4181-75D7-4442-940E-0838659A6541}" type="pres">
      <dgm:prSet presAssocID="{AB3405E7-4C80-434D-8BDA-6C1C0EE67785}" presName="connTx" presStyleLbl="parChTrans1D4" presStyleIdx="7" presStyleCnt="10"/>
      <dgm:spPr/>
      <dgm:t>
        <a:bodyPr/>
        <a:lstStyle/>
        <a:p>
          <a:endParaRPr lang="en-US"/>
        </a:p>
      </dgm:t>
    </dgm:pt>
    <dgm:pt modelId="{C3AECBAD-AAF4-4426-A487-5B752503AC15}" type="pres">
      <dgm:prSet presAssocID="{38787DFA-CCA2-4E41-A93C-BC6D10C627AA}" presName="root2" presStyleCnt="0"/>
      <dgm:spPr/>
    </dgm:pt>
    <dgm:pt modelId="{90899F0D-6916-42AF-8F60-85B260A5FC8E}" type="pres">
      <dgm:prSet presAssocID="{38787DFA-CCA2-4E41-A93C-BC6D10C627AA}" presName="LevelTwoTextNode" presStyleLbl="node4" presStyleIdx="7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17EC1B9A-B5A5-49F4-B410-A07036CC1257}" type="pres">
      <dgm:prSet presAssocID="{38787DFA-CCA2-4E41-A93C-BC6D10C627AA}" presName="level3hierChild" presStyleCnt="0"/>
      <dgm:spPr/>
    </dgm:pt>
    <dgm:pt modelId="{6C38A9B5-D9F0-4432-85F0-2524A7E6C11F}" type="pres">
      <dgm:prSet presAssocID="{30ED30E0-F121-4C2F-89F1-79EAB9D179DB}" presName="conn2-1" presStyleLbl="parChTrans1D4" presStyleIdx="8" presStyleCnt="10"/>
      <dgm:spPr/>
      <dgm:t>
        <a:bodyPr/>
        <a:lstStyle/>
        <a:p>
          <a:endParaRPr lang="en-US"/>
        </a:p>
      </dgm:t>
    </dgm:pt>
    <dgm:pt modelId="{83031212-8C9E-4EB7-B927-EFB8A0131F9E}" type="pres">
      <dgm:prSet presAssocID="{30ED30E0-F121-4C2F-89F1-79EAB9D179DB}" presName="connTx" presStyleLbl="parChTrans1D4" presStyleIdx="8" presStyleCnt="10"/>
      <dgm:spPr/>
      <dgm:t>
        <a:bodyPr/>
        <a:lstStyle/>
        <a:p>
          <a:endParaRPr lang="en-US"/>
        </a:p>
      </dgm:t>
    </dgm:pt>
    <dgm:pt modelId="{EAC2FFD4-1C52-4CE9-A457-6B67C0D47B5A}" type="pres">
      <dgm:prSet presAssocID="{E0A3C2FD-0401-4CF9-86BE-504E80FBFD7F}" presName="root2" presStyleCnt="0"/>
      <dgm:spPr/>
    </dgm:pt>
    <dgm:pt modelId="{4E6DB958-A692-441A-A523-7E44535EE9AE}" type="pres">
      <dgm:prSet presAssocID="{E0A3C2FD-0401-4CF9-86BE-504E80FBFD7F}" presName="LevelTwoTextNode" presStyleLbl="node4" presStyleIdx="8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D00A2D01-A57B-4AD9-ABCA-D759F9570474}" type="pres">
      <dgm:prSet presAssocID="{E0A3C2FD-0401-4CF9-86BE-504E80FBFD7F}" presName="level3hierChild" presStyleCnt="0"/>
      <dgm:spPr/>
    </dgm:pt>
    <dgm:pt modelId="{720ABD83-2CE2-4D23-8157-592C11917906}" type="pres">
      <dgm:prSet presAssocID="{F3AB5D6D-3DD9-4871-868B-C37CAF0CBE72}" presName="conn2-1" presStyleLbl="parChTrans1D4" presStyleIdx="9" presStyleCnt="10"/>
      <dgm:spPr/>
      <dgm:t>
        <a:bodyPr/>
        <a:lstStyle/>
        <a:p>
          <a:endParaRPr lang="en-US"/>
        </a:p>
      </dgm:t>
    </dgm:pt>
    <dgm:pt modelId="{92C64CD4-1393-4B7F-BACA-2CAAA9E22AEE}" type="pres">
      <dgm:prSet presAssocID="{F3AB5D6D-3DD9-4871-868B-C37CAF0CBE72}" presName="connTx" presStyleLbl="parChTrans1D4" presStyleIdx="9" presStyleCnt="10"/>
      <dgm:spPr/>
      <dgm:t>
        <a:bodyPr/>
        <a:lstStyle/>
        <a:p>
          <a:endParaRPr lang="en-US"/>
        </a:p>
      </dgm:t>
    </dgm:pt>
    <dgm:pt modelId="{7B64F64F-E8D1-40BD-BE67-E357E6B17A1A}" type="pres">
      <dgm:prSet presAssocID="{2EADF08B-9F3D-439D-9CBE-3C8EF0A49E7E}" presName="root2" presStyleCnt="0"/>
      <dgm:spPr/>
    </dgm:pt>
    <dgm:pt modelId="{03E6E7DD-EF88-4C38-8A26-7C7CAA80BFED}" type="pres">
      <dgm:prSet presAssocID="{2EADF08B-9F3D-439D-9CBE-3C8EF0A49E7E}" presName="LevelTwoTextNode" presStyleLbl="node4" presStyleIdx="9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E2D5B82F-0A3F-4EDD-99EE-3ED0B6C5DCC0}" type="pres">
      <dgm:prSet presAssocID="{2EADF08B-9F3D-439D-9CBE-3C8EF0A49E7E}" presName="level3hierChild" presStyleCnt="0"/>
      <dgm:spPr/>
    </dgm:pt>
  </dgm:ptLst>
  <dgm:cxnLst>
    <dgm:cxn modelId="{2E85C24C-02F8-419D-B6BA-13E2D288F41A}" type="presOf" srcId="{BE148B62-23BD-4F45-A85C-8B070FC24312}" destId="{CE5E64B8-A9C1-4CBE-8596-A5F2FEA22CE7}" srcOrd="0" destOrd="0" presId="urn:microsoft.com/office/officeart/2005/8/layout/hierarchy2"/>
    <dgm:cxn modelId="{7A73CFAC-A26F-4ADD-AB9B-B82C839D0B16}" type="presOf" srcId="{3D7ADD24-CD8D-4040-85E3-5503C42D41B5}" destId="{5570881D-7A71-4BDA-922A-A5503D4DCD6B}" srcOrd="1" destOrd="0" presId="urn:microsoft.com/office/officeart/2005/8/layout/hierarchy2"/>
    <dgm:cxn modelId="{6455702E-65BF-4B71-B1E6-41814155335B}" type="presOf" srcId="{782CADBA-395E-44F9-BE17-C703D58100C9}" destId="{C8B94F0F-0609-48E2-A23C-768463AE80FA}" srcOrd="0" destOrd="0" presId="urn:microsoft.com/office/officeart/2005/8/layout/hierarchy2"/>
    <dgm:cxn modelId="{81FE563A-1B80-4D1F-87FA-389CEE432D6D}" type="presOf" srcId="{AB3405E7-4C80-434D-8BDA-6C1C0EE67785}" destId="{C74B4181-75D7-4442-940E-0838659A6541}" srcOrd="1" destOrd="0" presId="urn:microsoft.com/office/officeart/2005/8/layout/hierarchy2"/>
    <dgm:cxn modelId="{4B856013-C904-4C51-8462-3E2A090CFCA2}" type="presOf" srcId="{A17ADFA8-EB89-4A8F-8879-7AB82103502D}" destId="{D3435A7C-3C05-4D2F-8A91-9ED2EED52275}" srcOrd="0" destOrd="0" presId="urn:microsoft.com/office/officeart/2005/8/layout/hierarchy2"/>
    <dgm:cxn modelId="{1FD58423-7F96-4931-9BE6-6AFAD1A021EC}" srcId="{6229FE98-35A3-4DA6-99BB-AF2A1D577510}" destId="{38787DFA-CCA2-4E41-A93C-BC6D10C627AA}" srcOrd="0" destOrd="0" parTransId="{AB3405E7-4C80-434D-8BDA-6C1C0EE67785}" sibTransId="{397EA08C-337D-4CAF-9385-D0F311861082}"/>
    <dgm:cxn modelId="{DF8F45B1-2AC2-4871-9518-43DF5ECB96DF}" srcId="{BAD8ACA9-8C73-4904-B10E-E9C3FEBEDA67}" destId="{6229FE98-35A3-4DA6-99BB-AF2A1D577510}" srcOrd="0" destOrd="0" parTransId="{92003E3F-F203-4C81-803F-4FC25112015A}" sibTransId="{010A079D-E26F-4CDA-8260-51BCB1A82BBC}"/>
    <dgm:cxn modelId="{224FF5E4-F79E-41E0-8563-9575B865C47F}" type="presOf" srcId="{576E8CE2-C338-4F8D-8FB9-36D69FB6CA4F}" destId="{2B4658E2-3D26-45A4-ADFB-572458950F26}" srcOrd="0" destOrd="0" presId="urn:microsoft.com/office/officeart/2005/8/layout/hierarchy2"/>
    <dgm:cxn modelId="{F792D8CA-3496-45A5-B657-2ED0FB632688}" srcId="{E0A3C2FD-0401-4CF9-86BE-504E80FBFD7F}" destId="{2EADF08B-9F3D-439D-9CBE-3C8EF0A49E7E}" srcOrd="0" destOrd="0" parTransId="{F3AB5D6D-3DD9-4871-868B-C37CAF0CBE72}" sibTransId="{9EBE0A99-D829-42D9-88D6-A35FE6D76326}"/>
    <dgm:cxn modelId="{785AD9AE-E063-41AC-B095-90935AB5751A}" srcId="{BAD8ACA9-8C73-4904-B10E-E9C3FEBEDA67}" destId="{E0A3C2FD-0401-4CF9-86BE-504E80FBFD7F}" srcOrd="1" destOrd="0" parTransId="{30ED30E0-F121-4C2F-89F1-79EAB9D179DB}" sibTransId="{B030D84A-7BF4-43C9-A7D7-E4D9A725D965}"/>
    <dgm:cxn modelId="{69BFE51B-7DFD-4A63-A997-B4572486F8FC}" type="presOf" srcId="{411672F8-7FDC-4422-A2C9-EED2CA178B3B}" destId="{D1CF3E81-97D3-4ADB-B1A7-A6D41761BD5C}" srcOrd="0" destOrd="0" presId="urn:microsoft.com/office/officeart/2005/8/layout/hierarchy2"/>
    <dgm:cxn modelId="{7DA2C3A3-568D-4CCA-84C0-D5EA4C1B199B}" type="presOf" srcId="{00BC8967-331F-45A0-9600-7BE109A6654A}" destId="{B0169B9C-24A2-445C-BC25-4B1D279F2B33}" srcOrd="0" destOrd="0" presId="urn:microsoft.com/office/officeart/2005/8/layout/hierarchy2"/>
    <dgm:cxn modelId="{1BE79ECE-693A-4BB7-A5D5-AAB83779E441}" srcId="{1D86503D-ACF9-42AE-AC9E-57C31818309C}" destId="{6E6A39EA-F775-4EA0-AFDB-575F9D9EB874}" srcOrd="0" destOrd="0" parTransId="{9138F564-0A8C-43A7-A0D6-A48FAC762B4E}" sibTransId="{A0BC3897-A8F8-45FD-A757-48A1558335F6}"/>
    <dgm:cxn modelId="{CE8CB3E3-23DD-4B5E-991A-583DF9350C6A}" type="presOf" srcId="{307606D4-148F-4180-921E-0C095711A819}" destId="{A65EE4EC-D31B-4EB0-BCAE-FB4A6A0A64AB}" srcOrd="0" destOrd="0" presId="urn:microsoft.com/office/officeart/2005/8/layout/hierarchy2"/>
    <dgm:cxn modelId="{C636E9AD-B813-40EE-80D7-B7B9E82C4E1D}" type="presOf" srcId="{00BC8967-331F-45A0-9600-7BE109A6654A}" destId="{78F55670-20BF-4CC7-AF6D-D425D7E80E03}" srcOrd="1" destOrd="0" presId="urn:microsoft.com/office/officeart/2005/8/layout/hierarchy2"/>
    <dgm:cxn modelId="{3B96122A-FD0C-479D-89B9-5FDF4DFEB0DD}" type="presOf" srcId="{AB3405E7-4C80-434D-8BDA-6C1C0EE67785}" destId="{A4A41E24-1710-413F-8073-45F73FE1BAF7}" srcOrd="0" destOrd="0" presId="urn:microsoft.com/office/officeart/2005/8/layout/hierarchy2"/>
    <dgm:cxn modelId="{110B8417-936E-4953-A420-41F0EDD36FDB}" type="presOf" srcId="{19B2811D-5B08-4A75-A575-E3D9B6A72EFF}" destId="{A2F56FF7-68E3-474E-8A6A-CB710F3AF0B0}" srcOrd="0" destOrd="0" presId="urn:microsoft.com/office/officeart/2005/8/layout/hierarchy2"/>
    <dgm:cxn modelId="{B832BDA9-7B51-4201-91E7-88CEAFC1C4DE}" srcId="{782CADBA-395E-44F9-BE17-C703D58100C9}" destId="{6799079F-2C9A-43D8-9679-A609729A1BE3}" srcOrd="0" destOrd="0" parTransId="{00BC8967-331F-45A0-9600-7BE109A6654A}" sibTransId="{4D5F6CB4-B700-45A0-9C45-9989E55B19B6}"/>
    <dgm:cxn modelId="{FB1AAF50-7426-400C-BA75-FC0B1A3E0C03}" type="presOf" srcId="{9138F564-0A8C-43A7-A0D6-A48FAC762B4E}" destId="{6B7B1179-169F-43E8-94F2-954FDB59EAD5}" srcOrd="1" destOrd="0" presId="urn:microsoft.com/office/officeart/2005/8/layout/hierarchy2"/>
    <dgm:cxn modelId="{5FA00220-9769-406B-A448-996851FB1357}" type="presOf" srcId="{187AC547-5F07-44D3-A588-5F9A786DC0CD}" destId="{016EB0DF-4FA8-49A8-B053-9BFDBA4F7A9F}" srcOrd="0" destOrd="0" presId="urn:microsoft.com/office/officeart/2005/8/layout/hierarchy2"/>
    <dgm:cxn modelId="{7CF7FA4E-2357-468C-955A-E87196CCF87C}" srcId="{A17ADFA8-EB89-4A8F-8879-7AB82103502D}" destId="{A75F833C-307A-4DA7-8CF5-691FB3F7053A}" srcOrd="0" destOrd="0" parTransId="{3D7ADD24-CD8D-4040-85E3-5503C42D41B5}" sibTransId="{4950BC64-286B-4BDF-94A4-367AB69B2CFF}"/>
    <dgm:cxn modelId="{51351BFE-500F-4DB7-936E-7E714EDCE01D}" type="presOf" srcId="{F3AB5D6D-3DD9-4871-868B-C37CAF0CBE72}" destId="{720ABD83-2CE2-4D23-8157-592C11917906}" srcOrd="0" destOrd="0" presId="urn:microsoft.com/office/officeart/2005/8/layout/hierarchy2"/>
    <dgm:cxn modelId="{9D40455E-3DE9-4099-B8CB-86D3F0F53FBD}" type="presOf" srcId="{9138F564-0A8C-43A7-A0D6-A48FAC762B4E}" destId="{01C411F4-FA10-4C04-80F7-9C0E2B3BBB75}" srcOrd="0" destOrd="0" presId="urn:microsoft.com/office/officeart/2005/8/layout/hierarchy2"/>
    <dgm:cxn modelId="{1CE7EFBF-1FD5-417F-9D50-DA9DD0E28A31}" type="presOf" srcId="{576E8CE2-C338-4F8D-8FB9-36D69FB6CA4F}" destId="{4A928019-5E9E-410D-8FD5-3AABCE147E41}" srcOrd="1" destOrd="0" presId="urn:microsoft.com/office/officeart/2005/8/layout/hierarchy2"/>
    <dgm:cxn modelId="{08CCD162-F0E2-428C-8DE4-CCC06BC368DC}" type="presOf" srcId="{30ED30E0-F121-4C2F-89F1-79EAB9D179DB}" destId="{6C38A9B5-D9F0-4432-85F0-2524A7E6C11F}" srcOrd="0" destOrd="0" presId="urn:microsoft.com/office/officeart/2005/8/layout/hierarchy2"/>
    <dgm:cxn modelId="{B5F042E8-19C4-4164-AD1F-FAEE06FF5194}" type="presOf" srcId="{3D7ADD24-CD8D-4040-85E3-5503C42D41B5}" destId="{7EC3C314-3A2D-4A49-A598-F47B65087713}" srcOrd="0" destOrd="0" presId="urn:microsoft.com/office/officeart/2005/8/layout/hierarchy2"/>
    <dgm:cxn modelId="{65CA39C9-FF70-4BB8-BB5C-A13B7D2501FA}" type="presOf" srcId="{BB4BDD0D-77B7-49B7-85F0-66B0BC108BC9}" destId="{1DD3233B-8342-4AF6-A15B-2C9B3DA76C77}" srcOrd="0" destOrd="0" presId="urn:microsoft.com/office/officeart/2005/8/layout/hierarchy2"/>
    <dgm:cxn modelId="{C933B121-1B73-4E58-BE62-7BD953257EB9}" type="presOf" srcId="{38787DFA-CCA2-4E41-A93C-BC6D10C627AA}" destId="{90899F0D-6916-42AF-8F60-85B260A5FC8E}" srcOrd="0" destOrd="0" presId="urn:microsoft.com/office/officeart/2005/8/layout/hierarchy2"/>
    <dgm:cxn modelId="{AB411A8F-0D92-4FAB-AD3D-4E378FE03C3D}" srcId="{A17ADFA8-EB89-4A8F-8879-7AB82103502D}" destId="{BE148B62-23BD-4F45-A85C-8B070FC24312}" srcOrd="1" destOrd="0" parTransId="{4CD0B942-FB20-4E68-BD15-07284213C6F3}" sibTransId="{6906AE19-F553-404A-8F38-C10246449F53}"/>
    <dgm:cxn modelId="{9D1BF554-AB16-472E-95E1-F641C9C46E77}" srcId="{EDB54BE8-831C-4140-8AEA-2E8FAEDEFFFD}" destId="{782CADBA-395E-44F9-BE17-C703D58100C9}" srcOrd="1" destOrd="0" parTransId="{C61C155C-F14B-4F99-8EEC-FECCA5EC4D9A}" sibTransId="{1F7019B6-A9ED-44DC-AEEA-8F59BE846648}"/>
    <dgm:cxn modelId="{16E61E03-72A4-49AB-958B-DFC6298D812B}" type="presOf" srcId="{2EADF08B-9F3D-439D-9CBE-3C8EF0A49E7E}" destId="{03E6E7DD-EF88-4C38-8A26-7C7CAA80BFED}" srcOrd="0" destOrd="0" presId="urn:microsoft.com/office/officeart/2005/8/layout/hierarchy2"/>
    <dgm:cxn modelId="{77712DDF-EAE1-41C7-8AD5-80165EBB5609}" type="presOf" srcId="{9846C402-CA94-4EFF-BDC4-6667D12C0BBD}" destId="{8450AC17-5396-4DAA-A89A-DA912892A1A5}" srcOrd="0" destOrd="0" presId="urn:microsoft.com/office/officeart/2005/8/layout/hierarchy2"/>
    <dgm:cxn modelId="{AEB9AA22-7EA3-4E1F-9434-9D40C734E910}" srcId="{A75F833C-307A-4DA7-8CF5-691FB3F7053A}" destId="{307606D4-148F-4180-921E-0C095711A819}" srcOrd="0" destOrd="0" parTransId="{411672F8-7FDC-4422-A2C9-EED2CA178B3B}" sibTransId="{C86DE68C-0AA0-4A80-8F29-BC7B712E8AA1}"/>
    <dgm:cxn modelId="{9DFACEA1-6F11-47A4-8465-A37C97EBCDB5}" type="presOf" srcId="{BB4BDD0D-77B7-49B7-85F0-66B0BC108BC9}" destId="{2F7219EC-BA3C-4A00-A438-6A4503B402BB}" srcOrd="1" destOrd="0" presId="urn:microsoft.com/office/officeart/2005/8/layout/hierarchy2"/>
    <dgm:cxn modelId="{EF7CA7A1-2294-443E-BE81-C8438DC90DC8}" type="presOf" srcId="{6229FE98-35A3-4DA6-99BB-AF2A1D577510}" destId="{0A0D1F94-9288-4113-80E6-2390FAB84146}" srcOrd="0" destOrd="0" presId="urn:microsoft.com/office/officeart/2005/8/layout/hierarchy2"/>
    <dgm:cxn modelId="{D58AF8E4-51AA-4949-B3E4-D1104E36C401}" type="presOf" srcId="{F03CBE43-314C-4F11-8CE7-94E3E38A839F}" destId="{2EB2BCE8-D2E8-4CB9-92C9-BF9AE56687F9}" srcOrd="1" destOrd="0" presId="urn:microsoft.com/office/officeart/2005/8/layout/hierarchy2"/>
    <dgm:cxn modelId="{D63C1AE9-7FB8-40F5-A821-66A4A1079741}" type="presOf" srcId="{C61C155C-F14B-4F99-8EEC-FECCA5EC4D9A}" destId="{F624E54A-D98D-4D24-8AF3-EFCA4A86C38E}" srcOrd="0" destOrd="0" presId="urn:microsoft.com/office/officeart/2005/8/layout/hierarchy2"/>
    <dgm:cxn modelId="{BD66BC62-CB4B-419C-B24F-575EA22AE3D8}" type="presOf" srcId="{330D66BA-BB06-4DF0-BD64-B93A80147CCC}" destId="{9E1D321B-C493-4D25-B293-27C1DEAABFEA}" srcOrd="0" destOrd="0" presId="urn:microsoft.com/office/officeart/2005/8/layout/hierarchy2"/>
    <dgm:cxn modelId="{F04275AC-DE6C-406F-8ED6-CA443F2FF138}" type="presOf" srcId="{92003E3F-F203-4C81-803F-4FC25112015A}" destId="{B2F0C17B-0842-4B84-91B3-E42901FBE2A9}" srcOrd="1" destOrd="0" presId="urn:microsoft.com/office/officeart/2005/8/layout/hierarchy2"/>
    <dgm:cxn modelId="{BBCB3DAE-F33A-42E8-ABDC-0140983EB331}" srcId="{6799079F-2C9A-43D8-9679-A609729A1BE3}" destId="{9846C402-CA94-4EFF-BDC4-6667D12C0BBD}" srcOrd="0" destOrd="0" parTransId="{8B923374-8FC7-4A8B-BC3C-DF3188639210}" sibTransId="{BD97307E-D572-4DF2-ACD4-10A87824B9D6}"/>
    <dgm:cxn modelId="{ED73700E-5BF5-4F7A-BD06-99A7E0CB7433}" type="presOf" srcId="{E0A3C2FD-0401-4CF9-86BE-504E80FBFD7F}" destId="{4E6DB958-A692-441A-A523-7E44535EE9AE}" srcOrd="0" destOrd="0" presId="urn:microsoft.com/office/officeart/2005/8/layout/hierarchy2"/>
    <dgm:cxn modelId="{34948748-94B1-4DB7-8D5D-8BE2A79CA361}" type="presOf" srcId="{6E6A39EA-F775-4EA0-AFDB-575F9D9EB874}" destId="{A2AB8BB6-7D67-4939-BD17-9C75F9C86A66}" srcOrd="0" destOrd="0" presId="urn:microsoft.com/office/officeart/2005/8/layout/hierarchy2"/>
    <dgm:cxn modelId="{215DAF49-2D07-46FC-B67E-25EF90422697}" type="presOf" srcId="{92003E3F-F203-4C81-803F-4FC25112015A}" destId="{8DF89492-B83E-486E-8099-02592243698B}" srcOrd="0" destOrd="0" presId="urn:microsoft.com/office/officeart/2005/8/layout/hierarchy2"/>
    <dgm:cxn modelId="{72699251-25DE-4D5B-BC15-C5B26BB2B112}" srcId="{EDB54BE8-831C-4140-8AEA-2E8FAEDEFFFD}" destId="{A17ADFA8-EB89-4A8F-8879-7AB82103502D}" srcOrd="0" destOrd="0" parTransId="{576E8CE2-C338-4F8D-8FB9-36D69FB6CA4F}" sibTransId="{72808A04-5E26-4DC3-BE3D-2D6CA42A5490}"/>
    <dgm:cxn modelId="{E474B67F-EF9F-49B4-A3F2-64527A29B160}" srcId="{6799079F-2C9A-43D8-9679-A609729A1BE3}" destId="{1D86503D-ACF9-42AE-AC9E-57C31818309C}" srcOrd="1" destOrd="0" parTransId="{187AC547-5F07-44D3-A588-5F9A786DC0CD}" sibTransId="{27044D8D-406D-4855-870A-CB58CB584435}"/>
    <dgm:cxn modelId="{DD643884-A666-4A4A-90F3-73964F1542AF}" type="presOf" srcId="{EDB54BE8-831C-4140-8AEA-2E8FAEDEFFFD}" destId="{054C901A-F4F3-405E-892E-9622EE447C26}" srcOrd="0" destOrd="0" presId="urn:microsoft.com/office/officeart/2005/8/layout/hierarchy2"/>
    <dgm:cxn modelId="{2542DD04-3C32-44C4-8EB4-CA4C24DD44D4}" type="presOf" srcId="{A75F833C-307A-4DA7-8CF5-691FB3F7053A}" destId="{78F40A78-D6C6-4C1F-A569-FBC71705B4FC}" srcOrd="0" destOrd="0" presId="urn:microsoft.com/office/officeart/2005/8/layout/hierarchy2"/>
    <dgm:cxn modelId="{DB9E5AB6-FC6B-4250-822C-62F4C493492A}" type="presOf" srcId="{F3AB5D6D-3DD9-4871-868B-C37CAF0CBE72}" destId="{92C64CD4-1393-4B7F-BACA-2CAAA9E22AEE}" srcOrd="1" destOrd="0" presId="urn:microsoft.com/office/officeart/2005/8/layout/hierarchy2"/>
    <dgm:cxn modelId="{3B25FB04-F6BC-41E0-B490-1C10756D80F5}" srcId="{9846C402-CA94-4EFF-BDC4-6667D12C0BBD}" destId="{134732C3-9631-46ED-9F37-99B644F46878}" srcOrd="0" destOrd="0" parTransId="{05836289-1AAE-4F1E-9B3E-A573350D7038}" sibTransId="{DC2E879D-0C3F-40A5-B7AE-DC11D194E501}"/>
    <dgm:cxn modelId="{48F361A1-C7A8-40FA-9FEA-9FEDC4D61836}" type="presOf" srcId="{BAD8ACA9-8C73-4904-B10E-E9C3FEBEDA67}" destId="{8C353D0C-1AD6-4AA8-AD62-B00D092E747E}" srcOrd="0" destOrd="0" presId="urn:microsoft.com/office/officeart/2005/8/layout/hierarchy2"/>
    <dgm:cxn modelId="{2219D3FE-DA04-43E8-993B-24617B4A538A}" type="presOf" srcId="{8B923374-8FC7-4A8B-BC3C-DF3188639210}" destId="{2ED2DB55-D54D-4319-A5C9-EC139C03EADD}" srcOrd="0" destOrd="0" presId="urn:microsoft.com/office/officeart/2005/8/layout/hierarchy2"/>
    <dgm:cxn modelId="{459446D5-D264-4A03-A0EF-F2C165D455FB}" type="presOf" srcId="{4CD0B942-FB20-4E68-BD15-07284213C6F3}" destId="{0A258AEB-6B7C-40EC-863B-A957AF55C093}" srcOrd="0" destOrd="0" presId="urn:microsoft.com/office/officeart/2005/8/layout/hierarchy2"/>
    <dgm:cxn modelId="{2BB089FF-A9BF-4535-A015-2EAD824EED96}" type="presOf" srcId="{411672F8-7FDC-4422-A2C9-EED2CA178B3B}" destId="{37EF4B8B-D442-4ADA-B4FC-F6EE1EBE92E1}" srcOrd="1" destOrd="0" presId="urn:microsoft.com/office/officeart/2005/8/layout/hierarchy2"/>
    <dgm:cxn modelId="{6CD3C924-7BA1-4100-BC2E-E86403A1287E}" type="presOf" srcId="{F03CBE43-314C-4F11-8CE7-94E3E38A839F}" destId="{48D138CD-11A0-424C-845F-C44754C25D61}" srcOrd="0" destOrd="0" presId="urn:microsoft.com/office/officeart/2005/8/layout/hierarchy2"/>
    <dgm:cxn modelId="{E41FDC2B-888C-40E1-9730-B19C9ED92777}" type="presOf" srcId="{1D86503D-ACF9-42AE-AC9E-57C31818309C}" destId="{DAFB57D6-0813-45CD-8D38-52C9EC9B0D9D}" srcOrd="0" destOrd="0" presId="urn:microsoft.com/office/officeart/2005/8/layout/hierarchy2"/>
    <dgm:cxn modelId="{29562D62-BCB2-4478-87D4-5A0C3D80C08F}" srcId="{19B2811D-5B08-4A75-A575-E3D9B6A72EFF}" destId="{EDB54BE8-831C-4140-8AEA-2E8FAEDEFFFD}" srcOrd="0" destOrd="0" parTransId="{9C22E18D-5092-4643-B940-79761FC16395}" sibTransId="{B46DD615-A675-46CD-BB38-FB30F9C6446F}"/>
    <dgm:cxn modelId="{C7DDF390-86F8-47B6-A54A-C43DC9B8E04F}" type="presOf" srcId="{8B923374-8FC7-4A8B-BC3C-DF3188639210}" destId="{F1D2A87C-8FA7-42A6-9F26-13716E299D80}" srcOrd="1" destOrd="0" presId="urn:microsoft.com/office/officeart/2005/8/layout/hierarchy2"/>
    <dgm:cxn modelId="{7D1252E7-888F-4988-964F-D617CA8BAEAD}" type="presOf" srcId="{30ED30E0-F121-4C2F-89F1-79EAB9D179DB}" destId="{83031212-8C9E-4EB7-B927-EFB8A0131F9E}" srcOrd="1" destOrd="0" presId="urn:microsoft.com/office/officeart/2005/8/layout/hierarchy2"/>
    <dgm:cxn modelId="{12A96B86-B61F-4AF4-BB7C-DF642B608A89}" type="presOf" srcId="{187AC547-5F07-44D3-A588-5F9A786DC0CD}" destId="{B36F6A8B-9785-4CEF-8061-96A0C09CFE7E}" srcOrd="1" destOrd="0" presId="urn:microsoft.com/office/officeart/2005/8/layout/hierarchy2"/>
    <dgm:cxn modelId="{9EDFA722-41A4-4D15-8CFC-5F4E7E094FE8}" type="presOf" srcId="{4CD0B942-FB20-4E68-BD15-07284213C6F3}" destId="{03D69DB9-E825-4C3A-AB24-3BFFAEB905C2}" srcOrd="1" destOrd="0" presId="urn:microsoft.com/office/officeart/2005/8/layout/hierarchy2"/>
    <dgm:cxn modelId="{9AB43684-8AA9-41A4-867D-56F2CBCEEDDC}" type="presOf" srcId="{C61C155C-F14B-4F99-8EEC-FECCA5EC4D9A}" destId="{71C4ACA5-9CE1-4434-8C50-7204A5A3717C}" srcOrd="1" destOrd="0" presId="urn:microsoft.com/office/officeart/2005/8/layout/hierarchy2"/>
    <dgm:cxn modelId="{E9577D15-800F-4E04-95C2-0E0482663229}" type="presOf" srcId="{05836289-1AAE-4F1E-9B3E-A573350D7038}" destId="{B54BE9A8-5D40-4CBB-93E2-3E2183EAFF5E}" srcOrd="0" destOrd="0" presId="urn:microsoft.com/office/officeart/2005/8/layout/hierarchy2"/>
    <dgm:cxn modelId="{BC94AEDB-7005-4F33-B70A-68253A555433}" type="presOf" srcId="{6799079F-2C9A-43D8-9679-A609729A1BE3}" destId="{38511CCA-684B-4597-95F1-C4F73B9D9489}" srcOrd="0" destOrd="0" presId="urn:microsoft.com/office/officeart/2005/8/layout/hierarchy2"/>
    <dgm:cxn modelId="{FEBFF9D6-2B74-4B82-8C46-BD4050C846FD}" srcId="{782CADBA-395E-44F9-BE17-C703D58100C9}" destId="{BAD8ACA9-8C73-4904-B10E-E9C3FEBEDA67}" srcOrd="1" destOrd="0" parTransId="{F03CBE43-314C-4F11-8CE7-94E3E38A839F}" sibTransId="{42CA7E06-C442-4E47-8C19-BFF961E5647C}"/>
    <dgm:cxn modelId="{8D7742F5-2C93-4035-AD97-F5C0F8063FA8}" type="presOf" srcId="{134732C3-9631-46ED-9F37-99B644F46878}" destId="{DFB32975-0783-4F9C-AE2C-E0BD5338E9FC}" srcOrd="0" destOrd="0" presId="urn:microsoft.com/office/officeart/2005/8/layout/hierarchy2"/>
    <dgm:cxn modelId="{3B016522-EC9D-4047-8BF8-C7BEEBB145CF}" type="presOf" srcId="{05836289-1AAE-4F1E-9B3E-A573350D7038}" destId="{D8450564-BE76-4AF9-9A5D-90493035E3F9}" srcOrd="1" destOrd="0" presId="urn:microsoft.com/office/officeart/2005/8/layout/hierarchy2"/>
    <dgm:cxn modelId="{96F251D9-FD95-476A-A4AE-8BE7D0B32030}" srcId="{BE148B62-23BD-4F45-A85C-8B070FC24312}" destId="{330D66BA-BB06-4DF0-BD64-B93A80147CCC}" srcOrd="0" destOrd="0" parTransId="{BB4BDD0D-77B7-49B7-85F0-66B0BC108BC9}" sibTransId="{7E232A5E-41F6-4B2F-942B-BF43AA948B05}"/>
    <dgm:cxn modelId="{BAB604F4-7BF1-4F43-A35C-6D06BF8ABB12}" type="presParOf" srcId="{A2F56FF7-68E3-474E-8A6A-CB710F3AF0B0}" destId="{5DADF166-A4A6-45A6-9A12-08AA6DB86750}" srcOrd="0" destOrd="0" presId="urn:microsoft.com/office/officeart/2005/8/layout/hierarchy2"/>
    <dgm:cxn modelId="{EDAAF159-7B77-4186-8E9C-05825878E5DF}" type="presParOf" srcId="{5DADF166-A4A6-45A6-9A12-08AA6DB86750}" destId="{054C901A-F4F3-405E-892E-9622EE447C26}" srcOrd="0" destOrd="0" presId="urn:microsoft.com/office/officeart/2005/8/layout/hierarchy2"/>
    <dgm:cxn modelId="{0DA5E759-0FB9-46A5-A088-BF466F3560BC}" type="presParOf" srcId="{5DADF166-A4A6-45A6-9A12-08AA6DB86750}" destId="{CE23A47A-E2F4-45C8-B3C6-5D2E9A30B716}" srcOrd="1" destOrd="0" presId="urn:microsoft.com/office/officeart/2005/8/layout/hierarchy2"/>
    <dgm:cxn modelId="{9FB2E761-F484-4F96-8950-BA52F0BAB6F2}" type="presParOf" srcId="{CE23A47A-E2F4-45C8-B3C6-5D2E9A30B716}" destId="{2B4658E2-3D26-45A4-ADFB-572458950F26}" srcOrd="0" destOrd="0" presId="urn:microsoft.com/office/officeart/2005/8/layout/hierarchy2"/>
    <dgm:cxn modelId="{71FC4AB4-10B6-496B-B660-5DFBF2474C4C}" type="presParOf" srcId="{2B4658E2-3D26-45A4-ADFB-572458950F26}" destId="{4A928019-5E9E-410D-8FD5-3AABCE147E41}" srcOrd="0" destOrd="0" presId="urn:microsoft.com/office/officeart/2005/8/layout/hierarchy2"/>
    <dgm:cxn modelId="{AAE7C040-66FA-402C-9B2F-9E252397B655}" type="presParOf" srcId="{CE23A47A-E2F4-45C8-B3C6-5D2E9A30B716}" destId="{C2106723-49E5-4624-99C5-963D75CE97E5}" srcOrd="1" destOrd="0" presId="urn:microsoft.com/office/officeart/2005/8/layout/hierarchy2"/>
    <dgm:cxn modelId="{85721D2D-5F2A-464B-A028-FC14F6EB117A}" type="presParOf" srcId="{C2106723-49E5-4624-99C5-963D75CE97E5}" destId="{D3435A7C-3C05-4D2F-8A91-9ED2EED52275}" srcOrd="0" destOrd="0" presId="urn:microsoft.com/office/officeart/2005/8/layout/hierarchy2"/>
    <dgm:cxn modelId="{FC3C0E7A-D2D4-47F2-9480-6AD78AB1AEE5}" type="presParOf" srcId="{C2106723-49E5-4624-99C5-963D75CE97E5}" destId="{2A4F4631-ABA7-47BA-A495-B4B26D183548}" srcOrd="1" destOrd="0" presId="urn:microsoft.com/office/officeart/2005/8/layout/hierarchy2"/>
    <dgm:cxn modelId="{78A0CEE7-763D-40C2-AEA4-D545C356DB15}" type="presParOf" srcId="{2A4F4631-ABA7-47BA-A495-B4B26D183548}" destId="{7EC3C314-3A2D-4A49-A598-F47B65087713}" srcOrd="0" destOrd="0" presId="urn:microsoft.com/office/officeart/2005/8/layout/hierarchy2"/>
    <dgm:cxn modelId="{B18A8FB7-95AE-41A0-B501-4AD98AECFD66}" type="presParOf" srcId="{7EC3C314-3A2D-4A49-A598-F47B65087713}" destId="{5570881D-7A71-4BDA-922A-A5503D4DCD6B}" srcOrd="0" destOrd="0" presId="urn:microsoft.com/office/officeart/2005/8/layout/hierarchy2"/>
    <dgm:cxn modelId="{E9C17A6C-36F5-40DD-BCD2-F13AED38025E}" type="presParOf" srcId="{2A4F4631-ABA7-47BA-A495-B4B26D183548}" destId="{E8DC0ECB-3E67-455D-9AED-AFED5E2EA99E}" srcOrd="1" destOrd="0" presId="urn:microsoft.com/office/officeart/2005/8/layout/hierarchy2"/>
    <dgm:cxn modelId="{4EAF2A18-7D14-4D4A-ADC6-5D6EACB8C44C}" type="presParOf" srcId="{E8DC0ECB-3E67-455D-9AED-AFED5E2EA99E}" destId="{78F40A78-D6C6-4C1F-A569-FBC71705B4FC}" srcOrd="0" destOrd="0" presId="urn:microsoft.com/office/officeart/2005/8/layout/hierarchy2"/>
    <dgm:cxn modelId="{DD6115F6-6B78-4E0F-A73C-B7D2ACB488B5}" type="presParOf" srcId="{E8DC0ECB-3E67-455D-9AED-AFED5E2EA99E}" destId="{6C8D9AB7-FFF6-4E45-AE8D-D906FC9F7FF3}" srcOrd="1" destOrd="0" presId="urn:microsoft.com/office/officeart/2005/8/layout/hierarchy2"/>
    <dgm:cxn modelId="{60682228-0BF3-4BE8-A3DF-853E624B69A1}" type="presParOf" srcId="{6C8D9AB7-FFF6-4E45-AE8D-D906FC9F7FF3}" destId="{D1CF3E81-97D3-4ADB-B1A7-A6D41761BD5C}" srcOrd="0" destOrd="0" presId="urn:microsoft.com/office/officeart/2005/8/layout/hierarchy2"/>
    <dgm:cxn modelId="{6A251B74-C520-4EBA-AE3F-45E047895214}" type="presParOf" srcId="{D1CF3E81-97D3-4ADB-B1A7-A6D41761BD5C}" destId="{37EF4B8B-D442-4ADA-B4FC-F6EE1EBE92E1}" srcOrd="0" destOrd="0" presId="urn:microsoft.com/office/officeart/2005/8/layout/hierarchy2"/>
    <dgm:cxn modelId="{7FDB27FB-BA73-4292-BC6F-E61B9147A71E}" type="presParOf" srcId="{6C8D9AB7-FFF6-4E45-AE8D-D906FC9F7FF3}" destId="{96141D9B-1585-431B-8860-DBD2E789B615}" srcOrd="1" destOrd="0" presId="urn:microsoft.com/office/officeart/2005/8/layout/hierarchy2"/>
    <dgm:cxn modelId="{D4D30650-F37C-4B64-97A2-4CFC3404DA44}" type="presParOf" srcId="{96141D9B-1585-431B-8860-DBD2E789B615}" destId="{A65EE4EC-D31B-4EB0-BCAE-FB4A6A0A64AB}" srcOrd="0" destOrd="0" presId="urn:microsoft.com/office/officeart/2005/8/layout/hierarchy2"/>
    <dgm:cxn modelId="{4115466E-3F46-4D09-AC55-2767E6EC31FF}" type="presParOf" srcId="{96141D9B-1585-431B-8860-DBD2E789B615}" destId="{C84BB108-59FE-4BAE-AE6C-64CF3C2A6DF5}" srcOrd="1" destOrd="0" presId="urn:microsoft.com/office/officeart/2005/8/layout/hierarchy2"/>
    <dgm:cxn modelId="{BA5F56DC-C4B9-4E3C-8C2D-80DC27AC01C6}" type="presParOf" srcId="{2A4F4631-ABA7-47BA-A495-B4B26D183548}" destId="{0A258AEB-6B7C-40EC-863B-A957AF55C093}" srcOrd="2" destOrd="0" presId="urn:microsoft.com/office/officeart/2005/8/layout/hierarchy2"/>
    <dgm:cxn modelId="{8E45F019-20C4-42AF-A1F9-500CBD6D8736}" type="presParOf" srcId="{0A258AEB-6B7C-40EC-863B-A957AF55C093}" destId="{03D69DB9-E825-4C3A-AB24-3BFFAEB905C2}" srcOrd="0" destOrd="0" presId="urn:microsoft.com/office/officeart/2005/8/layout/hierarchy2"/>
    <dgm:cxn modelId="{8395087A-ED59-4DA3-8343-034B4048DE0C}" type="presParOf" srcId="{2A4F4631-ABA7-47BA-A495-B4B26D183548}" destId="{DD3A8538-FECF-4D8E-A9F0-8EF81526DD07}" srcOrd="3" destOrd="0" presId="urn:microsoft.com/office/officeart/2005/8/layout/hierarchy2"/>
    <dgm:cxn modelId="{39E058E0-443C-4B3E-967D-212F805DDBD7}" type="presParOf" srcId="{DD3A8538-FECF-4D8E-A9F0-8EF81526DD07}" destId="{CE5E64B8-A9C1-4CBE-8596-A5F2FEA22CE7}" srcOrd="0" destOrd="0" presId="urn:microsoft.com/office/officeart/2005/8/layout/hierarchy2"/>
    <dgm:cxn modelId="{139330E6-A165-4BB6-99AA-317840B9007C}" type="presParOf" srcId="{DD3A8538-FECF-4D8E-A9F0-8EF81526DD07}" destId="{F4A9410E-B915-424E-9FD4-8A8A8584CDCD}" srcOrd="1" destOrd="0" presId="urn:microsoft.com/office/officeart/2005/8/layout/hierarchy2"/>
    <dgm:cxn modelId="{4400F273-5CF1-4AFB-9E3A-BAB9BF261064}" type="presParOf" srcId="{F4A9410E-B915-424E-9FD4-8A8A8584CDCD}" destId="{1DD3233B-8342-4AF6-A15B-2C9B3DA76C77}" srcOrd="0" destOrd="0" presId="urn:microsoft.com/office/officeart/2005/8/layout/hierarchy2"/>
    <dgm:cxn modelId="{27A24BC9-9A3A-4462-B5E3-F2FBB9097665}" type="presParOf" srcId="{1DD3233B-8342-4AF6-A15B-2C9B3DA76C77}" destId="{2F7219EC-BA3C-4A00-A438-6A4503B402BB}" srcOrd="0" destOrd="0" presId="urn:microsoft.com/office/officeart/2005/8/layout/hierarchy2"/>
    <dgm:cxn modelId="{EA3775A0-5630-44EF-A8A7-F64C421D8F9A}" type="presParOf" srcId="{F4A9410E-B915-424E-9FD4-8A8A8584CDCD}" destId="{FEBB8554-44D9-43D1-9763-6DD2C219AAFF}" srcOrd="1" destOrd="0" presId="urn:microsoft.com/office/officeart/2005/8/layout/hierarchy2"/>
    <dgm:cxn modelId="{D4258739-4358-4F67-A6F4-906B16F35999}" type="presParOf" srcId="{FEBB8554-44D9-43D1-9763-6DD2C219AAFF}" destId="{9E1D321B-C493-4D25-B293-27C1DEAABFEA}" srcOrd="0" destOrd="0" presId="urn:microsoft.com/office/officeart/2005/8/layout/hierarchy2"/>
    <dgm:cxn modelId="{273052A4-E9C9-4BA2-A9E5-21C1762E510E}" type="presParOf" srcId="{FEBB8554-44D9-43D1-9763-6DD2C219AAFF}" destId="{29CEB3D6-8B21-4530-AB5E-38F47ED42321}" srcOrd="1" destOrd="0" presId="urn:microsoft.com/office/officeart/2005/8/layout/hierarchy2"/>
    <dgm:cxn modelId="{D506B963-93E7-4C42-8A1B-A0F1834A496C}" type="presParOf" srcId="{CE23A47A-E2F4-45C8-B3C6-5D2E9A30B716}" destId="{F624E54A-D98D-4D24-8AF3-EFCA4A86C38E}" srcOrd="2" destOrd="0" presId="urn:microsoft.com/office/officeart/2005/8/layout/hierarchy2"/>
    <dgm:cxn modelId="{8F50EEEB-2F54-496E-A944-150CD8F54C70}" type="presParOf" srcId="{F624E54A-D98D-4D24-8AF3-EFCA4A86C38E}" destId="{71C4ACA5-9CE1-4434-8C50-7204A5A3717C}" srcOrd="0" destOrd="0" presId="urn:microsoft.com/office/officeart/2005/8/layout/hierarchy2"/>
    <dgm:cxn modelId="{69BBD06D-F2DB-40E3-95BF-88C704FAE43D}" type="presParOf" srcId="{CE23A47A-E2F4-45C8-B3C6-5D2E9A30B716}" destId="{C43E4B18-DDF0-461D-AB5E-1143F600118B}" srcOrd="3" destOrd="0" presId="urn:microsoft.com/office/officeart/2005/8/layout/hierarchy2"/>
    <dgm:cxn modelId="{F4796539-3008-420F-8C38-4E4F893D8E45}" type="presParOf" srcId="{C43E4B18-DDF0-461D-AB5E-1143F600118B}" destId="{C8B94F0F-0609-48E2-A23C-768463AE80FA}" srcOrd="0" destOrd="0" presId="urn:microsoft.com/office/officeart/2005/8/layout/hierarchy2"/>
    <dgm:cxn modelId="{3BA00887-8831-418D-8108-9D2FCD9B896E}" type="presParOf" srcId="{C43E4B18-DDF0-461D-AB5E-1143F600118B}" destId="{0E043ADA-5D89-4F8E-9D98-2939538E468E}" srcOrd="1" destOrd="0" presId="urn:microsoft.com/office/officeart/2005/8/layout/hierarchy2"/>
    <dgm:cxn modelId="{FE55C661-3FFC-41D1-A5A4-3C8B16C838F9}" type="presParOf" srcId="{0E043ADA-5D89-4F8E-9D98-2939538E468E}" destId="{B0169B9C-24A2-445C-BC25-4B1D279F2B33}" srcOrd="0" destOrd="0" presId="urn:microsoft.com/office/officeart/2005/8/layout/hierarchy2"/>
    <dgm:cxn modelId="{2731BF20-4DEF-427C-8B90-5583C1857D9C}" type="presParOf" srcId="{B0169B9C-24A2-445C-BC25-4B1D279F2B33}" destId="{78F55670-20BF-4CC7-AF6D-D425D7E80E03}" srcOrd="0" destOrd="0" presId="urn:microsoft.com/office/officeart/2005/8/layout/hierarchy2"/>
    <dgm:cxn modelId="{24845D44-E84C-4C61-9B97-4692E55EDF9C}" type="presParOf" srcId="{0E043ADA-5D89-4F8E-9D98-2939538E468E}" destId="{775358DD-E8E1-4AF8-9E06-D8772E76F93F}" srcOrd="1" destOrd="0" presId="urn:microsoft.com/office/officeart/2005/8/layout/hierarchy2"/>
    <dgm:cxn modelId="{836982C1-D655-4864-8065-1A3E47F4A7C0}" type="presParOf" srcId="{775358DD-E8E1-4AF8-9E06-D8772E76F93F}" destId="{38511CCA-684B-4597-95F1-C4F73B9D9489}" srcOrd="0" destOrd="0" presId="urn:microsoft.com/office/officeart/2005/8/layout/hierarchy2"/>
    <dgm:cxn modelId="{06310F63-6602-4F34-9FDC-1803552DB41A}" type="presParOf" srcId="{775358DD-E8E1-4AF8-9E06-D8772E76F93F}" destId="{FD4FDBFF-7E3A-4BB5-A4C1-894DF948F783}" srcOrd="1" destOrd="0" presId="urn:microsoft.com/office/officeart/2005/8/layout/hierarchy2"/>
    <dgm:cxn modelId="{F355CF85-3C0E-4A09-9E9E-29E81D112C87}" type="presParOf" srcId="{FD4FDBFF-7E3A-4BB5-A4C1-894DF948F783}" destId="{2ED2DB55-D54D-4319-A5C9-EC139C03EADD}" srcOrd="0" destOrd="0" presId="urn:microsoft.com/office/officeart/2005/8/layout/hierarchy2"/>
    <dgm:cxn modelId="{FB905619-1632-499B-A330-B0021A89B883}" type="presParOf" srcId="{2ED2DB55-D54D-4319-A5C9-EC139C03EADD}" destId="{F1D2A87C-8FA7-42A6-9F26-13716E299D80}" srcOrd="0" destOrd="0" presId="urn:microsoft.com/office/officeart/2005/8/layout/hierarchy2"/>
    <dgm:cxn modelId="{0C4241BB-5553-4974-B2E0-5D2EB62E3E0D}" type="presParOf" srcId="{FD4FDBFF-7E3A-4BB5-A4C1-894DF948F783}" destId="{4081DBF5-B15A-4F4A-88E7-AE60930AF14B}" srcOrd="1" destOrd="0" presId="urn:microsoft.com/office/officeart/2005/8/layout/hierarchy2"/>
    <dgm:cxn modelId="{BE7DA779-44B4-4D16-B8B6-7A5A3BA50668}" type="presParOf" srcId="{4081DBF5-B15A-4F4A-88E7-AE60930AF14B}" destId="{8450AC17-5396-4DAA-A89A-DA912892A1A5}" srcOrd="0" destOrd="0" presId="urn:microsoft.com/office/officeart/2005/8/layout/hierarchy2"/>
    <dgm:cxn modelId="{B2A3976E-1EEE-4D01-BC71-FC085827EBBB}" type="presParOf" srcId="{4081DBF5-B15A-4F4A-88E7-AE60930AF14B}" destId="{FD018341-14A3-4FA1-AF1B-DBB42FDB39C3}" srcOrd="1" destOrd="0" presId="urn:microsoft.com/office/officeart/2005/8/layout/hierarchy2"/>
    <dgm:cxn modelId="{D10FA690-23A9-417E-B83B-DF7C0FE3EACD}" type="presParOf" srcId="{FD018341-14A3-4FA1-AF1B-DBB42FDB39C3}" destId="{B54BE9A8-5D40-4CBB-93E2-3E2183EAFF5E}" srcOrd="0" destOrd="0" presId="urn:microsoft.com/office/officeart/2005/8/layout/hierarchy2"/>
    <dgm:cxn modelId="{B1814620-8D6C-4C6C-BE5E-A6C2FEAD7409}" type="presParOf" srcId="{B54BE9A8-5D40-4CBB-93E2-3E2183EAFF5E}" destId="{D8450564-BE76-4AF9-9A5D-90493035E3F9}" srcOrd="0" destOrd="0" presId="urn:microsoft.com/office/officeart/2005/8/layout/hierarchy2"/>
    <dgm:cxn modelId="{93D5434D-9221-415A-B8EC-563CA9B8A5D5}" type="presParOf" srcId="{FD018341-14A3-4FA1-AF1B-DBB42FDB39C3}" destId="{F1267735-1165-4C2B-ABA0-A88FFEAC7785}" srcOrd="1" destOrd="0" presId="urn:microsoft.com/office/officeart/2005/8/layout/hierarchy2"/>
    <dgm:cxn modelId="{53097CB8-AB39-4C1A-BF46-37069A0A0CFF}" type="presParOf" srcId="{F1267735-1165-4C2B-ABA0-A88FFEAC7785}" destId="{DFB32975-0783-4F9C-AE2C-E0BD5338E9FC}" srcOrd="0" destOrd="0" presId="urn:microsoft.com/office/officeart/2005/8/layout/hierarchy2"/>
    <dgm:cxn modelId="{A3231838-7CA2-4C36-8CC6-E9E5DF1311F9}" type="presParOf" srcId="{F1267735-1165-4C2B-ABA0-A88FFEAC7785}" destId="{B4775A60-9FCD-4FD1-A947-DD0CDB2D66B4}" srcOrd="1" destOrd="0" presId="urn:microsoft.com/office/officeart/2005/8/layout/hierarchy2"/>
    <dgm:cxn modelId="{DB252C0F-A1B3-4CE8-9401-12B910D3840B}" type="presParOf" srcId="{FD4FDBFF-7E3A-4BB5-A4C1-894DF948F783}" destId="{016EB0DF-4FA8-49A8-B053-9BFDBA4F7A9F}" srcOrd="2" destOrd="0" presId="urn:microsoft.com/office/officeart/2005/8/layout/hierarchy2"/>
    <dgm:cxn modelId="{A120329D-5910-40CD-8F6E-11F7BF9BBA7D}" type="presParOf" srcId="{016EB0DF-4FA8-49A8-B053-9BFDBA4F7A9F}" destId="{B36F6A8B-9785-4CEF-8061-96A0C09CFE7E}" srcOrd="0" destOrd="0" presId="urn:microsoft.com/office/officeart/2005/8/layout/hierarchy2"/>
    <dgm:cxn modelId="{458E0800-DBB3-41E0-89A7-3F80605F9478}" type="presParOf" srcId="{FD4FDBFF-7E3A-4BB5-A4C1-894DF948F783}" destId="{1266137B-DB20-4A73-8EA3-1C601F1E83DB}" srcOrd="3" destOrd="0" presId="urn:microsoft.com/office/officeart/2005/8/layout/hierarchy2"/>
    <dgm:cxn modelId="{E5B8BDCE-45F2-4D41-A83E-0EF7A7C62A37}" type="presParOf" srcId="{1266137B-DB20-4A73-8EA3-1C601F1E83DB}" destId="{DAFB57D6-0813-45CD-8D38-52C9EC9B0D9D}" srcOrd="0" destOrd="0" presId="urn:microsoft.com/office/officeart/2005/8/layout/hierarchy2"/>
    <dgm:cxn modelId="{CDFA20C2-A9F1-49F2-9A91-CBBD4FB2A5DA}" type="presParOf" srcId="{1266137B-DB20-4A73-8EA3-1C601F1E83DB}" destId="{C98B48A6-D903-4632-BDE7-A76EF77B16B5}" srcOrd="1" destOrd="0" presId="urn:microsoft.com/office/officeart/2005/8/layout/hierarchy2"/>
    <dgm:cxn modelId="{46A06C5B-391B-4532-BAEC-AA864A6CB603}" type="presParOf" srcId="{C98B48A6-D903-4632-BDE7-A76EF77B16B5}" destId="{01C411F4-FA10-4C04-80F7-9C0E2B3BBB75}" srcOrd="0" destOrd="0" presId="urn:microsoft.com/office/officeart/2005/8/layout/hierarchy2"/>
    <dgm:cxn modelId="{488186A3-0E87-4091-A2ED-917764E04A4E}" type="presParOf" srcId="{01C411F4-FA10-4C04-80F7-9C0E2B3BBB75}" destId="{6B7B1179-169F-43E8-94F2-954FDB59EAD5}" srcOrd="0" destOrd="0" presId="urn:microsoft.com/office/officeart/2005/8/layout/hierarchy2"/>
    <dgm:cxn modelId="{D8C72430-927A-4F3C-8D1F-F74560F1292F}" type="presParOf" srcId="{C98B48A6-D903-4632-BDE7-A76EF77B16B5}" destId="{E63B7329-C798-43F7-8A30-509863F20E29}" srcOrd="1" destOrd="0" presId="urn:microsoft.com/office/officeart/2005/8/layout/hierarchy2"/>
    <dgm:cxn modelId="{4D038A3F-D588-4877-871B-5C2B5AC0DB21}" type="presParOf" srcId="{E63B7329-C798-43F7-8A30-509863F20E29}" destId="{A2AB8BB6-7D67-4939-BD17-9C75F9C86A66}" srcOrd="0" destOrd="0" presId="urn:microsoft.com/office/officeart/2005/8/layout/hierarchy2"/>
    <dgm:cxn modelId="{39DCE42D-075E-4D7D-8838-B103EC857C91}" type="presParOf" srcId="{E63B7329-C798-43F7-8A30-509863F20E29}" destId="{A34005DA-B9FF-4624-B7FE-BE3473509911}" srcOrd="1" destOrd="0" presId="urn:microsoft.com/office/officeart/2005/8/layout/hierarchy2"/>
    <dgm:cxn modelId="{CEF05B51-EE76-46AA-B377-FB253B7CFE01}" type="presParOf" srcId="{0E043ADA-5D89-4F8E-9D98-2939538E468E}" destId="{48D138CD-11A0-424C-845F-C44754C25D61}" srcOrd="2" destOrd="0" presId="urn:microsoft.com/office/officeart/2005/8/layout/hierarchy2"/>
    <dgm:cxn modelId="{8CB3376C-7FA5-49EC-BBC2-886FB3291351}" type="presParOf" srcId="{48D138CD-11A0-424C-845F-C44754C25D61}" destId="{2EB2BCE8-D2E8-4CB9-92C9-BF9AE56687F9}" srcOrd="0" destOrd="0" presId="urn:microsoft.com/office/officeart/2005/8/layout/hierarchy2"/>
    <dgm:cxn modelId="{6E6E0295-1B21-4EBD-8EF7-95AFFF44ADE8}" type="presParOf" srcId="{0E043ADA-5D89-4F8E-9D98-2939538E468E}" destId="{336D5110-67FE-4265-9D3A-593A38001D97}" srcOrd="3" destOrd="0" presId="urn:microsoft.com/office/officeart/2005/8/layout/hierarchy2"/>
    <dgm:cxn modelId="{6740FCB0-245F-4605-BB3A-983372169558}" type="presParOf" srcId="{336D5110-67FE-4265-9D3A-593A38001D97}" destId="{8C353D0C-1AD6-4AA8-AD62-B00D092E747E}" srcOrd="0" destOrd="0" presId="urn:microsoft.com/office/officeart/2005/8/layout/hierarchy2"/>
    <dgm:cxn modelId="{176B5E13-79A5-457F-BC6D-00F9C4D0F136}" type="presParOf" srcId="{336D5110-67FE-4265-9D3A-593A38001D97}" destId="{CDEA59B7-22D2-43A9-8F30-456819F694B9}" srcOrd="1" destOrd="0" presId="urn:microsoft.com/office/officeart/2005/8/layout/hierarchy2"/>
    <dgm:cxn modelId="{2EDE9BBC-EFF0-48E2-BD62-5DD32B82ED0F}" type="presParOf" srcId="{CDEA59B7-22D2-43A9-8F30-456819F694B9}" destId="{8DF89492-B83E-486E-8099-02592243698B}" srcOrd="0" destOrd="0" presId="urn:microsoft.com/office/officeart/2005/8/layout/hierarchy2"/>
    <dgm:cxn modelId="{B774DDBE-CD59-44D9-B06F-B052907A06CF}" type="presParOf" srcId="{8DF89492-B83E-486E-8099-02592243698B}" destId="{B2F0C17B-0842-4B84-91B3-E42901FBE2A9}" srcOrd="0" destOrd="0" presId="urn:microsoft.com/office/officeart/2005/8/layout/hierarchy2"/>
    <dgm:cxn modelId="{14B33DFA-F2CC-481F-B75C-A53805EF9DD0}" type="presParOf" srcId="{CDEA59B7-22D2-43A9-8F30-456819F694B9}" destId="{409767A7-D6D5-4482-BD97-488E1B9D7BBD}" srcOrd="1" destOrd="0" presId="urn:microsoft.com/office/officeart/2005/8/layout/hierarchy2"/>
    <dgm:cxn modelId="{B0B9D8B5-0EDA-4D37-AA42-C85D8CF290DB}" type="presParOf" srcId="{409767A7-D6D5-4482-BD97-488E1B9D7BBD}" destId="{0A0D1F94-9288-4113-80E6-2390FAB84146}" srcOrd="0" destOrd="0" presId="urn:microsoft.com/office/officeart/2005/8/layout/hierarchy2"/>
    <dgm:cxn modelId="{173F7C46-1EA9-4547-9C1B-922B71A635A9}" type="presParOf" srcId="{409767A7-D6D5-4482-BD97-488E1B9D7BBD}" destId="{DE499EAB-A0D6-4971-8632-3B30C40CD991}" srcOrd="1" destOrd="0" presId="urn:microsoft.com/office/officeart/2005/8/layout/hierarchy2"/>
    <dgm:cxn modelId="{7D8FF885-163A-4109-A633-15D208C18919}" type="presParOf" srcId="{DE499EAB-A0D6-4971-8632-3B30C40CD991}" destId="{A4A41E24-1710-413F-8073-45F73FE1BAF7}" srcOrd="0" destOrd="0" presId="urn:microsoft.com/office/officeart/2005/8/layout/hierarchy2"/>
    <dgm:cxn modelId="{FE09E5F6-FE74-4350-84DF-679B1671EE05}" type="presParOf" srcId="{A4A41E24-1710-413F-8073-45F73FE1BAF7}" destId="{C74B4181-75D7-4442-940E-0838659A6541}" srcOrd="0" destOrd="0" presId="urn:microsoft.com/office/officeart/2005/8/layout/hierarchy2"/>
    <dgm:cxn modelId="{ACFAF96D-7957-42AC-BB39-341E767ACACE}" type="presParOf" srcId="{DE499EAB-A0D6-4971-8632-3B30C40CD991}" destId="{C3AECBAD-AAF4-4426-A487-5B752503AC15}" srcOrd="1" destOrd="0" presId="urn:microsoft.com/office/officeart/2005/8/layout/hierarchy2"/>
    <dgm:cxn modelId="{EC3CF2E8-CF86-43B4-B8FF-9AD0269EE739}" type="presParOf" srcId="{C3AECBAD-AAF4-4426-A487-5B752503AC15}" destId="{90899F0D-6916-42AF-8F60-85B260A5FC8E}" srcOrd="0" destOrd="0" presId="urn:microsoft.com/office/officeart/2005/8/layout/hierarchy2"/>
    <dgm:cxn modelId="{749D51DE-1126-4B41-B339-D9429E27E59B}" type="presParOf" srcId="{C3AECBAD-AAF4-4426-A487-5B752503AC15}" destId="{17EC1B9A-B5A5-49F4-B410-A07036CC1257}" srcOrd="1" destOrd="0" presId="urn:microsoft.com/office/officeart/2005/8/layout/hierarchy2"/>
    <dgm:cxn modelId="{A988DC94-3F75-44C8-B689-788A05FC3251}" type="presParOf" srcId="{CDEA59B7-22D2-43A9-8F30-456819F694B9}" destId="{6C38A9B5-D9F0-4432-85F0-2524A7E6C11F}" srcOrd="2" destOrd="0" presId="urn:microsoft.com/office/officeart/2005/8/layout/hierarchy2"/>
    <dgm:cxn modelId="{8D6875A4-BF7C-4003-9F6A-6660C4FC9D2C}" type="presParOf" srcId="{6C38A9B5-D9F0-4432-85F0-2524A7E6C11F}" destId="{83031212-8C9E-4EB7-B927-EFB8A0131F9E}" srcOrd="0" destOrd="0" presId="urn:microsoft.com/office/officeart/2005/8/layout/hierarchy2"/>
    <dgm:cxn modelId="{A9F97CA6-5E50-49E3-AE26-1241168AC99A}" type="presParOf" srcId="{CDEA59B7-22D2-43A9-8F30-456819F694B9}" destId="{EAC2FFD4-1C52-4CE9-A457-6B67C0D47B5A}" srcOrd="3" destOrd="0" presId="urn:microsoft.com/office/officeart/2005/8/layout/hierarchy2"/>
    <dgm:cxn modelId="{C37BDB4A-BA5C-408B-81D2-52767E6F6B1C}" type="presParOf" srcId="{EAC2FFD4-1C52-4CE9-A457-6B67C0D47B5A}" destId="{4E6DB958-A692-441A-A523-7E44535EE9AE}" srcOrd="0" destOrd="0" presId="urn:microsoft.com/office/officeart/2005/8/layout/hierarchy2"/>
    <dgm:cxn modelId="{1A9868B3-7513-4CD2-9B9F-E63CEE3F7CAA}" type="presParOf" srcId="{EAC2FFD4-1C52-4CE9-A457-6B67C0D47B5A}" destId="{D00A2D01-A57B-4AD9-ABCA-D759F9570474}" srcOrd="1" destOrd="0" presId="urn:microsoft.com/office/officeart/2005/8/layout/hierarchy2"/>
    <dgm:cxn modelId="{EA89E5DC-B899-49DB-AECA-9179B818C8DC}" type="presParOf" srcId="{D00A2D01-A57B-4AD9-ABCA-D759F9570474}" destId="{720ABD83-2CE2-4D23-8157-592C11917906}" srcOrd="0" destOrd="0" presId="urn:microsoft.com/office/officeart/2005/8/layout/hierarchy2"/>
    <dgm:cxn modelId="{B93ADF10-0D9A-4AB7-B59E-04D98BD9E934}" type="presParOf" srcId="{720ABD83-2CE2-4D23-8157-592C11917906}" destId="{92C64CD4-1393-4B7F-BACA-2CAAA9E22AEE}" srcOrd="0" destOrd="0" presId="urn:microsoft.com/office/officeart/2005/8/layout/hierarchy2"/>
    <dgm:cxn modelId="{746E2726-C3C4-47E3-8055-08228D4863D4}" type="presParOf" srcId="{D00A2D01-A57B-4AD9-ABCA-D759F9570474}" destId="{7B64F64F-E8D1-40BD-BE67-E357E6B17A1A}" srcOrd="1" destOrd="0" presId="urn:microsoft.com/office/officeart/2005/8/layout/hierarchy2"/>
    <dgm:cxn modelId="{4624BC00-6805-429B-BE94-AFA73FC56661}" type="presParOf" srcId="{7B64F64F-E8D1-40BD-BE67-E357E6B17A1A}" destId="{03E6E7DD-EF88-4C38-8A26-7C7CAA80BFED}" srcOrd="0" destOrd="0" presId="urn:microsoft.com/office/officeart/2005/8/layout/hierarchy2"/>
    <dgm:cxn modelId="{2E776A69-EB39-488B-B04F-BBDA22F4D068}" type="presParOf" srcId="{7B64F64F-E8D1-40BD-BE67-E357E6B17A1A}" destId="{E2D5B82F-0A3F-4EDD-99EE-3ED0B6C5DCC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9B2811D-5B08-4A75-A575-E3D9B6A72EFF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DB54BE8-831C-4140-8AEA-2E8FAEDEFFFD}">
      <dgm:prSet phldrT="[Text]"/>
      <dgm:spPr/>
      <dgm:t>
        <a:bodyPr/>
        <a:lstStyle/>
        <a:p>
          <a:r>
            <a:rPr lang="en-US" dirty="0" smtClean="0"/>
            <a:t>Unclear requirements</a:t>
          </a:r>
          <a:endParaRPr lang="en-US" dirty="0"/>
        </a:p>
      </dgm:t>
    </dgm:pt>
    <dgm:pt modelId="{9C22E18D-5092-4643-B940-79761FC16395}" type="parTrans" cxnId="{29562D62-BCB2-4478-87D4-5A0C3D80C08F}">
      <dgm:prSet/>
      <dgm:spPr/>
      <dgm:t>
        <a:bodyPr/>
        <a:lstStyle/>
        <a:p>
          <a:endParaRPr lang="en-US"/>
        </a:p>
      </dgm:t>
    </dgm:pt>
    <dgm:pt modelId="{B46DD615-A675-46CD-BB38-FB30F9C6446F}" type="sibTrans" cxnId="{29562D62-BCB2-4478-87D4-5A0C3D80C08F}">
      <dgm:prSet/>
      <dgm:spPr/>
      <dgm:t>
        <a:bodyPr/>
        <a:lstStyle/>
        <a:p>
          <a:endParaRPr lang="en-US"/>
        </a:p>
      </dgm:t>
    </dgm:pt>
    <dgm:pt modelId="{782CADBA-395E-44F9-BE17-C703D58100C9}">
      <dgm:prSet phldrT="[Text]"/>
      <dgm:spPr/>
      <dgm:t>
        <a:bodyPr/>
        <a:lstStyle/>
        <a:p>
          <a:r>
            <a:rPr lang="en-US" dirty="0" smtClean="0"/>
            <a:t>Mitigation</a:t>
          </a:r>
          <a:endParaRPr lang="en-US" dirty="0"/>
        </a:p>
      </dgm:t>
    </dgm:pt>
    <dgm:pt modelId="{C61C155C-F14B-4F99-8EEC-FECCA5EC4D9A}" type="parTrans" cxnId="{9D1BF554-AB16-472E-95E1-F641C9C46E77}">
      <dgm:prSet/>
      <dgm:spPr/>
      <dgm:t>
        <a:bodyPr/>
        <a:lstStyle/>
        <a:p>
          <a:endParaRPr lang="en-US"/>
        </a:p>
      </dgm:t>
    </dgm:pt>
    <dgm:pt modelId="{1F7019B6-A9ED-44DC-AEEA-8F59BE846648}" type="sibTrans" cxnId="{9D1BF554-AB16-472E-95E1-F641C9C46E77}">
      <dgm:prSet/>
      <dgm:spPr/>
      <dgm:t>
        <a:bodyPr/>
        <a:lstStyle/>
        <a:p>
          <a:endParaRPr lang="en-US"/>
        </a:p>
      </dgm:t>
    </dgm:pt>
    <dgm:pt modelId="{9846C402-CA94-4EFF-BDC4-6667D12C0BBD}">
      <dgm:prSet phldrT="[Text]"/>
      <dgm:spPr/>
      <dgm:t>
        <a:bodyPr/>
        <a:lstStyle/>
        <a:p>
          <a:r>
            <a:rPr lang="en-US" dirty="0" smtClean="0"/>
            <a:t>40%</a:t>
          </a:r>
          <a:endParaRPr lang="en-US" dirty="0"/>
        </a:p>
      </dgm:t>
    </dgm:pt>
    <dgm:pt modelId="{8B923374-8FC7-4A8B-BC3C-DF3188639210}" type="parTrans" cxnId="{BBCB3DAE-F33A-42E8-ABDC-0140983EB331}">
      <dgm:prSet/>
      <dgm:spPr/>
      <dgm:t>
        <a:bodyPr/>
        <a:lstStyle/>
        <a:p>
          <a:endParaRPr lang="en-US"/>
        </a:p>
      </dgm:t>
    </dgm:pt>
    <dgm:pt modelId="{BD97307E-D572-4DF2-ACD4-10A87824B9D6}" type="sibTrans" cxnId="{BBCB3DAE-F33A-42E8-ABDC-0140983EB331}">
      <dgm:prSet/>
      <dgm:spPr/>
      <dgm:t>
        <a:bodyPr/>
        <a:lstStyle/>
        <a:p>
          <a:endParaRPr lang="en-US"/>
        </a:p>
      </dgm:t>
    </dgm:pt>
    <dgm:pt modelId="{1D86503D-ACF9-42AE-AC9E-57C31818309C}">
      <dgm:prSet phldrT="[Text]"/>
      <dgm:spPr/>
      <dgm:t>
        <a:bodyPr/>
        <a:lstStyle/>
        <a:p>
          <a:r>
            <a:rPr lang="en-US" dirty="0" smtClean="0"/>
            <a:t>60%</a:t>
          </a:r>
          <a:endParaRPr lang="en-US" dirty="0"/>
        </a:p>
      </dgm:t>
    </dgm:pt>
    <dgm:pt modelId="{187AC547-5F07-44D3-A588-5F9A786DC0CD}" type="parTrans" cxnId="{E474B67F-EF9F-49B4-A3F2-64527A29B160}">
      <dgm:prSet/>
      <dgm:spPr/>
      <dgm:t>
        <a:bodyPr/>
        <a:lstStyle/>
        <a:p>
          <a:endParaRPr lang="en-US"/>
        </a:p>
      </dgm:t>
    </dgm:pt>
    <dgm:pt modelId="{27044D8D-406D-4855-870A-CB58CB584435}" type="sibTrans" cxnId="{E474B67F-EF9F-49B4-A3F2-64527A29B160}">
      <dgm:prSet/>
      <dgm:spPr/>
      <dgm:t>
        <a:bodyPr/>
        <a:lstStyle/>
        <a:p>
          <a:endParaRPr lang="en-US"/>
        </a:p>
      </dgm:t>
    </dgm:pt>
    <dgm:pt modelId="{BAD8ACA9-8C73-4904-B10E-E9C3FEBEDA67}">
      <dgm:prSet phldrT="[Text]"/>
      <dgm:spPr/>
      <dgm:t>
        <a:bodyPr/>
        <a:lstStyle/>
        <a:p>
          <a:r>
            <a:rPr lang="en-US" dirty="0" smtClean="0"/>
            <a:t>Prototype</a:t>
          </a:r>
          <a:endParaRPr lang="en-US" dirty="0"/>
        </a:p>
      </dgm:t>
    </dgm:pt>
    <dgm:pt modelId="{F03CBE43-314C-4F11-8CE7-94E3E38A839F}" type="parTrans" cxnId="{FEBFF9D6-2B74-4B82-8C46-BD4050C846FD}">
      <dgm:prSet/>
      <dgm:spPr/>
      <dgm:t>
        <a:bodyPr/>
        <a:lstStyle/>
        <a:p>
          <a:endParaRPr lang="en-US"/>
        </a:p>
      </dgm:t>
    </dgm:pt>
    <dgm:pt modelId="{42CA7E06-C442-4E47-8C19-BFF961E5647C}" type="sibTrans" cxnId="{FEBFF9D6-2B74-4B82-8C46-BD4050C846FD}">
      <dgm:prSet/>
      <dgm:spPr/>
      <dgm:t>
        <a:bodyPr/>
        <a:lstStyle/>
        <a:p>
          <a:endParaRPr lang="en-US"/>
        </a:p>
      </dgm:t>
    </dgm:pt>
    <dgm:pt modelId="{6229FE98-35A3-4DA6-99BB-AF2A1D577510}">
      <dgm:prSet phldrT="[Text]"/>
      <dgm:spPr/>
      <dgm:t>
        <a:bodyPr/>
        <a:lstStyle/>
        <a:p>
          <a:r>
            <a:rPr lang="en-US" dirty="0" smtClean="0"/>
            <a:t>5%</a:t>
          </a:r>
          <a:endParaRPr lang="en-US" dirty="0"/>
        </a:p>
      </dgm:t>
    </dgm:pt>
    <dgm:pt modelId="{92003E3F-F203-4C81-803F-4FC25112015A}" type="parTrans" cxnId="{DF8F45B1-2AC2-4871-9518-43DF5ECB96DF}">
      <dgm:prSet/>
      <dgm:spPr/>
      <dgm:t>
        <a:bodyPr/>
        <a:lstStyle/>
        <a:p>
          <a:endParaRPr lang="en-US"/>
        </a:p>
      </dgm:t>
    </dgm:pt>
    <dgm:pt modelId="{010A079D-E26F-4CDA-8260-51BCB1A82BBC}" type="sibTrans" cxnId="{DF8F45B1-2AC2-4871-9518-43DF5ECB96DF}">
      <dgm:prSet/>
      <dgm:spPr/>
      <dgm:t>
        <a:bodyPr/>
        <a:lstStyle/>
        <a:p>
          <a:endParaRPr lang="en-US"/>
        </a:p>
      </dgm:t>
    </dgm:pt>
    <dgm:pt modelId="{E0A3C2FD-0401-4CF9-86BE-504E80FBFD7F}">
      <dgm:prSet phldrT="[Text]"/>
      <dgm:spPr/>
      <dgm:t>
        <a:bodyPr/>
        <a:lstStyle/>
        <a:p>
          <a:r>
            <a:rPr lang="en-US" dirty="0" smtClean="0"/>
            <a:t>95%</a:t>
          </a:r>
          <a:endParaRPr lang="en-US" dirty="0"/>
        </a:p>
      </dgm:t>
    </dgm:pt>
    <dgm:pt modelId="{30ED30E0-F121-4C2F-89F1-79EAB9D179DB}" type="parTrans" cxnId="{785AD9AE-E063-41AC-B095-90935AB5751A}">
      <dgm:prSet/>
      <dgm:spPr/>
      <dgm:t>
        <a:bodyPr/>
        <a:lstStyle/>
        <a:p>
          <a:endParaRPr lang="en-US"/>
        </a:p>
      </dgm:t>
    </dgm:pt>
    <dgm:pt modelId="{B030D84A-7BF4-43C9-A7D7-E4D9A725D965}" type="sibTrans" cxnId="{785AD9AE-E063-41AC-B095-90935AB5751A}">
      <dgm:prSet/>
      <dgm:spPr/>
      <dgm:t>
        <a:bodyPr/>
        <a:lstStyle/>
        <a:p>
          <a:endParaRPr lang="en-US"/>
        </a:p>
      </dgm:t>
    </dgm:pt>
    <dgm:pt modelId="{A17ADFA8-EB89-4A8F-8879-7AB82103502D}">
      <dgm:prSet phldrT="[Text]"/>
      <dgm:spPr/>
      <dgm:t>
        <a:bodyPr/>
        <a:lstStyle/>
        <a:p>
          <a:r>
            <a:rPr lang="en-US" dirty="0" smtClean="0"/>
            <a:t>Acceptance</a:t>
          </a:r>
          <a:endParaRPr lang="en-US" dirty="0"/>
        </a:p>
      </dgm:t>
    </dgm:pt>
    <dgm:pt modelId="{576E8CE2-C338-4F8D-8FB9-36D69FB6CA4F}" type="parTrans" cxnId="{72699251-25DE-4D5B-BC15-C5B26BB2B112}">
      <dgm:prSet/>
      <dgm:spPr/>
      <dgm:t>
        <a:bodyPr/>
        <a:lstStyle/>
        <a:p>
          <a:endParaRPr lang="en-US"/>
        </a:p>
      </dgm:t>
    </dgm:pt>
    <dgm:pt modelId="{72808A04-5E26-4DC3-BE3D-2D6CA42A5490}" type="sibTrans" cxnId="{72699251-25DE-4D5B-BC15-C5B26BB2B112}">
      <dgm:prSet/>
      <dgm:spPr/>
      <dgm:t>
        <a:bodyPr/>
        <a:lstStyle/>
        <a:p>
          <a:endParaRPr lang="en-US"/>
        </a:p>
      </dgm:t>
    </dgm:pt>
    <dgm:pt modelId="{6799079F-2C9A-43D8-9679-A609729A1BE3}">
      <dgm:prSet phldrT="[Text]"/>
      <dgm:spPr/>
      <dgm:t>
        <a:bodyPr/>
        <a:lstStyle/>
        <a:p>
          <a:r>
            <a:rPr lang="en-US" dirty="0" smtClean="0"/>
            <a:t>Assumptions</a:t>
          </a:r>
          <a:endParaRPr lang="en-US" dirty="0"/>
        </a:p>
      </dgm:t>
    </dgm:pt>
    <dgm:pt modelId="{00BC8967-331F-45A0-9600-7BE109A6654A}" type="parTrans" cxnId="{B832BDA9-7B51-4201-91E7-88CEAFC1C4DE}">
      <dgm:prSet/>
      <dgm:spPr/>
      <dgm:t>
        <a:bodyPr/>
        <a:lstStyle/>
        <a:p>
          <a:endParaRPr lang="en-US"/>
        </a:p>
      </dgm:t>
    </dgm:pt>
    <dgm:pt modelId="{4D5F6CB4-B700-45A0-9C45-9989E55B19B6}" type="sibTrans" cxnId="{B832BDA9-7B51-4201-91E7-88CEAFC1C4DE}">
      <dgm:prSet/>
      <dgm:spPr/>
      <dgm:t>
        <a:bodyPr/>
        <a:lstStyle/>
        <a:p>
          <a:endParaRPr lang="en-US"/>
        </a:p>
      </dgm:t>
    </dgm:pt>
    <dgm:pt modelId="{A75F833C-307A-4DA7-8CF5-691FB3F7053A}">
      <dgm:prSet phldrT="[Text]"/>
      <dgm:spPr/>
      <dgm:t>
        <a:bodyPr/>
        <a:lstStyle/>
        <a:p>
          <a:r>
            <a:rPr lang="en-US" dirty="0" smtClean="0"/>
            <a:t>70%</a:t>
          </a:r>
          <a:endParaRPr lang="en-US" dirty="0"/>
        </a:p>
      </dgm:t>
    </dgm:pt>
    <dgm:pt modelId="{3D7ADD24-CD8D-4040-85E3-5503C42D41B5}" type="parTrans" cxnId="{7CF7FA4E-2357-468C-955A-E87196CCF87C}">
      <dgm:prSet/>
      <dgm:spPr/>
      <dgm:t>
        <a:bodyPr/>
        <a:lstStyle/>
        <a:p>
          <a:endParaRPr lang="en-US"/>
        </a:p>
      </dgm:t>
    </dgm:pt>
    <dgm:pt modelId="{4950BC64-286B-4BDF-94A4-367AB69B2CFF}" type="sibTrans" cxnId="{7CF7FA4E-2357-468C-955A-E87196CCF87C}">
      <dgm:prSet/>
      <dgm:spPr/>
      <dgm:t>
        <a:bodyPr/>
        <a:lstStyle/>
        <a:p>
          <a:endParaRPr lang="en-US"/>
        </a:p>
      </dgm:t>
    </dgm:pt>
    <dgm:pt modelId="{BE148B62-23BD-4F45-A85C-8B070FC24312}">
      <dgm:prSet phldrT="[Text]"/>
      <dgm:spPr/>
      <dgm:t>
        <a:bodyPr/>
        <a:lstStyle/>
        <a:p>
          <a:r>
            <a:rPr lang="en-US" dirty="0" smtClean="0"/>
            <a:t>30%</a:t>
          </a:r>
          <a:endParaRPr lang="en-US" dirty="0"/>
        </a:p>
      </dgm:t>
    </dgm:pt>
    <dgm:pt modelId="{4CD0B942-FB20-4E68-BD15-07284213C6F3}" type="parTrans" cxnId="{AB411A8F-0D92-4FAB-AD3D-4E378FE03C3D}">
      <dgm:prSet/>
      <dgm:spPr/>
      <dgm:t>
        <a:bodyPr/>
        <a:lstStyle/>
        <a:p>
          <a:endParaRPr lang="en-US"/>
        </a:p>
      </dgm:t>
    </dgm:pt>
    <dgm:pt modelId="{6906AE19-F553-404A-8F38-C10246449F53}" type="sibTrans" cxnId="{AB411A8F-0D92-4FAB-AD3D-4E378FE03C3D}">
      <dgm:prSet/>
      <dgm:spPr/>
      <dgm:t>
        <a:bodyPr/>
        <a:lstStyle/>
        <a:p>
          <a:endParaRPr lang="en-US"/>
        </a:p>
      </dgm:t>
    </dgm:pt>
    <dgm:pt modelId="{307606D4-148F-4180-921E-0C095711A819}">
      <dgm:prSet phldrT="[Text]"/>
      <dgm:spPr/>
      <dgm:t>
        <a:bodyPr/>
        <a:lstStyle/>
        <a:p>
          <a:r>
            <a:rPr lang="en-US" dirty="0" smtClean="0"/>
            <a:t>$3000</a:t>
          </a:r>
          <a:endParaRPr lang="en-US" dirty="0"/>
        </a:p>
      </dgm:t>
    </dgm:pt>
    <dgm:pt modelId="{411672F8-7FDC-4422-A2C9-EED2CA178B3B}" type="parTrans" cxnId="{AEB9AA22-7EA3-4E1F-9434-9D40C734E910}">
      <dgm:prSet/>
      <dgm:spPr/>
      <dgm:t>
        <a:bodyPr/>
        <a:lstStyle/>
        <a:p>
          <a:endParaRPr lang="en-US"/>
        </a:p>
      </dgm:t>
    </dgm:pt>
    <dgm:pt modelId="{C86DE68C-0AA0-4A80-8F29-BC7B712E8AA1}" type="sibTrans" cxnId="{AEB9AA22-7EA3-4E1F-9434-9D40C734E910}">
      <dgm:prSet/>
      <dgm:spPr/>
      <dgm:t>
        <a:bodyPr/>
        <a:lstStyle/>
        <a:p>
          <a:endParaRPr lang="en-US"/>
        </a:p>
      </dgm:t>
    </dgm:pt>
    <dgm:pt modelId="{330D66BA-BB06-4DF0-BD64-B93A80147CCC}">
      <dgm:prSet phldrT="[Text]"/>
      <dgm:spPr/>
      <dgm:t>
        <a:bodyPr/>
        <a:lstStyle/>
        <a:p>
          <a:r>
            <a:rPr lang="en-US" dirty="0" smtClean="0"/>
            <a:t>$0</a:t>
          </a:r>
          <a:endParaRPr lang="en-US" dirty="0"/>
        </a:p>
      </dgm:t>
    </dgm:pt>
    <dgm:pt modelId="{BB4BDD0D-77B7-49B7-85F0-66B0BC108BC9}" type="parTrans" cxnId="{96F251D9-FD95-476A-A4AE-8BE7D0B32030}">
      <dgm:prSet/>
      <dgm:spPr/>
      <dgm:t>
        <a:bodyPr/>
        <a:lstStyle/>
        <a:p>
          <a:endParaRPr lang="en-US"/>
        </a:p>
      </dgm:t>
    </dgm:pt>
    <dgm:pt modelId="{7E232A5E-41F6-4B2F-942B-BF43AA948B05}" type="sibTrans" cxnId="{96F251D9-FD95-476A-A4AE-8BE7D0B32030}">
      <dgm:prSet/>
      <dgm:spPr/>
      <dgm:t>
        <a:bodyPr/>
        <a:lstStyle/>
        <a:p>
          <a:endParaRPr lang="en-US"/>
        </a:p>
      </dgm:t>
    </dgm:pt>
    <dgm:pt modelId="{134732C3-9631-46ED-9F37-99B644F46878}">
      <dgm:prSet phldrT="[Text]"/>
      <dgm:spPr/>
      <dgm:t>
        <a:bodyPr/>
        <a:lstStyle/>
        <a:p>
          <a:r>
            <a:rPr lang="en-US" dirty="0" smtClean="0"/>
            <a:t>$3400</a:t>
          </a:r>
          <a:endParaRPr lang="en-US" dirty="0"/>
        </a:p>
      </dgm:t>
    </dgm:pt>
    <dgm:pt modelId="{05836289-1AAE-4F1E-9B3E-A573350D7038}" type="parTrans" cxnId="{3B25FB04-F6BC-41E0-B490-1C10756D80F5}">
      <dgm:prSet/>
      <dgm:spPr/>
      <dgm:t>
        <a:bodyPr/>
        <a:lstStyle/>
        <a:p>
          <a:endParaRPr lang="en-US"/>
        </a:p>
      </dgm:t>
    </dgm:pt>
    <dgm:pt modelId="{DC2E879D-0C3F-40A5-B7AE-DC11D194E501}" type="sibTrans" cxnId="{3B25FB04-F6BC-41E0-B490-1C10756D80F5}">
      <dgm:prSet/>
      <dgm:spPr/>
      <dgm:t>
        <a:bodyPr/>
        <a:lstStyle/>
        <a:p>
          <a:endParaRPr lang="en-US"/>
        </a:p>
      </dgm:t>
    </dgm:pt>
    <dgm:pt modelId="{6E6A39EA-F775-4EA0-AFDB-575F9D9EB874}">
      <dgm:prSet phldrT="[Text]"/>
      <dgm:spPr/>
      <dgm:t>
        <a:bodyPr/>
        <a:lstStyle/>
        <a:p>
          <a:r>
            <a:rPr lang="en-US" dirty="0" smtClean="0"/>
            <a:t>$400</a:t>
          </a:r>
          <a:endParaRPr lang="en-US" dirty="0"/>
        </a:p>
      </dgm:t>
    </dgm:pt>
    <dgm:pt modelId="{9138F564-0A8C-43A7-A0D6-A48FAC762B4E}" type="parTrans" cxnId="{1BE79ECE-693A-4BB7-A5D5-AAB83779E441}">
      <dgm:prSet/>
      <dgm:spPr/>
      <dgm:t>
        <a:bodyPr/>
        <a:lstStyle/>
        <a:p>
          <a:endParaRPr lang="en-US"/>
        </a:p>
      </dgm:t>
    </dgm:pt>
    <dgm:pt modelId="{A0BC3897-A8F8-45FD-A757-48A1558335F6}" type="sibTrans" cxnId="{1BE79ECE-693A-4BB7-A5D5-AAB83779E441}">
      <dgm:prSet/>
      <dgm:spPr/>
      <dgm:t>
        <a:bodyPr/>
        <a:lstStyle/>
        <a:p>
          <a:endParaRPr lang="en-US"/>
        </a:p>
      </dgm:t>
    </dgm:pt>
    <dgm:pt modelId="{38787DFA-CCA2-4E41-A93C-BC6D10C627AA}">
      <dgm:prSet phldrT="[Text]"/>
      <dgm:spPr/>
      <dgm:t>
        <a:bodyPr/>
        <a:lstStyle/>
        <a:p>
          <a:r>
            <a:rPr lang="en-US" dirty="0" smtClean="0"/>
            <a:t>$4000</a:t>
          </a:r>
          <a:endParaRPr lang="en-US" dirty="0"/>
        </a:p>
      </dgm:t>
    </dgm:pt>
    <dgm:pt modelId="{AB3405E7-4C80-434D-8BDA-6C1C0EE67785}" type="parTrans" cxnId="{1FD58423-7F96-4931-9BE6-6AFAD1A021EC}">
      <dgm:prSet/>
      <dgm:spPr/>
      <dgm:t>
        <a:bodyPr/>
        <a:lstStyle/>
        <a:p>
          <a:endParaRPr lang="en-US"/>
        </a:p>
      </dgm:t>
    </dgm:pt>
    <dgm:pt modelId="{397EA08C-337D-4CAF-9385-D0F311861082}" type="sibTrans" cxnId="{1FD58423-7F96-4931-9BE6-6AFAD1A021EC}">
      <dgm:prSet/>
      <dgm:spPr/>
      <dgm:t>
        <a:bodyPr/>
        <a:lstStyle/>
        <a:p>
          <a:endParaRPr lang="en-US"/>
        </a:p>
      </dgm:t>
    </dgm:pt>
    <dgm:pt modelId="{2EADF08B-9F3D-439D-9CBE-3C8EF0A49E7E}">
      <dgm:prSet phldrT="[Text]"/>
      <dgm:spPr/>
      <dgm:t>
        <a:bodyPr/>
        <a:lstStyle/>
        <a:p>
          <a:r>
            <a:rPr lang="en-US" dirty="0" smtClean="0"/>
            <a:t>$1000</a:t>
          </a:r>
          <a:endParaRPr lang="en-US" dirty="0"/>
        </a:p>
      </dgm:t>
    </dgm:pt>
    <dgm:pt modelId="{F3AB5D6D-3DD9-4871-868B-C37CAF0CBE72}" type="parTrans" cxnId="{F792D8CA-3496-45A5-B657-2ED0FB632688}">
      <dgm:prSet/>
      <dgm:spPr/>
      <dgm:t>
        <a:bodyPr/>
        <a:lstStyle/>
        <a:p>
          <a:endParaRPr lang="en-US"/>
        </a:p>
      </dgm:t>
    </dgm:pt>
    <dgm:pt modelId="{9EBE0A99-D829-42D9-88D6-A35FE6D76326}" type="sibTrans" cxnId="{F792D8CA-3496-45A5-B657-2ED0FB632688}">
      <dgm:prSet/>
      <dgm:spPr/>
      <dgm:t>
        <a:bodyPr/>
        <a:lstStyle/>
        <a:p>
          <a:endParaRPr lang="en-US"/>
        </a:p>
      </dgm:t>
    </dgm:pt>
    <dgm:pt modelId="{A2F56FF7-68E3-474E-8A6A-CB710F3AF0B0}" type="pres">
      <dgm:prSet presAssocID="{19B2811D-5B08-4A75-A575-E3D9B6A72EF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DADF166-A4A6-45A6-9A12-08AA6DB86750}" type="pres">
      <dgm:prSet presAssocID="{EDB54BE8-831C-4140-8AEA-2E8FAEDEFFFD}" presName="root1" presStyleCnt="0"/>
      <dgm:spPr/>
      <dgm:t>
        <a:bodyPr/>
        <a:lstStyle/>
        <a:p>
          <a:endParaRPr lang="en-US"/>
        </a:p>
      </dgm:t>
    </dgm:pt>
    <dgm:pt modelId="{054C901A-F4F3-405E-892E-9622EE447C26}" type="pres">
      <dgm:prSet presAssocID="{EDB54BE8-831C-4140-8AEA-2E8FAEDEFFFD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E23A47A-E2F4-45C8-B3C6-5D2E9A30B716}" type="pres">
      <dgm:prSet presAssocID="{EDB54BE8-831C-4140-8AEA-2E8FAEDEFFFD}" presName="level2hierChild" presStyleCnt="0"/>
      <dgm:spPr/>
      <dgm:t>
        <a:bodyPr/>
        <a:lstStyle/>
        <a:p>
          <a:endParaRPr lang="en-US"/>
        </a:p>
      </dgm:t>
    </dgm:pt>
    <dgm:pt modelId="{2B4658E2-3D26-45A4-ADFB-572458950F26}" type="pres">
      <dgm:prSet presAssocID="{576E8CE2-C338-4F8D-8FB9-36D69FB6CA4F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4A928019-5E9E-410D-8FD5-3AABCE147E41}" type="pres">
      <dgm:prSet presAssocID="{576E8CE2-C338-4F8D-8FB9-36D69FB6CA4F}" presName="connTx" presStyleLbl="parChTrans1D2" presStyleIdx="0" presStyleCnt="2"/>
      <dgm:spPr/>
      <dgm:t>
        <a:bodyPr/>
        <a:lstStyle/>
        <a:p>
          <a:endParaRPr lang="en-US"/>
        </a:p>
      </dgm:t>
    </dgm:pt>
    <dgm:pt modelId="{C2106723-49E5-4624-99C5-963D75CE97E5}" type="pres">
      <dgm:prSet presAssocID="{A17ADFA8-EB89-4A8F-8879-7AB82103502D}" presName="root2" presStyleCnt="0"/>
      <dgm:spPr/>
      <dgm:t>
        <a:bodyPr/>
        <a:lstStyle/>
        <a:p>
          <a:endParaRPr lang="en-US"/>
        </a:p>
      </dgm:t>
    </dgm:pt>
    <dgm:pt modelId="{D3435A7C-3C05-4D2F-8A91-9ED2EED52275}" type="pres">
      <dgm:prSet presAssocID="{A17ADFA8-EB89-4A8F-8879-7AB82103502D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A4F4631-ABA7-47BA-A495-B4B26D183548}" type="pres">
      <dgm:prSet presAssocID="{A17ADFA8-EB89-4A8F-8879-7AB82103502D}" presName="level3hierChild" presStyleCnt="0"/>
      <dgm:spPr/>
      <dgm:t>
        <a:bodyPr/>
        <a:lstStyle/>
        <a:p>
          <a:endParaRPr lang="en-US"/>
        </a:p>
      </dgm:t>
    </dgm:pt>
    <dgm:pt modelId="{7EC3C314-3A2D-4A49-A598-F47B65087713}" type="pres">
      <dgm:prSet presAssocID="{3D7ADD24-CD8D-4040-85E3-5503C42D41B5}" presName="conn2-1" presStyleLbl="parChTrans1D3" presStyleIdx="0" presStyleCnt="4"/>
      <dgm:spPr/>
      <dgm:t>
        <a:bodyPr/>
        <a:lstStyle/>
        <a:p>
          <a:endParaRPr lang="en-US"/>
        </a:p>
      </dgm:t>
    </dgm:pt>
    <dgm:pt modelId="{5570881D-7A71-4BDA-922A-A5503D4DCD6B}" type="pres">
      <dgm:prSet presAssocID="{3D7ADD24-CD8D-4040-85E3-5503C42D41B5}" presName="connTx" presStyleLbl="parChTrans1D3" presStyleIdx="0" presStyleCnt="4"/>
      <dgm:spPr/>
      <dgm:t>
        <a:bodyPr/>
        <a:lstStyle/>
        <a:p>
          <a:endParaRPr lang="en-US"/>
        </a:p>
      </dgm:t>
    </dgm:pt>
    <dgm:pt modelId="{E8DC0ECB-3E67-455D-9AED-AFED5E2EA99E}" type="pres">
      <dgm:prSet presAssocID="{A75F833C-307A-4DA7-8CF5-691FB3F7053A}" presName="root2" presStyleCnt="0"/>
      <dgm:spPr/>
      <dgm:t>
        <a:bodyPr/>
        <a:lstStyle/>
        <a:p>
          <a:endParaRPr lang="en-US"/>
        </a:p>
      </dgm:t>
    </dgm:pt>
    <dgm:pt modelId="{78F40A78-D6C6-4C1F-A569-FBC71705B4FC}" type="pres">
      <dgm:prSet presAssocID="{A75F833C-307A-4DA7-8CF5-691FB3F7053A}" presName="LevelTwoTextNode" presStyleLbl="node3" presStyleIdx="0" presStyleCnt="4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6C8D9AB7-FFF6-4E45-AE8D-D906FC9F7FF3}" type="pres">
      <dgm:prSet presAssocID="{A75F833C-307A-4DA7-8CF5-691FB3F7053A}" presName="level3hierChild" presStyleCnt="0"/>
      <dgm:spPr/>
      <dgm:t>
        <a:bodyPr/>
        <a:lstStyle/>
        <a:p>
          <a:endParaRPr lang="en-US"/>
        </a:p>
      </dgm:t>
    </dgm:pt>
    <dgm:pt modelId="{D1CF3E81-97D3-4ADB-B1A7-A6D41761BD5C}" type="pres">
      <dgm:prSet presAssocID="{411672F8-7FDC-4422-A2C9-EED2CA178B3B}" presName="conn2-1" presStyleLbl="parChTrans1D4" presStyleIdx="0" presStyleCnt="10"/>
      <dgm:spPr/>
      <dgm:t>
        <a:bodyPr/>
        <a:lstStyle/>
        <a:p>
          <a:endParaRPr lang="en-US"/>
        </a:p>
      </dgm:t>
    </dgm:pt>
    <dgm:pt modelId="{37EF4B8B-D442-4ADA-B4FC-F6EE1EBE92E1}" type="pres">
      <dgm:prSet presAssocID="{411672F8-7FDC-4422-A2C9-EED2CA178B3B}" presName="connTx" presStyleLbl="parChTrans1D4" presStyleIdx="0" presStyleCnt="10"/>
      <dgm:spPr/>
      <dgm:t>
        <a:bodyPr/>
        <a:lstStyle/>
        <a:p>
          <a:endParaRPr lang="en-US"/>
        </a:p>
      </dgm:t>
    </dgm:pt>
    <dgm:pt modelId="{96141D9B-1585-431B-8860-DBD2E789B615}" type="pres">
      <dgm:prSet presAssocID="{307606D4-148F-4180-921E-0C095711A819}" presName="root2" presStyleCnt="0"/>
      <dgm:spPr/>
      <dgm:t>
        <a:bodyPr/>
        <a:lstStyle/>
        <a:p>
          <a:endParaRPr lang="en-US"/>
        </a:p>
      </dgm:t>
    </dgm:pt>
    <dgm:pt modelId="{A65EE4EC-D31B-4EB0-BCAE-FB4A6A0A64AB}" type="pres">
      <dgm:prSet presAssocID="{307606D4-148F-4180-921E-0C095711A819}" presName="LevelTwoTextNode" presStyleLbl="node4" presStyleIdx="0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C84BB108-59FE-4BAE-AE6C-64CF3C2A6DF5}" type="pres">
      <dgm:prSet presAssocID="{307606D4-148F-4180-921E-0C095711A819}" presName="level3hierChild" presStyleCnt="0"/>
      <dgm:spPr/>
      <dgm:t>
        <a:bodyPr/>
        <a:lstStyle/>
        <a:p>
          <a:endParaRPr lang="en-US"/>
        </a:p>
      </dgm:t>
    </dgm:pt>
    <dgm:pt modelId="{0A258AEB-6B7C-40EC-863B-A957AF55C093}" type="pres">
      <dgm:prSet presAssocID="{4CD0B942-FB20-4E68-BD15-07284213C6F3}" presName="conn2-1" presStyleLbl="parChTrans1D3" presStyleIdx="1" presStyleCnt="4"/>
      <dgm:spPr/>
      <dgm:t>
        <a:bodyPr/>
        <a:lstStyle/>
        <a:p>
          <a:endParaRPr lang="en-US"/>
        </a:p>
      </dgm:t>
    </dgm:pt>
    <dgm:pt modelId="{03D69DB9-E825-4C3A-AB24-3BFFAEB905C2}" type="pres">
      <dgm:prSet presAssocID="{4CD0B942-FB20-4E68-BD15-07284213C6F3}" presName="connTx" presStyleLbl="parChTrans1D3" presStyleIdx="1" presStyleCnt="4"/>
      <dgm:spPr/>
      <dgm:t>
        <a:bodyPr/>
        <a:lstStyle/>
        <a:p>
          <a:endParaRPr lang="en-US"/>
        </a:p>
      </dgm:t>
    </dgm:pt>
    <dgm:pt modelId="{DD3A8538-FECF-4D8E-A9F0-8EF81526DD07}" type="pres">
      <dgm:prSet presAssocID="{BE148B62-23BD-4F45-A85C-8B070FC24312}" presName="root2" presStyleCnt="0"/>
      <dgm:spPr/>
      <dgm:t>
        <a:bodyPr/>
        <a:lstStyle/>
        <a:p>
          <a:endParaRPr lang="en-US"/>
        </a:p>
      </dgm:t>
    </dgm:pt>
    <dgm:pt modelId="{CE5E64B8-A9C1-4CBE-8596-A5F2FEA22CE7}" type="pres">
      <dgm:prSet presAssocID="{BE148B62-23BD-4F45-A85C-8B070FC24312}" presName="LevelTwoTextNode" presStyleLbl="node3" presStyleIdx="1" presStyleCnt="4" custLinFactNeighborY="20786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F4A9410E-B915-424E-9FD4-8A8A8584CDCD}" type="pres">
      <dgm:prSet presAssocID="{BE148B62-23BD-4F45-A85C-8B070FC24312}" presName="level3hierChild" presStyleCnt="0"/>
      <dgm:spPr/>
      <dgm:t>
        <a:bodyPr/>
        <a:lstStyle/>
        <a:p>
          <a:endParaRPr lang="en-US"/>
        </a:p>
      </dgm:t>
    </dgm:pt>
    <dgm:pt modelId="{1DD3233B-8342-4AF6-A15B-2C9B3DA76C77}" type="pres">
      <dgm:prSet presAssocID="{BB4BDD0D-77B7-49B7-85F0-66B0BC108BC9}" presName="conn2-1" presStyleLbl="parChTrans1D4" presStyleIdx="1" presStyleCnt="10"/>
      <dgm:spPr/>
      <dgm:t>
        <a:bodyPr/>
        <a:lstStyle/>
        <a:p>
          <a:endParaRPr lang="en-US"/>
        </a:p>
      </dgm:t>
    </dgm:pt>
    <dgm:pt modelId="{2F7219EC-BA3C-4A00-A438-6A4503B402BB}" type="pres">
      <dgm:prSet presAssocID="{BB4BDD0D-77B7-49B7-85F0-66B0BC108BC9}" presName="connTx" presStyleLbl="parChTrans1D4" presStyleIdx="1" presStyleCnt="10"/>
      <dgm:spPr/>
      <dgm:t>
        <a:bodyPr/>
        <a:lstStyle/>
        <a:p>
          <a:endParaRPr lang="en-US"/>
        </a:p>
      </dgm:t>
    </dgm:pt>
    <dgm:pt modelId="{FEBB8554-44D9-43D1-9763-6DD2C219AAFF}" type="pres">
      <dgm:prSet presAssocID="{330D66BA-BB06-4DF0-BD64-B93A80147CCC}" presName="root2" presStyleCnt="0"/>
      <dgm:spPr/>
      <dgm:t>
        <a:bodyPr/>
        <a:lstStyle/>
        <a:p>
          <a:endParaRPr lang="en-US"/>
        </a:p>
      </dgm:t>
    </dgm:pt>
    <dgm:pt modelId="{9E1D321B-C493-4D25-B293-27C1DEAABFEA}" type="pres">
      <dgm:prSet presAssocID="{330D66BA-BB06-4DF0-BD64-B93A80147CCC}" presName="LevelTwoTextNode" presStyleLbl="node4" presStyleIdx="1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29CEB3D6-8B21-4530-AB5E-38F47ED42321}" type="pres">
      <dgm:prSet presAssocID="{330D66BA-BB06-4DF0-BD64-B93A80147CCC}" presName="level3hierChild" presStyleCnt="0"/>
      <dgm:spPr/>
      <dgm:t>
        <a:bodyPr/>
        <a:lstStyle/>
        <a:p>
          <a:endParaRPr lang="en-US"/>
        </a:p>
      </dgm:t>
    </dgm:pt>
    <dgm:pt modelId="{F624E54A-D98D-4D24-8AF3-EFCA4A86C38E}" type="pres">
      <dgm:prSet presAssocID="{C61C155C-F14B-4F99-8EEC-FECCA5EC4D9A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71C4ACA5-9CE1-4434-8C50-7204A5A3717C}" type="pres">
      <dgm:prSet presAssocID="{C61C155C-F14B-4F99-8EEC-FECCA5EC4D9A}" presName="connTx" presStyleLbl="parChTrans1D2" presStyleIdx="1" presStyleCnt="2"/>
      <dgm:spPr/>
      <dgm:t>
        <a:bodyPr/>
        <a:lstStyle/>
        <a:p>
          <a:endParaRPr lang="en-US"/>
        </a:p>
      </dgm:t>
    </dgm:pt>
    <dgm:pt modelId="{C43E4B18-DDF0-461D-AB5E-1143F600118B}" type="pres">
      <dgm:prSet presAssocID="{782CADBA-395E-44F9-BE17-C703D58100C9}" presName="root2" presStyleCnt="0"/>
      <dgm:spPr/>
      <dgm:t>
        <a:bodyPr/>
        <a:lstStyle/>
        <a:p>
          <a:endParaRPr lang="en-US"/>
        </a:p>
      </dgm:t>
    </dgm:pt>
    <dgm:pt modelId="{C8B94F0F-0609-48E2-A23C-768463AE80FA}" type="pres">
      <dgm:prSet presAssocID="{782CADBA-395E-44F9-BE17-C703D58100C9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E043ADA-5D89-4F8E-9D98-2939538E468E}" type="pres">
      <dgm:prSet presAssocID="{782CADBA-395E-44F9-BE17-C703D58100C9}" presName="level3hierChild" presStyleCnt="0"/>
      <dgm:spPr/>
      <dgm:t>
        <a:bodyPr/>
        <a:lstStyle/>
        <a:p>
          <a:endParaRPr lang="en-US"/>
        </a:p>
      </dgm:t>
    </dgm:pt>
    <dgm:pt modelId="{B0169B9C-24A2-445C-BC25-4B1D279F2B33}" type="pres">
      <dgm:prSet presAssocID="{00BC8967-331F-45A0-9600-7BE109A6654A}" presName="conn2-1" presStyleLbl="parChTrans1D3" presStyleIdx="2" presStyleCnt="4"/>
      <dgm:spPr/>
      <dgm:t>
        <a:bodyPr/>
        <a:lstStyle/>
        <a:p>
          <a:endParaRPr lang="en-US"/>
        </a:p>
      </dgm:t>
    </dgm:pt>
    <dgm:pt modelId="{78F55670-20BF-4CC7-AF6D-D425D7E80E03}" type="pres">
      <dgm:prSet presAssocID="{00BC8967-331F-45A0-9600-7BE109A6654A}" presName="connTx" presStyleLbl="parChTrans1D3" presStyleIdx="2" presStyleCnt="4"/>
      <dgm:spPr/>
      <dgm:t>
        <a:bodyPr/>
        <a:lstStyle/>
        <a:p>
          <a:endParaRPr lang="en-US"/>
        </a:p>
      </dgm:t>
    </dgm:pt>
    <dgm:pt modelId="{775358DD-E8E1-4AF8-9E06-D8772E76F93F}" type="pres">
      <dgm:prSet presAssocID="{6799079F-2C9A-43D8-9679-A609729A1BE3}" presName="root2" presStyleCnt="0"/>
      <dgm:spPr/>
      <dgm:t>
        <a:bodyPr/>
        <a:lstStyle/>
        <a:p>
          <a:endParaRPr lang="en-US"/>
        </a:p>
      </dgm:t>
    </dgm:pt>
    <dgm:pt modelId="{38511CCA-684B-4597-95F1-C4F73B9D9489}" type="pres">
      <dgm:prSet presAssocID="{6799079F-2C9A-43D8-9679-A609729A1BE3}" presName="LevelTwoTextNode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D4FDBFF-7E3A-4BB5-A4C1-894DF948F783}" type="pres">
      <dgm:prSet presAssocID="{6799079F-2C9A-43D8-9679-A609729A1BE3}" presName="level3hierChild" presStyleCnt="0"/>
      <dgm:spPr/>
      <dgm:t>
        <a:bodyPr/>
        <a:lstStyle/>
        <a:p>
          <a:endParaRPr lang="en-US"/>
        </a:p>
      </dgm:t>
    </dgm:pt>
    <dgm:pt modelId="{2ED2DB55-D54D-4319-A5C9-EC139C03EADD}" type="pres">
      <dgm:prSet presAssocID="{8B923374-8FC7-4A8B-BC3C-DF3188639210}" presName="conn2-1" presStyleLbl="parChTrans1D4" presStyleIdx="2" presStyleCnt="10"/>
      <dgm:spPr/>
      <dgm:t>
        <a:bodyPr/>
        <a:lstStyle/>
        <a:p>
          <a:endParaRPr lang="en-US"/>
        </a:p>
      </dgm:t>
    </dgm:pt>
    <dgm:pt modelId="{F1D2A87C-8FA7-42A6-9F26-13716E299D80}" type="pres">
      <dgm:prSet presAssocID="{8B923374-8FC7-4A8B-BC3C-DF3188639210}" presName="connTx" presStyleLbl="parChTrans1D4" presStyleIdx="2" presStyleCnt="10"/>
      <dgm:spPr/>
      <dgm:t>
        <a:bodyPr/>
        <a:lstStyle/>
        <a:p>
          <a:endParaRPr lang="en-US"/>
        </a:p>
      </dgm:t>
    </dgm:pt>
    <dgm:pt modelId="{4081DBF5-B15A-4F4A-88E7-AE60930AF14B}" type="pres">
      <dgm:prSet presAssocID="{9846C402-CA94-4EFF-BDC4-6667D12C0BBD}" presName="root2" presStyleCnt="0"/>
      <dgm:spPr/>
      <dgm:t>
        <a:bodyPr/>
        <a:lstStyle/>
        <a:p>
          <a:endParaRPr lang="en-US"/>
        </a:p>
      </dgm:t>
    </dgm:pt>
    <dgm:pt modelId="{8450AC17-5396-4DAA-A89A-DA912892A1A5}" type="pres">
      <dgm:prSet presAssocID="{9846C402-CA94-4EFF-BDC4-6667D12C0BBD}" presName="LevelTwoTextNode" presStyleLbl="node4" presStyleIdx="2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FD018341-14A3-4FA1-AF1B-DBB42FDB39C3}" type="pres">
      <dgm:prSet presAssocID="{9846C402-CA94-4EFF-BDC4-6667D12C0BBD}" presName="level3hierChild" presStyleCnt="0"/>
      <dgm:spPr/>
      <dgm:t>
        <a:bodyPr/>
        <a:lstStyle/>
        <a:p>
          <a:endParaRPr lang="en-US"/>
        </a:p>
      </dgm:t>
    </dgm:pt>
    <dgm:pt modelId="{B54BE9A8-5D40-4CBB-93E2-3E2183EAFF5E}" type="pres">
      <dgm:prSet presAssocID="{05836289-1AAE-4F1E-9B3E-A573350D7038}" presName="conn2-1" presStyleLbl="parChTrans1D4" presStyleIdx="3" presStyleCnt="10"/>
      <dgm:spPr/>
      <dgm:t>
        <a:bodyPr/>
        <a:lstStyle/>
        <a:p>
          <a:endParaRPr lang="en-US"/>
        </a:p>
      </dgm:t>
    </dgm:pt>
    <dgm:pt modelId="{D8450564-BE76-4AF9-9A5D-90493035E3F9}" type="pres">
      <dgm:prSet presAssocID="{05836289-1AAE-4F1E-9B3E-A573350D7038}" presName="connTx" presStyleLbl="parChTrans1D4" presStyleIdx="3" presStyleCnt="10"/>
      <dgm:spPr/>
      <dgm:t>
        <a:bodyPr/>
        <a:lstStyle/>
        <a:p>
          <a:endParaRPr lang="en-US"/>
        </a:p>
      </dgm:t>
    </dgm:pt>
    <dgm:pt modelId="{F1267735-1165-4C2B-ABA0-A88FFEAC7785}" type="pres">
      <dgm:prSet presAssocID="{134732C3-9631-46ED-9F37-99B644F46878}" presName="root2" presStyleCnt="0"/>
      <dgm:spPr/>
      <dgm:t>
        <a:bodyPr/>
        <a:lstStyle/>
        <a:p>
          <a:endParaRPr lang="en-US"/>
        </a:p>
      </dgm:t>
    </dgm:pt>
    <dgm:pt modelId="{DFB32975-0783-4F9C-AE2C-E0BD5338E9FC}" type="pres">
      <dgm:prSet presAssocID="{134732C3-9631-46ED-9F37-99B644F46878}" presName="LevelTwoTextNode" presStyleLbl="node4" presStyleIdx="3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B4775A60-9FCD-4FD1-A947-DD0CDB2D66B4}" type="pres">
      <dgm:prSet presAssocID="{134732C3-9631-46ED-9F37-99B644F46878}" presName="level3hierChild" presStyleCnt="0"/>
      <dgm:spPr/>
      <dgm:t>
        <a:bodyPr/>
        <a:lstStyle/>
        <a:p>
          <a:endParaRPr lang="en-US"/>
        </a:p>
      </dgm:t>
    </dgm:pt>
    <dgm:pt modelId="{016EB0DF-4FA8-49A8-B053-9BFDBA4F7A9F}" type="pres">
      <dgm:prSet presAssocID="{187AC547-5F07-44D3-A588-5F9A786DC0CD}" presName="conn2-1" presStyleLbl="parChTrans1D4" presStyleIdx="4" presStyleCnt="10"/>
      <dgm:spPr/>
      <dgm:t>
        <a:bodyPr/>
        <a:lstStyle/>
        <a:p>
          <a:endParaRPr lang="en-US"/>
        </a:p>
      </dgm:t>
    </dgm:pt>
    <dgm:pt modelId="{B36F6A8B-9785-4CEF-8061-96A0C09CFE7E}" type="pres">
      <dgm:prSet presAssocID="{187AC547-5F07-44D3-A588-5F9A786DC0CD}" presName="connTx" presStyleLbl="parChTrans1D4" presStyleIdx="4" presStyleCnt="10"/>
      <dgm:spPr/>
      <dgm:t>
        <a:bodyPr/>
        <a:lstStyle/>
        <a:p>
          <a:endParaRPr lang="en-US"/>
        </a:p>
      </dgm:t>
    </dgm:pt>
    <dgm:pt modelId="{1266137B-DB20-4A73-8EA3-1C601F1E83DB}" type="pres">
      <dgm:prSet presAssocID="{1D86503D-ACF9-42AE-AC9E-57C31818309C}" presName="root2" presStyleCnt="0"/>
      <dgm:spPr/>
      <dgm:t>
        <a:bodyPr/>
        <a:lstStyle/>
        <a:p>
          <a:endParaRPr lang="en-US"/>
        </a:p>
      </dgm:t>
    </dgm:pt>
    <dgm:pt modelId="{DAFB57D6-0813-45CD-8D38-52C9EC9B0D9D}" type="pres">
      <dgm:prSet presAssocID="{1D86503D-ACF9-42AE-AC9E-57C31818309C}" presName="LevelTwoTextNode" presStyleLbl="node4" presStyleIdx="4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C98B48A6-D903-4632-BDE7-A76EF77B16B5}" type="pres">
      <dgm:prSet presAssocID="{1D86503D-ACF9-42AE-AC9E-57C31818309C}" presName="level3hierChild" presStyleCnt="0"/>
      <dgm:spPr/>
      <dgm:t>
        <a:bodyPr/>
        <a:lstStyle/>
        <a:p>
          <a:endParaRPr lang="en-US"/>
        </a:p>
      </dgm:t>
    </dgm:pt>
    <dgm:pt modelId="{01C411F4-FA10-4C04-80F7-9C0E2B3BBB75}" type="pres">
      <dgm:prSet presAssocID="{9138F564-0A8C-43A7-A0D6-A48FAC762B4E}" presName="conn2-1" presStyleLbl="parChTrans1D4" presStyleIdx="5" presStyleCnt="10"/>
      <dgm:spPr/>
      <dgm:t>
        <a:bodyPr/>
        <a:lstStyle/>
        <a:p>
          <a:endParaRPr lang="en-US"/>
        </a:p>
      </dgm:t>
    </dgm:pt>
    <dgm:pt modelId="{6B7B1179-169F-43E8-94F2-954FDB59EAD5}" type="pres">
      <dgm:prSet presAssocID="{9138F564-0A8C-43A7-A0D6-A48FAC762B4E}" presName="connTx" presStyleLbl="parChTrans1D4" presStyleIdx="5" presStyleCnt="10"/>
      <dgm:spPr/>
      <dgm:t>
        <a:bodyPr/>
        <a:lstStyle/>
        <a:p>
          <a:endParaRPr lang="en-US"/>
        </a:p>
      </dgm:t>
    </dgm:pt>
    <dgm:pt modelId="{E63B7329-C798-43F7-8A30-509863F20E29}" type="pres">
      <dgm:prSet presAssocID="{6E6A39EA-F775-4EA0-AFDB-575F9D9EB874}" presName="root2" presStyleCnt="0"/>
      <dgm:spPr/>
      <dgm:t>
        <a:bodyPr/>
        <a:lstStyle/>
        <a:p>
          <a:endParaRPr lang="en-US"/>
        </a:p>
      </dgm:t>
    </dgm:pt>
    <dgm:pt modelId="{A2AB8BB6-7D67-4939-BD17-9C75F9C86A66}" type="pres">
      <dgm:prSet presAssocID="{6E6A39EA-F775-4EA0-AFDB-575F9D9EB874}" presName="LevelTwoTextNode" presStyleLbl="node4" presStyleIdx="5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A34005DA-B9FF-4624-B7FE-BE3473509911}" type="pres">
      <dgm:prSet presAssocID="{6E6A39EA-F775-4EA0-AFDB-575F9D9EB874}" presName="level3hierChild" presStyleCnt="0"/>
      <dgm:spPr/>
      <dgm:t>
        <a:bodyPr/>
        <a:lstStyle/>
        <a:p>
          <a:endParaRPr lang="en-US"/>
        </a:p>
      </dgm:t>
    </dgm:pt>
    <dgm:pt modelId="{48D138CD-11A0-424C-845F-C44754C25D61}" type="pres">
      <dgm:prSet presAssocID="{F03CBE43-314C-4F11-8CE7-94E3E38A839F}" presName="conn2-1" presStyleLbl="parChTrans1D3" presStyleIdx="3" presStyleCnt="4"/>
      <dgm:spPr/>
      <dgm:t>
        <a:bodyPr/>
        <a:lstStyle/>
        <a:p>
          <a:endParaRPr lang="en-US"/>
        </a:p>
      </dgm:t>
    </dgm:pt>
    <dgm:pt modelId="{2EB2BCE8-D2E8-4CB9-92C9-BF9AE56687F9}" type="pres">
      <dgm:prSet presAssocID="{F03CBE43-314C-4F11-8CE7-94E3E38A839F}" presName="connTx" presStyleLbl="parChTrans1D3" presStyleIdx="3" presStyleCnt="4"/>
      <dgm:spPr/>
      <dgm:t>
        <a:bodyPr/>
        <a:lstStyle/>
        <a:p>
          <a:endParaRPr lang="en-US"/>
        </a:p>
      </dgm:t>
    </dgm:pt>
    <dgm:pt modelId="{336D5110-67FE-4265-9D3A-593A38001D97}" type="pres">
      <dgm:prSet presAssocID="{BAD8ACA9-8C73-4904-B10E-E9C3FEBEDA67}" presName="root2" presStyleCnt="0"/>
      <dgm:spPr/>
      <dgm:t>
        <a:bodyPr/>
        <a:lstStyle/>
        <a:p>
          <a:endParaRPr lang="en-US"/>
        </a:p>
      </dgm:t>
    </dgm:pt>
    <dgm:pt modelId="{8C353D0C-1AD6-4AA8-AD62-B00D092E747E}" type="pres">
      <dgm:prSet presAssocID="{BAD8ACA9-8C73-4904-B10E-E9C3FEBEDA67}" presName="LevelTwoTextNode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EA59B7-22D2-43A9-8F30-456819F694B9}" type="pres">
      <dgm:prSet presAssocID="{BAD8ACA9-8C73-4904-B10E-E9C3FEBEDA67}" presName="level3hierChild" presStyleCnt="0"/>
      <dgm:spPr/>
      <dgm:t>
        <a:bodyPr/>
        <a:lstStyle/>
        <a:p>
          <a:endParaRPr lang="en-US"/>
        </a:p>
      </dgm:t>
    </dgm:pt>
    <dgm:pt modelId="{8DF89492-B83E-486E-8099-02592243698B}" type="pres">
      <dgm:prSet presAssocID="{92003E3F-F203-4C81-803F-4FC25112015A}" presName="conn2-1" presStyleLbl="parChTrans1D4" presStyleIdx="6" presStyleCnt="10"/>
      <dgm:spPr/>
      <dgm:t>
        <a:bodyPr/>
        <a:lstStyle/>
        <a:p>
          <a:endParaRPr lang="en-US"/>
        </a:p>
      </dgm:t>
    </dgm:pt>
    <dgm:pt modelId="{B2F0C17B-0842-4B84-91B3-E42901FBE2A9}" type="pres">
      <dgm:prSet presAssocID="{92003E3F-F203-4C81-803F-4FC25112015A}" presName="connTx" presStyleLbl="parChTrans1D4" presStyleIdx="6" presStyleCnt="10"/>
      <dgm:spPr/>
      <dgm:t>
        <a:bodyPr/>
        <a:lstStyle/>
        <a:p>
          <a:endParaRPr lang="en-US"/>
        </a:p>
      </dgm:t>
    </dgm:pt>
    <dgm:pt modelId="{409767A7-D6D5-4482-BD97-488E1B9D7BBD}" type="pres">
      <dgm:prSet presAssocID="{6229FE98-35A3-4DA6-99BB-AF2A1D577510}" presName="root2" presStyleCnt="0"/>
      <dgm:spPr/>
      <dgm:t>
        <a:bodyPr/>
        <a:lstStyle/>
        <a:p>
          <a:endParaRPr lang="en-US"/>
        </a:p>
      </dgm:t>
    </dgm:pt>
    <dgm:pt modelId="{0A0D1F94-9288-4113-80E6-2390FAB84146}" type="pres">
      <dgm:prSet presAssocID="{6229FE98-35A3-4DA6-99BB-AF2A1D577510}" presName="LevelTwoTextNode" presStyleLbl="node4" presStyleIdx="6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DE499EAB-A0D6-4971-8632-3B30C40CD991}" type="pres">
      <dgm:prSet presAssocID="{6229FE98-35A3-4DA6-99BB-AF2A1D577510}" presName="level3hierChild" presStyleCnt="0"/>
      <dgm:spPr/>
      <dgm:t>
        <a:bodyPr/>
        <a:lstStyle/>
        <a:p>
          <a:endParaRPr lang="en-US"/>
        </a:p>
      </dgm:t>
    </dgm:pt>
    <dgm:pt modelId="{A4A41E24-1710-413F-8073-45F73FE1BAF7}" type="pres">
      <dgm:prSet presAssocID="{AB3405E7-4C80-434D-8BDA-6C1C0EE67785}" presName="conn2-1" presStyleLbl="parChTrans1D4" presStyleIdx="7" presStyleCnt="10"/>
      <dgm:spPr/>
      <dgm:t>
        <a:bodyPr/>
        <a:lstStyle/>
        <a:p>
          <a:endParaRPr lang="en-US"/>
        </a:p>
      </dgm:t>
    </dgm:pt>
    <dgm:pt modelId="{C74B4181-75D7-4442-940E-0838659A6541}" type="pres">
      <dgm:prSet presAssocID="{AB3405E7-4C80-434D-8BDA-6C1C0EE67785}" presName="connTx" presStyleLbl="parChTrans1D4" presStyleIdx="7" presStyleCnt="10"/>
      <dgm:spPr/>
      <dgm:t>
        <a:bodyPr/>
        <a:lstStyle/>
        <a:p>
          <a:endParaRPr lang="en-US"/>
        </a:p>
      </dgm:t>
    </dgm:pt>
    <dgm:pt modelId="{C3AECBAD-AAF4-4426-A487-5B752503AC15}" type="pres">
      <dgm:prSet presAssocID="{38787DFA-CCA2-4E41-A93C-BC6D10C627AA}" presName="root2" presStyleCnt="0"/>
      <dgm:spPr/>
      <dgm:t>
        <a:bodyPr/>
        <a:lstStyle/>
        <a:p>
          <a:endParaRPr lang="en-US"/>
        </a:p>
      </dgm:t>
    </dgm:pt>
    <dgm:pt modelId="{90899F0D-6916-42AF-8F60-85B260A5FC8E}" type="pres">
      <dgm:prSet presAssocID="{38787DFA-CCA2-4E41-A93C-BC6D10C627AA}" presName="LevelTwoTextNode" presStyleLbl="node4" presStyleIdx="7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17EC1B9A-B5A5-49F4-B410-A07036CC1257}" type="pres">
      <dgm:prSet presAssocID="{38787DFA-CCA2-4E41-A93C-BC6D10C627AA}" presName="level3hierChild" presStyleCnt="0"/>
      <dgm:spPr/>
      <dgm:t>
        <a:bodyPr/>
        <a:lstStyle/>
        <a:p>
          <a:endParaRPr lang="en-US"/>
        </a:p>
      </dgm:t>
    </dgm:pt>
    <dgm:pt modelId="{6C38A9B5-D9F0-4432-85F0-2524A7E6C11F}" type="pres">
      <dgm:prSet presAssocID="{30ED30E0-F121-4C2F-89F1-79EAB9D179DB}" presName="conn2-1" presStyleLbl="parChTrans1D4" presStyleIdx="8" presStyleCnt="10"/>
      <dgm:spPr/>
      <dgm:t>
        <a:bodyPr/>
        <a:lstStyle/>
        <a:p>
          <a:endParaRPr lang="en-US"/>
        </a:p>
      </dgm:t>
    </dgm:pt>
    <dgm:pt modelId="{83031212-8C9E-4EB7-B927-EFB8A0131F9E}" type="pres">
      <dgm:prSet presAssocID="{30ED30E0-F121-4C2F-89F1-79EAB9D179DB}" presName="connTx" presStyleLbl="parChTrans1D4" presStyleIdx="8" presStyleCnt="10"/>
      <dgm:spPr/>
      <dgm:t>
        <a:bodyPr/>
        <a:lstStyle/>
        <a:p>
          <a:endParaRPr lang="en-US"/>
        </a:p>
      </dgm:t>
    </dgm:pt>
    <dgm:pt modelId="{EAC2FFD4-1C52-4CE9-A457-6B67C0D47B5A}" type="pres">
      <dgm:prSet presAssocID="{E0A3C2FD-0401-4CF9-86BE-504E80FBFD7F}" presName="root2" presStyleCnt="0"/>
      <dgm:spPr/>
      <dgm:t>
        <a:bodyPr/>
        <a:lstStyle/>
        <a:p>
          <a:endParaRPr lang="en-US"/>
        </a:p>
      </dgm:t>
    </dgm:pt>
    <dgm:pt modelId="{4E6DB958-A692-441A-A523-7E44535EE9AE}" type="pres">
      <dgm:prSet presAssocID="{E0A3C2FD-0401-4CF9-86BE-504E80FBFD7F}" presName="LevelTwoTextNode" presStyleLbl="node4" presStyleIdx="8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D00A2D01-A57B-4AD9-ABCA-D759F9570474}" type="pres">
      <dgm:prSet presAssocID="{E0A3C2FD-0401-4CF9-86BE-504E80FBFD7F}" presName="level3hierChild" presStyleCnt="0"/>
      <dgm:spPr/>
      <dgm:t>
        <a:bodyPr/>
        <a:lstStyle/>
        <a:p>
          <a:endParaRPr lang="en-US"/>
        </a:p>
      </dgm:t>
    </dgm:pt>
    <dgm:pt modelId="{720ABD83-2CE2-4D23-8157-592C11917906}" type="pres">
      <dgm:prSet presAssocID="{F3AB5D6D-3DD9-4871-868B-C37CAF0CBE72}" presName="conn2-1" presStyleLbl="parChTrans1D4" presStyleIdx="9" presStyleCnt="10"/>
      <dgm:spPr/>
      <dgm:t>
        <a:bodyPr/>
        <a:lstStyle/>
        <a:p>
          <a:endParaRPr lang="en-US"/>
        </a:p>
      </dgm:t>
    </dgm:pt>
    <dgm:pt modelId="{92C64CD4-1393-4B7F-BACA-2CAAA9E22AEE}" type="pres">
      <dgm:prSet presAssocID="{F3AB5D6D-3DD9-4871-868B-C37CAF0CBE72}" presName="connTx" presStyleLbl="parChTrans1D4" presStyleIdx="9" presStyleCnt="10"/>
      <dgm:spPr/>
      <dgm:t>
        <a:bodyPr/>
        <a:lstStyle/>
        <a:p>
          <a:endParaRPr lang="en-US"/>
        </a:p>
      </dgm:t>
    </dgm:pt>
    <dgm:pt modelId="{7B64F64F-E8D1-40BD-BE67-E357E6B17A1A}" type="pres">
      <dgm:prSet presAssocID="{2EADF08B-9F3D-439D-9CBE-3C8EF0A49E7E}" presName="root2" presStyleCnt="0"/>
      <dgm:spPr/>
      <dgm:t>
        <a:bodyPr/>
        <a:lstStyle/>
        <a:p>
          <a:endParaRPr lang="en-US"/>
        </a:p>
      </dgm:t>
    </dgm:pt>
    <dgm:pt modelId="{03E6E7DD-EF88-4C38-8A26-7C7CAA80BFED}" type="pres">
      <dgm:prSet presAssocID="{2EADF08B-9F3D-439D-9CBE-3C8EF0A49E7E}" presName="LevelTwoTextNode" presStyleLbl="node4" presStyleIdx="9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E2D5B82F-0A3F-4EDD-99EE-3ED0B6C5DCC0}" type="pres">
      <dgm:prSet presAssocID="{2EADF08B-9F3D-439D-9CBE-3C8EF0A49E7E}" presName="level3hierChild" presStyleCnt="0"/>
      <dgm:spPr/>
      <dgm:t>
        <a:bodyPr/>
        <a:lstStyle/>
        <a:p>
          <a:endParaRPr lang="en-US"/>
        </a:p>
      </dgm:t>
    </dgm:pt>
  </dgm:ptLst>
  <dgm:cxnLst>
    <dgm:cxn modelId="{786C6E9B-CD78-4F75-83E1-41CCA9EA1A7E}" type="presOf" srcId="{BAD8ACA9-8C73-4904-B10E-E9C3FEBEDA67}" destId="{8C353D0C-1AD6-4AA8-AD62-B00D092E747E}" srcOrd="0" destOrd="0" presId="urn:microsoft.com/office/officeart/2005/8/layout/hierarchy2"/>
    <dgm:cxn modelId="{4985EBCF-2161-4C35-8830-14311B176D68}" type="presOf" srcId="{E0A3C2FD-0401-4CF9-86BE-504E80FBFD7F}" destId="{4E6DB958-A692-441A-A523-7E44535EE9AE}" srcOrd="0" destOrd="0" presId="urn:microsoft.com/office/officeart/2005/8/layout/hierarchy2"/>
    <dgm:cxn modelId="{B5C5CF16-57EB-4291-83B6-83E4F3B42BCC}" type="presOf" srcId="{2EADF08B-9F3D-439D-9CBE-3C8EF0A49E7E}" destId="{03E6E7DD-EF88-4C38-8A26-7C7CAA80BFED}" srcOrd="0" destOrd="0" presId="urn:microsoft.com/office/officeart/2005/8/layout/hierarchy2"/>
    <dgm:cxn modelId="{1E7F7490-E50C-4031-A655-5CF1C5404905}" type="presOf" srcId="{F3AB5D6D-3DD9-4871-868B-C37CAF0CBE72}" destId="{92C64CD4-1393-4B7F-BACA-2CAAA9E22AEE}" srcOrd="1" destOrd="0" presId="urn:microsoft.com/office/officeart/2005/8/layout/hierarchy2"/>
    <dgm:cxn modelId="{B9A75A95-4E62-449A-AA01-DDB7C992A23A}" type="presOf" srcId="{9138F564-0A8C-43A7-A0D6-A48FAC762B4E}" destId="{01C411F4-FA10-4C04-80F7-9C0E2B3BBB75}" srcOrd="0" destOrd="0" presId="urn:microsoft.com/office/officeart/2005/8/layout/hierarchy2"/>
    <dgm:cxn modelId="{5189874B-8C50-44EB-AD55-9477292186DF}" type="presOf" srcId="{30ED30E0-F121-4C2F-89F1-79EAB9D179DB}" destId="{83031212-8C9E-4EB7-B927-EFB8A0131F9E}" srcOrd="1" destOrd="0" presId="urn:microsoft.com/office/officeart/2005/8/layout/hierarchy2"/>
    <dgm:cxn modelId="{785AD9AE-E063-41AC-B095-90935AB5751A}" srcId="{BAD8ACA9-8C73-4904-B10E-E9C3FEBEDA67}" destId="{E0A3C2FD-0401-4CF9-86BE-504E80FBFD7F}" srcOrd="1" destOrd="0" parTransId="{30ED30E0-F121-4C2F-89F1-79EAB9D179DB}" sibTransId="{B030D84A-7BF4-43C9-A7D7-E4D9A725D965}"/>
    <dgm:cxn modelId="{8866CB09-37AD-4C10-970E-548312F71333}" type="presOf" srcId="{00BC8967-331F-45A0-9600-7BE109A6654A}" destId="{78F55670-20BF-4CC7-AF6D-D425D7E80E03}" srcOrd="1" destOrd="0" presId="urn:microsoft.com/office/officeart/2005/8/layout/hierarchy2"/>
    <dgm:cxn modelId="{BEEA2D02-4812-4FD3-A574-F2C297C72324}" type="presOf" srcId="{F3AB5D6D-3DD9-4871-868B-C37CAF0CBE72}" destId="{720ABD83-2CE2-4D23-8157-592C11917906}" srcOrd="0" destOrd="0" presId="urn:microsoft.com/office/officeart/2005/8/layout/hierarchy2"/>
    <dgm:cxn modelId="{B6157423-5A83-41D5-A849-ABE04C86B76E}" type="presOf" srcId="{BB4BDD0D-77B7-49B7-85F0-66B0BC108BC9}" destId="{2F7219EC-BA3C-4A00-A438-6A4503B402BB}" srcOrd="1" destOrd="0" presId="urn:microsoft.com/office/officeart/2005/8/layout/hierarchy2"/>
    <dgm:cxn modelId="{651349A8-61C8-44B9-8976-91F9AB4A65E1}" type="presOf" srcId="{411672F8-7FDC-4422-A2C9-EED2CA178B3B}" destId="{37EF4B8B-D442-4ADA-B4FC-F6EE1EBE92E1}" srcOrd="1" destOrd="0" presId="urn:microsoft.com/office/officeart/2005/8/layout/hierarchy2"/>
    <dgm:cxn modelId="{3B25FB04-F6BC-41E0-B490-1C10756D80F5}" srcId="{9846C402-CA94-4EFF-BDC4-6667D12C0BBD}" destId="{134732C3-9631-46ED-9F37-99B644F46878}" srcOrd="0" destOrd="0" parTransId="{05836289-1AAE-4F1E-9B3E-A573350D7038}" sibTransId="{DC2E879D-0C3F-40A5-B7AE-DC11D194E501}"/>
    <dgm:cxn modelId="{320F6E1F-FF8E-4BD4-8ED2-FD8136B759E8}" type="presOf" srcId="{187AC547-5F07-44D3-A588-5F9A786DC0CD}" destId="{016EB0DF-4FA8-49A8-B053-9BFDBA4F7A9F}" srcOrd="0" destOrd="0" presId="urn:microsoft.com/office/officeart/2005/8/layout/hierarchy2"/>
    <dgm:cxn modelId="{ECA17508-8A3A-4A6F-BA62-E380BFE5360A}" type="presOf" srcId="{92003E3F-F203-4C81-803F-4FC25112015A}" destId="{B2F0C17B-0842-4B84-91B3-E42901FBE2A9}" srcOrd="1" destOrd="0" presId="urn:microsoft.com/office/officeart/2005/8/layout/hierarchy2"/>
    <dgm:cxn modelId="{06A784E5-9B7D-488C-9252-610802E6589A}" type="presOf" srcId="{782CADBA-395E-44F9-BE17-C703D58100C9}" destId="{C8B94F0F-0609-48E2-A23C-768463AE80FA}" srcOrd="0" destOrd="0" presId="urn:microsoft.com/office/officeart/2005/8/layout/hierarchy2"/>
    <dgm:cxn modelId="{5E33C3F5-50B5-4758-8F74-83F81B5B7CA7}" type="presOf" srcId="{AB3405E7-4C80-434D-8BDA-6C1C0EE67785}" destId="{A4A41E24-1710-413F-8073-45F73FE1BAF7}" srcOrd="0" destOrd="0" presId="urn:microsoft.com/office/officeart/2005/8/layout/hierarchy2"/>
    <dgm:cxn modelId="{96F251D9-FD95-476A-A4AE-8BE7D0B32030}" srcId="{BE148B62-23BD-4F45-A85C-8B070FC24312}" destId="{330D66BA-BB06-4DF0-BD64-B93A80147CCC}" srcOrd="0" destOrd="0" parTransId="{BB4BDD0D-77B7-49B7-85F0-66B0BC108BC9}" sibTransId="{7E232A5E-41F6-4B2F-942B-BF43AA948B05}"/>
    <dgm:cxn modelId="{A38BD478-9886-4AE0-BED0-8B93C0108CCC}" type="presOf" srcId="{134732C3-9631-46ED-9F37-99B644F46878}" destId="{DFB32975-0783-4F9C-AE2C-E0BD5338E9FC}" srcOrd="0" destOrd="0" presId="urn:microsoft.com/office/officeart/2005/8/layout/hierarchy2"/>
    <dgm:cxn modelId="{1BAF4096-1888-4E66-9C13-22EAF24D542A}" type="presOf" srcId="{307606D4-148F-4180-921E-0C095711A819}" destId="{A65EE4EC-D31B-4EB0-BCAE-FB4A6A0A64AB}" srcOrd="0" destOrd="0" presId="urn:microsoft.com/office/officeart/2005/8/layout/hierarchy2"/>
    <dgm:cxn modelId="{2F128FE0-8131-46B6-A605-5B490667526B}" type="presOf" srcId="{A17ADFA8-EB89-4A8F-8879-7AB82103502D}" destId="{D3435A7C-3C05-4D2F-8A91-9ED2EED52275}" srcOrd="0" destOrd="0" presId="urn:microsoft.com/office/officeart/2005/8/layout/hierarchy2"/>
    <dgm:cxn modelId="{BBCB3DAE-F33A-42E8-ABDC-0140983EB331}" srcId="{6799079F-2C9A-43D8-9679-A609729A1BE3}" destId="{9846C402-CA94-4EFF-BDC4-6667D12C0BBD}" srcOrd="0" destOrd="0" parTransId="{8B923374-8FC7-4A8B-BC3C-DF3188639210}" sibTransId="{BD97307E-D572-4DF2-ACD4-10A87824B9D6}"/>
    <dgm:cxn modelId="{CEC82044-E32E-45D7-A191-BC6ACB0F250C}" type="presOf" srcId="{411672F8-7FDC-4422-A2C9-EED2CA178B3B}" destId="{D1CF3E81-97D3-4ADB-B1A7-A6D41761BD5C}" srcOrd="0" destOrd="0" presId="urn:microsoft.com/office/officeart/2005/8/layout/hierarchy2"/>
    <dgm:cxn modelId="{FEBFF9D6-2B74-4B82-8C46-BD4050C846FD}" srcId="{782CADBA-395E-44F9-BE17-C703D58100C9}" destId="{BAD8ACA9-8C73-4904-B10E-E9C3FEBEDA67}" srcOrd="1" destOrd="0" parTransId="{F03CBE43-314C-4F11-8CE7-94E3E38A839F}" sibTransId="{42CA7E06-C442-4E47-8C19-BFF961E5647C}"/>
    <dgm:cxn modelId="{AEB9AA22-7EA3-4E1F-9434-9D40C734E910}" srcId="{A75F833C-307A-4DA7-8CF5-691FB3F7053A}" destId="{307606D4-148F-4180-921E-0C095711A819}" srcOrd="0" destOrd="0" parTransId="{411672F8-7FDC-4422-A2C9-EED2CA178B3B}" sibTransId="{C86DE68C-0AA0-4A80-8F29-BC7B712E8AA1}"/>
    <dgm:cxn modelId="{AB411A8F-0D92-4FAB-AD3D-4E378FE03C3D}" srcId="{A17ADFA8-EB89-4A8F-8879-7AB82103502D}" destId="{BE148B62-23BD-4F45-A85C-8B070FC24312}" srcOrd="1" destOrd="0" parTransId="{4CD0B942-FB20-4E68-BD15-07284213C6F3}" sibTransId="{6906AE19-F553-404A-8F38-C10246449F53}"/>
    <dgm:cxn modelId="{16F3418A-D568-46DD-B400-3ADCCB3963AE}" type="presOf" srcId="{9138F564-0A8C-43A7-A0D6-A48FAC762B4E}" destId="{6B7B1179-169F-43E8-94F2-954FDB59EAD5}" srcOrd="1" destOrd="0" presId="urn:microsoft.com/office/officeart/2005/8/layout/hierarchy2"/>
    <dgm:cxn modelId="{7B748C61-E4E2-45B7-8F15-B4450FC07F1E}" type="presOf" srcId="{576E8CE2-C338-4F8D-8FB9-36D69FB6CA4F}" destId="{4A928019-5E9E-410D-8FD5-3AABCE147E41}" srcOrd="1" destOrd="0" presId="urn:microsoft.com/office/officeart/2005/8/layout/hierarchy2"/>
    <dgm:cxn modelId="{1B558F59-1DFA-4A82-A869-6F5948325A65}" type="presOf" srcId="{BE148B62-23BD-4F45-A85C-8B070FC24312}" destId="{CE5E64B8-A9C1-4CBE-8596-A5F2FEA22CE7}" srcOrd="0" destOrd="0" presId="urn:microsoft.com/office/officeart/2005/8/layout/hierarchy2"/>
    <dgm:cxn modelId="{0F0756D9-C42D-4419-9D8F-AC08DF1F5507}" type="presOf" srcId="{C61C155C-F14B-4F99-8EEC-FECCA5EC4D9A}" destId="{F624E54A-D98D-4D24-8AF3-EFCA4A86C38E}" srcOrd="0" destOrd="0" presId="urn:microsoft.com/office/officeart/2005/8/layout/hierarchy2"/>
    <dgm:cxn modelId="{ABD1079F-9958-4174-9115-BD2E8F902387}" type="presOf" srcId="{330D66BA-BB06-4DF0-BD64-B93A80147CCC}" destId="{9E1D321B-C493-4D25-B293-27C1DEAABFEA}" srcOrd="0" destOrd="0" presId="urn:microsoft.com/office/officeart/2005/8/layout/hierarchy2"/>
    <dgm:cxn modelId="{0EC479F4-AB5C-455A-879D-CB4479F936E0}" type="presOf" srcId="{A75F833C-307A-4DA7-8CF5-691FB3F7053A}" destId="{78F40A78-D6C6-4C1F-A569-FBC71705B4FC}" srcOrd="0" destOrd="0" presId="urn:microsoft.com/office/officeart/2005/8/layout/hierarchy2"/>
    <dgm:cxn modelId="{A04C65CF-6ABB-48ED-8698-726CC63F2F96}" type="presOf" srcId="{AB3405E7-4C80-434D-8BDA-6C1C0EE67785}" destId="{C74B4181-75D7-4442-940E-0838659A6541}" srcOrd="1" destOrd="0" presId="urn:microsoft.com/office/officeart/2005/8/layout/hierarchy2"/>
    <dgm:cxn modelId="{1FD58423-7F96-4931-9BE6-6AFAD1A021EC}" srcId="{6229FE98-35A3-4DA6-99BB-AF2A1D577510}" destId="{38787DFA-CCA2-4E41-A93C-BC6D10C627AA}" srcOrd="0" destOrd="0" parTransId="{AB3405E7-4C80-434D-8BDA-6C1C0EE67785}" sibTransId="{397EA08C-337D-4CAF-9385-D0F311861082}"/>
    <dgm:cxn modelId="{3009CC6D-2383-4D86-97FC-8FC92D6ACF5C}" type="presOf" srcId="{05836289-1AAE-4F1E-9B3E-A573350D7038}" destId="{B54BE9A8-5D40-4CBB-93E2-3E2183EAFF5E}" srcOrd="0" destOrd="0" presId="urn:microsoft.com/office/officeart/2005/8/layout/hierarchy2"/>
    <dgm:cxn modelId="{29562D62-BCB2-4478-87D4-5A0C3D80C08F}" srcId="{19B2811D-5B08-4A75-A575-E3D9B6A72EFF}" destId="{EDB54BE8-831C-4140-8AEA-2E8FAEDEFFFD}" srcOrd="0" destOrd="0" parTransId="{9C22E18D-5092-4643-B940-79761FC16395}" sibTransId="{B46DD615-A675-46CD-BB38-FB30F9C6446F}"/>
    <dgm:cxn modelId="{FBF6E93F-1417-4F65-AFB0-D9598CECD837}" type="presOf" srcId="{3D7ADD24-CD8D-4040-85E3-5503C42D41B5}" destId="{5570881D-7A71-4BDA-922A-A5503D4DCD6B}" srcOrd="1" destOrd="0" presId="urn:microsoft.com/office/officeart/2005/8/layout/hierarchy2"/>
    <dgm:cxn modelId="{4933B7EE-01F7-4421-9A6D-125C8A5FF7AE}" type="presOf" srcId="{38787DFA-CCA2-4E41-A93C-BC6D10C627AA}" destId="{90899F0D-6916-42AF-8F60-85B260A5FC8E}" srcOrd="0" destOrd="0" presId="urn:microsoft.com/office/officeart/2005/8/layout/hierarchy2"/>
    <dgm:cxn modelId="{5FB1D8E6-838A-48E6-BA40-32C9E25DA289}" type="presOf" srcId="{6229FE98-35A3-4DA6-99BB-AF2A1D577510}" destId="{0A0D1F94-9288-4113-80E6-2390FAB84146}" srcOrd="0" destOrd="0" presId="urn:microsoft.com/office/officeart/2005/8/layout/hierarchy2"/>
    <dgm:cxn modelId="{DF8F45B1-2AC2-4871-9518-43DF5ECB96DF}" srcId="{BAD8ACA9-8C73-4904-B10E-E9C3FEBEDA67}" destId="{6229FE98-35A3-4DA6-99BB-AF2A1D577510}" srcOrd="0" destOrd="0" parTransId="{92003E3F-F203-4C81-803F-4FC25112015A}" sibTransId="{010A079D-E26F-4CDA-8260-51BCB1A82BBC}"/>
    <dgm:cxn modelId="{58BF26AF-9EDB-4893-A34B-CDB9358987DA}" type="presOf" srcId="{187AC547-5F07-44D3-A588-5F9A786DC0CD}" destId="{B36F6A8B-9785-4CEF-8061-96A0C09CFE7E}" srcOrd="1" destOrd="0" presId="urn:microsoft.com/office/officeart/2005/8/layout/hierarchy2"/>
    <dgm:cxn modelId="{995086CE-1D08-4AE5-9E3E-4FD45047D2BC}" type="presOf" srcId="{C61C155C-F14B-4F99-8EEC-FECCA5EC4D9A}" destId="{71C4ACA5-9CE1-4434-8C50-7204A5A3717C}" srcOrd="1" destOrd="0" presId="urn:microsoft.com/office/officeart/2005/8/layout/hierarchy2"/>
    <dgm:cxn modelId="{21C19219-158A-481D-8B69-3CBCF63B482A}" type="presOf" srcId="{8B923374-8FC7-4A8B-BC3C-DF3188639210}" destId="{F1D2A87C-8FA7-42A6-9F26-13716E299D80}" srcOrd="1" destOrd="0" presId="urn:microsoft.com/office/officeart/2005/8/layout/hierarchy2"/>
    <dgm:cxn modelId="{E474B67F-EF9F-49B4-A3F2-64527A29B160}" srcId="{6799079F-2C9A-43D8-9679-A609729A1BE3}" destId="{1D86503D-ACF9-42AE-AC9E-57C31818309C}" srcOrd="1" destOrd="0" parTransId="{187AC547-5F07-44D3-A588-5F9A786DC0CD}" sibTransId="{27044D8D-406D-4855-870A-CB58CB584435}"/>
    <dgm:cxn modelId="{4D50581C-DF57-49E9-9921-D749F7382BA2}" type="presOf" srcId="{19B2811D-5B08-4A75-A575-E3D9B6A72EFF}" destId="{A2F56FF7-68E3-474E-8A6A-CB710F3AF0B0}" srcOrd="0" destOrd="0" presId="urn:microsoft.com/office/officeart/2005/8/layout/hierarchy2"/>
    <dgm:cxn modelId="{41FEC43A-99E1-430B-9277-36E5D3FC5C58}" type="presOf" srcId="{4CD0B942-FB20-4E68-BD15-07284213C6F3}" destId="{0A258AEB-6B7C-40EC-863B-A957AF55C093}" srcOrd="0" destOrd="0" presId="urn:microsoft.com/office/officeart/2005/8/layout/hierarchy2"/>
    <dgm:cxn modelId="{1BE79ECE-693A-4BB7-A5D5-AAB83779E441}" srcId="{1D86503D-ACF9-42AE-AC9E-57C31818309C}" destId="{6E6A39EA-F775-4EA0-AFDB-575F9D9EB874}" srcOrd="0" destOrd="0" parTransId="{9138F564-0A8C-43A7-A0D6-A48FAC762B4E}" sibTransId="{A0BC3897-A8F8-45FD-A757-48A1558335F6}"/>
    <dgm:cxn modelId="{5422835C-48C1-46D8-B4A7-04129293D4DE}" type="presOf" srcId="{F03CBE43-314C-4F11-8CE7-94E3E38A839F}" destId="{48D138CD-11A0-424C-845F-C44754C25D61}" srcOrd="0" destOrd="0" presId="urn:microsoft.com/office/officeart/2005/8/layout/hierarchy2"/>
    <dgm:cxn modelId="{72699251-25DE-4D5B-BC15-C5B26BB2B112}" srcId="{EDB54BE8-831C-4140-8AEA-2E8FAEDEFFFD}" destId="{A17ADFA8-EB89-4A8F-8879-7AB82103502D}" srcOrd="0" destOrd="0" parTransId="{576E8CE2-C338-4F8D-8FB9-36D69FB6CA4F}" sibTransId="{72808A04-5E26-4DC3-BE3D-2D6CA42A5490}"/>
    <dgm:cxn modelId="{D6A717D9-0C1C-4683-B732-74CE2F0F272C}" type="presOf" srcId="{92003E3F-F203-4C81-803F-4FC25112015A}" destId="{8DF89492-B83E-486E-8099-02592243698B}" srcOrd="0" destOrd="0" presId="urn:microsoft.com/office/officeart/2005/8/layout/hierarchy2"/>
    <dgm:cxn modelId="{F792D8CA-3496-45A5-B657-2ED0FB632688}" srcId="{E0A3C2FD-0401-4CF9-86BE-504E80FBFD7F}" destId="{2EADF08B-9F3D-439D-9CBE-3C8EF0A49E7E}" srcOrd="0" destOrd="0" parTransId="{F3AB5D6D-3DD9-4871-868B-C37CAF0CBE72}" sibTransId="{9EBE0A99-D829-42D9-88D6-A35FE6D76326}"/>
    <dgm:cxn modelId="{E42FE860-35C9-47BD-8142-5570C5CBC795}" type="presOf" srcId="{1D86503D-ACF9-42AE-AC9E-57C31818309C}" destId="{DAFB57D6-0813-45CD-8D38-52C9EC9B0D9D}" srcOrd="0" destOrd="0" presId="urn:microsoft.com/office/officeart/2005/8/layout/hierarchy2"/>
    <dgm:cxn modelId="{77CB350A-90E3-45D2-9654-E9D7054BF9BF}" type="presOf" srcId="{EDB54BE8-831C-4140-8AEA-2E8FAEDEFFFD}" destId="{054C901A-F4F3-405E-892E-9622EE447C26}" srcOrd="0" destOrd="0" presId="urn:microsoft.com/office/officeart/2005/8/layout/hierarchy2"/>
    <dgm:cxn modelId="{9D1BF554-AB16-472E-95E1-F641C9C46E77}" srcId="{EDB54BE8-831C-4140-8AEA-2E8FAEDEFFFD}" destId="{782CADBA-395E-44F9-BE17-C703D58100C9}" srcOrd="1" destOrd="0" parTransId="{C61C155C-F14B-4F99-8EEC-FECCA5EC4D9A}" sibTransId="{1F7019B6-A9ED-44DC-AEEA-8F59BE846648}"/>
    <dgm:cxn modelId="{8210127B-FAA0-4C53-9319-1A504C0332AA}" type="presOf" srcId="{00BC8967-331F-45A0-9600-7BE109A6654A}" destId="{B0169B9C-24A2-445C-BC25-4B1D279F2B33}" srcOrd="0" destOrd="0" presId="urn:microsoft.com/office/officeart/2005/8/layout/hierarchy2"/>
    <dgm:cxn modelId="{7BB64F75-B220-41EC-9B49-09D1985082AC}" type="presOf" srcId="{4CD0B942-FB20-4E68-BD15-07284213C6F3}" destId="{03D69DB9-E825-4C3A-AB24-3BFFAEB905C2}" srcOrd="1" destOrd="0" presId="urn:microsoft.com/office/officeart/2005/8/layout/hierarchy2"/>
    <dgm:cxn modelId="{638E4584-E0EA-4A37-AE37-F5992D3CCAC8}" type="presOf" srcId="{8B923374-8FC7-4A8B-BC3C-DF3188639210}" destId="{2ED2DB55-D54D-4319-A5C9-EC139C03EADD}" srcOrd="0" destOrd="0" presId="urn:microsoft.com/office/officeart/2005/8/layout/hierarchy2"/>
    <dgm:cxn modelId="{7CF7FA4E-2357-468C-955A-E87196CCF87C}" srcId="{A17ADFA8-EB89-4A8F-8879-7AB82103502D}" destId="{A75F833C-307A-4DA7-8CF5-691FB3F7053A}" srcOrd="0" destOrd="0" parTransId="{3D7ADD24-CD8D-4040-85E3-5503C42D41B5}" sibTransId="{4950BC64-286B-4BDF-94A4-367AB69B2CFF}"/>
    <dgm:cxn modelId="{B832BDA9-7B51-4201-91E7-88CEAFC1C4DE}" srcId="{782CADBA-395E-44F9-BE17-C703D58100C9}" destId="{6799079F-2C9A-43D8-9679-A609729A1BE3}" srcOrd="0" destOrd="0" parTransId="{00BC8967-331F-45A0-9600-7BE109A6654A}" sibTransId="{4D5F6CB4-B700-45A0-9C45-9989E55B19B6}"/>
    <dgm:cxn modelId="{A36CED99-A19C-45F0-AAF8-2EA0E92B86CC}" type="presOf" srcId="{576E8CE2-C338-4F8D-8FB9-36D69FB6CA4F}" destId="{2B4658E2-3D26-45A4-ADFB-572458950F26}" srcOrd="0" destOrd="0" presId="urn:microsoft.com/office/officeart/2005/8/layout/hierarchy2"/>
    <dgm:cxn modelId="{420350E7-5174-4C56-8CBB-2979991627C9}" type="presOf" srcId="{6799079F-2C9A-43D8-9679-A609729A1BE3}" destId="{38511CCA-684B-4597-95F1-C4F73B9D9489}" srcOrd="0" destOrd="0" presId="urn:microsoft.com/office/officeart/2005/8/layout/hierarchy2"/>
    <dgm:cxn modelId="{690BA083-A31B-4B96-9501-1BD7396E78C8}" type="presOf" srcId="{F03CBE43-314C-4F11-8CE7-94E3E38A839F}" destId="{2EB2BCE8-D2E8-4CB9-92C9-BF9AE56687F9}" srcOrd="1" destOrd="0" presId="urn:microsoft.com/office/officeart/2005/8/layout/hierarchy2"/>
    <dgm:cxn modelId="{5BECD422-2824-42A3-A221-AF977C6685E8}" type="presOf" srcId="{6E6A39EA-F775-4EA0-AFDB-575F9D9EB874}" destId="{A2AB8BB6-7D67-4939-BD17-9C75F9C86A66}" srcOrd="0" destOrd="0" presId="urn:microsoft.com/office/officeart/2005/8/layout/hierarchy2"/>
    <dgm:cxn modelId="{CB038938-3033-4849-A9E3-D3654C6BFB33}" type="presOf" srcId="{3D7ADD24-CD8D-4040-85E3-5503C42D41B5}" destId="{7EC3C314-3A2D-4A49-A598-F47B65087713}" srcOrd="0" destOrd="0" presId="urn:microsoft.com/office/officeart/2005/8/layout/hierarchy2"/>
    <dgm:cxn modelId="{7F2B4494-BDFF-4888-95EB-54B91D5DD7E9}" type="presOf" srcId="{BB4BDD0D-77B7-49B7-85F0-66B0BC108BC9}" destId="{1DD3233B-8342-4AF6-A15B-2C9B3DA76C77}" srcOrd="0" destOrd="0" presId="urn:microsoft.com/office/officeart/2005/8/layout/hierarchy2"/>
    <dgm:cxn modelId="{3E62D756-A50B-462F-8D35-1E21D311C481}" type="presOf" srcId="{30ED30E0-F121-4C2F-89F1-79EAB9D179DB}" destId="{6C38A9B5-D9F0-4432-85F0-2524A7E6C11F}" srcOrd="0" destOrd="0" presId="urn:microsoft.com/office/officeart/2005/8/layout/hierarchy2"/>
    <dgm:cxn modelId="{C3210369-AEAF-4274-A6B7-7A85BC314EB0}" type="presOf" srcId="{9846C402-CA94-4EFF-BDC4-6667D12C0BBD}" destId="{8450AC17-5396-4DAA-A89A-DA912892A1A5}" srcOrd="0" destOrd="0" presId="urn:microsoft.com/office/officeart/2005/8/layout/hierarchy2"/>
    <dgm:cxn modelId="{545BB6D5-940B-4381-BAE4-9DD80638C3C4}" type="presOf" srcId="{05836289-1AAE-4F1E-9B3E-A573350D7038}" destId="{D8450564-BE76-4AF9-9A5D-90493035E3F9}" srcOrd="1" destOrd="0" presId="urn:microsoft.com/office/officeart/2005/8/layout/hierarchy2"/>
    <dgm:cxn modelId="{986F47A5-75E3-4C38-B1A3-43A7E4B0EE39}" type="presParOf" srcId="{A2F56FF7-68E3-474E-8A6A-CB710F3AF0B0}" destId="{5DADF166-A4A6-45A6-9A12-08AA6DB86750}" srcOrd="0" destOrd="0" presId="urn:microsoft.com/office/officeart/2005/8/layout/hierarchy2"/>
    <dgm:cxn modelId="{86C1A232-5787-4A77-AA99-253B2E251EDB}" type="presParOf" srcId="{5DADF166-A4A6-45A6-9A12-08AA6DB86750}" destId="{054C901A-F4F3-405E-892E-9622EE447C26}" srcOrd="0" destOrd="0" presId="urn:microsoft.com/office/officeart/2005/8/layout/hierarchy2"/>
    <dgm:cxn modelId="{B0D4C4F7-FFC6-4C90-BD3F-62578B3F6697}" type="presParOf" srcId="{5DADF166-A4A6-45A6-9A12-08AA6DB86750}" destId="{CE23A47A-E2F4-45C8-B3C6-5D2E9A30B716}" srcOrd="1" destOrd="0" presId="urn:microsoft.com/office/officeart/2005/8/layout/hierarchy2"/>
    <dgm:cxn modelId="{B54F7176-4ECA-4E41-BDB5-A3469ED666D9}" type="presParOf" srcId="{CE23A47A-E2F4-45C8-B3C6-5D2E9A30B716}" destId="{2B4658E2-3D26-45A4-ADFB-572458950F26}" srcOrd="0" destOrd="0" presId="urn:microsoft.com/office/officeart/2005/8/layout/hierarchy2"/>
    <dgm:cxn modelId="{1A8F3764-B949-487A-BDC6-B8AE63A98ABD}" type="presParOf" srcId="{2B4658E2-3D26-45A4-ADFB-572458950F26}" destId="{4A928019-5E9E-410D-8FD5-3AABCE147E41}" srcOrd="0" destOrd="0" presId="urn:microsoft.com/office/officeart/2005/8/layout/hierarchy2"/>
    <dgm:cxn modelId="{879DF69C-9D6C-4A13-ABE5-32B4D3A54528}" type="presParOf" srcId="{CE23A47A-E2F4-45C8-B3C6-5D2E9A30B716}" destId="{C2106723-49E5-4624-99C5-963D75CE97E5}" srcOrd="1" destOrd="0" presId="urn:microsoft.com/office/officeart/2005/8/layout/hierarchy2"/>
    <dgm:cxn modelId="{B1656D0E-C278-4646-B3A7-467D96EE764A}" type="presParOf" srcId="{C2106723-49E5-4624-99C5-963D75CE97E5}" destId="{D3435A7C-3C05-4D2F-8A91-9ED2EED52275}" srcOrd="0" destOrd="0" presId="urn:microsoft.com/office/officeart/2005/8/layout/hierarchy2"/>
    <dgm:cxn modelId="{BFD47253-EB11-4D9B-809E-72934F1F319D}" type="presParOf" srcId="{C2106723-49E5-4624-99C5-963D75CE97E5}" destId="{2A4F4631-ABA7-47BA-A495-B4B26D183548}" srcOrd="1" destOrd="0" presId="urn:microsoft.com/office/officeart/2005/8/layout/hierarchy2"/>
    <dgm:cxn modelId="{C8FF66BA-1D1F-41E7-AFD1-77F2EA11D35B}" type="presParOf" srcId="{2A4F4631-ABA7-47BA-A495-B4B26D183548}" destId="{7EC3C314-3A2D-4A49-A598-F47B65087713}" srcOrd="0" destOrd="0" presId="urn:microsoft.com/office/officeart/2005/8/layout/hierarchy2"/>
    <dgm:cxn modelId="{4A2BD3F2-32F9-4900-9116-6C1938F3385E}" type="presParOf" srcId="{7EC3C314-3A2D-4A49-A598-F47B65087713}" destId="{5570881D-7A71-4BDA-922A-A5503D4DCD6B}" srcOrd="0" destOrd="0" presId="urn:microsoft.com/office/officeart/2005/8/layout/hierarchy2"/>
    <dgm:cxn modelId="{D2FCB3E3-06B3-4145-872A-E2240C0FB787}" type="presParOf" srcId="{2A4F4631-ABA7-47BA-A495-B4B26D183548}" destId="{E8DC0ECB-3E67-455D-9AED-AFED5E2EA99E}" srcOrd="1" destOrd="0" presId="urn:microsoft.com/office/officeart/2005/8/layout/hierarchy2"/>
    <dgm:cxn modelId="{E6E5EBE6-B814-4687-B672-9B0CD24841EB}" type="presParOf" srcId="{E8DC0ECB-3E67-455D-9AED-AFED5E2EA99E}" destId="{78F40A78-D6C6-4C1F-A569-FBC71705B4FC}" srcOrd="0" destOrd="0" presId="urn:microsoft.com/office/officeart/2005/8/layout/hierarchy2"/>
    <dgm:cxn modelId="{2A1972BC-0C32-4202-B470-AD1DC59F7B44}" type="presParOf" srcId="{E8DC0ECB-3E67-455D-9AED-AFED5E2EA99E}" destId="{6C8D9AB7-FFF6-4E45-AE8D-D906FC9F7FF3}" srcOrd="1" destOrd="0" presId="urn:microsoft.com/office/officeart/2005/8/layout/hierarchy2"/>
    <dgm:cxn modelId="{8051D225-245B-446B-BCCF-4376F1E7AE5D}" type="presParOf" srcId="{6C8D9AB7-FFF6-4E45-AE8D-D906FC9F7FF3}" destId="{D1CF3E81-97D3-4ADB-B1A7-A6D41761BD5C}" srcOrd="0" destOrd="0" presId="urn:microsoft.com/office/officeart/2005/8/layout/hierarchy2"/>
    <dgm:cxn modelId="{8AD96103-1C3D-478D-B5A7-5EA265634216}" type="presParOf" srcId="{D1CF3E81-97D3-4ADB-B1A7-A6D41761BD5C}" destId="{37EF4B8B-D442-4ADA-B4FC-F6EE1EBE92E1}" srcOrd="0" destOrd="0" presId="urn:microsoft.com/office/officeart/2005/8/layout/hierarchy2"/>
    <dgm:cxn modelId="{3EBB5B73-7111-40ED-B936-73ACDA19C8F2}" type="presParOf" srcId="{6C8D9AB7-FFF6-4E45-AE8D-D906FC9F7FF3}" destId="{96141D9B-1585-431B-8860-DBD2E789B615}" srcOrd="1" destOrd="0" presId="urn:microsoft.com/office/officeart/2005/8/layout/hierarchy2"/>
    <dgm:cxn modelId="{102F4ED1-942D-4A2C-9A49-B54EAD8C1030}" type="presParOf" srcId="{96141D9B-1585-431B-8860-DBD2E789B615}" destId="{A65EE4EC-D31B-4EB0-BCAE-FB4A6A0A64AB}" srcOrd="0" destOrd="0" presId="urn:microsoft.com/office/officeart/2005/8/layout/hierarchy2"/>
    <dgm:cxn modelId="{B3A8131D-471D-494E-8101-63B123E0856D}" type="presParOf" srcId="{96141D9B-1585-431B-8860-DBD2E789B615}" destId="{C84BB108-59FE-4BAE-AE6C-64CF3C2A6DF5}" srcOrd="1" destOrd="0" presId="urn:microsoft.com/office/officeart/2005/8/layout/hierarchy2"/>
    <dgm:cxn modelId="{1697776A-1592-4504-BF76-994A0B06D517}" type="presParOf" srcId="{2A4F4631-ABA7-47BA-A495-B4B26D183548}" destId="{0A258AEB-6B7C-40EC-863B-A957AF55C093}" srcOrd="2" destOrd="0" presId="urn:microsoft.com/office/officeart/2005/8/layout/hierarchy2"/>
    <dgm:cxn modelId="{B833672E-2A4E-4B73-8D13-C14A396D4992}" type="presParOf" srcId="{0A258AEB-6B7C-40EC-863B-A957AF55C093}" destId="{03D69DB9-E825-4C3A-AB24-3BFFAEB905C2}" srcOrd="0" destOrd="0" presId="urn:microsoft.com/office/officeart/2005/8/layout/hierarchy2"/>
    <dgm:cxn modelId="{6309F5BA-5F31-42F2-813A-381F94C2B717}" type="presParOf" srcId="{2A4F4631-ABA7-47BA-A495-B4B26D183548}" destId="{DD3A8538-FECF-4D8E-A9F0-8EF81526DD07}" srcOrd="3" destOrd="0" presId="urn:microsoft.com/office/officeart/2005/8/layout/hierarchy2"/>
    <dgm:cxn modelId="{5DC5D145-AE70-467C-82C3-7C5E85D600CA}" type="presParOf" srcId="{DD3A8538-FECF-4D8E-A9F0-8EF81526DD07}" destId="{CE5E64B8-A9C1-4CBE-8596-A5F2FEA22CE7}" srcOrd="0" destOrd="0" presId="urn:microsoft.com/office/officeart/2005/8/layout/hierarchy2"/>
    <dgm:cxn modelId="{311831E7-97A1-407B-92DD-AFFD65CA3331}" type="presParOf" srcId="{DD3A8538-FECF-4D8E-A9F0-8EF81526DD07}" destId="{F4A9410E-B915-424E-9FD4-8A8A8584CDCD}" srcOrd="1" destOrd="0" presId="urn:microsoft.com/office/officeart/2005/8/layout/hierarchy2"/>
    <dgm:cxn modelId="{7259915D-D919-418F-8B0E-79D9D9B4FC2A}" type="presParOf" srcId="{F4A9410E-B915-424E-9FD4-8A8A8584CDCD}" destId="{1DD3233B-8342-4AF6-A15B-2C9B3DA76C77}" srcOrd="0" destOrd="0" presId="urn:microsoft.com/office/officeart/2005/8/layout/hierarchy2"/>
    <dgm:cxn modelId="{F2BD82A9-8739-4201-894B-8801FC7525C3}" type="presParOf" srcId="{1DD3233B-8342-4AF6-A15B-2C9B3DA76C77}" destId="{2F7219EC-BA3C-4A00-A438-6A4503B402BB}" srcOrd="0" destOrd="0" presId="urn:microsoft.com/office/officeart/2005/8/layout/hierarchy2"/>
    <dgm:cxn modelId="{0A15D0C0-9E49-4CCA-9705-6061A28C5814}" type="presParOf" srcId="{F4A9410E-B915-424E-9FD4-8A8A8584CDCD}" destId="{FEBB8554-44D9-43D1-9763-6DD2C219AAFF}" srcOrd="1" destOrd="0" presId="urn:microsoft.com/office/officeart/2005/8/layout/hierarchy2"/>
    <dgm:cxn modelId="{FA9BF510-7BC5-40F4-AE36-AACF50670979}" type="presParOf" srcId="{FEBB8554-44D9-43D1-9763-6DD2C219AAFF}" destId="{9E1D321B-C493-4D25-B293-27C1DEAABFEA}" srcOrd="0" destOrd="0" presId="urn:microsoft.com/office/officeart/2005/8/layout/hierarchy2"/>
    <dgm:cxn modelId="{53CD186F-7690-408B-96E0-37A89C5581A1}" type="presParOf" srcId="{FEBB8554-44D9-43D1-9763-6DD2C219AAFF}" destId="{29CEB3D6-8B21-4530-AB5E-38F47ED42321}" srcOrd="1" destOrd="0" presId="urn:microsoft.com/office/officeart/2005/8/layout/hierarchy2"/>
    <dgm:cxn modelId="{8400C66C-67E3-43F4-947F-6C53C20BDB58}" type="presParOf" srcId="{CE23A47A-E2F4-45C8-B3C6-5D2E9A30B716}" destId="{F624E54A-D98D-4D24-8AF3-EFCA4A86C38E}" srcOrd="2" destOrd="0" presId="urn:microsoft.com/office/officeart/2005/8/layout/hierarchy2"/>
    <dgm:cxn modelId="{4C38F969-DA80-4225-9D4D-A4BE96606B00}" type="presParOf" srcId="{F624E54A-D98D-4D24-8AF3-EFCA4A86C38E}" destId="{71C4ACA5-9CE1-4434-8C50-7204A5A3717C}" srcOrd="0" destOrd="0" presId="urn:microsoft.com/office/officeart/2005/8/layout/hierarchy2"/>
    <dgm:cxn modelId="{793A7647-53FF-483D-B1CF-91B591719BBD}" type="presParOf" srcId="{CE23A47A-E2F4-45C8-B3C6-5D2E9A30B716}" destId="{C43E4B18-DDF0-461D-AB5E-1143F600118B}" srcOrd="3" destOrd="0" presId="urn:microsoft.com/office/officeart/2005/8/layout/hierarchy2"/>
    <dgm:cxn modelId="{672EE6C9-8D70-45DF-BCA6-9F049502CFD3}" type="presParOf" srcId="{C43E4B18-DDF0-461D-AB5E-1143F600118B}" destId="{C8B94F0F-0609-48E2-A23C-768463AE80FA}" srcOrd="0" destOrd="0" presId="urn:microsoft.com/office/officeart/2005/8/layout/hierarchy2"/>
    <dgm:cxn modelId="{556CEA4F-853F-4D0C-B800-3C228A6D9B0F}" type="presParOf" srcId="{C43E4B18-DDF0-461D-AB5E-1143F600118B}" destId="{0E043ADA-5D89-4F8E-9D98-2939538E468E}" srcOrd="1" destOrd="0" presId="urn:microsoft.com/office/officeart/2005/8/layout/hierarchy2"/>
    <dgm:cxn modelId="{5E2B2A19-37AA-4AD8-A52D-6BCABC93DDB3}" type="presParOf" srcId="{0E043ADA-5D89-4F8E-9D98-2939538E468E}" destId="{B0169B9C-24A2-445C-BC25-4B1D279F2B33}" srcOrd="0" destOrd="0" presId="urn:microsoft.com/office/officeart/2005/8/layout/hierarchy2"/>
    <dgm:cxn modelId="{6B4EE29F-1E05-4651-BDCD-B87D3F134623}" type="presParOf" srcId="{B0169B9C-24A2-445C-BC25-4B1D279F2B33}" destId="{78F55670-20BF-4CC7-AF6D-D425D7E80E03}" srcOrd="0" destOrd="0" presId="urn:microsoft.com/office/officeart/2005/8/layout/hierarchy2"/>
    <dgm:cxn modelId="{9DBD282F-5D5F-40E1-9746-4A37D8373F42}" type="presParOf" srcId="{0E043ADA-5D89-4F8E-9D98-2939538E468E}" destId="{775358DD-E8E1-4AF8-9E06-D8772E76F93F}" srcOrd="1" destOrd="0" presId="urn:microsoft.com/office/officeart/2005/8/layout/hierarchy2"/>
    <dgm:cxn modelId="{6D2324B3-6453-4BC4-BF95-9CC2E0069207}" type="presParOf" srcId="{775358DD-E8E1-4AF8-9E06-D8772E76F93F}" destId="{38511CCA-684B-4597-95F1-C4F73B9D9489}" srcOrd="0" destOrd="0" presId="urn:microsoft.com/office/officeart/2005/8/layout/hierarchy2"/>
    <dgm:cxn modelId="{A71DBECF-16C9-4563-B203-E7DBE8473260}" type="presParOf" srcId="{775358DD-E8E1-4AF8-9E06-D8772E76F93F}" destId="{FD4FDBFF-7E3A-4BB5-A4C1-894DF948F783}" srcOrd="1" destOrd="0" presId="urn:microsoft.com/office/officeart/2005/8/layout/hierarchy2"/>
    <dgm:cxn modelId="{68279C96-8794-419A-ABE2-47AEAEE8F8F3}" type="presParOf" srcId="{FD4FDBFF-7E3A-4BB5-A4C1-894DF948F783}" destId="{2ED2DB55-D54D-4319-A5C9-EC139C03EADD}" srcOrd="0" destOrd="0" presId="urn:microsoft.com/office/officeart/2005/8/layout/hierarchy2"/>
    <dgm:cxn modelId="{09D24065-501D-468A-B102-AD1F773E97A4}" type="presParOf" srcId="{2ED2DB55-D54D-4319-A5C9-EC139C03EADD}" destId="{F1D2A87C-8FA7-42A6-9F26-13716E299D80}" srcOrd="0" destOrd="0" presId="urn:microsoft.com/office/officeart/2005/8/layout/hierarchy2"/>
    <dgm:cxn modelId="{960E909B-D5F4-4A8A-8335-AC97E28F810D}" type="presParOf" srcId="{FD4FDBFF-7E3A-4BB5-A4C1-894DF948F783}" destId="{4081DBF5-B15A-4F4A-88E7-AE60930AF14B}" srcOrd="1" destOrd="0" presId="urn:microsoft.com/office/officeart/2005/8/layout/hierarchy2"/>
    <dgm:cxn modelId="{23E6AACF-A020-49EB-A02F-DC336450E19F}" type="presParOf" srcId="{4081DBF5-B15A-4F4A-88E7-AE60930AF14B}" destId="{8450AC17-5396-4DAA-A89A-DA912892A1A5}" srcOrd="0" destOrd="0" presId="urn:microsoft.com/office/officeart/2005/8/layout/hierarchy2"/>
    <dgm:cxn modelId="{B672938A-24F9-4E81-9A3D-D81AD3B43E5A}" type="presParOf" srcId="{4081DBF5-B15A-4F4A-88E7-AE60930AF14B}" destId="{FD018341-14A3-4FA1-AF1B-DBB42FDB39C3}" srcOrd="1" destOrd="0" presId="urn:microsoft.com/office/officeart/2005/8/layout/hierarchy2"/>
    <dgm:cxn modelId="{5A2F4848-4FF9-4597-A463-420069A07FFE}" type="presParOf" srcId="{FD018341-14A3-4FA1-AF1B-DBB42FDB39C3}" destId="{B54BE9A8-5D40-4CBB-93E2-3E2183EAFF5E}" srcOrd="0" destOrd="0" presId="urn:microsoft.com/office/officeart/2005/8/layout/hierarchy2"/>
    <dgm:cxn modelId="{89B20070-2311-4FC2-B606-CDAF05AFCF59}" type="presParOf" srcId="{B54BE9A8-5D40-4CBB-93E2-3E2183EAFF5E}" destId="{D8450564-BE76-4AF9-9A5D-90493035E3F9}" srcOrd="0" destOrd="0" presId="urn:microsoft.com/office/officeart/2005/8/layout/hierarchy2"/>
    <dgm:cxn modelId="{0F26C65F-8735-4476-B5F6-66C6AC42959C}" type="presParOf" srcId="{FD018341-14A3-4FA1-AF1B-DBB42FDB39C3}" destId="{F1267735-1165-4C2B-ABA0-A88FFEAC7785}" srcOrd="1" destOrd="0" presId="urn:microsoft.com/office/officeart/2005/8/layout/hierarchy2"/>
    <dgm:cxn modelId="{55DCAE77-4EA8-41A6-B2E2-EB0794732C56}" type="presParOf" srcId="{F1267735-1165-4C2B-ABA0-A88FFEAC7785}" destId="{DFB32975-0783-4F9C-AE2C-E0BD5338E9FC}" srcOrd="0" destOrd="0" presId="urn:microsoft.com/office/officeart/2005/8/layout/hierarchy2"/>
    <dgm:cxn modelId="{124AB7AE-DB65-43E4-B723-7D167464215F}" type="presParOf" srcId="{F1267735-1165-4C2B-ABA0-A88FFEAC7785}" destId="{B4775A60-9FCD-4FD1-A947-DD0CDB2D66B4}" srcOrd="1" destOrd="0" presId="urn:microsoft.com/office/officeart/2005/8/layout/hierarchy2"/>
    <dgm:cxn modelId="{BC866A14-028E-4DE7-9458-1F03F40E2C0E}" type="presParOf" srcId="{FD4FDBFF-7E3A-4BB5-A4C1-894DF948F783}" destId="{016EB0DF-4FA8-49A8-B053-9BFDBA4F7A9F}" srcOrd="2" destOrd="0" presId="urn:microsoft.com/office/officeart/2005/8/layout/hierarchy2"/>
    <dgm:cxn modelId="{DD040F97-7246-47B0-B3F0-E84F40A7CF44}" type="presParOf" srcId="{016EB0DF-4FA8-49A8-B053-9BFDBA4F7A9F}" destId="{B36F6A8B-9785-4CEF-8061-96A0C09CFE7E}" srcOrd="0" destOrd="0" presId="urn:microsoft.com/office/officeart/2005/8/layout/hierarchy2"/>
    <dgm:cxn modelId="{5FB1635F-BE61-4C11-9640-54E0F335DFEA}" type="presParOf" srcId="{FD4FDBFF-7E3A-4BB5-A4C1-894DF948F783}" destId="{1266137B-DB20-4A73-8EA3-1C601F1E83DB}" srcOrd="3" destOrd="0" presId="urn:microsoft.com/office/officeart/2005/8/layout/hierarchy2"/>
    <dgm:cxn modelId="{66FB87DF-87CF-4276-BB32-0EC94E02CC01}" type="presParOf" srcId="{1266137B-DB20-4A73-8EA3-1C601F1E83DB}" destId="{DAFB57D6-0813-45CD-8D38-52C9EC9B0D9D}" srcOrd="0" destOrd="0" presId="urn:microsoft.com/office/officeart/2005/8/layout/hierarchy2"/>
    <dgm:cxn modelId="{74D00AA8-C236-402E-BFE7-111D087AAD9E}" type="presParOf" srcId="{1266137B-DB20-4A73-8EA3-1C601F1E83DB}" destId="{C98B48A6-D903-4632-BDE7-A76EF77B16B5}" srcOrd="1" destOrd="0" presId="urn:microsoft.com/office/officeart/2005/8/layout/hierarchy2"/>
    <dgm:cxn modelId="{1E569D9F-B613-4FF1-941D-4E0EFAD8365B}" type="presParOf" srcId="{C98B48A6-D903-4632-BDE7-A76EF77B16B5}" destId="{01C411F4-FA10-4C04-80F7-9C0E2B3BBB75}" srcOrd="0" destOrd="0" presId="urn:microsoft.com/office/officeart/2005/8/layout/hierarchy2"/>
    <dgm:cxn modelId="{A282712A-F759-4879-9E5A-283DA42A3F63}" type="presParOf" srcId="{01C411F4-FA10-4C04-80F7-9C0E2B3BBB75}" destId="{6B7B1179-169F-43E8-94F2-954FDB59EAD5}" srcOrd="0" destOrd="0" presId="urn:microsoft.com/office/officeart/2005/8/layout/hierarchy2"/>
    <dgm:cxn modelId="{89750430-63DA-4519-AA17-8E3C1EA17529}" type="presParOf" srcId="{C98B48A6-D903-4632-BDE7-A76EF77B16B5}" destId="{E63B7329-C798-43F7-8A30-509863F20E29}" srcOrd="1" destOrd="0" presId="urn:microsoft.com/office/officeart/2005/8/layout/hierarchy2"/>
    <dgm:cxn modelId="{48898741-332B-45FB-8A3A-8404770EC69F}" type="presParOf" srcId="{E63B7329-C798-43F7-8A30-509863F20E29}" destId="{A2AB8BB6-7D67-4939-BD17-9C75F9C86A66}" srcOrd="0" destOrd="0" presId="urn:microsoft.com/office/officeart/2005/8/layout/hierarchy2"/>
    <dgm:cxn modelId="{D23545F5-2E7F-410C-A1E2-6CEA4562D976}" type="presParOf" srcId="{E63B7329-C798-43F7-8A30-509863F20E29}" destId="{A34005DA-B9FF-4624-B7FE-BE3473509911}" srcOrd="1" destOrd="0" presId="urn:microsoft.com/office/officeart/2005/8/layout/hierarchy2"/>
    <dgm:cxn modelId="{AD3C4AEF-134D-4BE8-AF93-7555CB288FF0}" type="presParOf" srcId="{0E043ADA-5D89-4F8E-9D98-2939538E468E}" destId="{48D138CD-11A0-424C-845F-C44754C25D61}" srcOrd="2" destOrd="0" presId="urn:microsoft.com/office/officeart/2005/8/layout/hierarchy2"/>
    <dgm:cxn modelId="{036D602D-ABB9-4525-81B0-B859BBDEE749}" type="presParOf" srcId="{48D138CD-11A0-424C-845F-C44754C25D61}" destId="{2EB2BCE8-D2E8-4CB9-92C9-BF9AE56687F9}" srcOrd="0" destOrd="0" presId="urn:microsoft.com/office/officeart/2005/8/layout/hierarchy2"/>
    <dgm:cxn modelId="{1B22E6D8-3EBF-4817-BEAE-897377A594C6}" type="presParOf" srcId="{0E043ADA-5D89-4F8E-9D98-2939538E468E}" destId="{336D5110-67FE-4265-9D3A-593A38001D97}" srcOrd="3" destOrd="0" presId="urn:microsoft.com/office/officeart/2005/8/layout/hierarchy2"/>
    <dgm:cxn modelId="{0B38F4B9-5425-4DE9-A902-A79EEC644072}" type="presParOf" srcId="{336D5110-67FE-4265-9D3A-593A38001D97}" destId="{8C353D0C-1AD6-4AA8-AD62-B00D092E747E}" srcOrd="0" destOrd="0" presId="urn:microsoft.com/office/officeart/2005/8/layout/hierarchy2"/>
    <dgm:cxn modelId="{2907F607-F363-448B-8BA5-DDB01A75E402}" type="presParOf" srcId="{336D5110-67FE-4265-9D3A-593A38001D97}" destId="{CDEA59B7-22D2-43A9-8F30-456819F694B9}" srcOrd="1" destOrd="0" presId="urn:microsoft.com/office/officeart/2005/8/layout/hierarchy2"/>
    <dgm:cxn modelId="{05D1B262-6951-419D-8D13-1FE9640BB94D}" type="presParOf" srcId="{CDEA59B7-22D2-43A9-8F30-456819F694B9}" destId="{8DF89492-B83E-486E-8099-02592243698B}" srcOrd="0" destOrd="0" presId="urn:microsoft.com/office/officeart/2005/8/layout/hierarchy2"/>
    <dgm:cxn modelId="{C64C86FF-C475-48B5-B950-B943BE7E86BF}" type="presParOf" srcId="{8DF89492-B83E-486E-8099-02592243698B}" destId="{B2F0C17B-0842-4B84-91B3-E42901FBE2A9}" srcOrd="0" destOrd="0" presId="urn:microsoft.com/office/officeart/2005/8/layout/hierarchy2"/>
    <dgm:cxn modelId="{5E5EA25C-CE12-410F-848E-5C0D6ABB059E}" type="presParOf" srcId="{CDEA59B7-22D2-43A9-8F30-456819F694B9}" destId="{409767A7-D6D5-4482-BD97-488E1B9D7BBD}" srcOrd="1" destOrd="0" presId="urn:microsoft.com/office/officeart/2005/8/layout/hierarchy2"/>
    <dgm:cxn modelId="{BB68DF25-52EA-49FA-A9FD-C193D63901A7}" type="presParOf" srcId="{409767A7-D6D5-4482-BD97-488E1B9D7BBD}" destId="{0A0D1F94-9288-4113-80E6-2390FAB84146}" srcOrd="0" destOrd="0" presId="urn:microsoft.com/office/officeart/2005/8/layout/hierarchy2"/>
    <dgm:cxn modelId="{DBA3CFCA-088E-48AE-B9B1-A3D402EE941F}" type="presParOf" srcId="{409767A7-D6D5-4482-BD97-488E1B9D7BBD}" destId="{DE499EAB-A0D6-4971-8632-3B30C40CD991}" srcOrd="1" destOrd="0" presId="urn:microsoft.com/office/officeart/2005/8/layout/hierarchy2"/>
    <dgm:cxn modelId="{9B4A7318-7C64-44A9-BD67-C50691A1CE05}" type="presParOf" srcId="{DE499EAB-A0D6-4971-8632-3B30C40CD991}" destId="{A4A41E24-1710-413F-8073-45F73FE1BAF7}" srcOrd="0" destOrd="0" presId="urn:microsoft.com/office/officeart/2005/8/layout/hierarchy2"/>
    <dgm:cxn modelId="{6D3E722F-3948-4077-9C0A-E7C430BF8DA0}" type="presParOf" srcId="{A4A41E24-1710-413F-8073-45F73FE1BAF7}" destId="{C74B4181-75D7-4442-940E-0838659A6541}" srcOrd="0" destOrd="0" presId="urn:microsoft.com/office/officeart/2005/8/layout/hierarchy2"/>
    <dgm:cxn modelId="{F396B30A-078B-46F0-9754-5F0DD0DF6B08}" type="presParOf" srcId="{DE499EAB-A0D6-4971-8632-3B30C40CD991}" destId="{C3AECBAD-AAF4-4426-A487-5B752503AC15}" srcOrd="1" destOrd="0" presId="urn:microsoft.com/office/officeart/2005/8/layout/hierarchy2"/>
    <dgm:cxn modelId="{8B544D40-93CA-418B-B449-F1F8D162FFB5}" type="presParOf" srcId="{C3AECBAD-AAF4-4426-A487-5B752503AC15}" destId="{90899F0D-6916-42AF-8F60-85B260A5FC8E}" srcOrd="0" destOrd="0" presId="urn:microsoft.com/office/officeart/2005/8/layout/hierarchy2"/>
    <dgm:cxn modelId="{78396077-1977-4947-B57C-2EAF7B11D5E9}" type="presParOf" srcId="{C3AECBAD-AAF4-4426-A487-5B752503AC15}" destId="{17EC1B9A-B5A5-49F4-B410-A07036CC1257}" srcOrd="1" destOrd="0" presId="urn:microsoft.com/office/officeart/2005/8/layout/hierarchy2"/>
    <dgm:cxn modelId="{FF7AC131-3BA1-4C97-B40A-0A85B3042550}" type="presParOf" srcId="{CDEA59B7-22D2-43A9-8F30-456819F694B9}" destId="{6C38A9B5-D9F0-4432-85F0-2524A7E6C11F}" srcOrd="2" destOrd="0" presId="urn:microsoft.com/office/officeart/2005/8/layout/hierarchy2"/>
    <dgm:cxn modelId="{51B18151-8FE5-4108-94D4-E6253CD404C8}" type="presParOf" srcId="{6C38A9B5-D9F0-4432-85F0-2524A7E6C11F}" destId="{83031212-8C9E-4EB7-B927-EFB8A0131F9E}" srcOrd="0" destOrd="0" presId="urn:microsoft.com/office/officeart/2005/8/layout/hierarchy2"/>
    <dgm:cxn modelId="{80B4C280-0874-463C-862C-641E2B71F766}" type="presParOf" srcId="{CDEA59B7-22D2-43A9-8F30-456819F694B9}" destId="{EAC2FFD4-1C52-4CE9-A457-6B67C0D47B5A}" srcOrd="3" destOrd="0" presId="urn:microsoft.com/office/officeart/2005/8/layout/hierarchy2"/>
    <dgm:cxn modelId="{E2164561-E9F1-451E-BED4-531879038E17}" type="presParOf" srcId="{EAC2FFD4-1C52-4CE9-A457-6B67C0D47B5A}" destId="{4E6DB958-A692-441A-A523-7E44535EE9AE}" srcOrd="0" destOrd="0" presId="urn:microsoft.com/office/officeart/2005/8/layout/hierarchy2"/>
    <dgm:cxn modelId="{23FE166F-DA41-45BB-A145-3365C5CE562C}" type="presParOf" srcId="{EAC2FFD4-1C52-4CE9-A457-6B67C0D47B5A}" destId="{D00A2D01-A57B-4AD9-ABCA-D759F9570474}" srcOrd="1" destOrd="0" presId="urn:microsoft.com/office/officeart/2005/8/layout/hierarchy2"/>
    <dgm:cxn modelId="{22010C0E-A886-4192-A7A3-627D23A98598}" type="presParOf" srcId="{D00A2D01-A57B-4AD9-ABCA-D759F9570474}" destId="{720ABD83-2CE2-4D23-8157-592C11917906}" srcOrd="0" destOrd="0" presId="urn:microsoft.com/office/officeart/2005/8/layout/hierarchy2"/>
    <dgm:cxn modelId="{02AD2984-602F-43FB-80CE-99F7F43D7140}" type="presParOf" srcId="{720ABD83-2CE2-4D23-8157-592C11917906}" destId="{92C64CD4-1393-4B7F-BACA-2CAAA9E22AEE}" srcOrd="0" destOrd="0" presId="urn:microsoft.com/office/officeart/2005/8/layout/hierarchy2"/>
    <dgm:cxn modelId="{37E1A915-1E13-4417-8882-6C2F453AD704}" type="presParOf" srcId="{D00A2D01-A57B-4AD9-ABCA-D759F9570474}" destId="{7B64F64F-E8D1-40BD-BE67-E357E6B17A1A}" srcOrd="1" destOrd="0" presId="urn:microsoft.com/office/officeart/2005/8/layout/hierarchy2"/>
    <dgm:cxn modelId="{F99874B6-FD63-4AAE-AF8F-D1C4932F49D9}" type="presParOf" srcId="{7B64F64F-E8D1-40BD-BE67-E357E6B17A1A}" destId="{03E6E7DD-EF88-4C38-8A26-7C7CAA80BFED}" srcOrd="0" destOrd="0" presId="urn:microsoft.com/office/officeart/2005/8/layout/hierarchy2"/>
    <dgm:cxn modelId="{BBC75BBD-66FC-43FF-B5AE-3134AED0387F}" type="presParOf" srcId="{7B64F64F-E8D1-40BD-BE67-E357E6B17A1A}" destId="{E2D5B82F-0A3F-4EDD-99EE-3ED0B6C5DCC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9B2811D-5B08-4A75-A575-E3D9B6A72EFF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DB54BE8-831C-4140-8AEA-2E8FAEDEFFFD}">
      <dgm:prSet phldrT="[Text]"/>
      <dgm:spPr/>
      <dgm:t>
        <a:bodyPr/>
        <a:lstStyle/>
        <a:p>
          <a:r>
            <a:rPr lang="en-US" dirty="0" smtClean="0"/>
            <a:t>Unclear requirements</a:t>
          </a:r>
          <a:endParaRPr lang="en-US" dirty="0"/>
        </a:p>
      </dgm:t>
    </dgm:pt>
    <dgm:pt modelId="{9C22E18D-5092-4643-B940-79761FC16395}" type="parTrans" cxnId="{29562D62-BCB2-4478-87D4-5A0C3D80C08F}">
      <dgm:prSet/>
      <dgm:spPr/>
      <dgm:t>
        <a:bodyPr/>
        <a:lstStyle/>
        <a:p>
          <a:endParaRPr lang="en-US"/>
        </a:p>
      </dgm:t>
    </dgm:pt>
    <dgm:pt modelId="{B46DD615-A675-46CD-BB38-FB30F9C6446F}" type="sibTrans" cxnId="{29562D62-BCB2-4478-87D4-5A0C3D80C08F}">
      <dgm:prSet/>
      <dgm:spPr/>
      <dgm:t>
        <a:bodyPr/>
        <a:lstStyle/>
        <a:p>
          <a:endParaRPr lang="en-US"/>
        </a:p>
      </dgm:t>
    </dgm:pt>
    <dgm:pt modelId="{782CADBA-395E-44F9-BE17-C703D58100C9}">
      <dgm:prSet phldrT="[Text]"/>
      <dgm:spPr/>
      <dgm:t>
        <a:bodyPr/>
        <a:lstStyle/>
        <a:p>
          <a:r>
            <a:rPr lang="en-US" dirty="0" smtClean="0"/>
            <a:t>Mitigation</a:t>
          </a:r>
          <a:endParaRPr lang="en-US" dirty="0"/>
        </a:p>
      </dgm:t>
    </dgm:pt>
    <dgm:pt modelId="{C61C155C-F14B-4F99-8EEC-FECCA5EC4D9A}" type="parTrans" cxnId="{9D1BF554-AB16-472E-95E1-F641C9C46E77}">
      <dgm:prSet/>
      <dgm:spPr/>
      <dgm:t>
        <a:bodyPr/>
        <a:lstStyle/>
        <a:p>
          <a:endParaRPr lang="en-US"/>
        </a:p>
      </dgm:t>
    </dgm:pt>
    <dgm:pt modelId="{1F7019B6-A9ED-44DC-AEEA-8F59BE846648}" type="sibTrans" cxnId="{9D1BF554-AB16-472E-95E1-F641C9C46E77}">
      <dgm:prSet/>
      <dgm:spPr/>
      <dgm:t>
        <a:bodyPr/>
        <a:lstStyle/>
        <a:p>
          <a:endParaRPr lang="en-US"/>
        </a:p>
      </dgm:t>
    </dgm:pt>
    <dgm:pt modelId="{9846C402-CA94-4EFF-BDC4-6667D12C0BBD}">
      <dgm:prSet phldrT="[Text]"/>
      <dgm:spPr/>
      <dgm:t>
        <a:bodyPr/>
        <a:lstStyle/>
        <a:p>
          <a:r>
            <a:rPr lang="en-US" dirty="0" smtClean="0"/>
            <a:t>40%</a:t>
          </a:r>
          <a:endParaRPr lang="en-US" dirty="0"/>
        </a:p>
      </dgm:t>
    </dgm:pt>
    <dgm:pt modelId="{8B923374-8FC7-4A8B-BC3C-DF3188639210}" type="parTrans" cxnId="{BBCB3DAE-F33A-42E8-ABDC-0140983EB331}">
      <dgm:prSet/>
      <dgm:spPr/>
      <dgm:t>
        <a:bodyPr/>
        <a:lstStyle/>
        <a:p>
          <a:endParaRPr lang="en-US"/>
        </a:p>
      </dgm:t>
    </dgm:pt>
    <dgm:pt modelId="{BD97307E-D572-4DF2-ACD4-10A87824B9D6}" type="sibTrans" cxnId="{BBCB3DAE-F33A-42E8-ABDC-0140983EB331}">
      <dgm:prSet/>
      <dgm:spPr/>
      <dgm:t>
        <a:bodyPr/>
        <a:lstStyle/>
        <a:p>
          <a:endParaRPr lang="en-US"/>
        </a:p>
      </dgm:t>
    </dgm:pt>
    <dgm:pt modelId="{1D86503D-ACF9-42AE-AC9E-57C31818309C}">
      <dgm:prSet phldrT="[Text]"/>
      <dgm:spPr/>
      <dgm:t>
        <a:bodyPr/>
        <a:lstStyle/>
        <a:p>
          <a:r>
            <a:rPr lang="en-US" dirty="0" smtClean="0"/>
            <a:t>60%</a:t>
          </a:r>
          <a:endParaRPr lang="en-US" dirty="0"/>
        </a:p>
      </dgm:t>
    </dgm:pt>
    <dgm:pt modelId="{187AC547-5F07-44D3-A588-5F9A786DC0CD}" type="parTrans" cxnId="{E474B67F-EF9F-49B4-A3F2-64527A29B160}">
      <dgm:prSet/>
      <dgm:spPr/>
      <dgm:t>
        <a:bodyPr/>
        <a:lstStyle/>
        <a:p>
          <a:endParaRPr lang="en-US"/>
        </a:p>
      </dgm:t>
    </dgm:pt>
    <dgm:pt modelId="{27044D8D-406D-4855-870A-CB58CB584435}" type="sibTrans" cxnId="{E474B67F-EF9F-49B4-A3F2-64527A29B160}">
      <dgm:prSet/>
      <dgm:spPr/>
      <dgm:t>
        <a:bodyPr/>
        <a:lstStyle/>
        <a:p>
          <a:endParaRPr lang="en-US"/>
        </a:p>
      </dgm:t>
    </dgm:pt>
    <dgm:pt modelId="{BAD8ACA9-8C73-4904-B10E-E9C3FEBEDA67}">
      <dgm:prSet phldrT="[Text]"/>
      <dgm:spPr/>
      <dgm:t>
        <a:bodyPr/>
        <a:lstStyle/>
        <a:p>
          <a:r>
            <a:rPr lang="en-US" dirty="0" smtClean="0"/>
            <a:t>Prototype</a:t>
          </a:r>
          <a:endParaRPr lang="en-US" dirty="0"/>
        </a:p>
      </dgm:t>
    </dgm:pt>
    <dgm:pt modelId="{F03CBE43-314C-4F11-8CE7-94E3E38A839F}" type="parTrans" cxnId="{FEBFF9D6-2B74-4B82-8C46-BD4050C846FD}">
      <dgm:prSet/>
      <dgm:spPr/>
      <dgm:t>
        <a:bodyPr/>
        <a:lstStyle/>
        <a:p>
          <a:endParaRPr lang="en-US"/>
        </a:p>
      </dgm:t>
    </dgm:pt>
    <dgm:pt modelId="{42CA7E06-C442-4E47-8C19-BFF961E5647C}" type="sibTrans" cxnId="{FEBFF9D6-2B74-4B82-8C46-BD4050C846FD}">
      <dgm:prSet/>
      <dgm:spPr/>
      <dgm:t>
        <a:bodyPr/>
        <a:lstStyle/>
        <a:p>
          <a:endParaRPr lang="en-US"/>
        </a:p>
      </dgm:t>
    </dgm:pt>
    <dgm:pt modelId="{6229FE98-35A3-4DA6-99BB-AF2A1D577510}">
      <dgm:prSet phldrT="[Text]"/>
      <dgm:spPr/>
      <dgm:t>
        <a:bodyPr/>
        <a:lstStyle/>
        <a:p>
          <a:r>
            <a:rPr lang="en-US" dirty="0" smtClean="0"/>
            <a:t>5%</a:t>
          </a:r>
          <a:endParaRPr lang="en-US" dirty="0"/>
        </a:p>
      </dgm:t>
    </dgm:pt>
    <dgm:pt modelId="{92003E3F-F203-4C81-803F-4FC25112015A}" type="parTrans" cxnId="{DF8F45B1-2AC2-4871-9518-43DF5ECB96DF}">
      <dgm:prSet/>
      <dgm:spPr/>
      <dgm:t>
        <a:bodyPr/>
        <a:lstStyle/>
        <a:p>
          <a:endParaRPr lang="en-US"/>
        </a:p>
      </dgm:t>
    </dgm:pt>
    <dgm:pt modelId="{010A079D-E26F-4CDA-8260-51BCB1A82BBC}" type="sibTrans" cxnId="{DF8F45B1-2AC2-4871-9518-43DF5ECB96DF}">
      <dgm:prSet/>
      <dgm:spPr/>
      <dgm:t>
        <a:bodyPr/>
        <a:lstStyle/>
        <a:p>
          <a:endParaRPr lang="en-US"/>
        </a:p>
      </dgm:t>
    </dgm:pt>
    <dgm:pt modelId="{E0A3C2FD-0401-4CF9-86BE-504E80FBFD7F}">
      <dgm:prSet phldrT="[Text]"/>
      <dgm:spPr/>
      <dgm:t>
        <a:bodyPr/>
        <a:lstStyle/>
        <a:p>
          <a:r>
            <a:rPr lang="en-US" dirty="0" smtClean="0"/>
            <a:t>95%</a:t>
          </a:r>
          <a:endParaRPr lang="en-US" dirty="0"/>
        </a:p>
      </dgm:t>
    </dgm:pt>
    <dgm:pt modelId="{30ED30E0-F121-4C2F-89F1-79EAB9D179DB}" type="parTrans" cxnId="{785AD9AE-E063-41AC-B095-90935AB5751A}">
      <dgm:prSet/>
      <dgm:spPr/>
      <dgm:t>
        <a:bodyPr/>
        <a:lstStyle/>
        <a:p>
          <a:endParaRPr lang="en-US"/>
        </a:p>
      </dgm:t>
    </dgm:pt>
    <dgm:pt modelId="{B030D84A-7BF4-43C9-A7D7-E4D9A725D965}" type="sibTrans" cxnId="{785AD9AE-E063-41AC-B095-90935AB5751A}">
      <dgm:prSet/>
      <dgm:spPr/>
      <dgm:t>
        <a:bodyPr/>
        <a:lstStyle/>
        <a:p>
          <a:endParaRPr lang="en-US"/>
        </a:p>
      </dgm:t>
    </dgm:pt>
    <dgm:pt modelId="{A17ADFA8-EB89-4A8F-8879-7AB82103502D}">
      <dgm:prSet phldrT="[Text]"/>
      <dgm:spPr/>
      <dgm:t>
        <a:bodyPr/>
        <a:lstStyle/>
        <a:p>
          <a:r>
            <a:rPr lang="en-US" dirty="0" smtClean="0"/>
            <a:t>Acceptance</a:t>
          </a:r>
          <a:endParaRPr lang="en-US" dirty="0"/>
        </a:p>
      </dgm:t>
    </dgm:pt>
    <dgm:pt modelId="{576E8CE2-C338-4F8D-8FB9-36D69FB6CA4F}" type="parTrans" cxnId="{72699251-25DE-4D5B-BC15-C5B26BB2B112}">
      <dgm:prSet/>
      <dgm:spPr/>
      <dgm:t>
        <a:bodyPr/>
        <a:lstStyle/>
        <a:p>
          <a:endParaRPr lang="en-US"/>
        </a:p>
      </dgm:t>
    </dgm:pt>
    <dgm:pt modelId="{72808A04-5E26-4DC3-BE3D-2D6CA42A5490}" type="sibTrans" cxnId="{72699251-25DE-4D5B-BC15-C5B26BB2B112}">
      <dgm:prSet/>
      <dgm:spPr/>
      <dgm:t>
        <a:bodyPr/>
        <a:lstStyle/>
        <a:p>
          <a:endParaRPr lang="en-US"/>
        </a:p>
      </dgm:t>
    </dgm:pt>
    <dgm:pt modelId="{6799079F-2C9A-43D8-9679-A609729A1BE3}">
      <dgm:prSet phldrT="[Text]"/>
      <dgm:spPr/>
      <dgm:t>
        <a:bodyPr/>
        <a:lstStyle/>
        <a:p>
          <a:r>
            <a:rPr lang="en-US" dirty="0" smtClean="0"/>
            <a:t>Assumptions</a:t>
          </a:r>
          <a:endParaRPr lang="en-US" dirty="0"/>
        </a:p>
      </dgm:t>
    </dgm:pt>
    <dgm:pt modelId="{00BC8967-331F-45A0-9600-7BE109A6654A}" type="parTrans" cxnId="{B832BDA9-7B51-4201-91E7-88CEAFC1C4DE}">
      <dgm:prSet/>
      <dgm:spPr/>
      <dgm:t>
        <a:bodyPr/>
        <a:lstStyle/>
        <a:p>
          <a:endParaRPr lang="en-US"/>
        </a:p>
      </dgm:t>
    </dgm:pt>
    <dgm:pt modelId="{4D5F6CB4-B700-45A0-9C45-9989E55B19B6}" type="sibTrans" cxnId="{B832BDA9-7B51-4201-91E7-88CEAFC1C4DE}">
      <dgm:prSet/>
      <dgm:spPr/>
      <dgm:t>
        <a:bodyPr/>
        <a:lstStyle/>
        <a:p>
          <a:endParaRPr lang="en-US"/>
        </a:p>
      </dgm:t>
    </dgm:pt>
    <dgm:pt modelId="{A75F833C-307A-4DA7-8CF5-691FB3F7053A}">
      <dgm:prSet phldrT="[Text]"/>
      <dgm:spPr/>
      <dgm:t>
        <a:bodyPr/>
        <a:lstStyle/>
        <a:p>
          <a:r>
            <a:rPr lang="en-US" dirty="0" smtClean="0"/>
            <a:t>70%</a:t>
          </a:r>
          <a:endParaRPr lang="en-US" dirty="0"/>
        </a:p>
      </dgm:t>
    </dgm:pt>
    <dgm:pt modelId="{3D7ADD24-CD8D-4040-85E3-5503C42D41B5}" type="parTrans" cxnId="{7CF7FA4E-2357-468C-955A-E87196CCF87C}">
      <dgm:prSet/>
      <dgm:spPr/>
      <dgm:t>
        <a:bodyPr/>
        <a:lstStyle/>
        <a:p>
          <a:endParaRPr lang="en-US"/>
        </a:p>
      </dgm:t>
    </dgm:pt>
    <dgm:pt modelId="{4950BC64-286B-4BDF-94A4-367AB69B2CFF}" type="sibTrans" cxnId="{7CF7FA4E-2357-468C-955A-E87196CCF87C}">
      <dgm:prSet/>
      <dgm:spPr/>
      <dgm:t>
        <a:bodyPr/>
        <a:lstStyle/>
        <a:p>
          <a:endParaRPr lang="en-US"/>
        </a:p>
      </dgm:t>
    </dgm:pt>
    <dgm:pt modelId="{BE148B62-23BD-4F45-A85C-8B070FC24312}">
      <dgm:prSet phldrT="[Text]"/>
      <dgm:spPr/>
      <dgm:t>
        <a:bodyPr/>
        <a:lstStyle/>
        <a:p>
          <a:r>
            <a:rPr lang="en-US" dirty="0" smtClean="0"/>
            <a:t>30%</a:t>
          </a:r>
          <a:endParaRPr lang="en-US" dirty="0"/>
        </a:p>
      </dgm:t>
    </dgm:pt>
    <dgm:pt modelId="{4CD0B942-FB20-4E68-BD15-07284213C6F3}" type="parTrans" cxnId="{AB411A8F-0D92-4FAB-AD3D-4E378FE03C3D}">
      <dgm:prSet/>
      <dgm:spPr/>
      <dgm:t>
        <a:bodyPr/>
        <a:lstStyle/>
        <a:p>
          <a:endParaRPr lang="en-US"/>
        </a:p>
      </dgm:t>
    </dgm:pt>
    <dgm:pt modelId="{6906AE19-F553-404A-8F38-C10246449F53}" type="sibTrans" cxnId="{AB411A8F-0D92-4FAB-AD3D-4E378FE03C3D}">
      <dgm:prSet/>
      <dgm:spPr/>
      <dgm:t>
        <a:bodyPr/>
        <a:lstStyle/>
        <a:p>
          <a:endParaRPr lang="en-US"/>
        </a:p>
      </dgm:t>
    </dgm:pt>
    <dgm:pt modelId="{307606D4-148F-4180-921E-0C095711A819}">
      <dgm:prSet phldrT="[Text]"/>
      <dgm:spPr/>
      <dgm:t>
        <a:bodyPr/>
        <a:lstStyle/>
        <a:p>
          <a:r>
            <a:rPr lang="en-US" dirty="0" smtClean="0"/>
            <a:t>$3000</a:t>
          </a:r>
          <a:endParaRPr lang="en-US" dirty="0"/>
        </a:p>
      </dgm:t>
    </dgm:pt>
    <dgm:pt modelId="{411672F8-7FDC-4422-A2C9-EED2CA178B3B}" type="parTrans" cxnId="{AEB9AA22-7EA3-4E1F-9434-9D40C734E910}">
      <dgm:prSet/>
      <dgm:spPr/>
      <dgm:t>
        <a:bodyPr/>
        <a:lstStyle/>
        <a:p>
          <a:endParaRPr lang="en-US"/>
        </a:p>
      </dgm:t>
    </dgm:pt>
    <dgm:pt modelId="{C86DE68C-0AA0-4A80-8F29-BC7B712E8AA1}" type="sibTrans" cxnId="{AEB9AA22-7EA3-4E1F-9434-9D40C734E910}">
      <dgm:prSet/>
      <dgm:spPr/>
      <dgm:t>
        <a:bodyPr/>
        <a:lstStyle/>
        <a:p>
          <a:endParaRPr lang="en-US"/>
        </a:p>
      </dgm:t>
    </dgm:pt>
    <dgm:pt modelId="{330D66BA-BB06-4DF0-BD64-B93A80147CCC}">
      <dgm:prSet phldrT="[Text]"/>
      <dgm:spPr/>
      <dgm:t>
        <a:bodyPr/>
        <a:lstStyle/>
        <a:p>
          <a:r>
            <a:rPr lang="en-US" dirty="0" smtClean="0"/>
            <a:t>$0</a:t>
          </a:r>
          <a:endParaRPr lang="en-US" dirty="0"/>
        </a:p>
      </dgm:t>
    </dgm:pt>
    <dgm:pt modelId="{BB4BDD0D-77B7-49B7-85F0-66B0BC108BC9}" type="parTrans" cxnId="{96F251D9-FD95-476A-A4AE-8BE7D0B32030}">
      <dgm:prSet/>
      <dgm:spPr/>
      <dgm:t>
        <a:bodyPr/>
        <a:lstStyle/>
        <a:p>
          <a:endParaRPr lang="en-US"/>
        </a:p>
      </dgm:t>
    </dgm:pt>
    <dgm:pt modelId="{7E232A5E-41F6-4B2F-942B-BF43AA948B05}" type="sibTrans" cxnId="{96F251D9-FD95-476A-A4AE-8BE7D0B32030}">
      <dgm:prSet/>
      <dgm:spPr/>
      <dgm:t>
        <a:bodyPr/>
        <a:lstStyle/>
        <a:p>
          <a:endParaRPr lang="en-US"/>
        </a:p>
      </dgm:t>
    </dgm:pt>
    <dgm:pt modelId="{134732C3-9631-46ED-9F37-99B644F46878}">
      <dgm:prSet phldrT="[Text]"/>
      <dgm:spPr/>
      <dgm:t>
        <a:bodyPr/>
        <a:lstStyle/>
        <a:p>
          <a:r>
            <a:rPr lang="en-US" dirty="0" smtClean="0"/>
            <a:t>$4100</a:t>
          </a:r>
          <a:endParaRPr lang="en-US" dirty="0"/>
        </a:p>
      </dgm:t>
    </dgm:pt>
    <dgm:pt modelId="{05836289-1AAE-4F1E-9B3E-A573350D7038}" type="parTrans" cxnId="{3B25FB04-F6BC-41E0-B490-1C10756D80F5}">
      <dgm:prSet/>
      <dgm:spPr/>
      <dgm:t>
        <a:bodyPr/>
        <a:lstStyle/>
        <a:p>
          <a:endParaRPr lang="en-US"/>
        </a:p>
      </dgm:t>
    </dgm:pt>
    <dgm:pt modelId="{DC2E879D-0C3F-40A5-B7AE-DC11D194E501}" type="sibTrans" cxnId="{3B25FB04-F6BC-41E0-B490-1C10756D80F5}">
      <dgm:prSet/>
      <dgm:spPr/>
      <dgm:t>
        <a:bodyPr/>
        <a:lstStyle/>
        <a:p>
          <a:endParaRPr lang="en-US"/>
        </a:p>
      </dgm:t>
    </dgm:pt>
    <dgm:pt modelId="{6E6A39EA-F775-4EA0-AFDB-575F9D9EB874}">
      <dgm:prSet phldrT="[Text]"/>
      <dgm:spPr/>
      <dgm:t>
        <a:bodyPr/>
        <a:lstStyle/>
        <a:p>
          <a:r>
            <a:rPr lang="en-US" dirty="0" smtClean="0"/>
            <a:t>$400</a:t>
          </a:r>
          <a:endParaRPr lang="en-US" dirty="0"/>
        </a:p>
      </dgm:t>
    </dgm:pt>
    <dgm:pt modelId="{9138F564-0A8C-43A7-A0D6-A48FAC762B4E}" type="parTrans" cxnId="{1BE79ECE-693A-4BB7-A5D5-AAB83779E441}">
      <dgm:prSet/>
      <dgm:spPr/>
      <dgm:t>
        <a:bodyPr/>
        <a:lstStyle/>
        <a:p>
          <a:endParaRPr lang="en-US"/>
        </a:p>
      </dgm:t>
    </dgm:pt>
    <dgm:pt modelId="{A0BC3897-A8F8-45FD-A757-48A1558335F6}" type="sibTrans" cxnId="{1BE79ECE-693A-4BB7-A5D5-AAB83779E441}">
      <dgm:prSet/>
      <dgm:spPr/>
      <dgm:t>
        <a:bodyPr/>
        <a:lstStyle/>
        <a:p>
          <a:endParaRPr lang="en-US"/>
        </a:p>
      </dgm:t>
    </dgm:pt>
    <dgm:pt modelId="{38787DFA-CCA2-4E41-A93C-BC6D10C627AA}">
      <dgm:prSet phldrT="[Text]"/>
      <dgm:spPr/>
      <dgm:t>
        <a:bodyPr/>
        <a:lstStyle/>
        <a:p>
          <a:r>
            <a:rPr lang="en-US" dirty="0" smtClean="0"/>
            <a:t>$4000</a:t>
          </a:r>
          <a:endParaRPr lang="en-US" dirty="0"/>
        </a:p>
      </dgm:t>
    </dgm:pt>
    <dgm:pt modelId="{AB3405E7-4C80-434D-8BDA-6C1C0EE67785}" type="parTrans" cxnId="{1FD58423-7F96-4931-9BE6-6AFAD1A021EC}">
      <dgm:prSet/>
      <dgm:spPr/>
      <dgm:t>
        <a:bodyPr/>
        <a:lstStyle/>
        <a:p>
          <a:endParaRPr lang="en-US"/>
        </a:p>
      </dgm:t>
    </dgm:pt>
    <dgm:pt modelId="{397EA08C-337D-4CAF-9385-D0F311861082}" type="sibTrans" cxnId="{1FD58423-7F96-4931-9BE6-6AFAD1A021EC}">
      <dgm:prSet/>
      <dgm:spPr/>
      <dgm:t>
        <a:bodyPr/>
        <a:lstStyle/>
        <a:p>
          <a:endParaRPr lang="en-US"/>
        </a:p>
      </dgm:t>
    </dgm:pt>
    <dgm:pt modelId="{2EADF08B-9F3D-439D-9CBE-3C8EF0A49E7E}">
      <dgm:prSet phldrT="[Text]"/>
      <dgm:spPr/>
      <dgm:t>
        <a:bodyPr/>
        <a:lstStyle/>
        <a:p>
          <a:r>
            <a:rPr lang="en-US" dirty="0" smtClean="0"/>
            <a:t>$1000</a:t>
          </a:r>
          <a:endParaRPr lang="en-US" dirty="0"/>
        </a:p>
      </dgm:t>
    </dgm:pt>
    <dgm:pt modelId="{F3AB5D6D-3DD9-4871-868B-C37CAF0CBE72}" type="parTrans" cxnId="{F792D8CA-3496-45A5-B657-2ED0FB632688}">
      <dgm:prSet/>
      <dgm:spPr/>
      <dgm:t>
        <a:bodyPr/>
        <a:lstStyle/>
        <a:p>
          <a:endParaRPr lang="en-US"/>
        </a:p>
      </dgm:t>
    </dgm:pt>
    <dgm:pt modelId="{9EBE0A99-D829-42D9-88D6-A35FE6D76326}" type="sibTrans" cxnId="{F792D8CA-3496-45A5-B657-2ED0FB632688}">
      <dgm:prSet/>
      <dgm:spPr/>
      <dgm:t>
        <a:bodyPr/>
        <a:lstStyle/>
        <a:p>
          <a:endParaRPr lang="en-US"/>
        </a:p>
      </dgm:t>
    </dgm:pt>
    <dgm:pt modelId="{A2F56FF7-68E3-474E-8A6A-CB710F3AF0B0}" type="pres">
      <dgm:prSet presAssocID="{19B2811D-5B08-4A75-A575-E3D9B6A72EF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DADF166-A4A6-45A6-9A12-08AA6DB86750}" type="pres">
      <dgm:prSet presAssocID="{EDB54BE8-831C-4140-8AEA-2E8FAEDEFFFD}" presName="root1" presStyleCnt="0"/>
      <dgm:spPr/>
      <dgm:t>
        <a:bodyPr/>
        <a:lstStyle/>
        <a:p>
          <a:endParaRPr lang="en-US"/>
        </a:p>
      </dgm:t>
    </dgm:pt>
    <dgm:pt modelId="{054C901A-F4F3-405E-892E-9622EE447C26}" type="pres">
      <dgm:prSet presAssocID="{EDB54BE8-831C-4140-8AEA-2E8FAEDEFFFD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E23A47A-E2F4-45C8-B3C6-5D2E9A30B716}" type="pres">
      <dgm:prSet presAssocID="{EDB54BE8-831C-4140-8AEA-2E8FAEDEFFFD}" presName="level2hierChild" presStyleCnt="0"/>
      <dgm:spPr/>
      <dgm:t>
        <a:bodyPr/>
        <a:lstStyle/>
        <a:p>
          <a:endParaRPr lang="en-US"/>
        </a:p>
      </dgm:t>
    </dgm:pt>
    <dgm:pt modelId="{2B4658E2-3D26-45A4-ADFB-572458950F26}" type="pres">
      <dgm:prSet presAssocID="{576E8CE2-C338-4F8D-8FB9-36D69FB6CA4F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4A928019-5E9E-410D-8FD5-3AABCE147E41}" type="pres">
      <dgm:prSet presAssocID="{576E8CE2-C338-4F8D-8FB9-36D69FB6CA4F}" presName="connTx" presStyleLbl="parChTrans1D2" presStyleIdx="0" presStyleCnt="2"/>
      <dgm:spPr/>
      <dgm:t>
        <a:bodyPr/>
        <a:lstStyle/>
        <a:p>
          <a:endParaRPr lang="en-US"/>
        </a:p>
      </dgm:t>
    </dgm:pt>
    <dgm:pt modelId="{C2106723-49E5-4624-99C5-963D75CE97E5}" type="pres">
      <dgm:prSet presAssocID="{A17ADFA8-EB89-4A8F-8879-7AB82103502D}" presName="root2" presStyleCnt="0"/>
      <dgm:spPr/>
      <dgm:t>
        <a:bodyPr/>
        <a:lstStyle/>
        <a:p>
          <a:endParaRPr lang="en-US"/>
        </a:p>
      </dgm:t>
    </dgm:pt>
    <dgm:pt modelId="{D3435A7C-3C05-4D2F-8A91-9ED2EED52275}" type="pres">
      <dgm:prSet presAssocID="{A17ADFA8-EB89-4A8F-8879-7AB82103502D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A4F4631-ABA7-47BA-A495-B4B26D183548}" type="pres">
      <dgm:prSet presAssocID="{A17ADFA8-EB89-4A8F-8879-7AB82103502D}" presName="level3hierChild" presStyleCnt="0"/>
      <dgm:spPr/>
      <dgm:t>
        <a:bodyPr/>
        <a:lstStyle/>
        <a:p>
          <a:endParaRPr lang="en-US"/>
        </a:p>
      </dgm:t>
    </dgm:pt>
    <dgm:pt modelId="{7EC3C314-3A2D-4A49-A598-F47B65087713}" type="pres">
      <dgm:prSet presAssocID="{3D7ADD24-CD8D-4040-85E3-5503C42D41B5}" presName="conn2-1" presStyleLbl="parChTrans1D3" presStyleIdx="0" presStyleCnt="4"/>
      <dgm:spPr/>
      <dgm:t>
        <a:bodyPr/>
        <a:lstStyle/>
        <a:p>
          <a:endParaRPr lang="en-US"/>
        </a:p>
      </dgm:t>
    </dgm:pt>
    <dgm:pt modelId="{5570881D-7A71-4BDA-922A-A5503D4DCD6B}" type="pres">
      <dgm:prSet presAssocID="{3D7ADD24-CD8D-4040-85E3-5503C42D41B5}" presName="connTx" presStyleLbl="parChTrans1D3" presStyleIdx="0" presStyleCnt="4"/>
      <dgm:spPr/>
      <dgm:t>
        <a:bodyPr/>
        <a:lstStyle/>
        <a:p>
          <a:endParaRPr lang="en-US"/>
        </a:p>
      </dgm:t>
    </dgm:pt>
    <dgm:pt modelId="{E8DC0ECB-3E67-455D-9AED-AFED5E2EA99E}" type="pres">
      <dgm:prSet presAssocID="{A75F833C-307A-4DA7-8CF5-691FB3F7053A}" presName="root2" presStyleCnt="0"/>
      <dgm:spPr/>
      <dgm:t>
        <a:bodyPr/>
        <a:lstStyle/>
        <a:p>
          <a:endParaRPr lang="en-US"/>
        </a:p>
      </dgm:t>
    </dgm:pt>
    <dgm:pt modelId="{78F40A78-D6C6-4C1F-A569-FBC71705B4FC}" type="pres">
      <dgm:prSet presAssocID="{A75F833C-307A-4DA7-8CF5-691FB3F7053A}" presName="LevelTwoTextNode" presStyleLbl="node3" presStyleIdx="0" presStyleCnt="4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6C8D9AB7-FFF6-4E45-AE8D-D906FC9F7FF3}" type="pres">
      <dgm:prSet presAssocID="{A75F833C-307A-4DA7-8CF5-691FB3F7053A}" presName="level3hierChild" presStyleCnt="0"/>
      <dgm:spPr/>
      <dgm:t>
        <a:bodyPr/>
        <a:lstStyle/>
        <a:p>
          <a:endParaRPr lang="en-US"/>
        </a:p>
      </dgm:t>
    </dgm:pt>
    <dgm:pt modelId="{D1CF3E81-97D3-4ADB-B1A7-A6D41761BD5C}" type="pres">
      <dgm:prSet presAssocID="{411672F8-7FDC-4422-A2C9-EED2CA178B3B}" presName="conn2-1" presStyleLbl="parChTrans1D4" presStyleIdx="0" presStyleCnt="10"/>
      <dgm:spPr/>
      <dgm:t>
        <a:bodyPr/>
        <a:lstStyle/>
        <a:p>
          <a:endParaRPr lang="en-US"/>
        </a:p>
      </dgm:t>
    </dgm:pt>
    <dgm:pt modelId="{37EF4B8B-D442-4ADA-B4FC-F6EE1EBE92E1}" type="pres">
      <dgm:prSet presAssocID="{411672F8-7FDC-4422-A2C9-EED2CA178B3B}" presName="connTx" presStyleLbl="parChTrans1D4" presStyleIdx="0" presStyleCnt="10"/>
      <dgm:spPr/>
      <dgm:t>
        <a:bodyPr/>
        <a:lstStyle/>
        <a:p>
          <a:endParaRPr lang="en-US"/>
        </a:p>
      </dgm:t>
    </dgm:pt>
    <dgm:pt modelId="{96141D9B-1585-431B-8860-DBD2E789B615}" type="pres">
      <dgm:prSet presAssocID="{307606D4-148F-4180-921E-0C095711A819}" presName="root2" presStyleCnt="0"/>
      <dgm:spPr/>
      <dgm:t>
        <a:bodyPr/>
        <a:lstStyle/>
        <a:p>
          <a:endParaRPr lang="en-US"/>
        </a:p>
      </dgm:t>
    </dgm:pt>
    <dgm:pt modelId="{A65EE4EC-D31B-4EB0-BCAE-FB4A6A0A64AB}" type="pres">
      <dgm:prSet presAssocID="{307606D4-148F-4180-921E-0C095711A819}" presName="LevelTwoTextNode" presStyleLbl="node4" presStyleIdx="0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C84BB108-59FE-4BAE-AE6C-64CF3C2A6DF5}" type="pres">
      <dgm:prSet presAssocID="{307606D4-148F-4180-921E-0C095711A819}" presName="level3hierChild" presStyleCnt="0"/>
      <dgm:spPr/>
      <dgm:t>
        <a:bodyPr/>
        <a:lstStyle/>
        <a:p>
          <a:endParaRPr lang="en-US"/>
        </a:p>
      </dgm:t>
    </dgm:pt>
    <dgm:pt modelId="{0A258AEB-6B7C-40EC-863B-A957AF55C093}" type="pres">
      <dgm:prSet presAssocID="{4CD0B942-FB20-4E68-BD15-07284213C6F3}" presName="conn2-1" presStyleLbl="parChTrans1D3" presStyleIdx="1" presStyleCnt="4"/>
      <dgm:spPr/>
      <dgm:t>
        <a:bodyPr/>
        <a:lstStyle/>
        <a:p>
          <a:endParaRPr lang="en-US"/>
        </a:p>
      </dgm:t>
    </dgm:pt>
    <dgm:pt modelId="{03D69DB9-E825-4C3A-AB24-3BFFAEB905C2}" type="pres">
      <dgm:prSet presAssocID="{4CD0B942-FB20-4E68-BD15-07284213C6F3}" presName="connTx" presStyleLbl="parChTrans1D3" presStyleIdx="1" presStyleCnt="4"/>
      <dgm:spPr/>
      <dgm:t>
        <a:bodyPr/>
        <a:lstStyle/>
        <a:p>
          <a:endParaRPr lang="en-US"/>
        </a:p>
      </dgm:t>
    </dgm:pt>
    <dgm:pt modelId="{DD3A8538-FECF-4D8E-A9F0-8EF81526DD07}" type="pres">
      <dgm:prSet presAssocID="{BE148B62-23BD-4F45-A85C-8B070FC24312}" presName="root2" presStyleCnt="0"/>
      <dgm:spPr/>
      <dgm:t>
        <a:bodyPr/>
        <a:lstStyle/>
        <a:p>
          <a:endParaRPr lang="en-US"/>
        </a:p>
      </dgm:t>
    </dgm:pt>
    <dgm:pt modelId="{CE5E64B8-A9C1-4CBE-8596-A5F2FEA22CE7}" type="pres">
      <dgm:prSet presAssocID="{BE148B62-23BD-4F45-A85C-8B070FC24312}" presName="LevelTwoTextNode" presStyleLbl="node3" presStyleIdx="1" presStyleCnt="4" custLinFactNeighborY="20786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F4A9410E-B915-424E-9FD4-8A8A8584CDCD}" type="pres">
      <dgm:prSet presAssocID="{BE148B62-23BD-4F45-A85C-8B070FC24312}" presName="level3hierChild" presStyleCnt="0"/>
      <dgm:spPr/>
      <dgm:t>
        <a:bodyPr/>
        <a:lstStyle/>
        <a:p>
          <a:endParaRPr lang="en-US"/>
        </a:p>
      </dgm:t>
    </dgm:pt>
    <dgm:pt modelId="{1DD3233B-8342-4AF6-A15B-2C9B3DA76C77}" type="pres">
      <dgm:prSet presAssocID="{BB4BDD0D-77B7-49B7-85F0-66B0BC108BC9}" presName="conn2-1" presStyleLbl="parChTrans1D4" presStyleIdx="1" presStyleCnt="10"/>
      <dgm:spPr/>
      <dgm:t>
        <a:bodyPr/>
        <a:lstStyle/>
        <a:p>
          <a:endParaRPr lang="en-US"/>
        </a:p>
      </dgm:t>
    </dgm:pt>
    <dgm:pt modelId="{2F7219EC-BA3C-4A00-A438-6A4503B402BB}" type="pres">
      <dgm:prSet presAssocID="{BB4BDD0D-77B7-49B7-85F0-66B0BC108BC9}" presName="connTx" presStyleLbl="parChTrans1D4" presStyleIdx="1" presStyleCnt="10"/>
      <dgm:spPr/>
      <dgm:t>
        <a:bodyPr/>
        <a:lstStyle/>
        <a:p>
          <a:endParaRPr lang="en-US"/>
        </a:p>
      </dgm:t>
    </dgm:pt>
    <dgm:pt modelId="{FEBB8554-44D9-43D1-9763-6DD2C219AAFF}" type="pres">
      <dgm:prSet presAssocID="{330D66BA-BB06-4DF0-BD64-B93A80147CCC}" presName="root2" presStyleCnt="0"/>
      <dgm:spPr/>
      <dgm:t>
        <a:bodyPr/>
        <a:lstStyle/>
        <a:p>
          <a:endParaRPr lang="en-US"/>
        </a:p>
      </dgm:t>
    </dgm:pt>
    <dgm:pt modelId="{9E1D321B-C493-4D25-B293-27C1DEAABFEA}" type="pres">
      <dgm:prSet presAssocID="{330D66BA-BB06-4DF0-BD64-B93A80147CCC}" presName="LevelTwoTextNode" presStyleLbl="node4" presStyleIdx="1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29CEB3D6-8B21-4530-AB5E-38F47ED42321}" type="pres">
      <dgm:prSet presAssocID="{330D66BA-BB06-4DF0-BD64-B93A80147CCC}" presName="level3hierChild" presStyleCnt="0"/>
      <dgm:spPr/>
      <dgm:t>
        <a:bodyPr/>
        <a:lstStyle/>
        <a:p>
          <a:endParaRPr lang="en-US"/>
        </a:p>
      </dgm:t>
    </dgm:pt>
    <dgm:pt modelId="{F624E54A-D98D-4D24-8AF3-EFCA4A86C38E}" type="pres">
      <dgm:prSet presAssocID="{C61C155C-F14B-4F99-8EEC-FECCA5EC4D9A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71C4ACA5-9CE1-4434-8C50-7204A5A3717C}" type="pres">
      <dgm:prSet presAssocID="{C61C155C-F14B-4F99-8EEC-FECCA5EC4D9A}" presName="connTx" presStyleLbl="parChTrans1D2" presStyleIdx="1" presStyleCnt="2"/>
      <dgm:spPr/>
      <dgm:t>
        <a:bodyPr/>
        <a:lstStyle/>
        <a:p>
          <a:endParaRPr lang="en-US"/>
        </a:p>
      </dgm:t>
    </dgm:pt>
    <dgm:pt modelId="{C43E4B18-DDF0-461D-AB5E-1143F600118B}" type="pres">
      <dgm:prSet presAssocID="{782CADBA-395E-44F9-BE17-C703D58100C9}" presName="root2" presStyleCnt="0"/>
      <dgm:spPr/>
      <dgm:t>
        <a:bodyPr/>
        <a:lstStyle/>
        <a:p>
          <a:endParaRPr lang="en-US"/>
        </a:p>
      </dgm:t>
    </dgm:pt>
    <dgm:pt modelId="{C8B94F0F-0609-48E2-A23C-768463AE80FA}" type="pres">
      <dgm:prSet presAssocID="{782CADBA-395E-44F9-BE17-C703D58100C9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E043ADA-5D89-4F8E-9D98-2939538E468E}" type="pres">
      <dgm:prSet presAssocID="{782CADBA-395E-44F9-BE17-C703D58100C9}" presName="level3hierChild" presStyleCnt="0"/>
      <dgm:spPr/>
      <dgm:t>
        <a:bodyPr/>
        <a:lstStyle/>
        <a:p>
          <a:endParaRPr lang="en-US"/>
        </a:p>
      </dgm:t>
    </dgm:pt>
    <dgm:pt modelId="{B0169B9C-24A2-445C-BC25-4B1D279F2B33}" type="pres">
      <dgm:prSet presAssocID="{00BC8967-331F-45A0-9600-7BE109A6654A}" presName="conn2-1" presStyleLbl="parChTrans1D3" presStyleIdx="2" presStyleCnt="4"/>
      <dgm:spPr/>
      <dgm:t>
        <a:bodyPr/>
        <a:lstStyle/>
        <a:p>
          <a:endParaRPr lang="en-US"/>
        </a:p>
      </dgm:t>
    </dgm:pt>
    <dgm:pt modelId="{78F55670-20BF-4CC7-AF6D-D425D7E80E03}" type="pres">
      <dgm:prSet presAssocID="{00BC8967-331F-45A0-9600-7BE109A6654A}" presName="connTx" presStyleLbl="parChTrans1D3" presStyleIdx="2" presStyleCnt="4"/>
      <dgm:spPr/>
      <dgm:t>
        <a:bodyPr/>
        <a:lstStyle/>
        <a:p>
          <a:endParaRPr lang="en-US"/>
        </a:p>
      </dgm:t>
    </dgm:pt>
    <dgm:pt modelId="{775358DD-E8E1-4AF8-9E06-D8772E76F93F}" type="pres">
      <dgm:prSet presAssocID="{6799079F-2C9A-43D8-9679-A609729A1BE3}" presName="root2" presStyleCnt="0"/>
      <dgm:spPr/>
      <dgm:t>
        <a:bodyPr/>
        <a:lstStyle/>
        <a:p>
          <a:endParaRPr lang="en-US"/>
        </a:p>
      </dgm:t>
    </dgm:pt>
    <dgm:pt modelId="{38511CCA-684B-4597-95F1-C4F73B9D9489}" type="pres">
      <dgm:prSet presAssocID="{6799079F-2C9A-43D8-9679-A609729A1BE3}" presName="LevelTwoTextNode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D4FDBFF-7E3A-4BB5-A4C1-894DF948F783}" type="pres">
      <dgm:prSet presAssocID="{6799079F-2C9A-43D8-9679-A609729A1BE3}" presName="level3hierChild" presStyleCnt="0"/>
      <dgm:spPr/>
      <dgm:t>
        <a:bodyPr/>
        <a:lstStyle/>
        <a:p>
          <a:endParaRPr lang="en-US"/>
        </a:p>
      </dgm:t>
    </dgm:pt>
    <dgm:pt modelId="{2ED2DB55-D54D-4319-A5C9-EC139C03EADD}" type="pres">
      <dgm:prSet presAssocID="{8B923374-8FC7-4A8B-BC3C-DF3188639210}" presName="conn2-1" presStyleLbl="parChTrans1D4" presStyleIdx="2" presStyleCnt="10"/>
      <dgm:spPr/>
      <dgm:t>
        <a:bodyPr/>
        <a:lstStyle/>
        <a:p>
          <a:endParaRPr lang="en-US"/>
        </a:p>
      </dgm:t>
    </dgm:pt>
    <dgm:pt modelId="{F1D2A87C-8FA7-42A6-9F26-13716E299D80}" type="pres">
      <dgm:prSet presAssocID="{8B923374-8FC7-4A8B-BC3C-DF3188639210}" presName="connTx" presStyleLbl="parChTrans1D4" presStyleIdx="2" presStyleCnt="10"/>
      <dgm:spPr/>
      <dgm:t>
        <a:bodyPr/>
        <a:lstStyle/>
        <a:p>
          <a:endParaRPr lang="en-US"/>
        </a:p>
      </dgm:t>
    </dgm:pt>
    <dgm:pt modelId="{4081DBF5-B15A-4F4A-88E7-AE60930AF14B}" type="pres">
      <dgm:prSet presAssocID="{9846C402-CA94-4EFF-BDC4-6667D12C0BBD}" presName="root2" presStyleCnt="0"/>
      <dgm:spPr/>
      <dgm:t>
        <a:bodyPr/>
        <a:lstStyle/>
        <a:p>
          <a:endParaRPr lang="en-US"/>
        </a:p>
      </dgm:t>
    </dgm:pt>
    <dgm:pt modelId="{8450AC17-5396-4DAA-A89A-DA912892A1A5}" type="pres">
      <dgm:prSet presAssocID="{9846C402-CA94-4EFF-BDC4-6667D12C0BBD}" presName="LevelTwoTextNode" presStyleLbl="node4" presStyleIdx="2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FD018341-14A3-4FA1-AF1B-DBB42FDB39C3}" type="pres">
      <dgm:prSet presAssocID="{9846C402-CA94-4EFF-BDC4-6667D12C0BBD}" presName="level3hierChild" presStyleCnt="0"/>
      <dgm:spPr/>
      <dgm:t>
        <a:bodyPr/>
        <a:lstStyle/>
        <a:p>
          <a:endParaRPr lang="en-US"/>
        </a:p>
      </dgm:t>
    </dgm:pt>
    <dgm:pt modelId="{B54BE9A8-5D40-4CBB-93E2-3E2183EAFF5E}" type="pres">
      <dgm:prSet presAssocID="{05836289-1AAE-4F1E-9B3E-A573350D7038}" presName="conn2-1" presStyleLbl="parChTrans1D4" presStyleIdx="3" presStyleCnt="10"/>
      <dgm:spPr/>
      <dgm:t>
        <a:bodyPr/>
        <a:lstStyle/>
        <a:p>
          <a:endParaRPr lang="en-US"/>
        </a:p>
      </dgm:t>
    </dgm:pt>
    <dgm:pt modelId="{D8450564-BE76-4AF9-9A5D-90493035E3F9}" type="pres">
      <dgm:prSet presAssocID="{05836289-1AAE-4F1E-9B3E-A573350D7038}" presName="connTx" presStyleLbl="parChTrans1D4" presStyleIdx="3" presStyleCnt="10"/>
      <dgm:spPr/>
      <dgm:t>
        <a:bodyPr/>
        <a:lstStyle/>
        <a:p>
          <a:endParaRPr lang="en-US"/>
        </a:p>
      </dgm:t>
    </dgm:pt>
    <dgm:pt modelId="{F1267735-1165-4C2B-ABA0-A88FFEAC7785}" type="pres">
      <dgm:prSet presAssocID="{134732C3-9631-46ED-9F37-99B644F46878}" presName="root2" presStyleCnt="0"/>
      <dgm:spPr/>
      <dgm:t>
        <a:bodyPr/>
        <a:lstStyle/>
        <a:p>
          <a:endParaRPr lang="en-US"/>
        </a:p>
      </dgm:t>
    </dgm:pt>
    <dgm:pt modelId="{DFB32975-0783-4F9C-AE2C-E0BD5338E9FC}" type="pres">
      <dgm:prSet presAssocID="{134732C3-9631-46ED-9F37-99B644F46878}" presName="LevelTwoTextNode" presStyleLbl="node4" presStyleIdx="3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B4775A60-9FCD-4FD1-A947-DD0CDB2D66B4}" type="pres">
      <dgm:prSet presAssocID="{134732C3-9631-46ED-9F37-99B644F46878}" presName="level3hierChild" presStyleCnt="0"/>
      <dgm:spPr/>
      <dgm:t>
        <a:bodyPr/>
        <a:lstStyle/>
        <a:p>
          <a:endParaRPr lang="en-US"/>
        </a:p>
      </dgm:t>
    </dgm:pt>
    <dgm:pt modelId="{016EB0DF-4FA8-49A8-B053-9BFDBA4F7A9F}" type="pres">
      <dgm:prSet presAssocID="{187AC547-5F07-44D3-A588-5F9A786DC0CD}" presName="conn2-1" presStyleLbl="parChTrans1D4" presStyleIdx="4" presStyleCnt="10"/>
      <dgm:spPr/>
      <dgm:t>
        <a:bodyPr/>
        <a:lstStyle/>
        <a:p>
          <a:endParaRPr lang="en-US"/>
        </a:p>
      </dgm:t>
    </dgm:pt>
    <dgm:pt modelId="{B36F6A8B-9785-4CEF-8061-96A0C09CFE7E}" type="pres">
      <dgm:prSet presAssocID="{187AC547-5F07-44D3-A588-5F9A786DC0CD}" presName="connTx" presStyleLbl="parChTrans1D4" presStyleIdx="4" presStyleCnt="10"/>
      <dgm:spPr/>
      <dgm:t>
        <a:bodyPr/>
        <a:lstStyle/>
        <a:p>
          <a:endParaRPr lang="en-US"/>
        </a:p>
      </dgm:t>
    </dgm:pt>
    <dgm:pt modelId="{1266137B-DB20-4A73-8EA3-1C601F1E83DB}" type="pres">
      <dgm:prSet presAssocID="{1D86503D-ACF9-42AE-AC9E-57C31818309C}" presName="root2" presStyleCnt="0"/>
      <dgm:spPr/>
      <dgm:t>
        <a:bodyPr/>
        <a:lstStyle/>
        <a:p>
          <a:endParaRPr lang="en-US"/>
        </a:p>
      </dgm:t>
    </dgm:pt>
    <dgm:pt modelId="{DAFB57D6-0813-45CD-8D38-52C9EC9B0D9D}" type="pres">
      <dgm:prSet presAssocID="{1D86503D-ACF9-42AE-AC9E-57C31818309C}" presName="LevelTwoTextNode" presStyleLbl="node4" presStyleIdx="4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C98B48A6-D903-4632-BDE7-A76EF77B16B5}" type="pres">
      <dgm:prSet presAssocID="{1D86503D-ACF9-42AE-AC9E-57C31818309C}" presName="level3hierChild" presStyleCnt="0"/>
      <dgm:spPr/>
      <dgm:t>
        <a:bodyPr/>
        <a:lstStyle/>
        <a:p>
          <a:endParaRPr lang="en-US"/>
        </a:p>
      </dgm:t>
    </dgm:pt>
    <dgm:pt modelId="{01C411F4-FA10-4C04-80F7-9C0E2B3BBB75}" type="pres">
      <dgm:prSet presAssocID="{9138F564-0A8C-43A7-A0D6-A48FAC762B4E}" presName="conn2-1" presStyleLbl="parChTrans1D4" presStyleIdx="5" presStyleCnt="10"/>
      <dgm:spPr/>
      <dgm:t>
        <a:bodyPr/>
        <a:lstStyle/>
        <a:p>
          <a:endParaRPr lang="en-US"/>
        </a:p>
      </dgm:t>
    </dgm:pt>
    <dgm:pt modelId="{6B7B1179-169F-43E8-94F2-954FDB59EAD5}" type="pres">
      <dgm:prSet presAssocID="{9138F564-0A8C-43A7-A0D6-A48FAC762B4E}" presName="connTx" presStyleLbl="parChTrans1D4" presStyleIdx="5" presStyleCnt="10"/>
      <dgm:spPr/>
      <dgm:t>
        <a:bodyPr/>
        <a:lstStyle/>
        <a:p>
          <a:endParaRPr lang="en-US"/>
        </a:p>
      </dgm:t>
    </dgm:pt>
    <dgm:pt modelId="{E63B7329-C798-43F7-8A30-509863F20E29}" type="pres">
      <dgm:prSet presAssocID="{6E6A39EA-F775-4EA0-AFDB-575F9D9EB874}" presName="root2" presStyleCnt="0"/>
      <dgm:spPr/>
      <dgm:t>
        <a:bodyPr/>
        <a:lstStyle/>
        <a:p>
          <a:endParaRPr lang="en-US"/>
        </a:p>
      </dgm:t>
    </dgm:pt>
    <dgm:pt modelId="{A2AB8BB6-7D67-4939-BD17-9C75F9C86A66}" type="pres">
      <dgm:prSet presAssocID="{6E6A39EA-F775-4EA0-AFDB-575F9D9EB874}" presName="LevelTwoTextNode" presStyleLbl="node4" presStyleIdx="5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A34005DA-B9FF-4624-B7FE-BE3473509911}" type="pres">
      <dgm:prSet presAssocID="{6E6A39EA-F775-4EA0-AFDB-575F9D9EB874}" presName="level3hierChild" presStyleCnt="0"/>
      <dgm:spPr/>
      <dgm:t>
        <a:bodyPr/>
        <a:lstStyle/>
        <a:p>
          <a:endParaRPr lang="en-US"/>
        </a:p>
      </dgm:t>
    </dgm:pt>
    <dgm:pt modelId="{48D138CD-11A0-424C-845F-C44754C25D61}" type="pres">
      <dgm:prSet presAssocID="{F03CBE43-314C-4F11-8CE7-94E3E38A839F}" presName="conn2-1" presStyleLbl="parChTrans1D3" presStyleIdx="3" presStyleCnt="4"/>
      <dgm:spPr/>
      <dgm:t>
        <a:bodyPr/>
        <a:lstStyle/>
        <a:p>
          <a:endParaRPr lang="en-US"/>
        </a:p>
      </dgm:t>
    </dgm:pt>
    <dgm:pt modelId="{2EB2BCE8-D2E8-4CB9-92C9-BF9AE56687F9}" type="pres">
      <dgm:prSet presAssocID="{F03CBE43-314C-4F11-8CE7-94E3E38A839F}" presName="connTx" presStyleLbl="parChTrans1D3" presStyleIdx="3" presStyleCnt="4"/>
      <dgm:spPr/>
      <dgm:t>
        <a:bodyPr/>
        <a:lstStyle/>
        <a:p>
          <a:endParaRPr lang="en-US"/>
        </a:p>
      </dgm:t>
    </dgm:pt>
    <dgm:pt modelId="{336D5110-67FE-4265-9D3A-593A38001D97}" type="pres">
      <dgm:prSet presAssocID="{BAD8ACA9-8C73-4904-B10E-E9C3FEBEDA67}" presName="root2" presStyleCnt="0"/>
      <dgm:spPr/>
      <dgm:t>
        <a:bodyPr/>
        <a:lstStyle/>
        <a:p>
          <a:endParaRPr lang="en-US"/>
        </a:p>
      </dgm:t>
    </dgm:pt>
    <dgm:pt modelId="{8C353D0C-1AD6-4AA8-AD62-B00D092E747E}" type="pres">
      <dgm:prSet presAssocID="{BAD8ACA9-8C73-4904-B10E-E9C3FEBEDA67}" presName="LevelTwoTextNode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EA59B7-22D2-43A9-8F30-456819F694B9}" type="pres">
      <dgm:prSet presAssocID="{BAD8ACA9-8C73-4904-B10E-E9C3FEBEDA67}" presName="level3hierChild" presStyleCnt="0"/>
      <dgm:spPr/>
      <dgm:t>
        <a:bodyPr/>
        <a:lstStyle/>
        <a:p>
          <a:endParaRPr lang="en-US"/>
        </a:p>
      </dgm:t>
    </dgm:pt>
    <dgm:pt modelId="{8DF89492-B83E-486E-8099-02592243698B}" type="pres">
      <dgm:prSet presAssocID="{92003E3F-F203-4C81-803F-4FC25112015A}" presName="conn2-1" presStyleLbl="parChTrans1D4" presStyleIdx="6" presStyleCnt="10"/>
      <dgm:spPr/>
      <dgm:t>
        <a:bodyPr/>
        <a:lstStyle/>
        <a:p>
          <a:endParaRPr lang="en-US"/>
        </a:p>
      </dgm:t>
    </dgm:pt>
    <dgm:pt modelId="{B2F0C17B-0842-4B84-91B3-E42901FBE2A9}" type="pres">
      <dgm:prSet presAssocID="{92003E3F-F203-4C81-803F-4FC25112015A}" presName="connTx" presStyleLbl="parChTrans1D4" presStyleIdx="6" presStyleCnt="10"/>
      <dgm:spPr/>
      <dgm:t>
        <a:bodyPr/>
        <a:lstStyle/>
        <a:p>
          <a:endParaRPr lang="en-US"/>
        </a:p>
      </dgm:t>
    </dgm:pt>
    <dgm:pt modelId="{409767A7-D6D5-4482-BD97-488E1B9D7BBD}" type="pres">
      <dgm:prSet presAssocID="{6229FE98-35A3-4DA6-99BB-AF2A1D577510}" presName="root2" presStyleCnt="0"/>
      <dgm:spPr/>
      <dgm:t>
        <a:bodyPr/>
        <a:lstStyle/>
        <a:p>
          <a:endParaRPr lang="en-US"/>
        </a:p>
      </dgm:t>
    </dgm:pt>
    <dgm:pt modelId="{0A0D1F94-9288-4113-80E6-2390FAB84146}" type="pres">
      <dgm:prSet presAssocID="{6229FE98-35A3-4DA6-99BB-AF2A1D577510}" presName="LevelTwoTextNode" presStyleLbl="node4" presStyleIdx="6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DE499EAB-A0D6-4971-8632-3B30C40CD991}" type="pres">
      <dgm:prSet presAssocID="{6229FE98-35A3-4DA6-99BB-AF2A1D577510}" presName="level3hierChild" presStyleCnt="0"/>
      <dgm:spPr/>
      <dgm:t>
        <a:bodyPr/>
        <a:lstStyle/>
        <a:p>
          <a:endParaRPr lang="en-US"/>
        </a:p>
      </dgm:t>
    </dgm:pt>
    <dgm:pt modelId="{A4A41E24-1710-413F-8073-45F73FE1BAF7}" type="pres">
      <dgm:prSet presAssocID="{AB3405E7-4C80-434D-8BDA-6C1C0EE67785}" presName="conn2-1" presStyleLbl="parChTrans1D4" presStyleIdx="7" presStyleCnt="10"/>
      <dgm:spPr/>
      <dgm:t>
        <a:bodyPr/>
        <a:lstStyle/>
        <a:p>
          <a:endParaRPr lang="en-US"/>
        </a:p>
      </dgm:t>
    </dgm:pt>
    <dgm:pt modelId="{C74B4181-75D7-4442-940E-0838659A6541}" type="pres">
      <dgm:prSet presAssocID="{AB3405E7-4C80-434D-8BDA-6C1C0EE67785}" presName="connTx" presStyleLbl="parChTrans1D4" presStyleIdx="7" presStyleCnt="10"/>
      <dgm:spPr/>
      <dgm:t>
        <a:bodyPr/>
        <a:lstStyle/>
        <a:p>
          <a:endParaRPr lang="en-US"/>
        </a:p>
      </dgm:t>
    </dgm:pt>
    <dgm:pt modelId="{C3AECBAD-AAF4-4426-A487-5B752503AC15}" type="pres">
      <dgm:prSet presAssocID="{38787DFA-CCA2-4E41-A93C-BC6D10C627AA}" presName="root2" presStyleCnt="0"/>
      <dgm:spPr/>
      <dgm:t>
        <a:bodyPr/>
        <a:lstStyle/>
        <a:p>
          <a:endParaRPr lang="en-US"/>
        </a:p>
      </dgm:t>
    </dgm:pt>
    <dgm:pt modelId="{90899F0D-6916-42AF-8F60-85B260A5FC8E}" type="pres">
      <dgm:prSet presAssocID="{38787DFA-CCA2-4E41-A93C-BC6D10C627AA}" presName="LevelTwoTextNode" presStyleLbl="node4" presStyleIdx="7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17EC1B9A-B5A5-49F4-B410-A07036CC1257}" type="pres">
      <dgm:prSet presAssocID="{38787DFA-CCA2-4E41-A93C-BC6D10C627AA}" presName="level3hierChild" presStyleCnt="0"/>
      <dgm:spPr/>
      <dgm:t>
        <a:bodyPr/>
        <a:lstStyle/>
        <a:p>
          <a:endParaRPr lang="en-US"/>
        </a:p>
      </dgm:t>
    </dgm:pt>
    <dgm:pt modelId="{6C38A9B5-D9F0-4432-85F0-2524A7E6C11F}" type="pres">
      <dgm:prSet presAssocID="{30ED30E0-F121-4C2F-89F1-79EAB9D179DB}" presName="conn2-1" presStyleLbl="parChTrans1D4" presStyleIdx="8" presStyleCnt="10"/>
      <dgm:spPr/>
      <dgm:t>
        <a:bodyPr/>
        <a:lstStyle/>
        <a:p>
          <a:endParaRPr lang="en-US"/>
        </a:p>
      </dgm:t>
    </dgm:pt>
    <dgm:pt modelId="{83031212-8C9E-4EB7-B927-EFB8A0131F9E}" type="pres">
      <dgm:prSet presAssocID="{30ED30E0-F121-4C2F-89F1-79EAB9D179DB}" presName="connTx" presStyleLbl="parChTrans1D4" presStyleIdx="8" presStyleCnt="10"/>
      <dgm:spPr/>
      <dgm:t>
        <a:bodyPr/>
        <a:lstStyle/>
        <a:p>
          <a:endParaRPr lang="en-US"/>
        </a:p>
      </dgm:t>
    </dgm:pt>
    <dgm:pt modelId="{EAC2FFD4-1C52-4CE9-A457-6B67C0D47B5A}" type="pres">
      <dgm:prSet presAssocID="{E0A3C2FD-0401-4CF9-86BE-504E80FBFD7F}" presName="root2" presStyleCnt="0"/>
      <dgm:spPr/>
      <dgm:t>
        <a:bodyPr/>
        <a:lstStyle/>
        <a:p>
          <a:endParaRPr lang="en-US"/>
        </a:p>
      </dgm:t>
    </dgm:pt>
    <dgm:pt modelId="{4E6DB958-A692-441A-A523-7E44535EE9AE}" type="pres">
      <dgm:prSet presAssocID="{E0A3C2FD-0401-4CF9-86BE-504E80FBFD7F}" presName="LevelTwoTextNode" presStyleLbl="node4" presStyleIdx="8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D00A2D01-A57B-4AD9-ABCA-D759F9570474}" type="pres">
      <dgm:prSet presAssocID="{E0A3C2FD-0401-4CF9-86BE-504E80FBFD7F}" presName="level3hierChild" presStyleCnt="0"/>
      <dgm:spPr/>
      <dgm:t>
        <a:bodyPr/>
        <a:lstStyle/>
        <a:p>
          <a:endParaRPr lang="en-US"/>
        </a:p>
      </dgm:t>
    </dgm:pt>
    <dgm:pt modelId="{720ABD83-2CE2-4D23-8157-592C11917906}" type="pres">
      <dgm:prSet presAssocID="{F3AB5D6D-3DD9-4871-868B-C37CAF0CBE72}" presName="conn2-1" presStyleLbl="parChTrans1D4" presStyleIdx="9" presStyleCnt="10"/>
      <dgm:spPr/>
      <dgm:t>
        <a:bodyPr/>
        <a:lstStyle/>
        <a:p>
          <a:endParaRPr lang="en-US"/>
        </a:p>
      </dgm:t>
    </dgm:pt>
    <dgm:pt modelId="{92C64CD4-1393-4B7F-BACA-2CAAA9E22AEE}" type="pres">
      <dgm:prSet presAssocID="{F3AB5D6D-3DD9-4871-868B-C37CAF0CBE72}" presName="connTx" presStyleLbl="parChTrans1D4" presStyleIdx="9" presStyleCnt="10"/>
      <dgm:spPr/>
      <dgm:t>
        <a:bodyPr/>
        <a:lstStyle/>
        <a:p>
          <a:endParaRPr lang="en-US"/>
        </a:p>
      </dgm:t>
    </dgm:pt>
    <dgm:pt modelId="{7B64F64F-E8D1-40BD-BE67-E357E6B17A1A}" type="pres">
      <dgm:prSet presAssocID="{2EADF08B-9F3D-439D-9CBE-3C8EF0A49E7E}" presName="root2" presStyleCnt="0"/>
      <dgm:spPr/>
      <dgm:t>
        <a:bodyPr/>
        <a:lstStyle/>
        <a:p>
          <a:endParaRPr lang="en-US"/>
        </a:p>
      </dgm:t>
    </dgm:pt>
    <dgm:pt modelId="{03E6E7DD-EF88-4C38-8A26-7C7CAA80BFED}" type="pres">
      <dgm:prSet presAssocID="{2EADF08B-9F3D-439D-9CBE-3C8EF0A49E7E}" presName="LevelTwoTextNode" presStyleLbl="node4" presStyleIdx="9" presStyleCnt="1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E2D5B82F-0A3F-4EDD-99EE-3ED0B6C5DCC0}" type="pres">
      <dgm:prSet presAssocID="{2EADF08B-9F3D-439D-9CBE-3C8EF0A49E7E}" presName="level3hierChild" presStyleCnt="0"/>
      <dgm:spPr/>
      <dgm:t>
        <a:bodyPr/>
        <a:lstStyle/>
        <a:p>
          <a:endParaRPr lang="en-US"/>
        </a:p>
      </dgm:t>
    </dgm:pt>
  </dgm:ptLst>
  <dgm:cxnLst>
    <dgm:cxn modelId="{9D1BF554-AB16-472E-95E1-F641C9C46E77}" srcId="{EDB54BE8-831C-4140-8AEA-2E8FAEDEFFFD}" destId="{782CADBA-395E-44F9-BE17-C703D58100C9}" srcOrd="1" destOrd="0" parTransId="{C61C155C-F14B-4F99-8EEC-FECCA5EC4D9A}" sibTransId="{1F7019B6-A9ED-44DC-AEEA-8F59BE846648}"/>
    <dgm:cxn modelId="{785AD9AE-E063-41AC-B095-90935AB5751A}" srcId="{BAD8ACA9-8C73-4904-B10E-E9C3FEBEDA67}" destId="{E0A3C2FD-0401-4CF9-86BE-504E80FBFD7F}" srcOrd="1" destOrd="0" parTransId="{30ED30E0-F121-4C2F-89F1-79EAB9D179DB}" sibTransId="{B030D84A-7BF4-43C9-A7D7-E4D9A725D965}"/>
    <dgm:cxn modelId="{1BE79ECE-693A-4BB7-A5D5-AAB83779E441}" srcId="{1D86503D-ACF9-42AE-AC9E-57C31818309C}" destId="{6E6A39EA-F775-4EA0-AFDB-575F9D9EB874}" srcOrd="0" destOrd="0" parTransId="{9138F564-0A8C-43A7-A0D6-A48FAC762B4E}" sibTransId="{A0BC3897-A8F8-45FD-A757-48A1558335F6}"/>
    <dgm:cxn modelId="{B2779C58-5F98-49C5-8D64-3AB6D86C89CD}" type="presOf" srcId="{30ED30E0-F121-4C2F-89F1-79EAB9D179DB}" destId="{6C38A9B5-D9F0-4432-85F0-2524A7E6C11F}" srcOrd="0" destOrd="0" presId="urn:microsoft.com/office/officeart/2005/8/layout/hierarchy2"/>
    <dgm:cxn modelId="{17537F0B-3FF7-4F1C-9A54-5B25ACD01BF6}" type="presOf" srcId="{1D86503D-ACF9-42AE-AC9E-57C31818309C}" destId="{DAFB57D6-0813-45CD-8D38-52C9EC9B0D9D}" srcOrd="0" destOrd="0" presId="urn:microsoft.com/office/officeart/2005/8/layout/hierarchy2"/>
    <dgm:cxn modelId="{EC9305EE-1F22-4630-9255-F89FE00C7B18}" type="presOf" srcId="{3D7ADD24-CD8D-4040-85E3-5503C42D41B5}" destId="{7EC3C314-3A2D-4A49-A598-F47B65087713}" srcOrd="0" destOrd="0" presId="urn:microsoft.com/office/officeart/2005/8/layout/hierarchy2"/>
    <dgm:cxn modelId="{575818B1-6689-47E6-8150-3C7FAE6E66A3}" type="presOf" srcId="{BE148B62-23BD-4F45-A85C-8B070FC24312}" destId="{CE5E64B8-A9C1-4CBE-8596-A5F2FEA22CE7}" srcOrd="0" destOrd="0" presId="urn:microsoft.com/office/officeart/2005/8/layout/hierarchy2"/>
    <dgm:cxn modelId="{9BDF7D89-34F3-4287-946E-DF200CA8FAFD}" type="presOf" srcId="{BB4BDD0D-77B7-49B7-85F0-66B0BC108BC9}" destId="{2F7219EC-BA3C-4A00-A438-6A4503B402BB}" srcOrd="1" destOrd="0" presId="urn:microsoft.com/office/officeart/2005/8/layout/hierarchy2"/>
    <dgm:cxn modelId="{AEB9AA22-7EA3-4E1F-9434-9D40C734E910}" srcId="{A75F833C-307A-4DA7-8CF5-691FB3F7053A}" destId="{307606D4-148F-4180-921E-0C095711A819}" srcOrd="0" destOrd="0" parTransId="{411672F8-7FDC-4422-A2C9-EED2CA178B3B}" sibTransId="{C86DE68C-0AA0-4A80-8F29-BC7B712E8AA1}"/>
    <dgm:cxn modelId="{F50731B9-3CBC-4F85-B12E-6021F6C5C601}" type="presOf" srcId="{4CD0B942-FB20-4E68-BD15-07284213C6F3}" destId="{03D69DB9-E825-4C3A-AB24-3BFFAEB905C2}" srcOrd="1" destOrd="0" presId="urn:microsoft.com/office/officeart/2005/8/layout/hierarchy2"/>
    <dgm:cxn modelId="{AB411A8F-0D92-4FAB-AD3D-4E378FE03C3D}" srcId="{A17ADFA8-EB89-4A8F-8879-7AB82103502D}" destId="{BE148B62-23BD-4F45-A85C-8B070FC24312}" srcOrd="1" destOrd="0" parTransId="{4CD0B942-FB20-4E68-BD15-07284213C6F3}" sibTransId="{6906AE19-F553-404A-8F38-C10246449F53}"/>
    <dgm:cxn modelId="{7CF7FA4E-2357-468C-955A-E87196CCF87C}" srcId="{A17ADFA8-EB89-4A8F-8879-7AB82103502D}" destId="{A75F833C-307A-4DA7-8CF5-691FB3F7053A}" srcOrd="0" destOrd="0" parTransId="{3D7ADD24-CD8D-4040-85E3-5503C42D41B5}" sibTransId="{4950BC64-286B-4BDF-94A4-367AB69B2CFF}"/>
    <dgm:cxn modelId="{E5E6DE82-4714-45DE-B433-FABC82C525AC}" type="presOf" srcId="{2EADF08B-9F3D-439D-9CBE-3C8EF0A49E7E}" destId="{03E6E7DD-EF88-4C38-8A26-7C7CAA80BFED}" srcOrd="0" destOrd="0" presId="urn:microsoft.com/office/officeart/2005/8/layout/hierarchy2"/>
    <dgm:cxn modelId="{DF8F45B1-2AC2-4871-9518-43DF5ECB96DF}" srcId="{BAD8ACA9-8C73-4904-B10E-E9C3FEBEDA67}" destId="{6229FE98-35A3-4DA6-99BB-AF2A1D577510}" srcOrd="0" destOrd="0" parTransId="{92003E3F-F203-4C81-803F-4FC25112015A}" sibTransId="{010A079D-E26F-4CDA-8260-51BCB1A82BBC}"/>
    <dgm:cxn modelId="{8F4D4A5F-C678-4893-BE2B-7A566F2E3292}" type="presOf" srcId="{9846C402-CA94-4EFF-BDC4-6667D12C0BBD}" destId="{8450AC17-5396-4DAA-A89A-DA912892A1A5}" srcOrd="0" destOrd="0" presId="urn:microsoft.com/office/officeart/2005/8/layout/hierarchy2"/>
    <dgm:cxn modelId="{6DFFF53E-C885-438D-8080-8239027F66C7}" type="presOf" srcId="{92003E3F-F203-4C81-803F-4FC25112015A}" destId="{8DF89492-B83E-486E-8099-02592243698B}" srcOrd="0" destOrd="0" presId="urn:microsoft.com/office/officeart/2005/8/layout/hierarchy2"/>
    <dgm:cxn modelId="{97DCA4B0-4117-4EC8-928A-9F06CADA9A78}" type="presOf" srcId="{F03CBE43-314C-4F11-8CE7-94E3E38A839F}" destId="{2EB2BCE8-D2E8-4CB9-92C9-BF9AE56687F9}" srcOrd="1" destOrd="0" presId="urn:microsoft.com/office/officeart/2005/8/layout/hierarchy2"/>
    <dgm:cxn modelId="{97CD052F-18C8-4803-AF83-8AD74B4B8EDD}" type="presOf" srcId="{19B2811D-5B08-4A75-A575-E3D9B6A72EFF}" destId="{A2F56FF7-68E3-474E-8A6A-CB710F3AF0B0}" srcOrd="0" destOrd="0" presId="urn:microsoft.com/office/officeart/2005/8/layout/hierarchy2"/>
    <dgm:cxn modelId="{94D2E39C-6809-4724-B98E-E50A5EF5EAE3}" type="presOf" srcId="{BB4BDD0D-77B7-49B7-85F0-66B0BC108BC9}" destId="{1DD3233B-8342-4AF6-A15B-2C9B3DA76C77}" srcOrd="0" destOrd="0" presId="urn:microsoft.com/office/officeart/2005/8/layout/hierarchy2"/>
    <dgm:cxn modelId="{1F5B8582-37C8-406F-BABC-44C5827D026A}" type="presOf" srcId="{C61C155C-F14B-4F99-8EEC-FECCA5EC4D9A}" destId="{F624E54A-D98D-4D24-8AF3-EFCA4A86C38E}" srcOrd="0" destOrd="0" presId="urn:microsoft.com/office/officeart/2005/8/layout/hierarchy2"/>
    <dgm:cxn modelId="{E474B67F-EF9F-49B4-A3F2-64527A29B160}" srcId="{6799079F-2C9A-43D8-9679-A609729A1BE3}" destId="{1D86503D-ACF9-42AE-AC9E-57C31818309C}" srcOrd="1" destOrd="0" parTransId="{187AC547-5F07-44D3-A588-5F9A786DC0CD}" sibTransId="{27044D8D-406D-4855-870A-CB58CB584435}"/>
    <dgm:cxn modelId="{2176E9BF-3C57-4F46-9A69-9D6D93B8002F}" type="presOf" srcId="{307606D4-148F-4180-921E-0C095711A819}" destId="{A65EE4EC-D31B-4EB0-BCAE-FB4A6A0A64AB}" srcOrd="0" destOrd="0" presId="urn:microsoft.com/office/officeart/2005/8/layout/hierarchy2"/>
    <dgm:cxn modelId="{3EC3983C-F378-41AA-A7F0-3F25FA940FB9}" type="presOf" srcId="{9138F564-0A8C-43A7-A0D6-A48FAC762B4E}" destId="{6B7B1179-169F-43E8-94F2-954FDB59EAD5}" srcOrd="1" destOrd="0" presId="urn:microsoft.com/office/officeart/2005/8/layout/hierarchy2"/>
    <dgm:cxn modelId="{8A273AFD-EF61-4F2B-8774-979B9A25688A}" type="presOf" srcId="{05836289-1AAE-4F1E-9B3E-A573350D7038}" destId="{B54BE9A8-5D40-4CBB-93E2-3E2183EAFF5E}" srcOrd="0" destOrd="0" presId="urn:microsoft.com/office/officeart/2005/8/layout/hierarchy2"/>
    <dgm:cxn modelId="{CC50E32F-5D22-40ED-B310-3040D4E7EE52}" type="presOf" srcId="{782CADBA-395E-44F9-BE17-C703D58100C9}" destId="{C8B94F0F-0609-48E2-A23C-768463AE80FA}" srcOrd="0" destOrd="0" presId="urn:microsoft.com/office/officeart/2005/8/layout/hierarchy2"/>
    <dgm:cxn modelId="{96F251D9-FD95-476A-A4AE-8BE7D0B32030}" srcId="{BE148B62-23BD-4F45-A85C-8B070FC24312}" destId="{330D66BA-BB06-4DF0-BD64-B93A80147CCC}" srcOrd="0" destOrd="0" parTransId="{BB4BDD0D-77B7-49B7-85F0-66B0BC108BC9}" sibTransId="{7E232A5E-41F6-4B2F-942B-BF43AA948B05}"/>
    <dgm:cxn modelId="{BBCB3DAE-F33A-42E8-ABDC-0140983EB331}" srcId="{6799079F-2C9A-43D8-9679-A609729A1BE3}" destId="{9846C402-CA94-4EFF-BDC4-6667D12C0BBD}" srcOrd="0" destOrd="0" parTransId="{8B923374-8FC7-4A8B-BC3C-DF3188639210}" sibTransId="{BD97307E-D572-4DF2-ACD4-10A87824B9D6}"/>
    <dgm:cxn modelId="{65339371-73C9-4711-9CF5-498189E0B3A8}" type="presOf" srcId="{AB3405E7-4C80-434D-8BDA-6C1C0EE67785}" destId="{A4A41E24-1710-413F-8073-45F73FE1BAF7}" srcOrd="0" destOrd="0" presId="urn:microsoft.com/office/officeart/2005/8/layout/hierarchy2"/>
    <dgm:cxn modelId="{59D13516-D26B-48DD-8180-5EE237C97C9B}" type="presOf" srcId="{187AC547-5F07-44D3-A588-5F9A786DC0CD}" destId="{B36F6A8B-9785-4CEF-8061-96A0C09CFE7E}" srcOrd="1" destOrd="0" presId="urn:microsoft.com/office/officeart/2005/8/layout/hierarchy2"/>
    <dgm:cxn modelId="{A72EE763-5007-4F2E-ABC2-A2A3AD45DEE5}" type="presOf" srcId="{00BC8967-331F-45A0-9600-7BE109A6654A}" destId="{B0169B9C-24A2-445C-BC25-4B1D279F2B33}" srcOrd="0" destOrd="0" presId="urn:microsoft.com/office/officeart/2005/8/layout/hierarchy2"/>
    <dgm:cxn modelId="{1CCE28AB-D1C6-4890-AB70-3E03D4A973D6}" type="presOf" srcId="{BAD8ACA9-8C73-4904-B10E-E9C3FEBEDA67}" destId="{8C353D0C-1AD6-4AA8-AD62-B00D092E747E}" srcOrd="0" destOrd="0" presId="urn:microsoft.com/office/officeart/2005/8/layout/hierarchy2"/>
    <dgm:cxn modelId="{B832BDA9-7B51-4201-91E7-88CEAFC1C4DE}" srcId="{782CADBA-395E-44F9-BE17-C703D58100C9}" destId="{6799079F-2C9A-43D8-9679-A609729A1BE3}" srcOrd="0" destOrd="0" parTransId="{00BC8967-331F-45A0-9600-7BE109A6654A}" sibTransId="{4D5F6CB4-B700-45A0-9C45-9989E55B19B6}"/>
    <dgm:cxn modelId="{10867A93-70C6-4E7D-9A71-8E125881E443}" type="presOf" srcId="{6229FE98-35A3-4DA6-99BB-AF2A1D577510}" destId="{0A0D1F94-9288-4113-80E6-2390FAB84146}" srcOrd="0" destOrd="0" presId="urn:microsoft.com/office/officeart/2005/8/layout/hierarchy2"/>
    <dgm:cxn modelId="{FEBFF9D6-2B74-4B82-8C46-BD4050C846FD}" srcId="{782CADBA-395E-44F9-BE17-C703D58100C9}" destId="{BAD8ACA9-8C73-4904-B10E-E9C3FEBEDA67}" srcOrd="1" destOrd="0" parTransId="{F03CBE43-314C-4F11-8CE7-94E3E38A839F}" sibTransId="{42CA7E06-C442-4E47-8C19-BFF961E5647C}"/>
    <dgm:cxn modelId="{3B25FB04-F6BC-41E0-B490-1C10756D80F5}" srcId="{9846C402-CA94-4EFF-BDC4-6667D12C0BBD}" destId="{134732C3-9631-46ED-9F37-99B644F46878}" srcOrd="0" destOrd="0" parTransId="{05836289-1AAE-4F1E-9B3E-A573350D7038}" sibTransId="{DC2E879D-0C3F-40A5-B7AE-DC11D194E501}"/>
    <dgm:cxn modelId="{FD4A97E4-B4B7-4D1A-B636-53E3683A5981}" type="presOf" srcId="{3D7ADD24-CD8D-4040-85E3-5503C42D41B5}" destId="{5570881D-7A71-4BDA-922A-A5503D4DCD6B}" srcOrd="1" destOrd="0" presId="urn:microsoft.com/office/officeart/2005/8/layout/hierarchy2"/>
    <dgm:cxn modelId="{9C648E00-5577-4819-899C-FC1CF0D2EA61}" type="presOf" srcId="{EDB54BE8-831C-4140-8AEA-2E8FAEDEFFFD}" destId="{054C901A-F4F3-405E-892E-9622EE447C26}" srcOrd="0" destOrd="0" presId="urn:microsoft.com/office/officeart/2005/8/layout/hierarchy2"/>
    <dgm:cxn modelId="{283B64BE-268A-4747-ADC3-1AEB13FBD882}" type="presOf" srcId="{6E6A39EA-F775-4EA0-AFDB-575F9D9EB874}" destId="{A2AB8BB6-7D67-4939-BD17-9C75F9C86A66}" srcOrd="0" destOrd="0" presId="urn:microsoft.com/office/officeart/2005/8/layout/hierarchy2"/>
    <dgm:cxn modelId="{D28B973B-1DDF-4F61-8DC9-78F276524B7C}" type="presOf" srcId="{A17ADFA8-EB89-4A8F-8879-7AB82103502D}" destId="{D3435A7C-3C05-4D2F-8A91-9ED2EED52275}" srcOrd="0" destOrd="0" presId="urn:microsoft.com/office/officeart/2005/8/layout/hierarchy2"/>
    <dgm:cxn modelId="{107DC3A3-126E-4973-814F-CEF34F013D60}" type="presOf" srcId="{92003E3F-F203-4C81-803F-4FC25112015A}" destId="{B2F0C17B-0842-4B84-91B3-E42901FBE2A9}" srcOrd="1" destOrd="0" presId="urn:microsoft.com/office/officeart/2005/8/layout/hierarchy2"/>
    <dgm:cxn modelId="{7A529CA1-18B6-4F10-9D36-EBFD5F269BBD}" type="presOf" srcId="{05836289-1AAE-4F1E-9B3E-A573350D7038}" destId="{D8450564-BE76-4AF9-9A5D-90493035E3F9}" srcOrd="1" destOrd="0" presId="urn:microsoft.com/office/officeart/2005/8/layout/hierarchy2"/>
    <dgm:cxn modelId="{C5B95BE3-5085-4FED-8B8B-99E735E6D926}" type="presOf" srcId="{576E8CE2-C338-4F8D-8FB9-36D69FB6CA4F}" destId="{2B4658E2-3D26-45A4-ADFB-572458950F26}" srcOrd="0" destOrd="0" presId="urn:microsoft.com/office/officeart/2005/8/layout/hierarchy2"/>
    <dgm:cxn modelId="{4ED6ED27-B3C6-44FD-B7C1-618E61BDE4FB}" type="presOf" srcId="{411672F8-7FDC-4422-A2C9-EED2CA178B3B}" destId="{D1CF3E81-97D3-4ADB-B1A7-A6D41761BD5C}" srcOrd="0" destOrd="0" presId="urn:microsoft.com/office/officeart/2005/8/layout/hierarchy2"/>
    <dgm:cxn modelId="{1D82E106-4CE8-4D6E-9FA7-9A36304E53B5}" type="presOf" srcId="{8B923374-8FC7-4A8B-BC3C-DF3188639210}" destId="{F1D2A87C-8FA7-42A6-9F26-13716E299D80}" srcOrd="1" destOrd="0" presId="urn:microsoft.com/office/officeart/2005/8/layout/hierarchy2"/>
    <dgm:cxn modelId="{4D25B196-D167-4102-A864-300D048C1038}" type="presOf" srcId="{6799079F-2C9A-43D8-9679-A609729A1BE3}" destId="{38511CCA-684B-4597-95F1-C4F73B9D9489}" srcOrd="0" destOrd="0" presId="urn:microsoft.com/office/officeart/2005/8/layout/hierarchy2"/>
    <dgm:cxn modelId="{48ABFAB5-BC99-47F1-9019-C68EF4F5659E}" type="presOf" srcId="{F3AB5D6D-3DD9-4871-868B-C37CAF0CBE72}" destId="{720ABD83-2CE2-4D23-8157-592C11917906}" srcOrd="0" destOrd="0" presId="urn:microsoft.com/office/officeart/2005/8/layout/hierarchy2"/>
    <dgm:cxn modelId="{7CDFDF7D-9661-4E3F-BA38-A4E9613EB779}" type="presOf" srcId="{134732C3-9631-46ED-9F37-99B644F46878}" destId="{DFB32975-0783-4F9C-AE2C-E0BD5338E9FC}" srcOrd="0" destOrd="0" presId="urn:microsoft.com/office/officeart/2005/8/layout/hierarchy2"/>
    <dgm:cxn modelId="{C1D62904-43A5-4305-923B-CF9E44FCA0EF}" type="presOf" srcId="{00BC8967-331F-45A0-9600-7BE109A6654A}" destId="{78F55670-20BF-4CC7-AF6D-D425D7E80E03}" srcOrd="1" destOrd="0" presId="urn:microsoft.com/office/officeart/2005/8/layout/hierarchy2"/>
    <dgm:cxn modelId="{58335EB1-9D8F-4244-A14D-3DF58D7EABC5}" type="presOf" srcId="{8B923374-8FC7-4A8B-BC3C-DF3188639210}" destId="{2ED2DB55-D54D-4319-A5C9-EC139C03EADD}" srcOrd="0" destOrd="0" presId="urn:microsoft.com/office/officeart/2005/8/layout/hierarchy2"/>
    <dgm:cxn modelId="{AD4E7951-D388-4BA0-AE11-32BF2DA0196D}" type="presOf" srcId="{F3AB5D6D-3DD9-4871-868B-C37CAF0CBE72}" destId="{92C64CD4-1393-4B7F-BACA-2CAAA9E22AEE}" srcOrd="1" destOrd="0" presId="urn:microsoft.com/office/officeart/2005/8/layout/hierarchy2"/>
    <dgm:cxn modelId="{CF4E3EDC-AEEB-4632-B14E-E0EA63983041}" type="presOf" srcId="{9138F564-0A8C-43A7-A0D6-A48FAC762B4E}" destId="{01C411F4-FA10-4C04-80F7-9C0E2B3BBB75}" srcOrd="0" destOrd="0" presId="urn:microsoft.com/office/officeart/2005/8/layout/hierarchy2"/>
    <dgm:cxn modelId="{BE0158A3-E457-47E7-9571-F0E6FA1C62C8}" type="presOf" srcId="{A75F833C-307A-4DA7-8CF5-691FB3F7053A}" destId="{78F40A78-D6C6-4C1F-A569-FBC71705B4FC}" srcOrd="0" destOrd="0" presId="urn:microsoft.com/office/officeart/2005/8/layout/hierarchy2"/>
    <dgm:cxn modelId="{C092F465-FCDF-463E-9A4C-17460D53063B}" type="presOf" srcId="{576E8CE2-C338-4F8D-8FB9-36D69FB6CA4F}" destId="{4A928019-5E9E-410D-8FD5-3AABCE147E41}" srcOrd="1" destOrd="0" presId="urn:microsoft.com/office/officeart/2005/8/layout/hierarchy2"/>
    <dgm:cxn modelId="{1018DF7B-B5EA-422B-855C-E90EA3AF3E37}" type="presOf" srcId="{C61C155C-F14B-4F99-8EEC-FECCA5EC4D9A}" destId="{71C4ACA5-9CE1-4434-8C50-7204A5A3717C}" srcOrd="1" destOrd="0" presId="urn:microsoft.com/office/officeart/2005/8/layout/hierarchy2"/>
    <dgm:cxn modelId="{29562D62-BCB2-4478-87D4-5A0C3D80C08F}" srcId="{19B2811D-5B08-4A75-A575-E3D9B6A72EFF}" destId="{EDB54BE8-831C-4140-8AEA-2E8FAEDEFFFD}" srcOrd="0" destOrd="0" parTransId="{9C22E18D-5092-4643-B940-79761FC16395}" sibTransId="{B46DD615-A675-46CD-BB38-FB30F9C6446F}"/>
    <dgm:cxn modelId="{8C75CDC8-6CA1-49E3-B563-8E1256875A86}" type="presOf" srcId="{187AC547-5F07-44D3-A588-5F9A786DC0CD}" destId="{016EB0DF-4FA8-49A8-B053-9BFDBA4F7A9F}" srcOrd="0" destOrd="0" presId="urn:microsoft.com/office/officeart/2005/8/layout/hierarchy2"/>
    <dgm:cxn modelId="{72699251-25DE-4D5B-BC15-C5B26BB2B112}" srcId="{EDB54BE8-831C-4140-8AEA-2E8FAEDEFFFD}" destId="{A17ADFA8-EB89-4A8F-8879-7AB82103502D}" srcOrd="0" destOrd="0" parTransId="{576E8CE2-C338-4F8D-8FB9-36D69FB6CA4F}" sibTransId="{72808A04-5E26-4DC3-BE3D-2D6CA42A5490}"/>
    <dgm:cxn modelId="{1FD58423-7F96-4931-9BE6-6AFAD1A021EC}" srcId="{6229FE98-35A3-4DA6-99BB-AF2A1D577510}" destId="{38787DFA-CCA2-4E41-A93C-BC6D10C627AA}" srcOrd="0" destOrd="0" parTransId="{AB3405E7-4C80-434D-8BDA-6C1C0EE67785}" sibTransId="{397EA08C-337D-4CAF-9385-D0F311861082}"/>
    <dgm:cxn modelId="{0C5B4FBA-124F-4A79-B369-4BFF98D90060}" type="presOf" srcId="{38787DFA-CCA2-4E41-A93C-BC6D10C627AA}" destId="{90899F0D-6916-42AF-8F60-85B260A5FC8E}" srcOrd="0" destOrd="0" presId="urn:microsoft.com/office/officeart/2005/8/layout/hierarchy2"/>
    <dgm:cxn modelId="{60584172-8B1E-45B4-810C-4ADBD55ACC70}" type="presOf" srcId="{411672F8-7FDC-4422-A2C9-EED2CA178B3B}" destId="{37EF4B8B-D442-4ADA-B4FC-F6EE1EBE92E1}" srcOrd="1" destOrd="0" presId="urn:microsoft.com/office/officeart/2005/8/layout/hierarchy2"/>
    <dgm:cxn modelId="{3BCB0CB5-49CB-4E66-A74E-79385733C467}" type="presOf" srcId="{30ED30E0-F121-4C2F-89F1-79EAB9D179DB}" destId="{83031212-8C9E-4EB7-B927-EFB8A0131F9E}" srcOrd="1" destOrd="0" presId="urn:microsoft.com/office/officeart/2005/8/layout/hierarchy2"/>
    <dgm:cxn modelId="{5EDE0375-EDE8-45AF-BBDA-D8F45EF8CCB2}" type="presOf" srcId="{F03CBE43-314C-4F11-8CE7-94E3E38A839F}" destId="{48D138CD-11A0-424C-845F-C44754C25D61}" srcOrd="0" destOrd="0" presId="urn:microsoft.com/office/officeart/2005/8/layout/hierarchy2"/>
    <dgm:cxn modelId="{1F677C9C-568A-40A7-A692-A87BF7FEB922}" type="presOf" srcId="{4CD0B942-FB20-4E68-BD15-07284213C6F3}" destId="{0A258AEB-6B7C-40EC-863B-A957AF55C093}" srcOrd="0" destOrd="0" presId="urn:microsoft.com/office/officeart/2005/8/layout/hierarchy2"/>
    <dgm:cxn modelId="{EFABE2B2-EEA1-4852-8B79-B0CCCE69F199}" type="presOf" srcId="{AB3405E7-4C80-434D-8BDA-6C1C0EE67785}" destId="{C74B4181-75D7-4442-940E-0838659A6541}" srcOrd="1" destOrd="0" presId="urn:microsoft.com/office/officeart/2005/8/layout/hierarchy2"/>
    <dgm:cxn modelId="{2FD7D33F-F08D-4DB7-BE4B-D99DB2550652}" type="presOf" srcId="{E0A3C2FD-0401-4CF9-86BE-504E80FBFD7F}" destId="{4E6DB958-A692-441A-A523-7E44535EE9AE}" srcOrd="0" destOrd="0" presId="urn:microsoft.com/office/officeart/2005/8/layout/hierarchy2"/>
    <dgm:cxn modelId="{F792D8CA-3496-45A5-B657-2ED0FB632688}" srcId="{E0A3C2FD-0401-4CF9-86BE-504E80FBFD7F}" destId="{2EADF08B-9F3D-439D-9CBE-3C8EF0A49E7E}" srcOrd="0" destOrd="0" parTransId="{F3AB5D6D-3DD9-4871-868B-C37CAF0CBE72}" sibTransId="{9EBE0A99-D829-42D9-88D6-A35FE6D76326}"/>
    <dgm:cxn modelId="{3E982F41-DF20-4854-A9A3-3BC00B7032DC}" type="presOf" srcId="{330D66BA-BB06-4DF0-BD64-B93A80147CCC}" destId="{9E1D321B-C493-4D25-B293-27C1DEAABFEA}" srcOrd="0" destOrd="0" presId="urn:microsoft.com/office/officeart/2005/8/layout/hierarchy2"/>
    <dgm:cxn modelId="{F9ECE6CE-9888-430F-B2FD-2629CE5E3733}" type="presParOf" srcId="{A2F56FF7-68E3-474E-8A6A-CB710F3AF0B0}" destId="{5DADF166-A4A6-45A6-9A12-08AA6DB86750}" srcOrd="0" destOrd="0" presId="urn:microsoft.com/office/officeart/2005/8/layout/hierarchy2"/>
    <dgm:cxn modelId="{B1043BF9-E574-4456-A1EE-6EADB9E413FF}" type="presParOf" srcId="{5DADF166-A4A6-45A6-9A12-08AA6DB86750}" destId="{054C901A-F4F3-405E-892E-9622EE447C26}" srcOrd="0" destOrd="0" presId="urn:microsoft.com/office/officeart/2005/8/layout/hierarchy2"/>
    <dgm:cxn modelId="{27DA7A61-9779-4211-9729-E12E6D144639}" type="presParOf" srcId="{5DADF166-A4A6-45A6-9A12-08AA6DB86750}" destId="{CE23A47A-E2F4-45C8-B3C6-5D2E9A30B716}" srcOrd="1" destOrd="0" presId="urn:microsoft.com/office/officeart/2005/8/layout/hierarchy2"/>
    <dgm:cxn modelId="{26DB7E97-FF06-43B3-B981-5A2481C120FB}" type="presParOf" srcId="{CE23A47A-E2F4-45C8-B3C6-5D2E9A30B716}" destId="{2B4658E2-3D26-45A4-ADFB-572458950F26}" srcOrd="0" destOrd="0" presId="urn:microsoft.com/office/officeart/2005/8/layout/hierarchy2"/>
    <dgm:cxn modelId="{68AEE026-FCBD-482C-A721-016DD79BE5A0}" type="presParOf" srcId="{2B4658E2-3D26-45A4-ADFB-572458950F26}" destId="{4A928019-5E9E-410D-8FD5-3AABCE147E41}" srcOrd="0" destOrd="0" presId="urn:microsoft.com/office/officeart/2005/8/layout/hierarchy2"/>
    <dgm:cxn modelId="{B96F2074-9938-429F-B2AC-A910BFC0F01B}" type="presParOf" srcId="{CE23A47A-E2F4-45C8-B3C6-5D2E9A30B716}" destId="{C2106723-49E5-4624-99C5-963D75CE97E5}" srcOrd="1" destOrd="0" presId="urn:microsoft.com/office/officeart/2005/8/layout/hierarchy2"/>
    <dgm:cxn modelId="{98B1B782-5FCA-4056-B08B-9CB05758C88E}" type="presParOf" srcId="{C2106723-49E5-4624-99C5-963D75CE97E5}" destId="{D3435A7C-3C05-4D2F-8A91-9ED2EED52275}" srcOrd="0" destOrd="0" presId="urn:microsoft.com/office/officeart/2005/8/layout/hierarchy2"/>
    <dgm:cxn modelId="{3AA23999-356C-4409-823A-14071D107C38}" type="presParOf" srcId="{C2106723-49E5-4624-99C5-963D75CE97E5}" destId="{2A4F4631-ABA7-47BA-A495-B4B26D183548}" srcOrd="1" destOrd="0" presId="urn:microsoft.com/office/officeart/2005/8/layout/hierarchy2"/>
    <dgm:cxn modelId="{BC89BD63-18FC-4C16-85EE-57398869E6F6}" type="presParOf" srcId="{2A4F4631-ABA7-47BA-A495-B4B26D183548}" destId="{7EC3C314-3A2D-4A49-A598-F47B65087713}" srcOrd="0" destOrd="0" presId="urn:microsoft.com/office/officeart/2005/8/layout/hierarchy2"/>
    <dgm:cxn modelId="{88316781-BB7A-492D-9637-62870BCF7AFD}" type="presParOf" srcId="{7EC3C314-3A2D-4A49-A598-F47B65087713}" destId="{5570881D-7A71-4BDA-922A-A5503D4DCD6B}" srcOrd="0" destOrd="0" presId="urn:microsoft.com/office/officeart/2005/8/layout/hierarchy2"/>
    <dgm:cxn modelId="{007C7A94-43DF-4722-9E6A-A5A4403BD3F4}" type="presParOf" srcId="{2A4F4631-ABA7-47BA-A495-B4B26D183548}" destId="{E8DC0ECB-3E67-455D-9AED-AFED5E2EA99E}" srcOrd="1" destOrd="0" presId="urn:microsoft.com/office/officeart/2005/8/layout/hierarchy2"/>
    <dgm:cxn modelId="{25AC4F9E-A39B-4CC3-8B8E-AB0B5650FFD8}" type="presParOf" srcId="{E8DC0ECB-3E67-455D-9AED-AFED5E2EA99E}" destId="{78F40A78-D6C6-4C1F-A569-FBC71705B4FC}" srcOrd="0" destOrd="0" presId="urn:microsoft.com/office/officeart/2005/8/layout/hierarchy2"/>
    <dgm:cxn modelId="{36707EA0-3688-4D73-B3D4-6A8775177BAC}" type="presParOf" srcId="{E8DC0ECB-3E67-455D-9AED-AFED5E2EA99E}" destId="{6C8D9AB7-FFF6-4E45-AE8D-D906FC9F7FF3}" srcOrd="1" destOrd="0" presId="urn:microsoft.com/office/officeart/2005/8/layout/hierarchy2"/>
    <dgm:cxn modelId="{2DA66E4E-8906-4274-8A37-73D921E5E310}" type="presParOf" srcId="{6C8D9AB7-FFF6-4E45-AE8D-D906FC9F7FF3}" destId="{D1CF3E81-97D3-4ADB-B1A7-A6D41761BD5C}" srcOrd="0" destOrd="0" presId="urn:microsoft.com/office/officeart/2005/8/layout/hierarchy2"/>
    <dgm:cxn modelId="{F180FCB3-FAFA-4CC2-9EAC-895F2E8943B7}" type="presParOf" srcId="{D1CF3E81-97D3-4ADB-B1A7-A6D41761BD5C}" destId="{37EF4B8B-D442-4ADA-B4FC-F6EE1EBE92E1}" srcOrd="0" destOrd="0" presId="urn:microsoft.com/office/officeart/2005/8/layout/hierarchy2"/>
    <dgm:cxn modelId="{C13BECDE-82A6-48F9-B771-A175E27BCDFD}" type="presParOf" srcId="{6C8D9AB7-FFF6-4E45-AE8D-D906FC9F7FF3}" destId="{96141D9B-1585-431B-8860-DBD2E789B615}" srcOrd="1" destOrd="0" presId="urn:microsoft.com/office/officeart/2005/8/layout/hierarchy2"/>
    <dgm:cxn modelId="{726E9D92-CA71-4440-979B-95E6D7B2F336}" type="presParOf" srcId="{96141D9B-1585-431B-8860-DBD2E789B615}" destId="{A65EE4EC-D31B-4EB0-BCAE-FB4A6A0A64AB}" srcOrd="0" destOrd="0" presId="urn:microsoft.com/office/officeart/2005/8/layout/hierarchy2"/>
    <dgm:cxn modelId="{D680D1AF-1C3C-434F-86BB-226BDA179BB3}" type="presParOf" srcId="{96141D9B-1585-431B-8860-DBD2E789B615}" destId="{C84BB108-59FE-4BAE-AE6C-64CF3C2A6DF5}" srcOrd="1" destOrd="0" presId="urn:microsoft.com/office/officeart/2005/8/layout/hierarchy2"/>
    <dgm:cxn modelId="{9219141E-1FCA-454C-A45F-AB409B17147E}" type="presParOf" srcId="{2A4F4631-ABA7-47BA-A495-B4B26D183548}" destId="{0A258AEB-6B7C-40EC-863B-A957AF55C093}" srcOrd="2" destOrd="0" presId="urn:microsoft.com/office/officeart/2005/8/layout/hierarchy2"/>
    <dgm:cxn modelId="{65F3D9A7-6742-4D0A-9274-5D7D905B5B71}" type="presParOf" srcId="{0A258AEB-6B7C-40EC-863B-A957AF55C093}" destId="{03D69DB9-E825-4C3A-AB24-3BFFAEB905C2}" srcOrd="0" destOrd="0" presId="urn:microsoft.com/office/officeart/2005/8/layout/hierarchy2"/>
    <dgm:cxn modelId="{6A18F9CB-5692-48DD-AA6E-F1579D86B09E}" type="presParOf" srcId="{2A4F4631-ABA7-47BA-A495-B4B26D183548}" destId="{DD3A8538-FECF-4D8E-A9F0-8EF81526DD07}" srcOrd="3" destOrd="0" presId="urn:microsoft.com/office/officeart/2005/8/layout/hierarchy2"/>
    <dgm:cxn modelId="{0F971F80-E2DD-4922-B709-C6260191320D}" type="presParOf" srcId="{DD3A8538-FECF-4D8E-A9F0-8EF81526DD07}" destId="{CE5E64B8-A9C1-4CBE-8596-A5F2FEA22CE7}" srcOrd="0" destOrd="0" presId="urn:microsoft.com/office/officeart/2005/8/layout/hierarchy2"/>
    <dgm:cxn modelId="{90EDDF1B-DA69-4876-9CC5-D12D381D225A}" type="presParOf" srcId="{DD3A8538-FECF-4D8E-A9F0-8EF81526DD07}" destId="{F4A9410E-B915-424E-9FD4-8A8A8584CDCD}" srcOrd="1" destOrd="0" presId="urn:microsoft.com/office/officeart/2005/8/layout/hierarchy2"/>
    <dgm:cxn modelId="{D1E686DF-CFC2-4609-BF91-7F1A4B72A2E5}" type="presParOf" srcId="{F4A9410E-B915-424E-9FD4-8A8A8584CDCD}" destId="{1DD3233B-8342-4AF6-A15B-2C9B3DA76C77}" srcOrd="0" destOrd="0" presId="urn:microsoft.com/office/officeart/2005/8/layout/hierarchy2"/>
    <dgm:cxn modelId="{8D26807D-EAC1-4DC3-A6BF-C66423ACA5BC}" type="presParOf" srcId="{1DD3233B-8342-4AF6-A15B-2C9B3DA76C77}" destId="{2F7219EC-BA3C-4A00-A438-6A4503B402BB}" srcOrd="0" destOrd="0" presId="urn:microsoft.com/office/officeart/2005/8/layout/hierarchy2"/>
    <dgm:cxn modelId="{C9941157-4901-4CA1-BCA8-8B2291526DB6}" type="presParOf" srcId="{F4A9410E-B915-424E-9FD4-8A8A8584CDCD}" destId="{FEBB8554-44D9-43D1-9763-6DD2C219AAFF}" srcOrd="1" destOrd="0" presId="urn:microsoft.com/office/officeart/2005/8/layout/hierarchy2"/>
    <dgm:cxn modelId="{2610032D-F8BE-4DD5-A88D-88D1EF2C5062}" type="presParOf" srcId="{FEBB8554-44D9-43D1-9763-6DD2C219AAFF}" destId="{9E1D321B-C493-4D25-B293-27C1DEAABFEA}" srcOrd="0" destOrd="0" presId="urn:microsoft.com/office/officeart/2005/8/layout/hierarchy2"/>
    <dgm:cxn modelId="{C457AA86-9E98-4B3D-B04B-BAB7B720D76D}" type="presParOf" srcId="{FEBB8554-44D9-43D1-9763-6DD2C219AAFF}" destId="{29CEB3D6-8B21-4530-AB5E-38F47ED42321}" srcOrd="1" destOrd="0" presId="urn:microsoft.com/office/officeart/2005/8/layout/hierarchy2"/>
    <dgm:cxn modelId="{3CFFDBF4-5310-4A09-9949-1BC7443165FA}" type="presParOf" srcId="{CE23A47A-E2F4-45C8-B3C6-5D2E9A30B716}" destId="{F624E54A-D98D-4D24-8AF3-EFCA4A86C38E}" srcOrd="2" destOrd="0" presId="urn:microsoft.com/office/officeart/2005/8/layout/hierarchy2"/>
    <dgm:cxn modelId="{136D1394-70FD-4102-8294-F72665AAD2C2}" type="presParOf" srcId="{F624E54A-D98D-4D24-8AF3-EFCA4A86C38E}" destId="{71C4ACA5-9CE1-4434-8C50-7204A5A3717C}" srcOrd="0" destOrd="0" presId="urn:microsoft.com/office/officeart/2005/8/layout/hierarchy2"/>
    <dgm:cxn modelId="{9BF1A323-FFBB-4F12-91FF-3D43C5811C86}" type="presParOf" srcId="{CE23A47A-E2F4-45C8-B3C6-5D2E9A30B716}" destId="{C43E4B18-DDF0-461D-AB5E-1143F600118B}" srcOrd="3" destOrd="0" presId="urn:microsoft.com/office/officeart/2005/8/layout/hierarchy2"/>
    <dgm:cxn modelId="{18D05A56-746D-4D20-B3BA-02683BB2CBF4}" type="presParOf" srcId="{C43E4B18-DDF0-461D-AB5E-1143F600118B}" destId="{C8B94F0F-0609-48E2-A23C-768463AE80FA}" srcOrd="0" destOrd="0" presId="urn:microsoft.com/office/officeart/2005/8/layout/hierarchy2"/>
    <dgm:cxn modelId="{7A16BFA2-9568-4A6D-9752-0146BBB5D17E}" type="presParOf" srcId="{C43E4B18-DDF0-461D-AB5E-1143F600118B}" destId="{0E043ADA-5D89-4F8E-9D98-2939538E468E}" srcOrd="1" destOrd="0" presId="urn:microsoft.com/office/officeart/2005/8/layout/hierarchy2"/>
    <dgm:cxn modelId="{880F7A97-AA64-401A-992A-5200FCDC9C83}" type="presParOf" srcId="{0E043ADA-5D89-4F8E-9D98-2939538E468E}" destId="{B0169B9C-24A2-445C-BC25-4B1D279F2B33}" srcOrd="0" destOrd="0" presId="urn:microsoft.com/office/officeart/2005/8/layout/hierarchy2"/>
    <dgm:cxn modelId="{5E540E09-C3BA-40C7-B7E0-B0026D90A408}" type="presParOf" srcId="{B0169B9C-24A2-445C-BC25-4B1D279F2B33}" destId="{78F55670-20BF-4CC7-AF6D-D425D7E80E03}" srcOrd="0" destOrd="0" presId="urn:microsoft.com/office/officeart/2005/8/layout/hierarchy2"/>
    <dgm:cxn modelId="{DABE5B49-D1CE-4156-A500-85E7139C1171}" type="presParOf" srcId="{0E043ADA-5D89-4F8E-9D98-2939538E468E}" destId="{775358DD-E8E1-4AF8-9E06-D8772E76F93F}" srcOrd="1" destOrd="0" presId="urn:microsoft.com/office/officeart/2005/8/layout/hierarchy2"/>
    <dgm:cxn modelId="{EFFBD3B0-49D2-44B2-9C4A-5A4C57F802D9}" type="presParOf" srcId="{775358DD-E8E1-4AF8-9E06-D8772E76F93F}" destId="{38511CCA-684B-4597-95F1-C4F73B9D9489}" srcOrd="0" destOrd="0" presId="urn:microsoft.com/office/officeart/2005/8/layout/hierarchy2"/>
    <dgm:cxn modelId="{834B91AD-4833-4618-B609-9BC43FD5CE00}" type="presParOf" srcId="{775358DD-E8E1-4AF8-9E06-D8772E76F93F}" destId="{FD4FDBFF-7E3A-4BB5-A4C1-894DF948F783}" srcOrd="1" destOrd="0" presId="urn:microsoft.com/office/officeart/2005/8/layout/hierarchy2"/>
    <dgm:cxn modelId="{A70AE459-B7E5-4C28-8F88-4D36D54DD29C}" type="presParOf" srcId="{FD4FDBFF-7E3A-4BB5-A4C1-894DF948F783}" destId="{2ED2DB55-D54D-4319-A5C9-EC139C03EADD}" srcOrd="0" destOrd="0" presId="urn:microsoft.com/office/officeart/2005/8/layout/hierarchy2"/>
    <dgm:cxn modelId="{D95116E8-A000-44A9-96D7-9EFD85C6CC04}" type="presParOf" srcId="{2ED2DB55-D54D-4319-A5C9-EC139C03EADD}" destId="{F1D2A87C-8FA7-42A6-9F26-13716E299D80}" srcOrd="0" destOrd="0" presId="urn:microsoft.com/office/officeart/2005/8/layout/hierarchy2"/>
    <dgm:cxn modelId="{5FDFD505-FEFA-49A4-A77C-D449AC5262BA}" type="presParOf" srcId="{FD4FDBFF-7E3A-4BB5-A4C1-894DF948F783}" destId="{4081DBF5-B15A-4F4A-88E7-AE60930AF14B}" srcOrd="1" destOrd="0" presId="urn:microsoft.com/office/officeart/2005/8/layout/hierarchy2"/>
    <dgm:cxn modelId="{2A3CC76E-13FD-4A5F-9AC3-44B907D56DE8}" type="presParOf" srcId="{4081DBF5-B15A-4F4A-88E7-AE60930AF14B}" destId="{8450AC17-5396-4DAA-A89A-DA912892A1A5}" srcOrd="0" destOrd="0" presId="urn:microsoft.com/office/officeart/2005/8/layout/hierarchy2"/>
    <dgm:cxn modelId="{AF07ACAC-0E6A-46F6-AEE7-D2FF4D86B2A5}" type="presParOf" srcId="{4081DBF5-B15A-4F4A-88E7-AE60930AF14B}" destId="{FD018341-14A3-4FA1-AF1B-DBB42FDB39C3}" srcOrd="1" destOrd="0" presId="urn:microsoft.com/office/officeart/2005/8/layout/hierarchy2"/>
    <dgm:cxn modelId="{27FE1AA0-199E-4318-804A-6F1F1643A0A3}" type="presParOf" srcId="{FD018341-14A3-4FA1-AF1B-DBB42FDB39C3}" destId="{B54BE9A8-5D40-4CBB-93E2-3E2183EAFF5E}" srcOrd="0" destOrd="0" presId="urn:microsoft.com/office/officeart/2005/8/layout/hierarchy2"/>
    <dgm:cxn modelId="{DF311C2D-29B6-453F-932A-54D1B050F58A}" type="presParOf" srcId="{B54BE9A8-5D40-4CBB-93E2-3E2183EAFF5E}" destId="{D8450564-BE76-4AF9-9A5D-90493035E3F9}" srcOrd="0" destOrd="0" presId="urn:microsoft.com/office/officeart/2005/8/layout/hierarchy2"/>
    <dgm:cxn modelId="{652E4029-50AD-4FD6-B66F-54C56BE0E834}" type="presParOf" srcId="{FD018341-14A3-4FA1-AF1B-DBB42FDB39C3}" destId="{F1267735-1165-4C2B-ABA0-A88FFEAC7785}" srcOrd="1" destOrd="0" presId="urn:microsoft.com/office/officeart/2005/8/layout/hierarchy2"/>
    <dgm:cxn modelId="{C466769B-2FEB-4C2F-8FD0-A2B0A78246B6}" type="presParOf" srcId="{F1267735-1165-4C2B-ABA0-A88FFEAC7785}" destId="{DFB32975-0783-4F9C-AE2C-E0BD5338E9FC}" srcOrd="0" destOrd="0" presId="urn:microsoft.com/office/officeart/2005/8/layout/hierarchy2"/>
    <dgm:cxn modelId="{0D798E48-BE86-414B-ADC9-BFCA48D89EAF}" type="presParOf" srcId="{F1267735-1165-4C2B-ABA0-A88FFEAC7785}" destId="{B4775A60-9FCD-4FD1-A947-DD0CDB2D66B4}" srcOrd="1" destOrd="0" presId="urn:microsoft.com/office/officeart/2005/8/layout/hierarchy2"/>
    <dgm:cxn modelId="{638DF274-BC46-41B5-8389-6CCD25C6797A}" type="presParOf" srcId="{FD4FDBFF-7E3A-4BB5-A4C1-894DF948F783}" destId="{016EB0DF-4FA8-49A8-B053-9BFDBA4F7A9F}" srcOrd="2" destOrd="0" presId="urn:microsoft.com/office/officeart/2005/8/layout/hierarchy2"/>
    <dgm:cxn modelId="{F571B45F-2FED-49E8-853B-E57E4C034791}" type="presParOf" srcId="{016EB0DF-4FA8-49A8-B053-9BFDBA4F7A9F}" destId="{B36F6A8B-9785-4CEF-8061-96A0C09CFE7E}" srcOrd="0" destOrd="0" presId="urn:microsoft.com/office/officeart/2005/8/layout/hierarchy2"/>
    <dgm:cxn modelId="{F230DB4D-95F6-4C77-BAF4-0361016904AF}" type="presParOf" srcId="{FD4FDBFF-7E3A-4BB5-A4C1-894DF948F783}" destId="{1266137B-DB20-4A73-8EA3-1C601F1E83DB}" srcOrd="3" destOrd="0" presId="urn:microsoft.com/office/officeart/2005/8/layout/hierarchy2"/>
    <dgm:cxn modelId="{0F6FB9B5-C910-4F30-97F6-4880B4030085}" type="presParOf" srcId="{1266137B-DB20-4A73-8EA3-1C601F1E83DB}" destId="{DAFB57D6-0813-45CD-8D38-52C9EC9B0D9D}" srcOrd="0" destOrd="0" presId="urn:microsoft.com/office/officeart/2005/8/layout/hierarchy2"/>
    <dgm:cxn modelId="{A64A767A-F1AD-49B6-93B4-B82E22B58CFA}" type="presParOf" srcId="{1266137B-DB20-4A73-8EA3-1C601F1E83DB}" destId="{C98B48A6-D903-4632-BDE7-A76EF77B16B5}" srcOrd="1" destOrd="0" presId="urn:microsoft.com/office/officeart/2005/8/layout/hierarchy2"/>
    <dgm:cxn modelId="{4AA0C6C7-005C-4C6C-9173-D57A114118E4}" type="presParOf" srcId="{C98B48A6-D903-4632-BDE7-A76EF77B16B5}" destId="{01C411F4-FA10-4C04-80F7-9C0E2B3BBB75}" srcOrd="0" destOrd="0" presId="urn:microsoft.com/office/officeart/2005/8/layout/hierarchy2"/>
    <dgm:cxn modelId="{FBE04CC1-191E-47D2-820B-1995EF30A813}" type="presParOf" srcId="{01C411F4-FA10-4C04-80F7-9C0E2B3BBB75}" destId="{6B7B1179-169F-43E8-94F2-954FDB59EAD5}" srcOrd="0" destOrd="0" presId="urn:microsoft.com/office/officeart/2005/8/layout/hierarchy2"/>
    <dgm:cxn modelId="{86B2B23A-CA18-4460-BB48-06BD1D3AB655}" type="presParOf" srcId="{C98B48A6-D903-4632-BDE7-A76EF77B16B5}" destId="{E63B7329-C798-43F7-8A30-509863F20E29}" srcOrd="1" destOrd="0" presId="urn:microsoft.com/office/officeart/2005/8/layout/hierarchy2"/>
    <dgm:cxn modelId="{C5BCB83D-4B13-4CCE-AEB6-CC10BD71BD88}" type="presParOf" srcId="{E63B7329-C798-43F7-8A30-509863F20E29}" destId="{A2AB8BB6-7D67-4939-BD17-9C75F9C86A66}" srcOrd="0" destOrd="0" presId="urn:microsoft.com/office/officeart/2005/8/layout/hierarchy2"/>
    <dgm:cxn modelId="{0E8EAF21-90B9-4459-81E4-9C43C44EFA77}" type="presParOf" srcId="{E63B7329-C798-43F7-8A30-509863F20E29}" destId="{A34005DA-B9FF-4624-B7FE-BE3473509911}" srcOrd="1" destOrd="0" presId="urn:microsoft.com/office/officeart/2005/8/layout/hierarchy2"/>
    <dgm:cxn modelId="{E57153E8-3F95-4FD6-87E7-D3009844EDA7}" type="presParOf" srcId="{0E043ADA-5D89-4F8E-9D98-2939538E468E}" destId="{48D138CD-11A0-424C-845F-C44754C25D61}" srcOrd="2" destOrd="0" presId="urn:microsoft.com/office/officeart/2005/8/layout/hierarchy2"/>
    <dgm:cxn modelId="{7FBDA6A4-80C3-4F61-8E09-C1CBE703BC18}" type="presParOf" srcId="{48D138CD-11A0-424C-845F-C44754C25D61}" destId="{2EB2BCE8-D2E8-4CB9-92C9-BF9AE56687F9}" srcOrd="0" destOrd="0" presId="urn:microsoft.com/office/officeart/2005/8/layout/hierarchy2"/>
    <dgm:cxn modelId="{80ED9B80-D749-4FB6-93C8-139FFF9B0FC7}" type="presParOf" srcId="{0E043ADA-5D89-4F8E-9D98-2939538E468E}" destId="{336D5110-67FE-4265-9D3A-593A38001D97}" srcOrd="3" destOrd="0" presId="urn:microsoft.com/office/officeart/2005/8/layout/hierarchy2"/>
    <dgm:cxn modelId="{50DFE476-2C14-4D4B-B1D0-D0819EA445C3}" type="presParOf" srcId="{336D5110-67FE-4265-9D3A-593A38001D97}" destId="{8C353D0C-1AD6-4AA8-AD62-B00D092E747E}" srcOrd="0" destOrd="0" presId="urn:microsoft.com/office/officeart/2005/8/layout/hierarchy2"/>
    <dgm:cxn modelId="{2877D7A6-CABE-4ED3-8BCA-022866E14A52}" type="presParOf" srcId="{336D5110-67FE-4265-9D3A-593A38001D97}" destId="{CDEA59B7-22D2-43A9-8F30-456819F694B9}" srcOrd="1" destOrd="0" presId="urn:microsoft.com/office/officeart/2005/8/layout/hierarchy2"/>
    <dgm:cxn modelId="{72DC791F-17D8-481D-BF0E-23E88FECBBA9}" type="presParOf" srcId="{CDEA59B7-22D2-43A9-8F30-456819F694B9}" destId="{8DF89492-B83E-486E-8099-02592243698B}" srcOrd="0" destOrd="0" presId="urn:microsoft.com/office/officeart/2005/8/layout/hierarchy2"/>
    <dgm:cxn modelId="{CA5E0FE7-8B6A-4407-BD42-6E6B32E5D8C4}" type="presParOf" srcId="{8DF89492-B83E-486E-8099-02592243698B}" destId="{B2F0C17B-0842-4B84-91B3-E42901FBE2A9}" srcOrd="0" destOrd="0" presId="urn:microsoft.com/office/officeart/2005/8/layout/hierarchy2"/>
    <dgm:cxn modelId="{C7B0B83B-94DB-4372-B355-ADCD91583B7E}" type="presParOf" srcId="{CDEA59B7-22D2-43A9-8F30-456819F694B9}" destId="{409767A7-D6D5-4482-BD97-488E1B9D7BBD}" srcOrd="1" destOrd="0" presId="urn:microsoft.com/office/officeart/2005/8/layout/hierarchy2"/>
    <dgm:cxn modelId="{B5A8E178-513C-4892-995B-2CB509F22DB8}" type="presParOf" srcId="{409767A7-D6D5-4482-BD97-488E1B9D7BBD}" destId="{0A0D1F94-9288-4113-80E6-2390FAB84146}" srcOrd="0" destOrd="0" presId="urn:microsoft.com/office/officeart/2005/8/layout/hierarchy2"/>
    <dgm:cxn modelId="{1A7771F0-331D-41A8-8E70-2886888B6C19}" type="presParOf" srcId="{409767A7-D6D5-4482-BD97-488E1B9D7BBD}" destId="{DE499EAB-A0D6-4971-8632-3B30C40CD991}" srcOrd="1" destOrd="0" presId="urn:microsoft.com/office/officeart/2005/8/layout/hierarchy2"/>
    <dgm:cxn modelId="{53671469-247F-432F-B489-C1023A6E78B3}" type="presParOf" srcId="{DE499EAB-A0D6-4971-8632-3B30C40CD991}" destId="{A4A41E24-1710-413F-8073-45F73FE1BAF7}" srcOrd="0" destOrd="0" presId="urn:microsoft.com/office/officeart/2005/8/layout/hierarchy2"/>
    <dgm:cxn modelId="{312F1DD2-9215-4B48-9552-DEDB9E9F5893}" type="presParOf" srcId="{A4A41E24-1710-413F-8073-45F73FE1BAF7}" destId="{C74B4181-75D7-4442-940E-0838659A6541}" srcOrd="0" destOrd="0" presId="urn:microsoft.com/office/officeart/2005/8/layout/hierarchy2"/>
    <dgm:cxn modelId="{F38C2FF0-5F46-4BCD-8CF3-F96EE0EC5ADF}" type="presParOf" srcId="{DE499EAB-A0D6-4971-8632-3B30C40CD991}" destId="{C3AECBAD-AAF4-4426-A487-5B752503AC15}" srcOrd="1" destOrd="0" presId="urn:microsoft.com/office/officeart/2005/8/layout/hierarchy2"/>
    <dgm:cxn modelId="{2011BBAD-8867-439C-B4E3-FC0CC966964C}" type="presParOf" srcId="{C3AECBAD-AAF4-4426-A487-5B752503AC15}" destId="{90899F0D-6916-42AF-8F60-85B260A5FC8E}" srcOrd="0" destOrd="0" presId="urn:microsoft.com/office/officeart/2005/8/layout/hierarchy2"/>
    <dgm:cxn modelId="{1508E62D-E077-4A88-BD7B-77DFDD9E07EC}" type="presParOf" srcId="{C3AECBAD-AAF4-4426-A487-5B752503AC15}" destId="{17EC1B9A-B5A5-49F4-B410-A07036CC1257}" srcOrd="1" destOrd="0" presId="urn:microsoft.com/office/officeart/2005/8/layout/hierarchy2"/>
    <dgm:cxn modelId="{E4FC1157-268D-4F17-A5C1-12937C9369EF}" type="presParOf" srcId="{CDEA59B7-22D2-43A9-8F30-456819F694B9}" destId="{6C38A9B5-D9F0-4432-85F0-2524A7E6C11F}" srcOrd="2" destOrd="0" presId="urn:microsoft.com/office/officeart/2005/8/layout/hierarchy2"/>
    <dgm:cxn modelId="{AF05C139-2CC4-487D-BCBD-D9F7836B0747}" type="presParOf" srcId="{6C38A9B5-D9F0-4432-85F0-2524A7E6C11F}" destId="{83031212-8C9E-4EB7-B927-EFB8A0131F9E}" srcOrd="0" destOrd="0" presId="urn:microsoft.com/office/officeart/2005/8/layout/hierarchy2"/>
    <dgm:cxn modelId="{8F128D48-CD7B-4B75-BA59-A3A8C983A2F9}" type="presParOf" srcId="{CDEA59B7-22D2-43A9-8F30-456819F694B9}" destId="{EAC2FFD4-1C52-4CE9-A457-6B67C0D47B5A}" srcOrd="3" destOrd="0" presId="urn:microsoft.com/office/officeart/2005/8/layout/hierarchy2"/>
    <dgm:cxn modelId="{B9B49250-CFF2-4DBF-9765-EC57D8D546D2}" type="presParOf" srcId="{EAC2FFD4-1C52-4CE9-A457-6B67C0D47B5A}" destId="{4E6DB958-A692-441A-A523-7E44535EE9AE}" srcOrd="0" destOrd="0" presId="urn:microsoft.com/office/officeart/2005/8/layout/hierarchy2"/>
    <dgm:cxn modelId="{0D5C747E-4224-4081-8FA7-B525A5A7ADF7}" type="presParOf" srcId="{EAC2FFD4-1C52-4CE9-A457-6B67C0D47B5A}" destId="{D00A2D01-A57B-4AD9-ABCA-D759F9570474}" srcOrd="1" destOrd="0" presId="urn:microsoft.com/office/officeart/2005/8/layout/hierarchy2"/>
    <dgm:cxn modelId="{2EA793D8-FDF2-43D0-BE4F-0E1350C12301}" type="presParOf" srcId="{D00A2D01-A57B-4AD9-ABCA-D759F9570474}" destId="{720ABD83-2CE2-4D23-8157-592C11917906}" srcOrd="0" destOrd="0" presId="urn:microsoft.com/office/officeart/2005/8/layout/hierarchy2"/>
    <dgm:cxn modelId="{123E34A7-5D68-482B-BA19-67FC67C86C17}" type="presParOf" srcId="{720ABD83-2CE2-4D23-8157-592C11917906}" destId="{92C64CD4-1393-4B7F-BACA-2CAAA9E22AEE}" srcOrd="0" destOrd="0" presId="urn:microsoft.com/office/officeart/2005/8/layout/hierarchy2"/>
    <dgm:cxn modelId="{FCB31DD9-9BCA-48E8-97E3-FA75E72718E8}" type="presParOf" srcId="{D00A2D01-A57B-4AD9-ABCA-D759F9570474}" destId="{7B64F64F-E8D1-40BD-BE67-E357E6B17A1A}" srcOrd="1" destOrd="0" presId="urn:microsoft.com/office/officeart/2005/8/layout/hierarchy2"/>
    <dgm:cxn modelId="{DE694E97-FA41-4593-9560-4EFF1041F394}" type="presParOf" srcId="{7B64F64F-E8D1-40BD-BE67-E357E6B17A1A}" destId="{03E6E7DD-EF88-4C38-8A26-7C7CAA80BFED}" srcOrd="0" destOrd="0" presId="urn:microsoft.com/office/officeart/2005/8/layout/hierarchy2"/>
    <dgm:cxn modelId="{D89F6257-D1E3-4C90-9964-8A28E0865BCC}" type="presParOf" srcId="{7B64F64F-E8D1-40BD-BE67-E357E6B17A1A}" destId="{E2D5B82F-0A3F-4EDD-99EE-3ED0B6C5DCC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10092A1-2984-4BED-A32A-6BC4AB1EC5FD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008B35-C33E-4BFB-B481-CE747150E2BB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1400" dirty="0" smtClean="0"/>
            <a:t>Risk Management</a:t>
          </a:r>
          <a:endParaRPr lang="en-US" sz="1400" dirty="0"/>
        </a:p>
      </dgm:t>
    </dgm:pt>
    <dgm:pt modelId="{10543C1D-3C81-4E6A-955A-D6EAFC6A6756}" type="parTrans" cxnId="{546D62C5-D9FB-4DB0-8426-7BF7D533D5E7}">
      <dgm:prSet/>
      <dgm:spPr/>
      <dgm:t>
        <a:bodyPr/>
        <a:lstStyle/>
        <a:p>
          <a:endParaRPr lang="en-US"/>
        </a:p>
      </dgm:t>
    </dgm:pt>
    <dgm:pt modelId="{F02114A3-3E32-4553-B241-24E8E489924D}" type="sibTrans" cxnId="{546D62C5-D9FB-4DB0-8426-7BF7D533D5E7}">
      <dgm:prSet/>
      <dgm:spPr/>
      <dgm:t>
        <a:bodyPr/>
        <a:lstStyle/>
        <a:p>
          <a:endParaRPr lang="en-US"/>
        </a:p>
      </dgm:t>
    </dgm:pt>
    <dgm:pt modelId="{A84CEF0A-942C-4391-8A92-E5656715BF41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1400" dirty="0" smtClean="0"/>
            <a:t>Risk Assessment</a:t>
          </a:r>
          <a:endParaRPr lang="en-US" sz="1400" dirty="0"/>
        </a:p>
      </dgm:t>
    </dgm:pt>
    <dgm:pt modelId="{043FF480-DB5B-4A25-8FC4-E379D8ECB7BB}" type="parTrans" cxnId="{A40D39FB-B54B-497D-9D48-9B07ED71B49B}">
      <dgm:prSet/>
      <dgm:spPr/>
      <dgm:t>
        <a:bodyPr/>
        <a:lstStyle/>
        <a:p>
          <a:endParaRPr lang="en-US"/>
        </a:p>
      </dgm:t>
    </dgm:pt>
    <dgm:pt modelId="{B5C2F633-1056-482A-90DE-AADA8F6EBD46}" type="sibTrans" cxnId="{A40D39FB-B54B-497D-9D48-9B07ED71B49B}">
      <dgm:prSet/>
      <dgm:spPr/>
      <dgm:t>
        <a:bodyPr/>
        <a:lstStyle/>
        <a:p>
          <a:endParaRPr lang="en-US"/>
        </a:p>
      </dgm:t>
    </dgm:pt>
    <dgm:pt modelId="{660179FE-4C53-4D45-9755-9991BED12F7A}">
      <dgm:prSet phldrT="[Text]" custT="1"/>
      <dgm:spPr/>
      <dgm:t>
        <a:bodyPr/>
        <a:lstStyle/>
        <a:p>
          <a:r>
            <a:rPr lang="en-US" sz="1400" dirty="0" smtClean="0"/>
            <a:t>Risk Identification</a:t>
          </a:r>
          <a:endParaRPr lang="en-US" sz="1400" dirty="0"/>
        </a:p>
      </dgm:t>
    </dgm:pt>
    <dgm:pt modelId="{F728834F-2BD7-4D5C-838D-BF7F57C62017}" type="parTrans" cxnId="{F263D193-5AB0-469F-B00A-AA0AF4B05B40}">
      <dgm:prSet/>
      <dgm:spPr/>
      <dgm:t>
        <a:bodyPr/>
        <a:lstStyle/>
        <a:p>
          <a:endParaRPr lang="en-US"/>
        </a:p>
      </dgm:t>
    </dgm:pt>
    <dgm:pt modelId="{9B6B6004-0205-4639-90ED-51E1DD761A80}" type="sibTrans" cxnId="{F263D193-5AB0-469F-B00A-AA0AF4B05B40}">
      <dgm:prSet/>
      <dgm:spPr/>
      <dgm:t>
        <a:bodyPr/>
        <a:lstStyle/>
        <a:p>
          <a:endParaRPr lang="en-US"/>
        </a:p>
      </dgm:t>
    </dgm:pt>
    <dgm:pt modelId="{3F36DBDF-A8F0-4BC4-95D6-C4A582788A76}">
      <dgm:prSet phldrT="[Text]" custT="1"/>
      <dgm:spPr/>
      <dgm:t>
        <a:bodyPr/>
        <a:lstStyle/>
        <a:p>
          <a:r>
            <a:rPr lang="en-US" sz="1400" dirty="0" smtClean="0"/>
            <a:t>Risk Analysis</a:t>
          </a:r>
          <a:endParaRPr lang="en-US" sz="1400" dirty="0"/>
        </a:p>
      </dgm:t>
    </dgm:pt>
    <dgm:pt modelId="{6CC7CC52-8565-4348-B223-4D8E4F878039}" type="parTrans" cxnId="{385EEA23-0750-462F-9AF2-3451B9CCA21B}">
      <dgm:prSet/>
      <dgm:spPr/>
      <dgm:t>
        <a:bodyPr/>
        <a:lstStyle/>
        <a:p>
          <a:endParaRPr lang="en-US"/>
        </a:p>
      </dgm:t>
    </dgm:pt>
    <dgm:pt modelId="{9AEC0216-F852-4311-B67D-D28BA007E9C4}" type="sibTrans" cxnId="{385EEA23-0750-462F-9AF2-3451B9CCA21B}">
      <dgm:prSet/>
      <dgm:spPr/>
      <dgm:t>
        <a:bodyPr/>
        <a:lstStyle/>
        <a:p>
          <a:endParaRPr lang="en-US"/>
        </a:p>
      </dgm:t>
    </dgm:pt>
    <dgm:pt modelId="{03559AB1-8281-4CBC-995F-A04709558175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1400" dirty="0" smtClean="0"/>
            <a:t>Risk Control</a:t>
          </a:r>
          <a:endParaRPr lang="en-US" sz="1400" dirty="0"/>
        </a:p>
      </dgm:t>
    </dgm:pt>
    <dgm:pt modelId="{4931EEC1-A598-469E-9C22-E44A77CB803D}" type="parTrans" cxnId="{DB95CC1D-4494-4F7C-A00E-046902FC5AFB}">
      <dgm:prSet/>
      <dgm:spPr/>
      <dgm:t>
        <a:bodyPr/>
        <a:lstStyle/>
        <a:p>
          <a:endParaRPr lang="en-US"/>
        </a:p>
      </dgm:t>
    </dgm:pt>
    <dgm:pt modelId="{3DB2D517-25BE-492E-8408-B3FF837CC76C}" type="sibTrans" cxnId="{DB95CC1D-4494-4F7C-A00E-046902FC5AFB}">
      <dgm:prSet/>
      <dgm:spPr/>
      <dgm:t>
        <a:bodyPr/>
        <a:lstStyle/>
        <a:p>
          <a:endParaRPr lang="en-US"/>
        </a:p>
      </dgm:t>
    </dgm:pt>
    <dgm:pt modelId="{5A0014E5-3451-447C-9B63-300712029A62}">
      <dgm:prSet phldrT="[Text]" custT="1"/>
      <dgm:spPr/>
      <dgm:t>
        <a:bodyPr/>
        <a:lstStyle/>
        <a:p>
          <a:r>
            <a:rPr lang="en-US" sz="1400" dirty="0" smtClean="0"/>
            <a:t>Risk Management Planning</a:t>
          </a:r>
          <a:endParaRPr lang="en-US" sz="1400" dirty="0"/>
        </a:p>
      </dgm:t>
    </dgm:pt>
    <dgm:pt modelId="{5507CEDD-6B20-4500-953B-C1BE337F52B5}" type="parTrans" cxnId="{587D3ED0-6BF6-4EAA-982B-2A97936C9395}">
      <dgm:prSet/>
      <dgm:spPr/>
      <dgm:t>
        <a:bodyPr/>
        <a:lstStyle/>
        <a:p>
          <a:endParaRPr lang="en-US"/>
        </a:p>
      </dgm:t>
    </dgm:pt>
    <dgm:pt modelId="{DBDE5132-FC82-423C-AB6E-0E9B83256268}" type="sibTrans" cxnId="{587D3ED0-6BF6-4EAA-982B-2A97936C9395}">
      <dgm:prSet/>
      <dgm:spPr/>
      <dgm:t>
        <a:bodyPr/>
        <a:lstStyle/>
        <a:p>
          <a:endParaRPr lang="en-US"/>
        </a:p>
      </dgm:t>
    </dgm:pt>
    <dgm:pt modelId="{A26AE8D4-E548-46F6-92CD-13ED4D417CE4}">
      <dgm:prSet custT="1"/>
      <dgm:spPr/>
      <dgm:t>
        <a:bodyPr/>
        <a:lstStyle/>
        <a:p>
          <a:r>
            <a:rPr lang="en-US" sz="1400" dirty="0" smtClean="0"/>
            <a:t>Risk Prioritization</a:t>
          </a:r>
          <a:endParaRPr lang="en-US" sz="1400" dirty="0"/>
        </a:p>
      </dgm:t>
    </dgm:pt>
    <dgm:pt modelId="{731238E1-5700-42B0-8FF8-693D7F35AFDA}" type="parTrans" cxnId="{DF46DB93-45C5-401A-95A6-07001205FD42}">
      <dgm:prSet/>
      <dgm:spPr/>
      <dgm:t>
        <a:bodyPr/>
        <a:lstStyle/>
        <a:p>
          <a:endParaRPr lang="en-US"/>
        </a:p>
      </dgm:t>
    </dgm:pt>
    <dgm:pt modelId="{14779DF0-3019-4A0C-9082-54A1267E6B0D}" type="sibTrans" cxnId="{DF46DB93-45C5-401A-95A6-07001205FD42}">
      <dgm:prSet/>
      <dgm:spPr/>
      <dgm:t>
        <a:bodyPr/>
        <a:lstStyle/>
        <a:p>
          <a:endParaRPr lang="en-US"/>
        </a:p>
      </dgm:t>
    </dgm:pt>
    <dgm:pt modelId="{157F8146-8345-42AA-8ABE-0ADE210948F7}">
      <dgm:prSet custT="1"/>
      <dgm:spPr/>
      <dgm:t>
        <a:bodyPr/>
        <a:lstStyle/>
        <a:p>
          <a:r>
            <a:rPr lang="en-US" sz="1400" dirty="0" smtClean="0"/>
            <a:t>Risk Resolution (Taking Action)</a:t>
          </a:r>
          <a:endParaRPr lang="en-US" sz="1400" dirty="0"/>
        </a:p>
      </dgm:t>
    </dgm:pt>
    <dgm:pt modelId="{1C1CFA73-690F-4C4E-AAB5-66BDEBE73B3D}" type="parTrans" cxnId="{98FDAC59-3F06-4512-9DCB-3FE210DA4DB2}">
      <dgm:prSet/>
      <dgm:spPr/>
      <dgm:t>
        <a:bodyPr/>
        <a:lstStyle/>
        <a:p>
          <a:endParaRPr lang="en-US"/>
        </a:p>
      </dgm:t>
    </dgm:pt>
    <dgm:pt modelId="{8A8E5A40-37DD-4445-B4DB-D01667FA9D44}" type="sibTrans" cxnId="{98FDAC59-3F06-4512-9DCB-3FE210DA4DB2}">
      <dgm:prSet/>
      <dgm:spPr/>
      <dgm:t>
        <a:bodyPr/>
        <a:lstStyle/>
        <a:p>
          <a:endParaRPr lang="en-US"/>
        </a:p>
      </dgm:t>
    </dgm:pt>
    <dgm:pt modelId="{F24A79EF-0F9E-4B82-9BAA-F3BFC242DD1D}">
      <dgm:prSet custT="1"/>
      <dgm:spPr/>
      <dgm:t>
        <a:bodyPr/>
        <a:lstStyle/>
        <a:p>
          <a:r>
            <a:rPr lang="en-US" sz="1400" dirty="0" smtClean="0"/>
            <a:t>Risk Monitoring</a:t>
          </a:r>
          <a:endParaRPr lang="en-US" sz="1400" dirty="0"/>
        </a:p>
      </dgm:t>
    </dgm:pt>
    <dgm:pt modelId="{9840F7E7-339B-4E64-B58D-D6453CCCEF62}" type="parTrans" cxnId="{3C136C42-769E-4F8E-A08A-68C78B95470D}">
      <dgm:prSet/>
      <dgm:spPr/>
      <dgm:t>
        <a:bodyPr/>
        <a:lstStyle/>
        <a:p>
          <a:endParaRPr lang="en-US"/>
        </a:p>
      </dgm:t>
    </dgm:pt>
    <dgm:pt modelId="{8EF16A80-E36B-4235-8EAF-B6E4E4F74169}" type="sibTrans" cxnId="{3C136C42-769E-4F8E-A08A-68C78B95470D}">
      <dgm:prSet/>
      <dgm:spPr/>
      <dgm:t>
        <a:bodyPr/>
        <a:lstStyle/>
        <a:p>
          <a:endParaRPr lang="en-US"/>
        </a:p>
      </dgm:t>
    </dgm:pt>
    <dgm:pt modelId="{779CC076-EDB8-4FE4-9514-052DEA8391D1}" type="pres">
      <dgm:prSet presAssocID="{210092A1-2984-4BED-A32A-6BC4AB1EC5FD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A39DF43-5E28-43C7-AEBD-5CBD8F509EB7}" type="pres">
      <dgm:prSet presAssocID="{210092A1-2984-4BED-A32A-6BC4AB1EC5FD}" presName="hierFlow" presStyleCnt="0"/>
      <dgm:spPr/>
    </dgm:pt>
    <dgm:pt modelId="{1C396E58-BCE2-4255-AEA4-D3D8111D9303}" type="pres">
      <dgm:prSet presAssocID="{210092A1-2984-4BED-A32A-6BC4AB1EC5FD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4970889-120C-431E-B653-375060EB5EA8}" type="pres">
      <dgm:prSet presAssocID="{B1008B35-C33E-4BFB-B481-CE747150E2BB}" presName="Name14" presStyleCnt="0"/>
      <dgm:spPr/>
    </dgm:pt>
    <dgm:pt modelId="{31AEE145-988B-4250-A23C-D1EA54A95C31}" type="pres">
      <dgm:prSet presAssocID="{B1008B35-C33E-4BFB-B481-CE747150E2BB}" presName="level1Shape" presStyleLbl="node0" presStyleIdx="0" presStyleCnt="1" custScaleX="10454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CC5C784-6426-4D85-B75A-BA8E99218F9A}" type="pres">
      <dgm:prSet presAssocID="{B1008B35-C33E-4BFB-B481-CE747150E2BB}" presName="hierChild2" presStyleCnt="0"/>
      <dgm:spPr/>
    </dgm:pt>
    <dgm:pt modelId="{6A3BDF6C-3131-45B2-9E81-4CE97CA414E6}" type="pres">
      <dgm:prSet presAssocID="{043FF480-DB5B-4A25-8FC4-E379D8ECB7BB}" presName="Name19" presStyleLbl="parChTrans1D2" presStyleIdx="0" presStyleCnt="2"/>
      <dgm:spPr/>
      <dgm:t>
        <a:bodyPr/>
        <a:lstStyle/>
        <a:p>
          <a:endParaRPr lang="en-US"/>
        </a:p>
      </dgm:t>
    </dgm:pt>
    <dgm:pt modelId="{07E530B8-6E6A-47F2-B787-23B065D2B2D6}" type="pres">
      <dgm:prSet presAssocID="{A84CEF0A-942C-4391-8A92-E5656715BF41}" presName="Name21" presStyleCnt="0"/>
      <dgm:spPr/>
    </dgm:pt>
    <dgm:pt modelId="{D48849F6-43B8-4740-80A3-94719110BD28}" type="pres">
      <dgm:prSet presAssocID="{A84CEF0A-942C-4391-8A92-E5656715BF41}" presName="level2Shape" presStyleLbl="node2" presStyleIdx="0" presStyleCnt="2"/>
      <dgm:spPr/>
      <dgm:t>
        <a:bodyPr/>
        <a:lstStyle/>
        <a:p>
          <a:endParaRPr lang="en-US"/>
        </a:p>
      </dgm:t>
    </dgm:pt>
    <dgm:pt modelId="{97072869-A599-4B4E-A007-DF4303A1C61A}" type="pres">
      <dgm:prSet presAssocID="{A84CEF0A-942C-4391-8A92-E5656715BF41}" presName="hierChild3" presStyleCnt="0"/>
      <dgm:spPr/>
    </dgm:pt>
    <dgm:pt modelId="{DCFA58E4-FD07-4692-97DF-78663B5F2257}" type="pres">
      <dgm:prSet presAssocID="{F728834F-2BD7-4D5C-838D-BF7F57C62017}" presName="Name19" presStyleLbl="parChTrans1D3" presStyleIdx="0" presStyleCnt="6"/>
      <dgm:spPr/>
      <dgm:t>
        <a:bodyPr/>
        <a:lstStyle/>
        <a:p>
          <a:endParaRPr lang="en-US"/>
        </a:p>
      </dgm:t>
    </dgm:pt>
    <dgm:pt modelId="{43902549-7EFC-4F2E-B87F-E56C65849CF3}" type="pres">
      <dgm:prSet presAssocID="{660179FE-4C53-4D45-9755-9991BED12F7A}" presName="Name21" presStyleCnt="0"/>
      <dgm:spPr/>
    </dgm:pt>
    <dgm:pt modelId="{DCA55541-1494-402D-AFD7-B452F0FDBF99}" type="pres">
      <dgm:prSet presAssocID="{660179FE-4C53-4D45-9755-9991BED12F7A}" presName="level2Shape" presStyleLbl="node3" presStyleIdx="0" presStyleCnt="6" custScaleX="104797" custScaleY="130734"/>
      <dgm:spPr/>
      <dgm:t>
        <a:bodyPr/>
        <a:lstStyle/>
        <a:p>
          <a:endParaRPr lang="en-US"/>
        </a:p>
      </dgm:t>
    </dgm:pt>
    <dgm:pt modelId="{8A8E4C5F-8431-43F8-A781-5AF6ECE144EB}" type="pres">
      <dgm:prSet presAssocID="{660179FE-4C53-4D45-9755-9991BED12F7A}" presName="hierChild3" presStyleCnt="0"/>
      <dgm:spPr/>
    </dgm:pt>
    <dgm:pt modelId="{C93EBC8F-23A5-420E-B38C-414B39EE3C67}" type="pres">
      <dgm:prSet presAssocID="{6CC7CC52-8565-4348-B223-4D8E4F878039}" presName="Name19" presStyleLbl="parChTrans1D3" presStyleIdx="1" presStyleCnt="6"/>
      <dgm:spPr/>
      <dgm:t>
        <a:bodyPr/>
        <a:lstStyle/>
        <a:p>
          <a:endParaRPr lang="en-US"/>
        </a:p>
      </dgm:t>
    </dgm:pt>
    <dgm:pt modelId="{3E7637A6-0F27-4F54-BE46-AA240E6CE43A}" type="pres">
      <dgm:prSet presAssocID="{3F36DBDF-A8F0-4BC4-95D6-C4A582788A76}" presName="Name21" presStyleCnt="0"/>
      <dgm:spPr/>
    </dgm:pt>
    <dgm:pt modelId="{B870A1E1-CF2B-4C0D-BEEF-C75E42AE2DDB}" type="pres">
      <dgm:prSet presAssocID="{3F36DBDF-A8F0-4BC4-95D6-C4A582788A76}" presName="level2Shape" presStyleLbl="node3" presStyleIdx="1" presStyleCnt="6" custScaleY="130734"/>
      <dgm:spPr/>
      <dgm:t>
        <a:bodyPr/>
        <a:lstStyle/>
        <a:p>
          <a:endParaRPr lang="en-US"/>
        </a:p>
      </dgm:t>
    </dgm:pt>
    <dgm:pt modelId="{477021BB-1D96-44AA-9E14-D68A3F801B79}" type="pres">
      <dgm:prSet presAssocID="{3F36DBDF-A8F0-4BC4-95D6-C4A582788A76}" presName="hierChild3" presStyleCnt="0"/>
      <dgm:spPr/>
    </dgm:pt>
    <dgm:pt modelId="{D7F0CA1E-D18B-4189-A66F-2C2E228C3B16}" type="pres">
      <dgm:prSet presAssocID="{731238E1-5700-42B0-8FF8-693D7F35AFDA}" presName="Name19" presStyleLbl="parChTrans1D3" presStyleIdx="2" presStyleCnt="6"/>
      <dgm:spPr/>
      <dgm:t>
        <a:bodyPr/>
        <a:lstStyle/>
        <a:p>
          <a:endParaRPr lang="en-US"/>
        </a:p>
      </dgm:t>
    </dgm:pt>
    <dgm:pt modelId="{EABBB152-4087-464E-AECD-399EF2B687DD}" type="pres">
      <dgm:prSet presAssocID="{A26AE8D4-E548-46F6-92CD-13ED4D417CE4}" presName="Name21" presStyleCnt="0"/>
      <dgm:spPr/>
    </dgm:pt>
    <dgm:pt modelId="{44DE5D5D-EDC6-4AA2-AF8C-3CA084B2ABF8}" type="pres">
      <dgm:prSet presAssocID="{A26AE8D4-E548-46F6-92CD-13ED4D417CE4}" presName="level2Shape" presStyleLbl="node3" presStyleIdx="2" presStyleCnt="6" custScaleY="130734"/>
      <dgm:spPr/>
      <dgm:t>
        <a:bodyPr/>
        <a:lstStyle/>
        <a:p>
          <a:endParaRPr lang="en-US"/>
        </a:p>
      </dgm:t>
    </dgm:pt>
    <dgm:pt modelId="{16423CCF-DBA7-4FAE-9DA5-E043FB64CCE5}" type="pres">
      <dgm:prSet presAssocID="{A26AE8D4-E548-46F6-92CD-13ED4D417CE4}" presName="hierChild3" presStyleCnt="0"/>
      <dgm:spPr/>
    </dgm:pt>
    <dgm:pt modelId="{A94A52B3-F746-4DCB-9FEE-F8C730125941}" type="pres">
      <dgm:prSet presAssocID="{4931EEC1-A598-469E-9C22-E44A77CB803D}" presName="Name19" presStyleLbl="parChTrans1D2" presStyleIdx="1" presStyleCnt="2"/>
      <dgm:spPr/>
      <dgm:t>
        <a:bodyPr/>
        <a:lstStyle/>
        <a:p>
          <a:endParaRPr lang="en-US"/>
        </a:p>
      </dgm:t>
    </dgm:pt>
    <dgm:pt modelId="{13666FB3-39C4-47C3-AC48-5CD1BCE8DF89}" type="pres">
      <dgm:prSet presAssocID="{03559AB1-8281-4CBC-995F-A04709558175}" presName="Name21" presStyleCnt="0"/>
      <dgm:spPr/>
    </dgm:pt>
    <dgm:pt modelId="{4F0D4618-F62E-42E6-BE6F-8D04F25936A3}" type="pres">
      <dgm:prSet presAssocID="{03559AB1-8281-4CBC-995F-A04709558175}" presName="level2Shape" presStyleLbl="node2" presStyleIdx="1" presStyleCnt="2"/>
      <dgm:spPr/>
      <dgm:t>
        <a:bodyPr/>
        <a:lstStyle/>
        <a:p>
          <a:endParaRPr lang="en-US"/>
        </a:p>
      </dgm:t>
    </dgm:pt>
    <dgm:pt modelId="{E2696532-7CE5-4795-B352-465F64558F58}" type="pres">
      <dgm:prSet presAssocID="{03559AB1-8281-4CBC-995F-A04709558175}" presName="hierChild3" presStyleCnt="0"/>
      <dgm:spPr/>
    </dgm:pt>
    <dgm:pt modelId="{35776466-0C3F-4121-9564-3BFD27BC8A37}" type="pres">
      <dgm:prSet presAssocID="{5507CEDD-6B20-4500-953B-C1BE337F52B5}" presName="Name19" presStyleLbl="parChTrans1D3" presStyleIdx="3" presStyleCnt="6"/>
      <dgm:spPr/>
      <dgm:t>
        <a:bodyPr/>
        <a:lstStyle/>
        <a:p>
          <a:endParaRPr lang="en-US"/>
        </a:p>
      </dgm:t>
    </dgm:pt>
    <dgm:pt modelId="{E29335BA-D155-4DA6-A828-7B140519F10D}" type="pres">
      <dgm:prSet presAssocID="{5A0014E5-3451-447C-9B63-300712029A62}" presName="Name21" presStyleCnt="0"/>
      <dgm:spPr/>
    </dgm:pt>
    <dgm:pt modelId="{D7364850-06D8-4AF2-B344-3F2186A53C8F}" type="pres">
      <dgm:prSet presAssocID="{5A0014E5-3451-447C-9B63-300712029A62}" presName="level2Shape" presStyleLbl="node3" presStyleIdx="3" presStyleCnt="6" custScaleX="107728" custScaleY="130734"/>
      <dgm:spPr/>
      <dgm:t>
        <a:bodyPr/>
        <a:lstStyle/>
        <a:p>
          <a:endParaRPr lang="en-US"/>
        </a:p>
      </dgm:t>
    </dgm:pt>
    <dgm:pt modelId="{C17B2132-AA57-476A-8FB9-453194145938}" type="pres">
      <dgm:prSet presAssocID="{5A0014E5-3451-447C-9B63-300712029A62}" presName="hierChild3" presStyleCnt="0"/>
      <dgm:spPr/>
    </dgm:pt>
    <dgm:pt modelId="{B6D87FF4-200E-461D-9CF3-170ED61FC272}" type="pres">
      <dgm:prSet presAssocID="{1C1CFA73-690F-4C4E-AAB5-66BDEBE73B3D}" presName="Name19" presStyleLbl="parChTrans1D3" presStyleIdx="4" presStyleCnt="6"/>
      <dgm:spPr/>
      <dgm:t>
        <a:bodyPr/>
        <a:lstStyle/>
        <a:p>
          <a:endParaRPr lang="en-US"/>
        </a:p>
      </dgm:t>
    </dgm:pt>
    <dgm:pt modelId="{1739F8E1-A60A-49C5-9C49-4ACE06F25CDF}" type="pres">
      <dgm:prSet presAssocID="{157F8146-8345-42AA-8ABE-0ADE210948F7}" presName="Name21" presStyleCnt="0"/>
      <dgm:spPr/>
    </dgm:pt>
    <dgm:pt modelId="{CFB13DD5-C701-4D65-8C92-11EEF952371C}" type="pres">
      <dgm:prSet presAssocID="{157F8146-8345-42AA-8ABE-0ADE210948F7}" presName="level2Shape" presStyleLbl="node3" presStyleIdx="4" presStyleCnt="6" custScaleY="130734"/>
      <dgm:spPr/>
      <dgm:t>
        <a:bodyPr/>
        <a:lstStyle/>
        <a:p>
          <a:endParaRPr lang="en-US"/>
        </a:p>
      </dgm:t>
    </dgm:pt>
    <dgm:pt modelId="{0659426D-FA50-4B61-AE7D-326EBBA35A64}" type="pres">
      <dgm:prSet presAssocID="{157F8146-8345-42AA-8ABE-0ADE210948F7}" presName="hierChild3" presStyleCnt="0"/>
      <dgm:spPr/>
    </dgm:pt>
    <dgm:pt modelId="{5E8527A5-F06F-4A95-A853-494F09D233FA}" type="pres">
      <dgm:prSet presAssocID="{9840F7E7-339B-4E64-B58D-D6453CCCEF62}" presName="Name19" presStyleLbl="parChTrans1D3" presStyleIdx="5" presStyleCnt="6"/>
      <dgm:spPr/>
      <dgm:t>
        <a:bodyPr/>
        <a:lstStyle/>
        <a:p>
          <a:endParaRPr lang="en-US"/>
        </a:p>
      </dgm:t>
    </dgm:pt>
    <dgm:pt modelId="{C04BC083-D468-4897-9D2B-DA381D8602D3}" type="pres">
      <dgm:prSet presAssocID="{F24A79EF-0F9E-4B82-9BAA-F3BFC242DD1D}" presName="Name21" presStyleCnt="0"/>
      <dgm:spPr/>
    </dgm:pt>
    <dgm:pt modelId="{C6A19F23-2197-4647-AE5C-2296529B67AF}" type="pres">
      <dgm:prSet presAssocID="{F24A79EF-0F9E-4B82-9BAA-F3BFC242DD1D}" presName="level2Shape" presStyleLbl="node3" presStyleIdx="5" presStyleCnt="6" custScaleY="130734"/>
      <dgm:spPr/>
      <dgm:t>
        <a:bodyPr/>
        <a:lstStyle/>
        <a:p>
          <a:endParaRPr lang="en-US"/>
        </a:p>
      </dgm:t>
    </dgm:pt>
    <dgm:pt modelId="{8E72051B-AF6F-4010-829F-B685DC51A3D8}" type="pres">
      <dgm:prSet presAssocID="{F24A79EF-0F9E-4B82-9BAA-F3BFC242DD1D}" presName="hierChild3" presStyleCnt="0"/>
      <dgm:spPr/>
    </dgm:pt>
    <dgm:pt modelId="{C5E372E2-3E79-4F10-8F86-BD630E07897D}" type="pres">
      <dgm:prSet presAssocID="{210092A1-2984-4BED-A32A-6BC4AB1EC5FD}" presName="bgShapesFlow" presStyleCnt="0"/>
      <dgm:spPr/>
    </dgm:pt>
  </dgm:ptLst>
  <dgm:cxnLst>
    <dgm:cxn modelId="{3C136C42-769E-4F8E-A08A-68C78B95470D}" srcId="{03559AB1-8281-4CBC-995F-A04709558175}" destId="{F24A79EF-0F9E-4B82-9BAA-F3BFC242DD1D}" srcOrd="2" destOrd="0" parTransId="{9840F7E7-339B-4E64-B58D-D6453CCCEF62}" sibTransId="{8EF16A80-E36B-4235-8EAF-B6E4E4F74169}"/>
    <dgm:cxn modelId="{587D3ED0-6BF6-4EAA-982B-2A97936C9395}" srcId="{03559AB1-8281-4CBC-995F-A04709558175}" destId="{5A0014E5-3451-447C-9B63-300712029A62}" srcOrd="0" destOrd="0" parTransId="{5507CEDD-6B20-4500-953B-C1BE337F52B5}" sibTransId="{DBDE5132-FC82-423C-AB6E-0E9B83256268}"/>
    <dgm:cxn modelId="{E4A2C3BE-2503-4EA0-8EA7-0EF12B62AAA6}" type="presOf" srcId="{210092A1-2984-4BED-A32A-6BC4AB1EC5FD}" destId="{779CC076-EDB8-4FE4-9514-052DEA8391D1}" srcOrd="0" destOrd="0" presId="urn:microsoft.com/office/officeart/2005/8/layout/hierarchy6"/>
    <dgm:cxn modelId="{A40D39FB-B54B-497D-9D48-9B07ED71B49B}" srcId="{B1008B35-C33E-4BFB-B481-CE747150E2BB}" destId="{A84CEF0A-942C-4391-8A92-E5656715BF41}" srcOrd="0" destOrd="0" parTransId="{043FF480-DB5B-4A25-8FC4-E379D8ECB7BB}" sibTransId="{B5C2F633-1056-482A-90DE-AADA8F6EBD46}"/>
    <dgm:cxn modelId="{9AFF0017-93FB-471B-A4B3-212A1F7C2453}" type="presOf" srcId="{043FF480-DB5B-4A25-8FC4-E379D8ECB7BB}" destId="{6A3BDF6C-3131-45B2-9E81-4CE97CA414E6}" srcOrd="0" destOrd="0" presId="urn:microsoft.com/office/officeart/2005/8/layout/hierarchy6"/>
    <dgm:cxn modelId="{546D62C5-D9FB-4DB0-8426-7BF7D533D5E7}" srcId="{210092A1-2984-4BED-A32A-6BC4AB1EC5FD}" destId="{B1008B35-C33E-4BFB-B481-CE747150E2BB}" srcOrd="0" destOrd="0" parTransId="{10543C1D-3C81-4E6A-955A-D6EAFC6A6756}" sibTransId="{F02114A3-3E32-4553-B241-24E8E489924D}"/>
    <dgm:cxn modelId="{AD0A53B3-9F57-4B9D-B3A6-2E1DC15B5186}" type="presOf" srcId="{157F8146-8345-42AA-8ABE-0ADE210948F7}" destId="{CFB13DD5-C701-4D65-8C92-11EEF952371C}" srcOrd="0" destOrd="0" presId="urn:microsoft.com/office/officeart/2005/8/layout/hierarchy6"/>
    <dgm:cxn modelId="{385EEA23-0750-462F-9AF2-3451B9CCA21B}" srcId="{A84CEF0A-942C-4391-8A92-E5656715BF41}" destId="{3F36DBDF-A8F0-4BC4-95D6-C4A582788A76}" srcOrd="1" destOrd="0" parTransId="{6CC7CC52-8565-4348-B223-4D8E4F878039}" sibTransId="{9AEC0216-F852-4311-B67D-D28BA007E9C4}"/>
    <dgm:cxn modelId="{D687E0C8-2CED-4927-91BE-C8B77476AD83}" type="presOf" srcId="{03559AB1-8281-4CBC-995F-A04709558175}" destId="{4F0D4618-F62E-42E6-BE6F-8D04F25936A3}" srcOrd="0" destOrd="0" presId="urn:microsoft.com/office/officeart/2005/8/layout/hierarchy6"/>
    <dgm:cxn modelId="{8D42C8D6-A0E0-4648-AA20-1F82C811DBCE}" type="presOf" srcId="{5507CEDD-6B20-4500-953B-C1BE337F52B5}" destId="{35776466-0C3F-4121-9564-3BFD27BC8A37}" srcOrd="0" destOrd="0" presId="urn:microsoft.com/office/officeart/2005/8/layout/hierarchy6"/>
    <dgm:cxn modelId="{FD0EB09C-4CE8-4DE8-850E-359F5BE9FF02}" type="presOf" srcId="{1C1CFA73-690F-4C4E-AAB5-66BDEBE73B3D}" destId="{B6D87FF4-200E-461D-9CF3-170ED61FC272}" srcOrd="0" destOrd="0" presId="urn:microsoft.com/office/officeart/2005/8/layout/hierarchy6"/>
    <dgm:cxn modelId="{E22CB548-6977-40BC-9A17-8565E9AE5314}" type="presOf" srcId="{731238E1-5700-42B0-8FF8-693D7F35AFDA}" destId="{D7F0CA1E-D18B-4189-A66F-2C2E228C3B16}" srcOrd="0" destOrd="0" presId="urn:microsoft.com/office/officeart/2005/8/layout/hierarchy6"/>
    <dgm:cxn modelId="{DB95CC1D-4494-4F7C-A00E-046902FC5AFB}" srcId="{B1008B35-C33E-4BFB-B481-CE747150E2BB}" destId="{03559AB1-8281-4CBC-995F-A04709558175}" srcOrd="1" destOrd="0" parTransId="{4931EEC1-A598-469E-9C22-E44A77CB803D}" sibTransId="{3DB2D517-25BE-492E-8408-B3FF837CC76C}"/>
    <dgm:cxn modelId="{5B0214DA-4896-47BB-A6C2-0BBDE415C335}" type="presOf" srcId="{5A0014E5-3451-447C-9B63-300712029A62}" destId="{D7364850-06D8-4AF2-B344-3F2186A53C8F}" srcOrd="0" destOrd="0" presId="urn:microsoft.com/office/officeart/2005/8/layout/hierarchy6"/>
    <dgm:cxn modelId="{F263D193-5AB0-469F-B00A-AA0AF4B05B40}" srcId="{A84CEF0A-942C-4391-8A92-E5656715BF41}" destId="{660179FE-4C53-4D45-9755-9991BED12F7A}" srcOrd="0" destOrd="0" parTransId="{F728834F-2BD7-4D5C-838D-BF7F57C62017}" sibTransId="{9B6B6004-0205-4639-90ED-51E1DD761A80}"/>
    <dgm:cxn modelId="{98FDAC59-3F06-4512-9DCB-3FE210DA4DB2}" srcId="{03559AB1-8281-4CBC-995F-A04709558175}" destId="{157F8146-8345-42AA-8ABE-0ADE210948F7}" srcOrd="1" destOrd="0" parTransId="{1C1CFA73-690F-4C4E-AAB5-66BDEBE73B3D}" sibTransId="{8A8E5A40-37DD-4445-B4DB-D01667FA9D44}"/>
    <dgm:cxn modelId="{B64A9CB2-6467-4AD3-8BA3-167F3D0961FA}" type="presOf" srcId="{F24A79EF-0F9E-4B82-9BAA-F3BFC242DD1D}" destId="{C6A19F23-2197-4647-AE5C-2296529B67AF}" srcOrd="0" destOrd="0" presId="urn:microsoft.com/office/officeart/2005/8/layout/hierarchy6"/>
    <dgm:cxn modelId="{C5ED0BE8-8C95-4CBF-9A14-40A367A39B6B}" type="presOf" srcId="{660179FE-4C53-4D45-9755-9991BED12F7A}" destId="{DCA55541-1494-402D-AFD7-B452F0FDBF99}" srcOrd="0" destOrd="0" presId="urn:microsoft.com/office/officeart/2005/8/layout/hierarchy6"/>
    <dgm:cxn modelId="{1FB4A68D-ECA5-4BDC-9427-E5AD59AE5480}" type="presOf" srcId="{A26AE8D4-E548-46F6-92CD-13ED4D417CE4}" destId="{44DE5D5D-EDC6-4AA2-AF8C-3CA084B2ABF8}" srcOrd="0" destOrd="0" presId="urn:microsoft.com/office/officeart/2005/8/layout/hierarchy6"/>
    <dgm:cxn modelId="{A99735E8-E708-49B3-899F-F4D517E45E2D}" type="presOf" srcId="{4931EEC1-A598-469E-9C22-E44A77CB803D}" destId="{A94A52B3-F746-4DCB-9FEE-F8C730125941}" srcOrd="0" destOrd="0" presId="urn:microsoft.com/office/officeart/2005/8/layout/hierarchy6"/>
    <dgm:cxn modelId="{20C091AD-4869-4758-A198-A8F7C93B87CD}" type="presOf" srcId="{9840F7E7-339B-4E64-B58D-D6453CCCEF62}" destId="{5E8527A5-F06F-4A95-A853-494F09D233FA}" srcOrd="0" destOrd="0" presId="urn:microsoft.com/office/officeart/2005/8/layout/hierarchy6"/>
    <dgm:cxn modelId="{2DDE3353-C3DD-402F-AEA2-EBAD9BC2C89F}" type="presOf" srcId="{6CC7CC52-8565-4348-B223-4D8E4F878039}" destId="{C93EBC8F-23A5-420E-B38C-414B39EE3C67}" srcOrd="0" destOrd="0" presId="urn:microsoft.com/office/officeart/2005/8/layout/hierarchy6"/>
    <dgm:cxn modelId="{E550AB39-754F-4416-84F3-8592E5774C32}" type="presOf" srcId="{F728834F-2BD7-4D5C-838D-BF7F57C62017}" destId="{DCFA58E4-FD07-4692-97DF-78663B5F2257}" srcOrd="0" destOrd="0" presId="urn:microsoft.com/office/officeart/2005/8/layout/hierarchy6"/>
    <dgm:cxn modelId="{CC8B0445-EF83-40C2-A6DC-7573757E04D7}" type="presOf" srcId="{A84CEF0A-942C-4391-8A92-E5656715BF41}" destId="{D48849F6-43B8-4740-80A3-94719110BD28}" srcOrd="0" destOrd="0" presId="urn:microsoft.com/office/officeart/2005/8/layout/hierarchy6"/>
    <dgm:cxn modelId="{C9C03795-8278-4262-8B48-71237A2B0A85}" type="presOf" srcId="{3F36DBDF-A8F0-4BC4-95D6-C4A582788A76}" destId="{B870A1E1-CF2B-4C0D-BEEF-C75E42AE2DDB}" srcOrd="0" destOrd="0" presId="urn:microsoft.com/office/officeart/2005/8/layout/hierarchy6"/>
    <dgm:cxn modelId="{DF46DB93-45C5-401A-95A6-07001205FD42}" srcId="{A84CEF0A-942C-4391-8A92-E5656715BF41}" destId="{A26AE8D4-E548-46F6-92CD-13ED4D417CE4}" srcOrd="2" destOrd="0" parTransId="{731238E1-5700-42B0-8FF8-693D7F35AFDA}" sibTransId="{14779DF0-3019-4A0C-9082-54A1267E6B0D}"/>
    <dgm:cxn modelId="{A42F8112-8E2A-45DC-BF96-3F7259112399}" type="presOf" srcId="{B1008B35-C33E-4BFB-B481-CE747150E2BB}" destId="{31AEE145-988B-4250-A23C-D1EA54A95C31}" srcOrd="0" destOrd="0" presId="urn:microsoft.com/office/officeart/2005/8/layout/hierarchy6"/>
    <dgm:cxn modelId="{5465E7D3-B41F-4F8D-B526-83284DA9E861}" type="presParOf" srcId="{779CC076-EDB8-4FE4-9514-052DEA8391D1}" destId="{DA39DF43-5E28-43C7-AEBD-5CBD8F509EB7}" srcOrd="0" destOrd="0" presId="urn:microsoft.com/office/officeart/2005/8/layout/hierarchy6"/>
    <dgm:cxn modelId="{9FC90FE0-2D5C-4D00-A72D-F9C6451AF951}" type="presParOf" srcId="{DA39DF43-5E28-43C7-AEBD-5CBD8F509EB7}" destId="{1C396E58-BCE2-4255-AEA4-D3D8111D9303}" srcOrd="0" destOrd="0" presId="urn:microsoft.com/office/officeart/2005/8/layout/hierarchy6"/>
    <dgm:cxn modelId="{41CD1A6B-B8DA-41C9-83FE-2BDEF9F1E831}" type="presParOf" srcId="{1C396E58-BCE2-4255-AEA4-D3D8111D9303}" destId="{34970889-120C-431E-B653-375060EB5EA8}" srcOrd="0" destOrd="0" presId="urn:microsoft.com/office/officeart/2005/8/layout/hierarchy6"/>
    <dgm:cxn modelId="{5C090CEB-8B9C-491A-8A14-8DCFB2455985}" type="presParOf" srcId="{34970889-120C-431E-B653-375060EB5EA8}" destId="{31AEE145-988B-4250-A23C-D1EA54A95C31}" srcOrd="0" destOrd="0" presId="urn:microsoft.com/office/officeart/2005/8/layout/hierarchy6"/>
    <dgm:cxn modelId="{1874A418-A9D4-44CD-B10D-D29045CA930C}" type="presParOf" srcId="{34970889-120C-431E-B653-375060EB5EA8}" destId="{ACC5C784-6426-4D85-B75A-BA8E99218F9A}" srcOrd="1" destOrd="0" presId="urn:microsoft.com/office/officeart/2005/8/layout/hierarchy6"/>
    <dgm:cxn modelId="{914AD04C-0755-4308-9B01-D22008685848}" type="presParOf" srcId="{ACC5C784-6426-4D85-B75A-BA8E99218F9A}" destId="{6A3BDF6C-3131-45B2-9E81-4CE97CA414E6}" srcOrd="0" destOrd="0" presId="urn:microsoft.com/office/officeart/2005/8/layout/hierarchy6"/>
    <dgm:cxn modelId="{E130CE6B-B9CE-4764-98F8-0118FC72B726}" type="presParOf" srcId="{ACC5C784-6426-4D85-B75A-BA8E99218F9A}" destId="{07E530B8-6E6A-47F2-B787-23B065D2B2D6}" srcOrd="1" destOrd="0" presId="urn:microsoft.com/office/officeart/2005/8/layout/hierarchy6"/>
    <dgm:cxn modelId="{AD76A919-1612-4A03-8B29-0DBAF484A3C7}" type="presParOf" srcId="{07E530B8-6E6A-47F2-B787-23B065D2B2D6}" destId="{D48849F6-43B8-4740-80A3-94719110BD28}" srcOrd="0" destOrd="0" presId="urn:microsoft.com/office/officeart/2005/8/layout/hierarchy6"/>
    <dgm:cxn modelId="{8F3D738A-5B68-4F19-A30F-7D10662303D9}" type="presParOf" srcId="{07E530B8-6E6A-47F2-B787-23B065D2B2D6}" destId="{97072869-A599-4B4E-A007-DF4303A1C61A}" srcOrd="1" destOrd="0" presId="urn:microsoft.com/office/officeart/2005/8/layout/hierarchy6"/>
    <dgm:cxn modelId="{132724B3-E45B-4BA2-8228-C290E94B5ACF}" type="presParOf" srcId="{97072869-A599-4B4E-A007-DF4303A1C61A}" destId="{DCFA58E4-FD07-4692-97DF-78663B5F2257}" srcOrd="0" destOrd="0" presId="urn:microsoft.com/office/officeart/2005/8/layout/hierarchy6"/>
    <dgm:cxn modelId="{1DE8AD1A-82EB-4221-9CD3-AFE054BF38D6}" type="presParOf" srcId="{97072869-A599-4B4E-A007-DF4303A1C61A}" destId="{43902549-7EFC-4F2E-B87F-E56C65849CF3}" srcOrd="1" destOrd="0" presId="urn:microsoft.com/office/officeart/2005/8/layout/hierarchy6"/>
    <dgm:cxn modelId="{E3C97D0E-3993-4D24-A5C8-782FE5820482}" type="presParOf" srcId="{43902549-7EFC-4F2E-B87F-E56C65849CF3}" destId="{DCA55541-1494-402D-AFD7-B452F0FDBF99}" srcOrd="0" destOrd="0" presId="urn:microsoft.com/office/officeart/2005/8/layout/hierarchy6"/>
    <dgm:cxn modelId="{9DB6A2C9-444F-46C5-9527-F60BB0DD804A}" type="presParOf" srcId="{43902549-7EFC-4F2E-B87F-E56C65849CF3}" destId="{8A8E4C5F-8431-43F8-A781-5AF6ECE144EB}" srcOrd="1" destOrd="0" presId="urn:microsoft.com/office/officeart/2005/8/layout/hierarchy6"/>
    <dgm:cxn modelId="{7A0F3E69-59AF-4B56-9EA2-2DFD3FC2834E}" type="presParOf" srcId="{97072869-A599-4B4E-A007-DF4303A1C61A}" destId="{C93EBC8F-23A5-420E-B38C-414B39EE3C67}" srcOrd="2" destOrd="0" presId="urn:microsoft.com/office/officeart/2005/8/layout/hierarchy6"/>
    <dgm:cxn modelId="{C7065D67-5223-4FEC-9BC1-55F7C917B03F}" type="presParOf" srcId="{97072869-A599-4B4E-A007-DF4303A1C61A}" destId="{3E7637A6-0F27-4F54-BE46-AA240E6CE43A}" srcOrd="3" destOrd="0" presId="urn:microsoft.com/office/officeart/2005/8/layout/hierarchy6"/>
    <dgm:cxn modelId="{38070590-5038-46D7-A480-2BBBF06BFEBE}" type="presParOf" srcId="{3E7637A6-0F27-4F54-BE46-AA240E6CE43A}" destId="{B870A1E1-CF2B-4C0D-BEEF-C75E42AE2DDB}" srcOrd="0" destOrd="0" presId="urn:microsoft.com/office/officeart/2005/8/layout/hierarchy6"/>
    <dgm:cxn modelId="{982101F6-71F2-4883-9B1F-BCE8F10AFFD6}" type="presParOf" srcId="{3E7637A6-0F27-4F54-BE46-AA240E6CE43A}" destId="{477021BB-1D96-44AA-9E14-D68A3F801B79}" srcOrd="1" destOrd="0" presId="urn:microsoft.com/office/officeart/2005/8/layout/hierarchy6"/>
    <dgm:cxn modelId="{591D142C-B611-4377-B0E8-F6E17CA8D501}" type="presParOf" srcId="{97072869-A599-4B4E-A007-DF4303A1C61A}" destId="{D7F0CA1E-D18B-4189-A66F-2C2E228C3B16}" srcOrd="4" destOrd="0" presId="urn:microsoft.com/office/officeart/2005/8/layout/hierarchy6"/>
    <dgm:cxn modelId="{A4470144-0FF2-459C-B762-EA27A5A93970}" type="presParOf" srcId="{97072869-A599-4B4E-A007-DF4303A1C61A}" destId="{EABBB152-4087-464E-AECD-399EF2B687DD}" srcOrd="5" destOrd="0" presId="urn:microsoft.com/office/officeart/2005/8/layout/hierarchy6"/>
    <dgm:cxn modelId="{38A9C8C6-0F96-42B6-9228-0C62DDAA0D00}" type="presParOf" srcId="{EABBB152-4087-464E-AECD-399EF2B687DD}" destId="{44DE5D5D-EDC6-4AA2-AF8C-3CA084B2ABF8}" srcOrd="0" destOrd="0" presId="urn:microsoft.com/office/officeart/2005/8/layout/hierarchy6"/>
    <dgm:cxn modelId="{7388D79A-54F8-45BC-B8AA-38B609782FC0}" type="presParOf" srcId="{EABBB152-4087-464E-AECD-399EF2B687DD}" destId="{16423CCF-DBA7-4FAE-9DA5-E043FB64CCE5}" srcOrd="1" destOrd="0" presId="urn:microsoft.com/office/officeart/2005/8/layout/hierarchy6"/>
    <dgm:cxn modelId="{26B0C773-05D5-415B-981B-428E3F30BA7F}" type="presParOf" srcId="{ACC5C784-6426-4D85-B75A-BA8E99218F9A}" destId="{A94A52B3-F746-4DCB-9FEE-F8C730125941}" srcOrd="2" destOrd="0" presId="urn:microsoft.com/office/officeart/2005/8/layout/hierarchy6"/>
    <dgm:cxn modelId="{DEDDDB89-DC8D-43B5-AE03-2C23B90A2525}" type="presParOf" srcId="{ACC5C784-6426-4D85-B75A-BA8E99218F9A}" destId="{13666FB3-39C4-47C3-AC48-5CD1BCE8DF89}" srcOrd="3" destOrd="0" presId="urn:microsoft.com/office/officeart/2005/8/layout/hierarchy6"/>
    <dgm:cxn modelId="{71B51B65-2B2C-42D3-B3E2-8F91FE96B252}" type="presParOf" srcId="{13666FB3-39C4-47C3-AC48-5CD1BCE8DF89}" destId="{4F0D4618-F62E-42E6-BE6F-8D04F25936A3}" srcOrd="0" destOrd="0" presId="urn:microsoft.com/office/officeart/2005/8/layout/hierarchy6"/>
    <dgm:cxn modelId="{2CFFA7FC-E163-4E17-ACF7-AFB05F37A18F}" type="presParOf" srcId="{13666FB3-39C4-47C3-AC48-5CD1BCE8DF89}" destId="{E2696532-7CE5-4795-B352-465F64558F58}" srcOrd="1" destOrd="0" presId="urn:microsoft.com/office/officeart/2005/8/layout/hierarchy6"/>
    <dgm:cxn modelId="{FAD9E23E-5CB1-4FD5-A2F7-38EB36FD9E2F}" type="presParOf" srcId="{E2696532-7CE5-4795-B352-465F64558F58}" destId="{35776466-0C3F-4121-9564-3BFD27BC8A37}" srcOrd="0" destOrd="0" presId="urn:microsoft.com/office/officeart/2005/8/layout/hierarchy6"/>
    <dgm:cxn modelId="{FA6443DE-9156-446C-A3EE-C8F34BE3C0EC}" type="presParOf" srcId="{E2696532-7CE5-4795-B352-465F64558F58}" destId="{E29335BA-D155-4DA6-A828-7B140519F10D}" srcOrd="1" destOrd="0" presId="urn:microsoft.com/office/officeart/2005/8/layout/hierarchy6"/>
    <dgm:cxn modelId="{25F999F0-8713-496A-903D-C559CF6272E2}" type="presParOf" srcId="{E29335BA-D155-4DA6-A828-7B140519F10D}" destId="{D7364850-06D8-4AF2-B344-3F2186A53C8F}" srcOrd="0" destOrd="0" presId="urn:microsoft.com/office/officeart/2005/8/layout/hierarchy6"/>
    <dgm:cxn modelId="{90103E87-5DD8-47A5-990A-D0BDB934AC86}" type="presParOf" srcId="{E29335BA-D155-4DA6-A828-7B140519F10D}" destId="{C17B2132-AA57-476A-8FB9-453194145938}" srcOrd="1" destOrd="0" presId="urn:microsoft.com/office/officeart/2005/8/layout/hierarchy6"/>
    <dgm:cxn modelId="{5189574E-925A-4228-9EC2-00E61AA17522}" type="presParOf" srcId="{E2696532-7CE5-4795-B352-465F64558F58}" destId="{B6D87FF4-200E-461D-9CF3-170ED61FC272}" srcOrd="2" destOrd="0" presId="urn:microsoft.com/office/officeart/2005/8/layout/hierarchy6"/>
    <dgm:cxn modelId="{0A77691B-DEB9-4A30-85F7-C2E1BA7AAFAE}" type="presParOf" srcId="{E2696532-7CE5-4795-B352-465F64558F58}" destId="{1739F8E1-A60A-49C5-9C49-4ACE06F25CDF}" srcOrd="3" destOrd="0" presId="urn:microsoft.com/office/officeart/2005/8/layout/hierarchy6"/>
    <dgm:cxn modelId="{14F9CF0B-8312-45EF-939F-40DF700EA59D}" type="presParOf" srcId="{1739F8E1-A60A-49C5-9C49-4ACE06F25CDF}" destId="{CFB13DD5-C701-4D65-8C92-11EEF952371C}" srcOrd="0" destOrd="0" presId="urn:microsoft.com/office/officeart/2005/8/layout/hierarchy6"/>
    <dgm:cxn modelId="{6C8CCB5D-C41B-4DFA-84C7-2AA84941360D}" type="presParOf" srcId="{1739F8E1-A60A-49C5-9C49-4ACE06F25CDF}" destId="{0659426D-FA50-4B61-AE7D-326EBBA35A64}" srcOrd="1" destOrd="0" presId="urn:microsoft.com/office/officeart/2005/8/layout/hierarchy6"/>
    <dgm:cxn modelId="{32D888E1-8A35-44AB-943B-5263104317ED}" type="presParOf" srcId="{E2696532-7CE5-4795-B352-465F64558F58}" destId="{5E8527A5-F06F-4A95-A853-494F09D233FA}" srcOrd="4" destOrd="0" presId="urn:microsoft.com/office/officeart/2005/8/layout/hierarchy6"/>
    <dgm:cxn modelId="{4C8210EF-9A01-473B-998B-5FAF99EBB1BC}" type="presParOf" srcId="{E2696532-7CE5-4795-B352-465F64558F58}" destId="{C04BC083-D468-4897-9D2B-DA381D8602D3}" srcOrd="5" destOrd="0" presId="urn:microsoft.com/office/officeart/2005/8/layout/hierarchy6"/>
    <dgm:cxn modelId="{2AC37946-2016-4B8F-B994-AC440B3A9520}" type="presParOf" srcId="{C04BC083-D468-4897-9D2B-DA381D8602D3}" destId="{C6A19F23-2197-4647-AE5C-2296529B67AF}" srcOrd="0" destOrd="0" presId="urn:microsoft.com/office/officeart/2005/8/layout/hierarchy6"/>
    <dgm:cxn modelId="{39C65753-FCC9-459F-B11F-1E95569CD8FA}" type="presParOf" srcId="{C04BC083-D468-4897-9D2B-DA381D8602D3}" destId="{8E72051B-AF6F-4010-829F-B685DC51A3D8}" srcOrd="1" destOrd="0" presId="urn:microsoft.com/office/officeart/2005/8/layout/hierarchy6"/>
    <dgm:cxn modelId="{E9CC7D63-E741-4572-B39C-118189CB6ADF}" type="presParOf" srcId="{779CC076-EDB8-4FE4-9514-052DEA8391D1}" destId="{C5E372E2-3E79-4F10-8F86-BD630E07897D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0C79CFB-AEC6-4D9D-996F-F8B4727F625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2BA7E6-694C-44BD-BDE5-38CCE1F71AAF}">
      <dgm:prSet phldrT="[Text]" custT="1"/>
      <dgm:spPr>
        <a:solidFill>
          <a:schemeClr val="accent2"/>
        </a:solidFill>
      </dgm:spPr>
      <dgm:t>
        <a:bodyPr/>
        <a:lstStyle/>
        <a:p>
          <a:pPr algn="l"/>
          <a:r>
            <a:rPr lang="en-US" sz="2200" dirty="0" smtClean="0"/>
            <a:t>Improve governance and controls</a:t>
          </a:r>
          <a:endParaRPr lang="en-US" sz="2200" dirty="0"/>
        </a:p>
      </dgm:t>
    </dgm:pt>
    <dgm:pt modelId="{B5F7F9E8-0E9E-40C0-A1E8-8A6FDFBD9212}" type="parTrans" cxnId="{02432CD1-383B-435E-9CB4-F40EAF3084A4}">
      <dgm:prSet/>
      <dgm:spPr/>
      <dgm:t>
        <a:bodyPr/>
        <a:lstStyle/>
        <a:p>
          <a:endParaRPr lang="en-US"/>
        </a:p>
      </dgm:t>
    </dgm:pt>
    <dgm:pt modelId="{A609EF51-4E14-4F6F-A12D-38F26913124E}" type="sibTrans" cxnId="{02432CD1-383B-435E-9CB4-F40EAF3084A4}">
      <dgm:prSet/>
      <dgm:spPr/>
      <dgm:t>
        <a:bodyPr/>
        <a:lstStyle/>
        <a:p>
          <a:endParaRPr lang="en-US"/>
        </a:p>
      </dgm:t>
    </dgm:pt>
    <dgm:pt modelId="{4981E888-00D2-46E5-A977-2121CCE9B0C8}">
      <dgm:prSet phldrT="[Text]" custT="1"/>
      <dgm:spPr>
        <a:solidFill>
          <a:schemeClr val="accent3"/>
        </a:solidFill>
      </dgm:spPr>
      <dgm:t>
        <a:bodyPr/>
        <a:lstStyle/>
        <a:p>
          <a:pPr algn="l"/>
          <a:r>
            <a:rPr lang="en-US" sz="2200" dirty="0" smtClean="0"/>
            <a:t>Reduce losses and the impact of risks to objectives</a:t>
          </a:r>
          <a:endParaRPr lang="en-US" sz="2200" dirty="0"/>
        </a:p>
      </dgm:t>
    </dgm:pt>
    <dgm:pt modelId="{FE3EBD0C-AF84-4EAB-AD81-EB739869B183}" type="parTrans" cxnId="{9B753EEB-7B43-4FF9-9B41-E56E18700F17}">
      <dgm:prSet/>
      <dgm:spPr/>
      <dgm:t>
        <a:bodyPr/>
        <a:lstStyle/>
        <a:p>
          <a:endParaRPr lang="en-US"/>
        </a:p>
      </dgm:t>
    </dgm:pt>
    <dgm:pt modelId="{E72B669F-CDDE-41A6-8AB4-833BB6CD0873}" type="sibTrans" cxnId="{9B753EEB-7B43-4FF9-9B41-E56E18700F17}">
      <dgm:prSet/>
      <dgm:spPr/>
      <dgm:t>
        <a:bodyPr/>
        <a:lstStyle/>
        <a:p>
          <a:endParaRPr lang="en-US"/>
        </a:p>
      </dgm:t>
    </dgm:pt>
    <dgm:pt modelId="{94FADED0-E09A-4E24-AE84-29BE51CA6DE2}">
      <dgm:prSet phldrT="[Text]" custT="1"/>
      <dgm:spPr>
        <a:solidFill>
          <a:schemeClr val="accent4"/>
        </a:solidFill>
      </dgm:spPr>
      <dgm:t>
        <a:bodyPr/>
        <a:lstStyle/>
        <a:p>
          <a:pPr algn="l"/>
          <a:r>
            <a:rPr lang="en-US" sz="2200" dirty="0" smtClean="0"/>
            <a:t>Comply with legal and regulatory requirements</a:t>
          </a:r>
          <a:endParaRPr lang="en-US" sz="2200" dirty="0"/>
        </a:p>
      </dgm:t>
    </dgm:pt>
    <dgm:pt modelId="{F695F197-3BB6-4779-BD43-D89733A51A53}" type="parTrans" cxnId="{046DD8B2-814A-4D40-B842-301BD5CCC6F5}">
      <dgm:prSet/>
      <dgm:spPr/>
      <dgm:t>
        <a:bodyPr/>
        <a:lstStyle/>
        <a:p>
          <a:endParaRPr lang="en-US"/>
        </a:p>
      </dgm:t>
    </dgm:pt>
    <dgm:pt modelId="{FB9DA332-CBEA-4B60-B7FC-08754D7B7213}" type="sibTrans" cxnId="{046DD8B2-814A-4D40-B842-301BD5CCC6F5}">
      <dgm:prSet/>
      <dgm:spPr/>
      <dgm:t>
        <a:bodyPr/>
        <a:lstStyle/>
        <a:p>
          <a:endParaRPr lang="en-US"/>
        </a:p>
      </dgm:t>
    </dgm:pt>
    <dgm:pt modelId="{077E08E4-ACF7-4434-9B91-491B480C772D}" type="pres">
      <dgm:prSet presAssocID="{60C79CFB-AEC6-4D9D-996F-F8B4727F625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A8B7734-7E6D-4F5E-A313-EEABBEA61780}" type="pres">
      <dgm:prSet presAssocID="{FF2BA7E6-694C-44BD-BDE5-38CCE1F71AAF}" presName="parentLin" presStyleCnt="0"/>
      <dgm:spPr/>
    </dgm:pt>
    <dgm:pt modelId="{EAA8E3F3-EC58-4D03-BC62-B9D4FFE8016A}" type="pres">
      <dgm:prSet presAssocID="{FF2BA7E6-694C-44BD-BDE5-38CCE1F71AAF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CD53140B-2422-490B-8B33-77DF84850AAE}" type="pres">
      <dgm:prSet presAssocID="{FF2BA7E6-694C-44BD-BDE5-38CCE1F71AAF}" presName="parentText" presStyleLbl="node1" presStyleIdx="0" presStyleCnt="3" custScaleX="11843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808499-632E-4679-A355-39C0DCFBBD3B}" type="pres">
      <dgm:prSet presAssocID="{FF2BA7E6-694C-44BD-BDE5-38CCE1F71AAF}" presName="negativeSpace" presStyleCnt="0"/>
      <dgm:spPr/>
    </dgm:pt>
    <dgm:pt modelId="{1A477889-6578-4A7E-A574-1FF9030B68C4}" type="pres">
      <dgm:prSet presAssocID="{FF2BA7E6-694C-44BD-BDE5-38CCE1F71AAF}" presName="childText" presStyleLbl="conFgAcc1" presStyleIdx="0" presStyleCnt="3">
        <dgm:presLayoutVars>
          <dgm:bulletEnabled val="1"/>
        </dgm:presLayoutVars>
      </dgm:prSet>
      <dgm:spPr/>
    </dgm:pt>
    <dgm:pt modelId="{A293A47C-10CD-4CAA-90AD-9B824DC065B1}" type="pres">
      <dgm:prSet presAssocID="{A609EF51-4E14-4F6F-A12D-38F26913124E}" presName="spaceBetweenRectangles" presStyleCnt="0"/>
      <dgm:spPr/>
    </dgm:pt>
    <dgm:pt modelId="{181A0ADC-C2FA-4CDA-860A-564D6A7561E1}" type="pres">
      <dgm:prSet presAssocID="{4981E888-00D2-46E5-A977-2121CCE9B0C8}" presName="parentLin" presStyleCnt="0"/>
      <dgm:spPr/>
    </dgm:pt>
    <dgm:pt modelId="{D7563DEA-B794-40AC-A0E3-463E56381402}" type="pres">
      <dgm:prSet presAssocID="{4981E888-00D2-46E5-A977-2121CCE9B0C8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04144C47-A66A-477A-B71B-6717B6741C2A}" type="pres">
      <dgm:prSet presAssocID="{4981E888-00D2-46E5-A977-2121CCE9B0C8}" presName="parentText" presStyleLbl="node1" presStyleIdx="1" presStyleCnt="3" custScaleX="11843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2B0AA3-EAED-43FB-9CA7-497422A22DB4}" type="pres">
      <dgm:prSet presAssocID="{4981E888-00D2-46E5-A977-2121CCE9B0C8}" presName="negativeSpace" presStyleCnt="0"/>
      <dgm:spPr/>
    </dgm:pt>
    <dgm:pt modelId="{B9EE597C-F3FC-46E8-A30A-DC3126160D3C}" type="pres">
      <dgm:prSet presAssocID="{4981E888-00D2-46E5-A977-2121CCE9B0C8}" presName="childText" presStyleLbl="conFgAcc1" presStyleIdx="1" presStyleCnt="3">
        <dgm:presLayoutVars>
          <dgm:bulletEnabled val="1"/>
        </dgm:presLayoutVars>
      </dgm:prSet>
      <dgm:spPr/>
    </dgm:pt>
    <dgm:pt modelId="{9ADC7FDC-08B5-46BE-97A0-0B2C7000F0B3}" type="pres">
      <dgm:prSet presAssocID="{E72B669F-CDDE-41A6-8AB4-833BB6CD0873}" presName="spaceBetweenRectangles" presStyleCnt="0"/>
      <dgm:spPr/>
    </dgm:pt>
    <dgm:pt modelId="{99E4B4FF-C138-4A30-9C2A-EBEF4DC49248}" type="pres">
      <dgm:prSet presAssocID="{94FADED0-E09A-4E24-AE84-29BE51CA6DE2}" presName="parentLin" presStyleCnt="0"/>
      <dgm:spPr/>
    </dgm:pt>
    <dgm:pt modelId="{41CFB407-FE56-4906-9129-CEAA735A6EEE}" type="pres">
      <dgm:prSet presAssocID="{94FADED0-E09A-4E24-AE84-29BE51CA6DE2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5EFAFBBE-C84E-4E7D-B957-65BE73742FF6}" type="pres">
      <dgm:prSet presAssocID="{94FADED0-E09A-4E24-AE84-29BE51CA6DE2}" presName="parentText" presStyleLbl="node1" presStyleIdx="2" presStyleCnt="3" custScaleX="11843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656AF3-1E8D-4A23-8319-136B45CCA6BB}" type="pres">
      <dgm:prSet presAssocID="{94FADED0-E09A-4E24-AE84-29BE51CA6DE2}" presName="negativeSpace" presStyleCnt="0"/>
      <dgm:spPr/>
    </dgm:pt>
    <dgm:pt modelId="{091B089B-4E81-4031-B71A-D2E7FCAF3F9D}" type="pres">
      <dgm:prSet presAssocID="{94FADED0-E09A-4E24-AE84-29BE51CA6DE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B753EEB-7B43-4FF9-9B41-E56E18700F17}" srcId="{60C79CFB-AEC6-4D9D-996F-F8B4727F6256}" destId="{4981E888-00D2-46E5-A977-2121CCE9B0C8}" srcOrd="1" destOrd="0" parTransId="{FE3EBD0C-AF84-4EAB-AD81-EB739869B183}" sibTransId="{E72B669F-CDDE-41A6-8AB4-833BB6CD0873}"/>
    <dgm:cxn modelId="{00DB1A04-65EC-43AE-802A-A8662B9FADCD}" type="presOf" srcId="{FF2BA7E6-694C-44BD-BDE5-38CCE1F71AAF}" destId="{EAA8E3F3-EC58-4D03-BC62-B9D4FFE8016A}" srcOrd="0" destOrd="0" presId="urn:microsoft.com/office/officeart/2005/8/layout/list1"/>
    <dgm:cxn modelId="{EB552815-D856-456C-BEC3-DA72A6DA77E1}" type="presOf" srcId="{4981E888-00D2-46E5-A977-2121CCE9B0C8}" destId="{D7563DEA-B794-40AC-A0E3-463E56381402}" srcOrd="0" destOrd="0" presId="urn:microsoft.com/office/officeart/2005/8/layout/list1"/>
    <dgm:cxn modelId="{046DD8B2-814A-4D40-B842-301BD5CCC6F5}" srcId="{60C79CFB-AEC6-4D9D-996F-F8B4727F6256}" destId="{94FADED0-E09A-4E24-AE84-29BE51CA6DE2}" srcOrd="2" destOrd="0" parTransId="{F695F197-3BB6-4779-BD43-D89733A51A53}" sibTransId="{FB9DA332-CBEA-4B60-B7FC-08754D7B7213}"/>
    <dgm:cxn modelId="{367915E2-79AE-4715-990E-EA8D833703DB}" type="presOf" srcId="{4981E888-00D2-46E5-A977-2121CCE9B0C8}" destId="{04144C47-A66A-477A-B71B-6717B6741C2A}" srcOrd="1" destOrd="0" presId="urn:microsoft.com/office/officeart/2005/8/layout/list1"/>
    <dgm:cxn modelId="{02432CD1-383B-435E-9CB4-F40EAF3084A4}" srcId="{60C79CFB-AEC6-4D9D-996F-F8B4727F6256}" destId="{FF2BA7E6-694C-44BD-BDE5-38CCE1F71AAF}" srcOrd="0" destOrd="0" parTransId="{B5F7F9E8-0E9E-40C0-A1E8-8A6FDFBD9212}" sibTransId="{A609EF51-4E14-4F6F-A12D-38F26913124E}"/>
    <dgm:cxn modelId="{D77BCBAF-352F-41C9-8B30-19AA62265569}" type="presOf" srcId="{94FADED0-E09A-4E24-AE84-29BE51CA6DE2}" destId="{5EFAFBBE-C84E-4E7D-B957-65BE73742FF6}" srcOrd="1" destOrd="0" presId="urn:microsoft.com/office/officeart/2005/8/layout/list1"/>
    <dgm:cxn modelId="{FAC1F559-2217-4FAD-8B36-8CAFA00DD4C4}" type="presOf" srcId="{FF2BA7E6-694C-44BD-BDE5-38CCE1F71AAF}" destId="{CD53140B-2422-490B-8B33-77DF84850AAE}" srcOrd="1" destOrd="0" presId="urn:microsoft.com/office/officeart/2005/8/layout/list1"/>
    <dgm:cxn modelId="{32A4AA13-DEAF-45DC-8D48-B166E6CFC7F2}" type="presOf" srcId="{60C79CFB-AEC6-4D9D-996F-F8B4727F6256}" destId="{077E08E4-ACF7-4434-9B91-491B480C772D}" srcOrd="0" destOrd="0" presId="urn:microsoft.com/office/officeart/2005/8/layout/list1"/>
    <dgm:cxn modelId="{523FB4AE-7779-4934-92DB-E7FB49845463}" type="presOf" srcId="{94FADED0-E09A-4E24-AE84-29BE51CA6DE2}" destId="{41CFB407-FE56-4906-9129-CEAA735A6EEE}" srcOrd="0" destOrd="0" presId="urn:microsoft.com/office/officeart/2005/8/layout/list1"/>
    <dgm:cxn modelId="{B0887DD7-3CD2-4CFD-A8A4-6C6EF5673962}" type="presParOf" srcId="{077E08E4-ACF7-4434-9B91-491B480C772D}" destId="{5A8B7734-7E6D-4F5E-A313-EEABBEA61780}" srcOrd="0" destOrd="0" presId="urn:microsoft.com/office/officeart/2005/8/layout/list1"/>
    <dgm:cxn modelId="{DEA4D751-3D98-4500-8F3F-1D57A863BF26}" type="presParOf" srcId="{5A8B7734-7E6D-4F5E-A313-EEABBEA61780}" destId="{EAA8E3F3-EC58-4D03-BC62-B9D4FFE8016A}" srcOrd="0" destOrd="0" presId="urn:microsoft.com/office/officeart/2005/8/layout/list1"/>
    <dgm:cxn modelId="{963B107E-45C8-4376-BC6C-6A40EF3CDFA5}" type="presParOf" srcId="{5A8B7734-7E6D-4F5E-A313-EEABBEA61780}" destId="{CD53140B-2422-490B-8B33-77DF84850AAE}" srcOrd="1" destOrd="0" presId="urn:microsoft.com/office/officeart/2005/8/layout/list1"/>
    <dgm:cxn modelId="{4B376D61-1933-4E8B-B5C4-4CBD97824F4B}" type="presParOf" srcId="{077E08E4-ACF7-4434-9B91-491B480C772D}" destId="{82808499-632E-4679-A355-39C0DCFBBD3B}" srcOrd="1" destOrd="0" presId="urn:microsoft.com/office/officeart/2005/8/layout/list1"/>
    <dgm:cxn modelId="{122565E9-6A90-48A3-888D-074D9229ECC5}" type="presParOf" srcId="{077E08E4-ACF7-4434-9B91-491B480C772D}" destId="{1A477889-6578-4A7E-A574-1FF9030B68C4}" srcOrd="2" destOrd="0" presId="urn:microsoft.com/office/officeart/2005/8/layout/list1"/>
    <dgm:cxn modelId="{A1EEA660-D69D-42DA-9EAB-3B6A0795600E}" type="presParOf" srcId="{077E08E4-ACF7-4434-9B91-491B480C772D}" destId="{A293A47C-10CD-4CAA-90AD-9B824DC065B1}" srcOrd="3" destOrd="0" presId="urn:microsoft.com/office/officeart/2005/8/layout/list1"/>
    <dgm:cxn modelId="{EEA06B68-974C-4108-AC80-ED4FAC58B0A1}" type="presParOf" srcId="{077E08E4-ACF7-4434-9B91-491B480C772D}" destId="{181A0ADC-C2FA-4CDA-860A-564D6A7561E1}" srcOrd="4" destOrd="0" presId="urn:microsoft.com/office/officeart/2005/8/layout/list1"/>
    <dgm:cxn modelId="{BD487921-F181-4BC1-8AAA-307BD69F7567}" type="presParOf" srcId="{181A0ADC-C2FA-4CDA-860A-564D6A7561E1}" destId="{D7563DEA-B794-40AC-A0E3-463E56381402}" srcOrd="0" destOrd="0" presId="urn:microsoft.com/office/officeart/2005/8/layout/list1"/>
    <dgm:cxn modelId="{FF85664F-A103-4E4E-8221-1DF96336348F}" type="presParOf" srcId="{181A0ADC-C2FA-4CDA-860A-564D6A7561E1}" destId="{04144C47-A66A-477A-B71B-6717B6741C2A}" srcOrd="1" destOrd="0" presId="urn:microsoft.com/office/officeart/2005/8/layout/list1"/>
    <dgm:cxn modelId="{8089343E-1676-42BD-B8FC-3FC8640BD1EF}" type="presParOf" srcId="{077E08E4-ACF7-4434-9B91-491B480C772D}" destId="{4B2B0AA3-EAED-43FB-9CA7-497422A22DB4}" srcOrd="5" destOrd="0" presId="urn:microsoft.com/office/officeart/2005/8/layout/list1"/>
    <dgm:cxn modelId="{A9CC5087-6075-4044-BE7B-9A06A876B9BB}" type="presParOf" srcId="{077E08E4-ACF7-4434-9B91-491B480C772D}" destId="{B9EE597C-F3FC-46E8-A30A-DC3126160D3C}" srcOrd="6" destOrd="0" presId="urn:microsoft.com/office/officeart/2005/8/layout/list1"/>
    <dgm:cxn modelId="{5E39DE1D-FE29-4270-9390-799D687316D8}" type="presParOf" srcId="{077E08E4-ACF7-4434-9B91-491B480C772D}" destId="{9ADC7FDC-08B5-46BE-97A0-0B2C7000F0B3}" srcOrd="7" destOrd="0" presId="urn:microsoft.com/office/officeart/2005/8/layout/list1"/>
    <dgm:cxn modelId="{42FEF359-D988-492B-A6FA-642CC5FA380F}" type="presParOf" srcId="{077E08E4-ACF7-4434-9B91-491B480C772D}" destId="{99E4B4FF-C138-4A30-9C2A-EBEF4DC49248}" srcOrd="8" destOrd="0" presId="urn:microsoft.com/office/officeart/2005/8/layout/list1"/>
    <dgm:cxn modelId="{49473403-2F55-4F0D-9F93-59B206CF0F68}" type="presParOf" srcId="{99E4B4FF-C138-4A30-9C2A-EBEF4DC49248}" destId="{41CFB407-FE56-4906-9129-CEAA735A6EEE}" srcOrd="0" destOrd="0" presId="urn:microsoft.com/office/officeart/2005/8/layout/list1"/>
    <dgm:cxn modelId="{65028A42-495F-449B-80FD-1E4A457BE6DA}" type="presParOf" srcId="{99E4B4FF-C138-4A30-9C2A-EBEF4DC49248}" destId="{5EFAFBBE-C84E-4E7D-B957-65BE73742FF6}" srcOrd="1" destOrd="0" presId="urn:microsoft.com/office/officeart/2005/8/layout/list1"/>
    <dgm:cxn modelId="{DC061E01-8F0F-4D42-AA35-EF9F3B965CFA}" type="presParOf" srcId="{077E08E4-ACF7-4434-9B91-491B480C772D}" destId="{8C656AF3-1E8D-4A23-8319-136B45CCA6BB}" srcOrd="9" destOrd="0" presId="urn:microsoft.com/office/officeart/2005/8/layout/list1"/>
    <dgm:cxn modelId="{A22B8282-7F01-4AC4-B2C5-60CCD6A3BB13}" type="presParOf" srcId="{077E08E4-ACF7-4434-9B91-491B480C772D}" destId="{091B089B-4E81-4031-B71A-D2E7FCAF3F9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CABB47B-8B5B-4276-A8A7-D4E244BF61FC}">
      <dsp:nvSpPr>
        <dsp:cNvPr id="0" name=""/>
        <dsp:cNvSpPr/>
      </dsp:nvSpPr>
      <dsp:spPr>
        <a:xfrm>
          <a:off x="0" y="845820"/>
          <a:ext cx="8001000" cy="112776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75975F-E39C-4BDD-BC18-BD0F1C5D8C47}">
      <dsp:nvSpPr>
        <dsp:cNvPr id="0" name=""/>
        <dsp:cNvSpPr/>
      </dsp:nvSpPr>
      <dsp:spPr>
        <a:xfrm>
          <a:off x="3545" y="0"/>
          <a:ext cx="2243249" cy="112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i="1" kern="1200" dirty="0" smtClean="0">
              <a:solidFill>
                <a:srgbClr val="C00000"/>
              </a:solidFill>
              <a:latin typeface="Consolas" pitchFamily="49" charset="0"/>
            </a:rPr>
            <a:t>planned</a:t>
          </a:r>
          <a:r>
            <a:rPr lang="en-US" sz="2200" kern="1200" dirty="0" smtClean="0"/>
            <a:t> scope, resources, cost and schedule</a:t>
          </a:r>
          <a:endParaRPr lang="en-US" sz="2200" kern="1200" dirty="0"/>
        </a:p>
      </dsp:txBody>
      <dsp:txXfrm>
        <a:off x="3545" y="0"/>
        <a:ext cx="2243249" cy="1127760"/>
      </dsp:txXfrm>
    </dsp:sp>
    <dsp:sp modelId="{E4CFC2F6-FA30-4CDC-973F-087D789B1AE9}">
      <dsp:nvSpPr>
        <dsp:cNvPr id="0" name=""/>
        <dsp:cNvSpPr/>
      </dsp:nvSpPr>
      <dsp:spPr>
        <a:xfrm>
          <a:off x="984200" y="1268730"/>
          <a:ext cx="281940" cy="2819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3020C-44BF-44CF-B727-0DBE6EE96736}">
      <dsp:nvSpPr>
        <dsp:cNvPr id="0" name=""/>
        <dsp:cNvSpPr/>
      </dsp:nvSpPr>
      <dsp:spPr>
        <a:xfrm>
          <a:off x="2358957" y="1691640"/>
          <a:ext cx="2243249" cy="112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>
              <a:solidFill>
                <a:srgbClr val="C00000"/>
              </a:solidFill>
            </a:rPr>
            <a:t>known </a:t>
          </a:r>
          <a:r>
            <a:rPr lang="en-US" sz="2800" b="1" kern="1200" dirty="0" smtClean="0">
              <a:solidFill>
                <a:srgbClr val="C00000"/>
              </a:solidFill>
              <a:latin typeface="Consolas" pitchFamily="49" charset="0"/>
            </a:rPr>
            <a:t>unknowns</a:t>
          </a:r>
          <a:r>
            <a:rPr lang="en-US" sz="2200" b="1" kern="1200" dirty="0" smtClean="0">
              <a:solidFill>
                <a:srgbClr val="C00000"/>
              </a:solidFill>
            </a:rPr>
            <a:t> (future events)</a:t>
          </a:r>
          <a:endParaRPr lang="en-US" sz="2200" b="1" kern="1200" dirty="0">
            <a:solidFill>
              <a:srgbClr val="C00000"/>
            </a:solidFill>
          </a:endParaRPr>
        </a:p>
      </dsp:txBody>
      <dsp:txXfrm>
        <a:off x="2358957" y="1691640"/>
        <a:ext cx="2243249" cy="1127760"/>
      </dsp:txXfrm>
    </dsp:sp>
    <dsp:sp modelId="{5BE4A2DE-8F9E-4D1F-9775-2D7C64058A3B}">
      <dsp:nvSpPr>
        <dsp:cNvPr id="0" name=""/>
        <dsp:cNvSpPr/>
      </dsp:nvSpPr>
      <dsp:spPr>
        <a:xfrm>
          <a:off x="3339611" y="1268730"/>
          <a:ext cx="281940" cy="2819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B1363-CA59-4FF5-BC34-7701A4C254D7}">
      <dsp:nvSpPr>
        <dsp:cNvPr id="0" name=""/>
        <dsp:cNvSpPr/>
      </dsp:nvSpPr>
      <dsp:spPr>
        <a:xfrm>
          <a:off x="4714368" y="0"/>
          <a:ext cx="2482985" cy="112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 </a:t>
          </a:r>
          <a:r>
            <a:rPr lang="en-US" sz="2400" i="1" kern="1200" dirty="0" smtClean="0">
              <a:solidFill>
                <a:srgbClr val="C00000"/>
              </a:solidFill>
              <a:latin typeface="Consolas" pitchFamily="49" charset="0"/>
            </a:rPr>
            <a:t>final</a:t>
          </a:r>
          <a:r>
            <a:rPr lang="en-US" sz="2200" kern="1200" dirty="0" smtClean="0"/>
            <a:t> project cost, performance, and schedule</a:t>
          </a:r>
          <a:endParaRPr lang="en-US" sz="2200" kern="1200" dirty="0"/>
        </a:p>
      </dsp:txBody>
      <dsp:txXfrm>
        <a:off x="4714368" y="0"/>
        <a:ext cx="2482985" cy="1127760"/>
      </dsp:txXfrm>
    </dsp:sp>
    <dsp:sp modelId="{322F3601-3244-45C4-945A-3C2F7173F11A}">
      <dsp:nvSpPr>
        <dsp:cNvPr id="0" name=""/>
        <dsp:cNvSpPr/>
      </dsp:nvSpPr>
      <dsp:spPr>
        <a:xfrm>
          <a:off x="5814891" y="1268730"/>
          <a:ext cx="281940" cy="2819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E7F2B5B-BC8E-4F59-9265-FE1E9F3F3176}">
      <dsp:nvSpPr>
        <dsp:cNvPr id="0" name=""/>
        <dsp:cNvSpPr/>
      </dsp:nvSpPr>
      <dsp:spPr>
        <a:xfrm>
          <a:off x="0" y="252699"/>
          <a:ext cx="4572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2775D-5AAB-46E1-B3F9-EF4E73259F1F}">
      <dsp:nvSpPr>
        <dsp:cNvPr id="0" name=""/>
        <dsp:cNvSpPr/>
      </dsp:nvSpPr>
      <dsp:spPr>
        <a:xfrm>
          <a:off x="228600" y="31299"/>
          <a:ext cx="365760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Technical risks</a:t>
          </a:r>
          <a:endParaRPr lang="en-US" sz="2200" kern="1200" dirty="0"/>
        </a:p>
      </dsp:txBody>
      <dsp:txXfrm>
        <a:off x="228600" y="31299"/>
        <a:ext cx="3657609" cy="442800"/>
      </dsp:txXfrm>
    </dsp:sp>
    <dsp:sp modelId="{7DCCD712-CF91-497D-91D2-F266458DF589}">
      <dsp:nvSpPr>
        <dsp:cNvPr id="0" name=""/>
        <dsp:cNvSpPr/>
      </dsp:nvSpPr>
      <dsp:spPr>
        <a:xfrm>
          <a:off x="0" y="933100"/>
          <a:ext cx="4572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44965D-3D7B-4DE0-B839-8D8C95EA12D3}">
      <dsp:nvSpPr>
        <dsp:cNvPr id="0" name=""/>
        <dsp:cNvSpPr/>
      </dsp:nvSpPr>
      <dsp:spPr>
        <a:xfrm>
          <a:off x="228600" y="711699"/>
          <a:ext cx="365760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Management risks</a:t>
          </a:r>
          <a:endParaRPr lang="en-US" sz="2200" kern="1200" dirty="0"/>
        </a:p>
      </dsp:txBody>
      <dsp:txXfrm>
        <a:off x="228600" y="711699"/>
        <a:ext cx="3657609" cy="442800"/>
      </dsp:txXfrm>
    </dsp:sp>
    <dsp:sp modelId="{9C1225BE-354B-41BB-BB6E-07257BB034EB}">
      <dsp:nvSpPr>
        <dsp:cNvPr id="0" name=""/>
        <dsp:cNvSpPr/>
      </dsp:nvSpPr>
      <dsp:spPr>
        <a:xfrm>
          <a:off x="0" y="1613500"/>
          <a:ext cx="4572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E6C8C-AEC4-4FB8-A76A-DAEEE75D04B2}">
      <dsp:nvSpPr>
        <dsp:cNvPr id="0" name=""/>
        <dsp:cNvSpPr/>
      </dsp:nvSpPr>
      <dsp:spPr>
        <a:xfrm>
          <a:off x="228600" y="1392100"/>
          <a:ext cx="3657609" cy="44280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Financial risks</a:t>
          </a:r>
          <a:endParaRPr lang="en-US" sz="2200" kern="1200" dirty="0"/>
        </a:p>
      </dsp:txBody>
      <dsp:txXfrm>
        <a:off x="228600" y="1392100"/>
        <a:ext cx="3657609" cy="442800"/>
      </dsp:txXfrm>
    </dsp:sp>
    <dsp:sp modelId="{E380B5D0-9BD9-4DC2-9A15-723FC9D376D9}">
      <dsp:nvSpPr>
        <dsp:cNvPr id="0" name=""/>
        <dsp:cNvSpPr/>
      </dsp:nvSpPr>
      <dsp:spPr>
        <a:xfrm>
          <a:off x="0" y="2293900"/>
          <a:ext cx="4572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41272-993B-4552-97F9-FCFD1D1E46EE}">
      <dsp:nvSpPr>
        <dsp:cNvPr id="0" name=""/>
        <dsp:cNvSpPr/>
      </dsp:nvSpPr>
      <dsp:spPr>
        <a:xfrm>
          <a:off x="228600" y="2072500"/>
          <a:ext cx="3657609" cy="44280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Contractual and legal risks</a:t>
          </a:r>
          <a:endParaRPr lang="en-US" sz="2200" kern="1200" dirty="0"/>
        </a:p>
      </dsp:txBody>
      <dsp:txXfrm>
        <a:off x="228600" y="2072500"/>
        <a:ext cx="3657609" cy="442800"/>
      </dsp:txXfrm>
    </dsp:sp>
    <dsp:sp modelId="{A94D04F4-AF36-4C4E-BAF4-223F260E1574}">
      <dsp:nvSpPr>
        <dsp:cNvPr id="0" name=""/>
        <dsp:cNvSpPr/>
      </dsp:nvSpPr>
      <dsp:spPr>
        <a:xfrm>
          <a:off x="0" y="2974300"/>
          <a:ext cx="4572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D8CDDD-2598-4D19-8665-922A65D13BF2}">
      <dsp:nvSpPr>
        <dsp:cNvPr id="0" name=""/>
        <dsp:cNvSpPr/>
      </dsp:nvSpPr>
      <dsp:spPr>
        <a:xfrm>
          <a:off x="228600" y="2752900"/>
          <a:ext cx="3657609" cy="442800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User acceptance risks</a:t>
          </a:r>
          <a:endParaRPr lang="en-US" sz="2200" kern="1200" dirty="0"/>
        </a:p>
      </dsp:txBody>
      <dsp:txXfrm>
        <a:off x="228600" y="2752900"/>
        <a:ext cx="3657609" cy="442800"/>
      </dsp:txXfrm>
    </dsp:sp>
    <dsp:sp modelId="{7CA3599B-542E-42E8-9167-09ED9D103ACD}">
      <dsp:nvSpPr>
        <dsp:cNvPr id="0" name=""/>
        <dsp:cNvSpPr/>
      </dsp:nvSpPr>
      <dsp:spPr>
        <a:xfrm>
          <a:off x="0" y="3654700"/>
          <a:ext cx="4572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72F14-ECE9-412C-88B6-BC52524085EE}">
      <dsp:nvSpPr>
        <dsp:cNvPr id="0" name=""/>
        <dsp:cNvSpPr/>
      </dsp:nvSpPr>
      <dsp:spPr>
        <a:xfrm>
          <a:off x="228600" y="3433300"/>
          <a:ext cx="3657609" cy="442800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Maintainability risks</a:t>
          </a:r>
          <a:endParaRPr lang="en-US" sz="2200" kern="1200" dirty="0"/>
        </a:p>
      </dsp:txBody>
      <dsp:txXfrm>
        <a:off x="228600" y="3433300"/>
        <a:ext cx="3657609" cy="44280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9181F53-C985-43D5-8048-300EAD9BCE04}">
      <dsp:nvSpPr>
        <dsp:cNvPr id="0" name=""/>
        <dsp:cNvSpPr/>
      </dsp:nvSpPr>
      <dsp:spPr>
        <a:xfrm>
          <a:off x="0" y="344122"/>
          <a:ext cx="54102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F225C-9C12-4F44-8EA9-C95DE109D2C1}">
      <dsp:nvSpPr>
        <dsp:cNvPr id="0" name=""/>
        <dsp:cNvSpPr/>
      </dsp:nvSpPr>
      <dsp:spPr>
        <a:xfrm>
          <a:off x="270510" y="153517"/>
          <a:ext cx="3821110" cy="3824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145" tIns="0" rIns="143145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Lack of leadership</a:t>
          </a:r>
          <a:endParaRPr lang="en-US" sz="2000" kern="1200" dirty="0"/>
        </a:p>
      </dsp:txBody>
      <dsp:txXfrm>
        <a:off x="270510" y="153517"/>
        <a:ext cx="3821110" cy="382485"/>
      </dsp:txXfrm>
    </dsp:sp>
    <dsp:sp modelId="{4800260B-1943-48FB-B380-EBEAB7AB4E61}">
      <dsp:nvSpPr>
        <dsp:cNvPr id="0" name=""/>
        <dsp:cNvSpPr/>
      </dsp:nvSpPr>
      <dsp:spPr>
        <a:xfrm>
          <a:off x="0" y="933802"/>
          <a:ext cx="54102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E07692-085D-42E4-808D-AF7043021BD0}">
      <dsp:nvSpPr>
        <dsp:cNvPr id="0" name=""/>
        <dsp:cNvSpPr/>
      </dsp:nvSpPr>
      <dsp:spPr>
        <a:xfrm>
          <a:off x="270510" y="741922"/>
          <a:ext cx="378714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145" tIns="0" rIns="143145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a-DK" sz="2000" kern="1200" dirty="0" smtClean="0"/>
            <a:t>Unclear requirements</a:t>
          </a:r>
          <a:endParaRPr lang="en-US" sz="2000" kern="1200" dirty="0"/>
        </a:p>
      </dsp:txBody>
      <dsp:txXfrm>
        <a:off x="270510" y="741922"/>
        <a:ext cx="3787140" cy="383760"/>
      </dsp:txXfrm>
    </dsp:sp>
    <dsp:sp modelId="{E208B839-D47D-42D4-B7CC-1EBB01AACF9B}">
      <dsp:nvSpPr>
        <dsp:cNvPr id="0" name=""/>
        <dsp:cNvSpPr/>
      </dsp:nvSpPr>
      <dsp:spPr>
        <a:xfrm>
          <a:off x="0" y="1523482"/>
          <a:ext cx="54102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61570A-5C92-4A51-877A-94285C6C3D7D}">
      <dsp:nvSpPr>
        <dsp:cNvPr id="0" name=""/>
        <dsp:cNvSpPr/>
      </dsp:nvSpPr>
      <dsp:spPr>
        <a:xfrm>
          <a:off x="270510" y="1331602"/>
          <a:ext cx="378714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145" tIns="0" rIns="143145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Too many requirement changes</a:t>
          </a:r>
          <a:endParaRPr lang="en-US" sz="2000" kern="1200" dirty="0"/>
        </a:p>
      </dsp:txBody>
      <dsp:txXfrm>
        <a:off x="270510" y="1331602"/>
        <a:ext cx="3787140" cy="383760"/>
      </dsp:txXfrm>
    </dsp:sp>
    <dsp:sp modelId="{B596860D-AE0B-4AC6-8A0E-2F78B246A2E6}">
      <dsp:nvSpPr>
        <dsp:cNvPr id="0" name=""/>
        <dsp:cNvSpPr/>
      </dsp:nvSpPr>
      <dsp:spPr>
        <a:xfrm>
          <a:off x="0" y="2113162"/>
          <a:ext cx="54102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EF75A0-3E83-47BA-B311-3B19B0EC66A8}">
      <dsp:nvSpPr>
        <dsp:cNvPr id="0" name=""/>
        <dsp:cNvSpPr/>
      </dsp:nvSpPr>
      <dsp:spPr>
        <a:xfrm>
          <a:off x="270510" y="1921282"/>
          <a:ext cx="378714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145" tIns="0" rIns="143145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Unrealistic schedules</a:t>
          </a:r>
          <a:endParaRPr lang="en-US" sz="2000" kern="1200" dirty="0"/>
        </a:p>
      </dsp:txBody>
      <dsp:txXfrm>
        <a:off x="270510" y="1921282"/>
        <a:ext cx="3787140" cy="383760"/>
      </dsp:txXfrm>
    </dsp:sp>
    <dsp:sp modelId="{3F6E095E-BFE8-476A-9467-9E47524349E8}">
      <dsp:nvSpPr>
        <dsp:cNvPr id="0" name=""/>
        <dsp:cNvSpPr/>
      </dsp:nvSpPr>
      <dsp:spPr>
        <a:xfrm>
          <a:off x="0" y="2702842"/>
          <a:ext cx="54102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913144-3CEB-4ADE-8D6E-E417AF01345D}">
      <dsp:nvSpPr>
        <dsp:cNvPr id="0" name=""/>
        <dsp:cNvSpPr/>
      </dsp:nvSpPr>
      <dsp:spPr>
        <a:xfrm>
          <a:off x="270510" y="2510962"/>
          <a:ext cx="378714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145" tIns="0" rIns="143145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Working on new technology</a:t>
          </a:r>
          <a:endParaRPr lang="en-US" sz="2000" kern="1200" dirty="0"/>
        </a:p>
      </dsp:txBody>
      <dsp:txXfrm>
        <a:off x="270510" y="2510962"/>
        <a:ext cx="3787140" cy="383760"/>
      </dsp:txXfrm>
    </dsp:sp>
    <dsp:sp modelId="{AB730413-7D25-4798-B974-8854236EEE95}">
      <dsp:nvSpPr>
        <dsp:cNvPr id="0" name=""/>
        <dsp:cNvSpPr/>
      </dsp:nvSpPr>
      <dsp:spPr>
        <a:xfrm>
          <a:off x="0" y="3292522"/>
          <a:ext cx="54102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47EC97-FF71-4864-BFDB-7FDBEDD4E7E1}">
      <dsp:nvSpPr>
        <dsp:cNvPr id="0" name=""/>
        <dsp:cNvSpPr/>
      </dsp:nvSpPr>
      <dsp:spPr>
        <a:xfrm>
          <a:off x="270510" y="3100642"/>
          <a:ext cx="378714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145" tIns="0" rIns="143145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Working on new process</a:t>
          </a:r>
          <a:endParaRPr lang="en-US" sz="2000" kern="1200" dirty="0"/>
        </a:p>
      </dsp:txBody>
      <dsp:txXfrm>
        <a:off x="270510" y="3100642"/>
        <a:ext cx="3787140" cy="383760"/>
      </dsp:txXfrm>
    </dsp:sp>
    <dsp:sp modelId="{2068E68F-8173-48BD-BFF4-DD25DA67A12F}">
      <dsp:nvSpPr>
        <dsp:cNvPr id="0" name=""/>
        <dsp:cNvSpPr/>
      </dsp:nvSpPr>
      <dsp:spPr>
        <a:xfrm>
          <a:off x="0" y="3882202"/>
          <a:ext cx="54102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CDE01C-18F3-4263-A911-1D8DC2284DFA}">
      <dsp:nvSpPr>
        <dsp:cNvPr id="0" name=""/>
        <dsp:cNvSpPr/>
      </dsp:nvSpPr>
      <dsp:spPr>
        <a:xfrm>
          <a:off x="270510" y="3690322"/>
          <a:ext cx="378714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145" tIns="0" rIns="143145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Manpower attrition</a:t>
          </a:r>
          <a:endParaRPr lang="en-US" sz="2000" kern="1200" dirty="0"/>
        </a:p>
      </dsp:txBody>
      <dsp:txXfrm>
        <a:off x="270510" y="3690322"/>
        <a:ext cx="3787140" cy="383760"/>
      </dsp:txXfrm>
    </dsp:sp>
    <dsp:sp modelId="{DFA1372F-4F07-46C7-8C29-2F0853A999B0}">
      <dsp:nvSpPr>
        <dsp:cNvPr id="0" name=""/>
        <dsp:cNvSpPr/>
      </dsp:nvSpPr>
      <dsp:spPr>
        <a:xfrm>
          <a:off x="0" y="4471882"/>
          <a:ext cx="54102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7E23D-C914-431F-AD24-16E9E09033E0}">
      <dsp:nvSpPr>
        <dsp:cNvPr id="0" name=""/>
        <dsp:cNvSpPr/>
      </dsp:nvSpPr>
      <dsp:spPr>
        <a:xfrm>
          <a:off x="270510" y="4280002"/>
          <a:ext cx="378714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145" tIns="0" rIns="143145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Slow performance</a:t>
          </a:r>
          <a:endParaRPr lang="en-US" sz="2000" kern="1200" dirty="0"/>
        </a:p>
      </dsp:txBody>
      <dsp:txXfrm>
        <a:off x="270510" y="4280002"/>
        <a:ext cx="3787140" cy="38376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BBB406B-CED1-45ED-BEE2-6C2B0BA15132}">
      <dsp:nvSpPr>
        <dsp:cNvPr id="0" name=""/>
        <dsp:cNvSpPr/>
      </dsp:nvSpPr>
      <dsp:spPr>
        <a:xfrm>
          <a:off x="0" y="354996"/>
          <a:ext cx="51054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08AAF1-FF28-4282-A618-F18EA0BBFE4A}">
      <dsp:nvSpPr>
        <dsp:cNvPr id="0" name=""/>
        <dsp:cNvSpPr/>
      </dsp:nvSpPr>
      <dsp:spPr>
        <a:xfrm>
          <a:off x="317862" y="179052"/>
          <a:ext cx="4324881" cy="3530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080" tIns="0" rIns="13508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The mid-course correction</a:t>
          </a:r>
          <a:endParaRPr lang="en-US" sz="2000" kern="1200" dirty="0"/>
        </a:p>
      </dsp:txBody>
      <dsp:txXfrm>
        <a:off x="317862" y="179052"/>
        <a:ext cx="4324881" cy="353063"/>
      </dsp:txXfrm>
    </dsp:sp>
    <dsp:sp modelId="{B3D3C04D-941A-4F00-812A-5807C0549F88}">
      <dsp:nvSpPr>
        <dsp:cNvPr id="0" name=""/>
        <dsp:cNvSpPr/>
      </dsp:nvSpPr>
      <dsp:spPr>
        <a:xfrm>
          <a:off x="0" y="898140"/>
          <a:ext cx="51054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6D8C0E-84A3-40A6-90E6-B5FD1F469EA5}">
      <dsp:nvSpPr>
        <dsp:cNvPr id="0" name=""/>
        <dsp:cNvSpPr/>
      </dsp:nvSpPr>
      <dsp:spPr>
        <a:xfrm>
          <a:off x="317862" y="722196"/>
          <a:ext cx="4324881" cy="3530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080" tIns="0" rIns="13508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Padded estimates generate distrust</a:t>
          </a:r>
          <a:endParaRPr lang="en-US" sz="2000" kern="1200" dirty="0"/>
        </a:p>
      </dsp:txBody>
      <dsp:txXfrm>
        <a:off x="317862" y="722196"/>
        <a:ext cx="4324881" cy="353063"/>
      </dsp:txXfrm>
    </dsp:sp>
    <dsp:sp modelId="{00C50D08-FAD0-4857-B5B5-5A509FCEE059}">
      <dsp:nvSpPr>
        <dsp:cNvPr id="0" name=""/>
        <dsp:cNvSpPr/>
      </dsp:nvSpPr>
      <dsp:spPr>
        <a:xfrm>
          <a:off x="0" y="1441284"/>
          <a:ext cx="51054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F3EDDC-4CE0-4EB7-9584-22341585F8F0}">
      <dsp:nvSpPr>
        <dsp:cNvPr id="0" name=""/>
        <dsp:cNvSpPr/>
      </dsp:nvSpPr>
      <dsp:spPr>
        <a:xfrm>
          <a:off x="317862" y="1265340"/>
          <a:ext cx="4324881" cy="3530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080" tIns="0" rIns="13508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Self-fulfilling prophecy</a:t>
          </a:r>
          <a:endParaRPr lang="en-US" sz="2000" kern="1200" dirty="0"/>
        </a:p>
      </dsp:txBody>
      <dsp:txXfrm>
        <a:off x="317862" y="1265340"/>
        <a:ext cx="4324881" cy="353063"/>
      </dsp:txXfrm>
    </dsp:sp>
    <dsp:sp modelId="{26EAE451-4E95-4A6F-A82B-4101D7560564}">
      <dsp:nvSpPr>
        <dsp:cNvPr id="0" name=""/>
        <dsp:cNvSpPr/>
      </dsp:nvSpPr>
      <dsp:spPr>
        <a:xfrm>
          <a:off x="0" y="1984428"/>
          <a:ext cx="51054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19385A-CD9C-415D-9F9A-05C6FA95CD81}">
      <dsp:nvSpPr>
        <dsp:cNvPr id="0" name=""/>
        <dsp:cNvSpPr/>
      </dsp:nvSpPr>
      <dsp:spPr>
        <a:xfrm>
          <a:off x="317862" y="1808484"/>
          <a:ext cx="4324881" cy="3530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080" tIns="0" rIns="13508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Working backward from a deadline</a:t>
          </a:r>
          <a:endParaRPr lang="en-US" sz="2000" kern="1200" dirty="0"/>
        </a:p>
      </dsp:txBody>
      <dsp:txXfrm>
        <a:off x="317862" y="1808484"/>
        <a:ext cx="4324881" cy="353063"/>
      </dsp:txXfrm>
    </dsp:sp>
    <dsp:sp modelId="{2C7B16C5-B8B8-4C3B-A5B9-0CE3F130870D}">
      <dsp:nvSpPr>
        <dsp:cNvPr id="0" name=""/>
        <dsp:cNvSpPr/>
      </dsp:nvSpPr>
      <dsp:spPr>
        <a:xfrm>
          <a:off x="0" y="2527571"/>
          <a:ext cx="51054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27FA35-AB6E-41E8-8E01-C094C31F8201}">
      <dsp:nvSpPr>
        <dsp:cNvPr id="0" name=""/>
        <dsp:cNvSpPr/>
      </dsp:nvSpPr>
      <dsp:spPr>
        <a:xfrm>
          <a:off x="317862" y="2351628"/>
          <a:ext cx="4324881" cy="3530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080" tIns="0" rIns="13508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Misunderstood predecessors</a:t>
          </a:r>
          <a:endParaRPr lang="en-US" sz="2000" kern="1200" dirty="0"/>
        </a:p>
      </dsp:txBody>
      <dsp:txXfrm>
        <a:off x="317862" y="2351628"/>
        <a:ext cx="4324881" cy="353063"/>
      </dsp:txXfrm>
    </dsp:sp>
    <dsp:sp modelId="{EA5BDE5D-8360-41EF-85C5-8087FA63D3C8}">
      <dsp:nvSpPr>
        <dsp:cNvPr id="0" name=""/>
        <dsp:cNvSpPr/>
      </dsp:nvSpPr>
      <dsp:spPr>
        <a:xfrm>
          <a:off x="0" y="3070715"/>
          <a:ext cx="51054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D04DD-D63E-4B6E-9D57-49085D82639A}">
      <dsp:nvSpPr>
        <dsp:cNvPr id="0" name=""/>
        <dsp:cNvSpPr/>
      </dsp:nvSpPr>
      <dsp:spPr>
        <a:xfrm>
          <a:off x="317864" y="2894771"/>
          <a:ext cx="4324881" cy="3530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080" tIns="0" rIns="13508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Iteration abuse</a:t>
          </a:r>
          <a:endParaRPr lang="en-US" sz="2000" kern="1200" dirty="0"/>
        </a:p>
      </dsp:txBody>
      <dsp:txXfrm>
        <a:off x="317864" y="2894771"/>
        <a:ext cx="4324881" cy="353063"/>
      </dsp:txXfrm>
    </dsp:sp>
    <dsp:sp modelId="{EA803572-2E51-45D8-9D48-FC8C1C1A0072}">
      <dsp:nvSpPr>
        <dsp:cNvPr id="0" name=""/>
        <dsp:cNvSpPr/>
      </dsp:nvSpPr>
      <dsp:spPr>
        <a:xfrm>
          <a:off x="0" y="3613859"/>
          <a:ext cx="51054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ADAEE9-ADF4-4C9D-8085-304639E318B1}">
      <dsp:nvSpPr>
        <dsp:cNvPr id="0" name=""/>
        <dsp:cNvSpPr/>
      </dsp:nvSpPr>
      <dsp:spPr>
        <a:xfrm>
          <a:off x="309696" y="3437915"/>
          <a:ext cx="4324881" cy="3530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080" tIns="0" rIns="13508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Problems are found too late</a:t>
          </a:r>
          <a:endParaRPr lang="en-US" sz="2000" kern="1200" dirty="0"/>
        </a:p>
      </dsp:txBody>
      <dsp:txXfrm>
        <a:off x="309696" y="3437915"/>
        <a:ext cx="4324881" cy="353063"/>
      </dsp:txXfrm>
    </dsp:sp>
    <dsp:sp modelId="{CB4F38F8-0CD0-4372-96B7-501CE60C12E6}">
      <dsp:nvSpPr>
        <dsp:cNvPr id="0" name=""/>
        <dsp:cNvSpPr/>
      </dsp:nvSpPr>
      <dsp:spPr>
        <a:xfrm>
          <a:off x="0" y="4157003"/>
          <a:ext cx="51054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7E1222-9E8C-4B56-8043-75FE870B8F52}">
      <dsp:nvSpPr>
        <dsp:cNvPr id="0" name=""/>
        <dsp:cNvSpPr/>
      </dsp:nvSpPr>
      <dsp:spPr>
        <a:xfrm>
          <a:off x="309696" y="3981059"/>
          <a:ext cx="4324881" cy="3530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080" tIns="0" rIns="13508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Big, useless meetings</a:t>
          </a:r>
          <a:endParaRPr lang="en-US" sz="2000" kern="1200" dirty="0"/>
        </a:p>
      </dsp:txBody>
      <dsp:txXfrm>
        <a:off x="309696" y="3981059"/>
        <a:ext cx="4324881" cy="353063"/>
      </dsp:txXfrm>
    </dsp:sp>
    <dsp:sp modelId="{C1907F9D-4C77-4014-A974-6D3DBBEBB99C}">
      <dsp:nvSpPr>
        <dsp:cNvPr id="0" name=""/>
        <dsp:cNvSpPr/>
      </dsp:nvSpPr>
      <dsp:spPr>
        <a:xfrm>
          <a:off x="0" y="4700147"/>
          <a:ext cx="51054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9830B2-7D86-4FEF-936E-8A343BD2CF2B}">
      <dsp:nvSpPr>
        <dsp:cNvPr id="0" name=""/>
        <dsp:cNvSpPr/>
      </dsp:nvSpPr>
      <dsp:spPr>
        <a:xfrm>
          <a:off x="309696" y="4524203"/>
          <a:ext cx="4324881" cy="3530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080" tIns="0" rIns="13508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The indispensable "hero"</a:t>
          </a:r>
          <a:endParaRPr lang="en-US" sz="2000" kern="1200" dirty="0"/>
        </a:p>
      </dsp:txBody>
      <dsp:txXfrm>
        <a:off x="309696" y="4524203"/>
        <a:ext cx="4324881" cy="353063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DE2EFF4-782B-4F1E-B619-6A426CC2197B}">
      <dsp:nvSpPr>
        <dsp:cNvPr id="0" name=""/>
        <dsp:cNvSpPr/>
      </dsp:nvSpPr>
      <dsp:spPr>
        <a:xfrm rot="16200000">
          <a:off x="1022350" y="-1022350"/>
          <a:ext cx="2032000" cy="40767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Strengths</a:t>
          </a:r>
          <a:endParaRPr lang="en-US" sz="32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Skills, prices, motivation, resources</a:t>
          </a:r>
          <a:r>
            <a:rPr lang="en-US" sz="3200" kern="1200" dirty="0" smtClean="0"/>
            <a:t> </a:t>
          </a:r>
          <a:endParaRPr lang="en-US" sz="3200" kern="1200" dirty="0"/>
        </a:p>
      </dsp:txBody>
      <dsp:txXfrm rot="16200000">
        <a:off x="1276350" y="-1276350"/>
        <a:ext cx="1524000" cy="4076700"/>
      </dsp:txXfrm>
    </dsp:sp>
    <dsp:sp modelId="{A2F274AF-00E5-4D62-BE4E-BB414B545A0F}">
      <dsp:nvSpPr>
        <dsp:cNvPr id="0" name=""/>
        <dsp:cNvSpPr/>
      </dsp:nvSpPr>
      <dsp:spPr>
        <a:xfrm>
          <a:off x="4038582" y="0"/>
          <a:ext cx="4076700" cy="2032000"/>
        </a:xfrm>
        <a:prstGeom prst="round1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Weaknesses</a:t>
          </a:r>
          <a:endParaRPr lang="en-US" sz="32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Experiences, skills, time</a:t>
          </a:r>
          <a:endParaRPr lang="en-US" sz="2400" kern="1200" dirty="0"/>
        </a:p>
      </dsp:txBody>
      <dsp:txXfrm>
        <a:off x="4038582" y="0"/>
        <a:ext cx="4076700" cy="1524000"/>
      </dsp:txXfrm>
    </dsp:sp>
    <dsp:sp modelId="{F7225838-D739-4C5C-9DDA-E1BE27125925}">
      <dsp:nvSpPr>
        <dsp:cNvPr id="0" name=""/>
        <dsp:cNvSpPr/>
      </dsp:nvSpPr>
      <dsp:spPr>
        <a:xfrm rot="10800000">
          <a:off x="0" y="2032000"/>
          <a:ext cx="4076700" cy="2032000"/>
        </a:xfrm>
        <a:prstGeom prst="round1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Opportunities</a:t>
          </a:r>
          <a:endParaRPr lang="en-US" sz="32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Learning, skill and knowledge improvement</a:t>
          </a:r>
          <a:endParaRPr lang="en-US" sz="2400" kern="1200" dirty="0"/>
        </a:p>
      </dsp:txBody>
      <dsp:txXfrm rot="10800000">
        <a:off x="0" y="2539999"/>
        <a:ext cx="4076700" cy="1524000"/>
      </dsp:txXfrm>
    </dsp:sp>
    <dsp:sp modelId="{4BCE56C9-2AB2-4E2E-9D0D-076E86A813DB}">
      <dsp:nvSpPr>
        <dsp:cNvPr id="0" name=""/>
        <dsp:cNvSpPr/>
      </dsp:nvSpPr>
      <dsp:spPr>
        <a:xfrm rot="5400000">
          <a:off x="5099050" y="1009650"/>
          <a:ext cx="2032000" cy="4076700"/>
        </a:xfrm>
        <a:prstGeom prst="round1Rect">
          <a:avLst/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Threats</a:t>
          </a:r>
          <a:endParaRPr lang="en-US" sz="32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Competitors, changes, team work</a:t>
          </a:r>
          <a:endParaRPr lang="en-US" sz="2400" kern="1200" dirty="0"/>
        </a:p>
      </dsp:txBody>
      <dsp:txXfrm rot="5400000">
        <a:off x="5353050" y="1263649"/>
        <a:ext cx="1524000" cy="4076700"/>
      </dsp:txXfrm>
    </dsp:sp>
    <dsp:sp modelId="{7B0CC69E-1355-42D9-95CF-A90AEB5D2F3D}">
      <dsp:nvSpPr>
        <dsp:cNvPr id="0" name=""/>
        <dsp:cNvSpPr/>
      </dsp:nvSpPr>
      <dsp:spPr>
        <a:xfrm>
          <a:off x="2547937" y="1447800"/>
          <a:ext cx="3057525" cy="1168399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Objective</a:t>
          </a:r>
          <a:endParaRPr lang="en-US" sz="3600" kern="1200" dirty="0"/>
        </a:p>
      </dsp:txBody>
      <dsp:txXfrm>
        <a:off x="2547937" y="1447800"/>
        <a:ext cx="3057525" cy="1168399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54C901A-F4F3-405E-892E-9622EE447C26}">
      <dsp:nvSpPr>
        <dsp:cNvPr id="0" name=""/>
        <dsp:cNvSpPr/>
      </dsp:nvSpPr>
      <dsp:spPr>
        <a:xfrm>
          <a:off x="1148246" y="995928"/>
          <a:ext cx="864319" cy="432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Unclear requirements</a:t>
          </a:r>
          <a:endParaRPr lang="en-US" sz="1100" kern="1200" dirty="0"/>
        </a:p>
      </dsp:txBody>
      <dsp:txXfrm>
        <a:off x="1148246" y="995928"/>
        <a:ext cx="864319" cy="432159"/>
      </dsp:txXfrm>
    </dsp:sp>
    <dsp:sp modelId="{2B4658E2-3D26-45A4-ADFB-572458950F26}">
      <dsp:nvSpPr>
        <dsp:cNvPr id="0" name=""/>
        <dsp:cNvSpPr/>
      </dsp:nvSpPr>
      <dsp:spPr>
        <a:xfrm rot="17692822">
          <a:off x="1774557" y="825955"/>
          <a:ext cx="82174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821742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7692822">
        <a:off x="2164885" y="818726"/>
        <a:ext cx="41087" cy="41087"/>
      </dsp:txXfrm>
    </dsp:sp>
    <dsp:sp modelId="{D3435A7C-3C05-4D2F-8A91-9ED2EED52275}">
      <dsp:nvSpPr>
        <dsp:cNvPr id="0" name=""/>
        <dsp:cNvSpPr/>
      </dsp:nvSpPr>
      <dsp:spPr>
        <a:xfrm>
          <a:off x="2358293" y="250452"/>
          <a:ext cx="864319" cy="4321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Acceptance</a:t>
          </a:r>
          <a:endParaRPr lang="en-US" sz="1100" kern="1200" dirty="0"/>
        </a:p>
      </dsp:txBody>
      <dsp:txXfrm>
        <a:off x="2358293" y="250452"/>
        <a:ext cx="864319" cy="432159"/>
      </dsp:txXfrm>
    </dsp:sp>
    <dsp:sp modelId="{7EC3C314-3A2D-4A49-A598-F47B65087713}">
      <dsp:nvSpPr>
        <dsp:cNvPr id="0" name=""/>
        <dsp:cNvSpPr/>
      </dsp:nvSpPr>
      <dsp:spPr>
        <a:xfrm rot="19457599">
          <a:off x="3182593" y="328971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3384832" y="331642"/>
        <a:ext cx="21288" cy="21288"/>
      </dsp:txXfrm>
    </dsp:sp>
    <dsp:sp modelId="{78F40A78-D6C6-4C1F-A569-FBC71705B4FC}">
      <dsp:nvSpPr>
        <dsp:cNvPr id="0" name=""/>
        <dsp:cNvSpPr/>
      </dsp:nvSpPr>
      <dsp:spPr>
        <a:xfrm>
          <a:off x="3568340" y="1961"/>
          <a:ext cx="864319" cy="43215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70%</a:t>
          </a:r>
          <a:endParaRPr lang="en-US" sz="1100" kern="1200" dirty="0"/>
        </a:p>
      </dsp:txBody>
      <dsp:txXfrm>
        <a:off x="3568340" y="1961"/>
        <a:ext cx="864319" cy="432159"/>
      </dsp:txXfrm>
    </dsp:sp>
    <dsp:sp modelId="{D1CF3E81-97D3-4ADB-B1A7-A6D41761BD5C}">
      <dsp:nvSpPr>
        <dsp:cNvPr id="0" name=""/>
        <dsp:cNvSpPr/>
      </dsp:nvSpPr>
      <dsp:spPr>
        <a:xfrm>
          <a:off x="4432659" y="204725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596880" y="209397"/>
        <a:ext cx="17286" cy="17286"/>
      </dsp:txXfrm>
    </dsp:sp>
    <dsp:sp modelId="{A65EE4EC-D31B-4EB0-BCAE-FB4A6A0A64AB}">
      <dsp:nvSpPr>
        <dsp:cNvPr id="0" name=""/>
        <dsp:cNvSpPr/>
      </dsp:nvSpPr>
      <dsp:spPr>
        <a:xfrm>
          <a:off x="4778387" y="1961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$3000</a:t>
          </a:r>
          <a:endParaRPr lang="en-US" sz="1100" kern="1200" dirty="0"/>
        </a:p>
      </dsp:txBody>
      <dsp:txXfrm>
        <a:off x="4778387" y="1961"/>
        <a:ext cx="864319" cy="432159"/>
      </dsp:txXfrm>
    </dsp:sp>
    <dsp:sp modelId="{0A258AEB-6B7C-40EC-863B-A957AF55C093}">
      <dsp:nvSpPr>
        <dsp:cNvPr id="0" name=""/>
        <dsp:cNvSpPr/>
      </dsp:nvSpPr>
      <dsp:spPr>
        <a:xfrm rot="2662776">
          <a:off x="3153614" y="622377"/>
          <a:ext cx="483723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83723" y="133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662776">
        <a:off x="3383383" y="623599"/>
        <a:ext cx="24186" cy="24186"/>
      </dsp:txXfrm>
    </dsp:sp>
    <dsp:sp modelId="{CE5E64B8-A9C1-4CBE-8596-A5F2FEA22CE7}">
      <dsp:nvSpPr>
        <dsp:cNvPr id="0" name=""/>
        <dsp:cNvSpPr/>
      </dsp:nvSpPr>
      <dsp:spPr>
        <a:xfrm>
          <a:off x="3568340" y="588773"/>
          <a:ext cx="864319" cy="43215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30%</a:t>
          </a:r>
          <a:endParaRPr lang="en-US" sz="1100" kern="1200" dirty="0"/>
        </a:p>
      </dsp:txBody>
      <dsp:txXfrm>
        <a:off x="3568340" y="588773"/>
        <a:ext cx="864319" cy="432159"/>
      </dsp:txXfrm>
    </dsp:sp>
    <dsp:sp modelId="{1DD3233B-8342-4AF6-A15B-2C9B3DA76C77}">
      <dsp:nvSpPr>
        <dsp:cNvPr id="0" name=""/>
        <dsp:cNvSpPr/>
      </dsp:nvSpPr>
      <dsp:spPr>
        <a:xfrm rot="20726111">
          <a:off x="4426920" y="746623"/>
          <a:ext cx="35720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5720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0726111">
        <a:off x="4596593" y="751008"/>
        <a:ext cx="17860" cy="17860"/>
      </dsp:txXfrm>
    </dsp:sp>
    <dsp:sp modelId="{9E1D321B-C493-4D25-B293-27C1DEAABFEA}">
      <dsp:nvSpPr>
        <dsp:cNvPr id="0" name=""/>
        <dsp:cNvSpPr/>
      </dsp:nvSpPr>
      <dsp:spPr>
        <a:xfrm>
          <a:off x="4778387" y="498944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$0</a:t>
          </a:r>
          <a:endParaRPr lang="en-US" sz="1100" kern="1200" dirty="0"/>
        </a:p>
      </dsp:txBody>
      <dsp:txXfrm>
        <a:off x="4778387" y="498944"/>
        <a:ext cx="864319" cy="432159"/>
      </dsp:txXfrm>
    </dsp:sp>
    <dsp:sp modelId="{F624E54A-D98D-4D24-8AF3-EFCA4A86C38E}">
      <dsp:nvSpPr>
        <dsp:cNvPr id="0" name=""/>
        <dsp:cNvSpPr/>
      </dsp:nvSpPr>
      <dsp:spPr>
        <a:xfrm rot="3907178">
          <a:off x="1774557" y="1571430"/>
          <a:ext cx="82174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821742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3907178">
        <a:off x="2164885" y="1564202"/>
        <a:ext cx="41087" cy="41087"/>
      </dsp:txXfrm>
    </dsp:sp>
    <dsp:sp modelId="{C8B94F0F-0609-48E2-A23C-768463AE80FA}">
      <dsp:nvSpPr>
        <dsp:cNvPr id="0" name=""/>
        <dsp:cNvSpPr/>
      </dsp:nvSpPr>
      <dsp:spPr>
        <a:xfrm>
          <a:off x="2358293" y="1741403"/>
          <a:ext cx="864319" cy="4321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Mitigation</a:t>
          </a:r>
          <a:endParaRPr lang="en-US" sz="1100" kern="1200" dirty="0"/>
        </a:p>
      </dsp:txBody>
      <dsp:txXfrm>
        <a:off x="2358293" y="1741403"/>
        <a:ext cx="864319" cy="432159"/>
      </dsp:txXfrm>
    </dsp:sp>
    <dsp:sp modelId="{B0169B9C-24A2-445C-BC25-4B1D279F2B33}">
      <dsp:nvSpPr>
        <dsp:cNvPr id="0" name=""/>
        <dsp:cNvSpPr/>
      </dsp:nvSpPr>
      <dsp:spPr>
        <a:xfrm rot="18289469">
          <a:off x="3092771" y="1695676"/>
          <a:ext cx="60540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5409" y="133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8289469">
        <a:off x="3380341" y="1693856"/>
        <a:ext cx="30270" cy="30270"/>
      </dsp:txXfrm>
    </dsp:sp>
    <dsp:sp modelId="{38511CCA-684B-4597-95F1-C4F73B9D9489}">
      <dsp:nvSpPr>
        <dsp:cNvPr id="0" name=""/>
        <dsp:cNvSpPr/>
      </dsp:nvSpPr>
      <dsp:spPr>
        <a:xfrm>
          <a:off x="3568340" y="1244420"/>
          <a:ext cx="864319" cy="4321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smtClean="0"/>
            <a:t>Assumptions</a:t>
          </a:r>
          <a:endParaRPr lang="en-US" sz="1100" kern="1200" dirty="0"/>
        </a:p>
      </dsp:txBody>
      <dsp:txXfrm>
        <a:off x="3568340" y="1244420"/>
        <a:ext cx="864319" cy="432159"/>
      </dsp:txXfrm>
    </dsp:sp>
    <dsp:sp modelId="{2ED2DB55-D54D-4319-A5C9-EC139C03EADD}">
      <dsp:nvSpPr>
        <dsp:cNvPr id="0" name=""/>
        <dsp:cNvSpPr/>
      </dsp:nvSpPr>
      <dsp:spPr>
        <a:xfrm rot="19457599">
          <a:off x="4392641" y="1322938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4594879" y="1325609"/>
        <a:ext cx="21288" cy="21288"/>
      </dsp:txXfrm>
    </dsp:sp>
    <dsp:sp modelId="{8450AC17-5396-4DAA-A89A-DA912892A1A5}">
      <dsp:nvSpPr>
        <dsp:cNvPr id="0" name=""/>
        <dsp:cNvSpPr/>
      </dsp:nvSpPr>
      <dsp:spPr>
        <a:xfrm>
          <a:off x="4778387" y="995928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40%</a:t>
          </a:r>
          <a:endParaRPr lang="en-US" sz="1100" kern="1200" dirty="0"/>
        </a:p>
      </dsp:txBody>
      <dsp:txXfrm>
        <a:off x="4778387" y="995928"/>
        <a:ext cx="864319" cy="432159"/>
      </dsp:txXfrm>
    </dsp:sp>
    <dsp:sp modelId="{B54BE9A8-5D40-4CBB-93E2-3E2183EAFF5E}">
      <dsp:nvSpPr>
        <dsp:cNvPr id="0" name=""/>
        <dsp:cNvSpPr/>
      </dsp:nvSpPr>
      <dsp:spPr>
        <a:xfrm>
          <a:off x="5642706" y="1198692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806927" y="1203364"/>
        <a:ext cx="17286" cy="17286"/>
      </dsp:txXfrm>
    </dsp:sp>
    <dsp:sp modelId="{DFB32975-0783-4F9C-AE2C-E0BD5338E9FC}">
      <dsp:nvSpPr>
        <dsp:cNvPr id="0" name=""/>
        <dsp:cNvSpPr/>
      </dsp:nvSpPr>
      <dsp:spPr>
        <a:xfrm>
          <a:off x="5988434" y="995928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$3400</a:t>
          </a:r>
          <a:endParaRPr lang="en-US" sz="1100" kern="1200" dirty="0"/>
        </a:p>
      </dsp:txBody>
      <dsp:txXfrm>
        <a:off x="5988434" y="995928"/>
        <a:ext cx="864319" cy="432159"/>
      </dsp:txXfrm>
    </dsp:sp>
    <dsp:sp modelId="{016EB0DF-4FA8-49A8-B053-9BFDBA4F7A9F}">
      <dsp:nvSpPr>
        <dsp:cNvPr id="0" name=""/>
        <dsp:cNvSpPr/>
      </dsp:nvSpPr>
      <dsp:spPr>
        <a:xfrm rot="2142401">
          <a:off x="4392641" y="1571430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142401">
        <a:off x="4594879" y="1574101"/>
        <a:ext cx="21288" cy="21288"/>
      </dsp:txXfrm>
    </dsp:sp>
    <dsp:sp modelId="{DAFB57D6-0813-45CD-8D38-52C9EC9B0D9D}">
      <dsp:nvSpPr>
        <dsp:cNvPr id="0" name=""/>
        <dsp:cNvSpPr/>
      </dsp:nvSpPr>
      <dsp:spPr>
        <a:xfrm>
          <a:off x="4778387" y="1492911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60%</a:t>
          </a:r>
          <a:endParaRPr lang="en-US" sz="1100" kern="1200" dirty="0"/>
        </a:p>
      </dsp:txBody>
      <dsp:txXfrm>
        <a:off x="4778387" y="1492911"/>
        <a:ext cx="864319" cy="432159"/>
      </dsp:txXfrm>
    </dsp:sp>
    <dsp:sp modelId="{01C411F4-FA10-4C04-80F7-9C0E2B3BBB75}">
      <dsp:nvSpPr>
        <dsp:cNvPr id="0" name=""/>
        <dsp:cNvSpPr/>
      </dsp:nvSpPr>
      <dsp:spPr>
        <a:xfrm>
          <a:off x="5642706" y="1695676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806927" y="1700348"/>
        <a:ext cx="17286" cy="17286"/>
      </dsp:txXfrm>
    </dsp:sp>
    <dsp:sp modelId="{A2AB8BB6-7D67-4939-BD17-9C75F9C86A66}">
      <dsp:nvSpPr>
        <dsp:cNvPr id="0" name=""/>
        <dsp:cNvSpPr/>
      </dsp:nvSpPr>
      <dsp:spPr>
        <a:xfrm>
          <a:off x="5988434" y="1492911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$400</a:t>
          </a:r>
          <a:endParaRPr lang="en-US" sz="1100" kern="1200" dirty="0"/>
        </a:p>
      </dsp:txBody>
      <dsp:txXfrm>
        <a:off x="5988434" y="1492911"/>
        <a:ext cx="864319" cy="432159"/>
      </dsp:txXfrm>
    </dsp:sp>
    <dsp:sp modelId="{48D138CD-11A0-424C-845F-C44754C25D61}">
      <dsp:nvSpPr>
        <dsp:cNvPr id="0" name=""/>
        <dsp:cNvSpPr/>
      </dsp:nvSpPr>
      <dsp:spPr>
        <a:xfrm rot="3310531">
          <a:off x="3092771" y="2192659"/>
          <a:ext cx="60540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5409" y="133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3310531">
        <a:off x="3380341" y="2190840"/>
        <a:ext cx="30270" cy="30270"/>
      </dsp:txXfrm>
    </dsp:sp>
    <dsp:sp modelId="{8C353D0C-1AD6-4AA8-AD62-B00D092E747E}">
      <dsp:nvSpPr>
        <dsp:cNvPr id="0" name=""/>
        <dsp:cNvSpPr/>
      </dsp:nvSpPr>
      <dsp:spPr>
        <a:xfrm>
          <a:off x="3568340" y="2238387"/>
          <a:ext cx="864319" cy="4321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Prototype</a:t>
          </a:r>
          <a:endParaRPr lang="en-US" sz="1100" kern="1200" dirty="0"/>
        </a:p>
      </dsp:txBody>
      <dsp:txXfrm>
        <a:off x="3568340" y="2238387"/>
        <a:ext cx="864319" cy="432159"/>
      </dsp:txXfrm>
    </dsp:sp>
    <dsp:sp modelId="{8DF89492-B83E-486E-8099-02592243698B}">
      <dsp:nvSpPr>
        <dsp:cNvPr id="0" name=""/>
        <dsp:cNvSpPr/>
      </dsp:nvSpPr>
      <dsp:spPr>
        <a:xfrm rot="19457599">
          <a:off x="4392641" y="2316905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4594879" y="2319577"/>
        <a:ext cx="21288" cy="21288"/>
      </dsp:txXfrm>
    </dsp:sp>
    <dsp:sp modelId="{0A0D1F94-9288-4113-80E6-2390FAB84146}">
      <dsp:nvSpPr>
        <dsp:cNvPr id="0" name=""/>
        <dsp:cNvSpPr/>
      </dsp:nvSpPr>
      <dsp:spPr>
        <a:xfrm>
          <a:off x="4778387" y="1989895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5%</a:t>
          </a:r>
          <a:endParaRPr lang="en-US" sz="1100" kern="1200" dirty="0"/>
        </a:p>
      </dsp:txBody>
      <dsp:txXfrm>
        <a:off x="4778387" y="1989895"/>
        <a:ext cx="864319" cy="432159"/>
      </dsp:txXfrm>
    </dsp:sp>
    <dsp:sp modelId="{A4A41E24-1710-413F-8073-45F73FE1BAF7}">
      <dsp:nvSpPr>
        <dsp:cNvPr id="0" name=""/>
        <dsp:cNvSpPr/>
      </dsp:nvSpPr>
      <dsp:spPr>
        <a:xfrm>
          <a:off x="5642706" y="2192659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806927" y="2197332"/>
        <a:ext cx="17286" cy="17286"/>
      </dsp:txXfrm>
    </dsp:sp>
    <dsp:sp modelId="{90899F0D-6916-42AF-8F60-85B260A5FC8E}">
      <dsp:nvSpPr>
        <dsp:cNvPr id="0" name=""/>
        <dsp:cNvSpPr/>
      </dsp:nvSpPr>
      <dsp:spPr>
        <a:xfrm>
          <a:off x="5988434" y="1989895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$4000</a:t>
          </a:r>
          <a:endParaRPr lang="en-US" sz="1100" kern="1200" dirty="0"/>
        </a:p>
      </dsp:txBody>
      <dsp:txXfrm>
        <a:off x="5988434" y="1989895"/>
        <a:ext cx="864319" cy="432159"/>
      </dsp:txXfrm>
    </dsp:sp>
    <dsp:sp modelId="{6C38A9B5-D9F0-4432-85F0-2524A7E6C11F}">
      <dsp:nvSpPr>
        <dsp:cNvPr id="0" name=""/>
        <dsp:cNvSpPr/>
      </dsp:nvSpPr>
      <dsp:spPr>
        <a:xfrm rot="2142401">
          <a:off x="4392641" y="2565397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142401">
        <a:off x="4594879" y="2568069"/>
        <a:ext cx="21288" cy="21288"/>
      </dsp:txXfrm>
    </dsp:sp>
    <dsp:sp modelId="{4E6DB958-A692-441A-A523-7E44535EE9AE}">
      <dsp:nvSpPr>
        <dsp:cNvPr id="0" name=""/>
        <dsp:cNvSpPr/>
      </dsp:nvSpPr>
      <dsp:spPr>
        <a:xfrm>
          <a:off x="4778387" y="2486879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95%</a:t>
          </a:r>
          <a:endParaRPr lang="en-US" sz="1100" kern="1200" dirty="0"/>
        </a:p>
      </dsp:txBody>
      <dsp:txXfrm>
        <a:off x="4778387" y="2486879"/>
        <a:ext cx="864319" cy="432159"/>
      </dsp:txXfrm>
    </dsp:sp>
    <dsp:sp modelId="{720ABD83-2CE2-4D23-8157-592C11917906}">
      <dsp:nvSpPr>
        <dsp:cNvPr id="0" name=""/>
        <dsp:cNvSpPr/>
      </dsp:nvSpPr>
      <dsp:spPr>
        <a:xfrm>
          <a:off x="5642706" y="2689643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806927" y="2694315"/>
        <a:ext cx="17286" cy="17286"/>
      </dsp:txXfrm>
    </dsp:sp>
    <dsp:sp modelId="{03E6E7DD-EF88-4C38-8A26-7C7CAA80BFED}">
      <dsp:nvSpPr>
        <dsp:cNvPr id="0" name=""/>
        <dsp:cNvSpPr/>
      </dsp:nvSpPr>
      <dsp:spPr>
        <a:xfrm>
          <a:off x="5988434" y="2486879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$1000</a:t>
          </a:r>
          <a:endParaRPr lang="en-US" sz="1100" kern="1200" dirty="0"/>
        </a:p>
      </dsp:txBody>
      <dsp:txXfrm>
        <a:off x="5988434" y="2486879"/>
        <a:ext cx="864319" cy="432159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54C901A-F4F3-405E-892E-9622EE447C26}">
      <dsp:nvSpPr>
        <dsp:cNvPr id="0" name=""/>
        <dsp:cNvSpPr/>
      </dsp:nvSpPr>
      <dsp:spPr>
        <a:xfrm>
          <a:off x="1148246" y="995928"/>
          <a:ext cx="864319" cy="432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Unclear requirements</a:t>
          </a:r>
          <a:endParaRPr lang="en-US" sz="1100" kern="1200" dirty="0"/>
        </a:p>
      </dsp:txBody>
      <dsp:txXfrm>
        <a:off x="1148246" y="995928"/>
        <a:ext cx="864319" cy="432159"/>
      </dsp:txXfrm>
    </dsp:sp>
    <dsp:sp modelId="{2B4658E2-3D26-45A4-ADFB-572458950F26}">
      <dsp:nvSpPr>
        <dsp:cNvPr id="0" name=""/>
        <dsp:cNvSpPr/>
      </dsp:nvSpPr>
      <dsp:spPr>
        <a:xfrm rot="17692822">
          <a:off x="1774557" y="825955"/>
          <a:ext cx="82174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821742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7692822">
        <a:off x="2164885" y="818726"/>
        <a:ext cx="41087" cy="41087"/>
      </dsp:txXfrm>
    </dsp:sp>
    <dsp:sp modelId="{D3435A7C-3C05-4D2F-8A91-9ED2EED52275}">
      <dsp:nvSpPr>
        <dsp:cNvPr id="0" name=""/>
        <dsp:cNvSpPr/>
      </dsp:nvSpPr>
      <dsp:spPr>
        <a:xfrm>
          <a:off x="2358293" y="250452"/>
          <a:ext cx="864319" cy="4321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Acceptance</a:t>
          </a:r>
          <a:endParaRPr lang="en-US" sz="1100" kern="1200" dirty="0"/>
        </a:p>
      </dsp:txBody>
      <dsp:txXfrm>
        <a:off x="2358293" y="250452"/>
        <a:ext cx="864319" cy="432159"/>
      </dsp:txXfrm>
    </dsp:sp>
    <dsp:sp modelId="{7EC3C314-3A2D-4A49-A598-F47B65087713}">
      <dsp:nvSpPr>
        <dsp:cNvPr id="0" name=""/>
        <dsp:cNvSpPr/>
      </dsp:nvSpPr>
      <dsp:spPr>
        <a:xfrm rot="19457599">
          <a:off x="3182593" y="328971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3384832" y="331642"/>
        <a:ext cx="21288" cy="21288"/>
      </dsp:txXfrm>
    </dsp:sp>
    <dsp:sp modelId="{78F40A78-D6C6-4C1F-A569-FBC71705B4FC}">
      <dsp:nvSpPr>
        <dsp:cNvPr id="0" name=""/>
        <dsp:cNvSpPr/>
      </dsp:nvSpPr>
      <dsp:spPr>
        <a:xfrm>
          <a:off x="3568340" y="1961"/>
          <a:ext cx="864319" cy="43215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70%</a:t>
          </a:r>
          <a:endParaRPr lang="en-US" sz="1100" kern="1200" dirty="0"/>
        </a:p>
      </dsp:txBody>
      <dsp:txXfrm>
        <a:off x="3568340" y="1961"/>
        <a:ext cx="864319" cy="432159"/>
      </dsp:txXfrm>
    </dsp:sp>
    <dsp:sp modelId="{D1CF3E81-97D3-4ADB-B1A7-A6D41761BD5C}">
      <dsp:nvSpPr>
        <dsp:cNvPr id="0" name=""/>
        <dsp:cNvSpPr/>
      </dsp:nvSpPr>
      <dsp:spPr>
        <a:xfrm>
          <a:off x="4432659" y="204725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596880" y="209397"/>
        <a:ext cx="17286" cy="17286"/>
      </dsp:txXfrm>
    </dsp:sp>
    <dsp:sp modelId="{A65EE4EC-D31B-4EB0-BCAE-FB4A6A0A64AB}">
      <dsp:nvSpPr>
        <dsp:cNvPr id="0" name=""/>
        <dsp:cNvSpPr/>
      </dsp:nvSpPr>
      <dsp:spPr>
        <a:xfrm>
          <a:off x="4778387" y="1961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$3000</a:t>
          </a:r>
          <a:endParaRPr lang="en-US" sz="1100" kern="1200" dirty="0"/>
        </a:p>
      </dsp:txBody>
      <dsp:txXfrm>
        <a:off x="4778387" y="1961"/>
        <a:ext cx="864319" cy="432159"/>
      </dsp:txXfrm>
    </dsp:sp>
    <dsp:sp modelId="{0A258AEB-6B7C-40EC-863B-A957AF55C093}">
      <dsp:nvSpPr>
        <dsp:cNvPr id="0" name=""/>
        <dsp:cNvSpPr/>
      </dsp:nvSpPr>
      <dsp:spPr>
        <a:xfrm rot="2662776">
          <a:off x="3153614" y="622377"/>
          <a:ext cx="483723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83723" y="133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662776">
        <a:off x="3383383" y="623599"/>
        <a:ext cx="24186" cy="24186"/>
      </dsp:txXfrm>
    </dsp:sp>
    <dsp:sp modelId="{CE5E64B8-A9C1-4CBE-8596-A5F2FEA22CE7}">
      <dsp:nvSpPr>
        <dsp:cNvPr id="0" name=""/>
        <dsp:cNvSpPr/>
      </dsp:nvSpPr>
      <dsp:spPr>
        <a:xfrm>
          <a:off x="3568340" y="588773"/>
          <a:ext cx="864319" cy="43215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30%</a:t>
          </a:r>
          <a:endParaRPr lang="en-US" sz="1100" kern="1200" dirty="0"/>
        </a:p>
      </dsp:txBody>
      <dsp:txXfrm>
        <a:off x="3568340" y="588773"/>
        <a:ext cx="864319" cy="432159"/>
      </dsp:txXfrm>
    </dsp:sp>
    <dsp:sp modelId="{1DD3233B-8342-4AF6-A15B-2C9B3DA76C77}">
      <dsp:nvSpPr>
        <dsp:cNvPr id="0" name=""/>
        <dsp:cNvSpPr/>
      </dsp:nvSpPr>
      <dsp:spPr>
        <a:xfrm rot="20726111">
          <a:off x="4426920" y="746623"/>
          <a:ext cx="35720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5720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0726111">
        <a:off x="4596593" y="751008"/>
        <a:ext cx="17860" cy="17860"/>
      </dsp:txXfrm>
    </dsp:sp>
    <dsp:sp modelId="{9E1D321B-C493-4D25-B293-27C1DEAABFEA}">
      <dsp:nvSpPr>
        <dsp:cNvPr id="0" name=""/>
        <dsp:cNvSpPr/>
      </dsp:nvSpPr>
      <dsp:spPr>
        <a:xfrm>
          <a:off x="4778387" y="498944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$0</a:t>
          </a:r>
          <a:endParaRPr lang="en-US" sz="1100" kern="1200" dirty="0"/>
        </a:p>
      </dsp:txBody>
      <dsp:txXfrm>
        <a:off x="4778387" y="498944"/>
        <a:ext cx="864319" cy="432159"/>
      </dsp:txXfrm>
    </dsp:sp>
    <dsp:sp modelId="{F624E54A-D98D-4D24-8AF3-EFCA4A86C38E}">
      <dsp:nvSpPr>
        <dsp:cNvPr id="0" name=""/>
        <dsp:cNvSpPr/>
      </dsp:nvSpPr>
      <dsp:spPr>
        <a:xfrm rot="3907178">
          <a:off x="1774557" y="1571430"/>
          <a:ext cx="82174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821742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3907178">
        <a:off x="2164885" y="1564202"/>
        <a:ext cx="41087" cy="41087"/>
      </dsp:txXfrm>
    </dsp:sp>
    <dsp:sp modelId="{C8B94F0F-0609-48E2-A23C-768463AE80FA}">
      <dsp:nvSpPr>
        <dsp:cNvPr id="0" name=""/>
        <dsp:cNvSpPr/>
      </dsp:nvSpPr>
      <dsp:spPr>
        <a:xfrm>
          <a:off x="2358293" y="1741403"/>
          <a:ext cx="864319" cy="4321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Mitigation</a:t>
          </a:r>
          <a:endParaRPr lang="en-US" sz="1100" kern="1200" dirty="0"/>
        </a:p>
      </dsp:txBody>
      <dsp:txXfrm>
        <a:off x="2358293" y="1741403"/>
        <a:ext cx="864319" cy="432159"/>
      </dsp:txXfrm>
    </dsp:sp>
    <dsp:sp modelId="{B0169B9C-24A2-445C-BC25-4B1D279F2B33}">
      <dsp:nvSpPr>
        <dsp:cNvPr id="0" name=""/>
        <dsp:cNvSpPr/>
      </dsp:nvSpPr>
      <dsp:spPr>
        <a:xfrm rot="18289469">
          <a:off x="3092771" y="1695676"/>
          <a:ext cx="60540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5409" y="133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8289469">
        <a:off x="3380341" y="1693856"/>
        <a:ext cx="30270" cy="30270"/>
      </dsp:txXfrm>
    </dsp:sp>
    <dsp:sp modelId="{38511CCA-684B-4597-95F1-C4F73B9D9489}">
      <dsp:nvSpPr>
        <dsp:cNvPr id="0" name=""/>
        <dsp:cNvSpPr/>
      </dsp:nvSpPr>
      <dsp:spPr>
        <a:xfrm>
          <a:off x="3568340" y="1244420"/>
          <a:ext cx="864319" cy="4321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Assumptions</a:t>
          </a:r>
          <a:endParaRPr lang="en-US" sz="1100" kern="1200" dirty="0"/>
        </a:p>
      </dsp:txBody>
      <dsp:txXfrm>
        <a:off x="3568340" y="1244420"/>
        <a:ext cx="864319" cy="432159"/>
      </dsp:txXfrm>
    </dsp:sp>
    <dsp:sp modelId="{2ED2DB55-D54D-4319-A5C9-EC139C03EADD}">
      <dsp:nvSpPr>
        <dsp:cNvPr id="0" name=""/>
        <dsp:cNvSpPr/>
      </dsp:nvSpPr>
      <dsp:spPr>
        <a:xfrm rot="19457599">
          <a:off x="4392641" y="1322938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4594879" y="1325609"/>
        <a:ext cx="21288" cy="21288"/>
      </dsp:txXfrm>
    </dsp:sp>
    <dsp:sp modelId="{8450AC17-5396-4DAA-A89A-DA912892A1A5}">
      <dsp:nvSpPr>
        <dsp:cNvPr id="0" name=""/>
        <dsp:cNvSpPr/>
      </dsp:nvSpPr>
      <dsp:spPr>
        <a:xfrm>
          <a:off x="4778387" y="995928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40%</a:t>
          </a:r>
          <a:endParaRPr lang="en-US" sz="1100" kern="1200" dirty="0"/>
        </a:p>
      </dsp:txBody>
      <dsp:txXfrm>
        <a:off x="4778387" y="995928"/>
        <a:ext cx="864319" cy="432159"/>
      </dsp:txXfrm>
    </dsp:sp>
    <dsp:sp modelId="{B54BE9A8-5D40-4CBB-93E2-3E2183EAFF5E}">
      <dsp:nvSpPr>
        <dsp:cNvPr id="0" name=""/>
        <dsp:cNvSpPr/>
      </dsp:nvSpPr>
      <dsp:spPr>
        <a:xfrm>
          <a:off x="5642706" y="1198692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806927" y="1203364"/>
        <a:ext cx="17286" cy="17286"/>
      </dsp:txXfrm>
    </dsp:sp>
    <dsp:sp modelId="{DFB32975-0783-4F9C-AE2C-E0BD5338E9FC}">
      <dsp:nvSpPr>
        <dsp:cNvPr id="0" name=""/>
        <dsp:cNvSpPr/>
      </dsp:nvSpPr>
      <dsp:spPr>
        <a:xfrm>
          <a:off x="5988434" y="995928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$3400</a:t>
          </a:r>
          <a:endParaRPr lang="en-US" sz="1100" kern="1200" dirty="0"/>
        </a:p>
      </dsp:txBody>
      <dsp:txXfrm>
        <a:off x="5988434" y="995928"/>
        <a:ext cx="864319" cy="432159"/>
      </dsp:txXfrm>
    </dsp:sp>
    <dsp:sp modelId="{016EB0DF-4FA8-49A8-B053-9BFDBA4F7A9F}">
      <dsp:nvSpPr>
        <dsp:cNvPr id="0" name=""/>
        <dsp:cNvSpPr/>
      </dsp:nvSpPr>
      <dsp:spPr>
        <a:xfrm rot="2142401">
          <a:off x="4392641" y="1571430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142401">
        <a:off x="4594879" y="1574101"/>
        <a:ext cx="21288" cy="21288"/>
      </dsp:txXfrm>
    </dsp:sp>
    <dsp:sp modelId="{DAFB57D6-0813-45CD-8D38-52C9EC9B0D9D}">
      <dsp:nvSpPr>
        <dsp:cNvPr id="0" name=""/>
        <dsp:cNvSpPr/>
      </dsp:nvSpPr>
      <dsp:spPr>
        <a:xfrm>
          <a:off x="4778387" y="1492911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60%</a:t>
          </a:r>
          <a:endParaRPr lang="en-US" sz="1100" kern="1200" dirty="0"/>
        </a:p>
      </dsp:txBody>
      <dsp:txXfrm>
        <a:off x="4778387" y="1492911"/>
        <a:ext cx="864319" cy="432159"/>
      </dsp:txXfrm>
    </dsp:sp>
    <dsp:sp modelId="{01C411F4-FA10-4C04-80F7-9C0E2B3BBB75}">
      <dsp:nvSpPr>
        <dsp:cNvPr id="0" name=""/>
        <dsp:cNvSpPr/>
      </dsp:nvSpPr>
      <dsp:spPr>
        <a:xfrm>
          <a:off x="5642706" y="1695676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806927" y="1700348"/>
        <a:ext cx="17286" cy="17286"/>
      </dsp:txXfrm>
    </dsp:sp>
    <dsp:sp modelId="{A2AB8BB6-7D67-4939-BD17-9C75F9C86A66}">
      <dsp:nvSpPr>
        <dsp:cNvPr id="0" name=""/>
        <dsp:cNvSpPr/>
      </dsp:nvSpPr>
      <dsp:spPr>
        <a:xfrm>
          <a:off x="5988434" y="1492911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$400</a:t>
          </a:r>
          <a:endParaRPr lang="en-US" sz="1100" kern="1200" dirty="0"/>
        </a:p>
      </dsp:txBody>
      <dsp:txXfrm>
        <a:off x="5988434" y="1492911"/>
        <a:ext cx="864319" cy="432159"/>
      </dsp:txXfrm>
    </dsp:sp>
    <dsp:sp modelId="{48D138CD-11A0-424C-845F-C44754C25D61}">
      <dsp:nvSpPr>
        <dsp:cNvPr id="0" name=""/>
        <dsp:cNvSpPr/>
      </dsp:nvSpPr>
      <dsp:spPr>
        <a:xfrm rot="3310531">
          <a:off x="3092771" y="2192659"/>
          <a:ext cx="60540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5409" y="133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3310531">
        <a:off x="3380341" y="2190840"/>
        <a:ext cx="30270" cy="30270"/>
      </dsp:txXfrm>
    </dsp:sp>
    <dsp:sp modelId="{8C353D0C-1AD6-4AA8-AD62-B00D092E747E}">
      <dsp:nvSpPr>
        <dsp:cNvPr id="0" name=""/>
        <dsp:cNvSpPr/>
      </dsp:nvSpPr>
      <dsp:spPr>
        <a:xfrm>
          <a:off x="3568340" y="2238387"/>
          <a:ext cx="864319" cy="4321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Prototype</a:t>
          </a:r>
          <a:endParaRPr lang="en-US" sz="1100" kern="1200" dirty="0"/>
        </a:p>
      </dsp:txBody>
      <dsp:txXfrm>
        <a:off x="3568340" y="2238387"/>
        <a:ext cx="864319" cy="432159"/>
      </dsp:txXfrm>
    </dsp:sp>
    <dsp:sp modelId="{8DF89492-B83E-486E-8099-02592243698B}">
      <dsp:nvSpPr>
        <dsp:cNvPr id="0" name=""/>
        <dsp:cNvSpPr/>
      </dsp:nvSpPr>
      <dsp:spPr>
        <a:xfrm rot="19457599">
          <a:off x="4392641" y="2316905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4594879" y="2319577"/>
        <a:ext cx="21288" cy="21288"/>
      </dsp:txXfrm>
    </dsp:sp>
    <dsp:sp modelId="{0A0D1F94-9288-4113-80E6-2390FAB84146}">
      <dsp:nvSpPr>
        <dsp:cNvPr id="0" name=""/>
        <dsp:cNvSpPr/>
      </dsp:nvSpPr>
      <dsp:spPr>
        <a:xfrm>
          <a:off x="4778387" y="1989895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5%</a:t>
          </a:r>
          <a:endParaRPr lang="en-US" sz="1100" kern="1200" dirty="0"/>
        </a:p>
      </dsp:txBody>
      <dsp:txXfrm>
        <a:off x="4778387" y="1989895"/>
        <a:ext cx="864319" cy="432159"/>
      </dsp:txXfrm>
    </dsp:sp>
    <dsp:sp modelId="{A4A41E24-1710-413F-8073-45F73FE1BAF7}">
      <dsp:nvSpPr>
        <dsp:cNvPr id="0" name=""/>
        <dsp:cNvSpPr/>
      </dsp:nvSpPr>
      <dsp:spPr>
        <a:xfrm>
          <a:off x="5642706" y="2192659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806927" y="2197332"/>
        <a:ext cx="17286" cy="17286"/>
      </dsp:txXfrm>
    </dsp:sp>
    <dsp:sp modelId="{90899F0D-6916-42AF-8F60-85B260A5FC8E}">
      <dsp:nvSpPr>
        <dsp:cNvPr id="0" name=""/>
        <dsp:cNvSpPr/>
      </dsp:nvSpPr>
      <dsp:spPr>
        <a:xfrm>
          <a:off x="5988434" y="1989895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$4000</a:t>
          </a:r>
          <a:endParaRPr lang="en-US" sz="1100" kern="1200" dirty="0"/>
        </a:p>
      </dsp:txBody>
      <dsp:txXfrm>
        <a:off x="5988434" y="1989895"/>
        <a:ext cx="864319" cy="432159"/>
      </dsp:txXfrm>
    </dsp:sp>
    <dsp:sp modelId="{6C38A9B5-D9F0-4432-85F0-2524A7E6C11F}">
      <dsp:nvSpPr>
        <dsp:cNvPr id="0" name=""/>
        <dsp:cNvSpPr/>
      </dsp:nvSpPr>
      <dsp:spPr>
        <a:xfrm rot="2142401">
          <a:off x="4392641" y="2565397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142401">
        <a:off x="4594879" y="2568069"/>
        <a:ext cx="21288" cy="21288"/>
      </dsp:txXfrm>
    </dsp:sp>
    <dsp:sp modelId="{4E6DB958-A692-441A-A523-7E44535EE9AE}">
      <dsp:nvSpPr>
        <dsp:cNvPr id="0" name=""/>
        <dsp:cNvSpPr/>
      </dsp:nvSpPr>
      <dsp:spPr>
        <a:xfrm>
          <a:off x="4778387" y="2486879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95%</a:t>
          </a:r>
          <a:endParaRPr lang="en-US" sz="1100" kern="1200" dirty="0"/>
        </a:p>
      </dsp:txBody>
      <dsp:txXfrm>
        <a:off x="4778387" y="2486879"/>
        <a:ext cx="864319" cy="432159"/>
      </dsp:txXfrm>
    </dsp:sp>
    <dsp:sp modelId="{720ABD83-2CE2-4D23-8157-592C11917906}">
      <dsp:nvSpPr>
        <dsp:cNvPr id="0" name=""/>
        <dsp:cNvSpPr/>
      </dsp:nvSpPr>
      <dsp:spPr>
        <a:xfrm>
          <a:off x="5642706" y="2689643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806927" y="2694315"/>
        <a:ext cx="17286" cy="17286"/>
      </dsp:txXfrm>
    </dsp:sp>
    <dsp:sp modelId="{03E6E7DD-EF88-4C38-8A26-7C7CAA80BFED}">
      <dsp:nvSpPr>
        <dsp:cNvPr id="0" name=""/>
        <dsp:cNvSpPr/>
      </dsp:nvSpPr>
      <dsp:spPr>
        <a:xfrm>
          <a:off x="5988434" y="2486879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$1000</a:t>
          </a:r>
          <a:endParaRPr lang="en-US" sz="1100" kern="1200" dirty="0"/>
        </a:p>
      </dsp:txBody>
      <dsp:txXfrm>
        <a:off x="5988434" y="2486879"/>
        <a:ext cx="864319" cy="432159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54C901A-F4F3-405E-892E-9622EE447C26}">
      <dsp:nvSpPr>
        <dsp:cNvPr id="0" name=""/>
        <dsp:cNvSpPr/>
      </dsp:nvSpPr>
      <dsp:spPr>
        <a:xfrm>
          <a:off x="1148246" y="995928"/>
          <a:ext cx="864319" cy="432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Unclear requirements</a:t>
          </a:r>
          <a:endParaRPr lang="en-US" sz="1100" kern="1200" dirty="0"/>
        </a:p>
      </dsp:txBody>
      <dsp:txXfrm>
        <a:off x="1148246" y="995928"/>
        <a:ext cx="864319" cy="432159"/>
      </dsp:txXfrm>
    </dsp:sp>
    <dsp:sp modelId="{2B4658E2-3D26-45A4-ADFB-572458950F26}">
      <dsp:nvSpPr>
        <dsp:cNvPr id="0" name=""/>
        <dsp:cNvSpPr/>
      </dsp:nvSpPr>
      <dsp:spPr>
        <a:xfrm rot="17692822">
          <a:off x="1774557" y="825955"/>
          <a:ext cx="82174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821742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7692822">
        <a:off x="2164885" y="818726"/>
        <a:ext cx="41087" cy="41087"/>
      </dsp:txXfrm>
    </dsp:sp>
    <dsp:sp modelId="{D3435A7C-3C05-4D2F-8A91-9ED2EED52275}">
      <dsp:nvSpPr>
        <dsp:cNvPr id="0" name=""/>
        <dsp:cNvSpPr/>
      </dsp:nvSpPr>
      <dsp:spPr>
        <a:xfrm>
          <a:off x="2358293" y="250452"/>
          <a:ext cx="864319" cy="4321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Acceptance</a:t>
          </a:r>
          <a:endParaRPr lang="en-US" sz="1100" kern="1200" dirty="0"/>
        </a:p>
      </dsp:txBody>
      <dsp:txXfrm>
        <a:off x="2358293" y="250452"/>
        <a:ext cx="864319" cy="432159"/>
      </dsp:txXfrm>
    </dsp:sp>
    <dsp:sp modelId="{7EC3C314-3A2D-4A49-A598-F47B65087713}">
      <dsp:nvSpPr>
        <dsp:cNvPr id="0" name=""/>
        <dsp:cNvSpPr/>
      </dsp:nvSpPr>
      <dsp:spPr>
        <a:xfrm rot="19457599">
          <a:off x="3182593" y="328971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3384832" y="331642"/>
        <a:ext cx="21288" cy="21288"/>
      </dsp:txXfrm>
    </dsp:sp>
    <dsp:sp modelId="{78F40A78-D6C6-4C1F-A569-FBC71705B4FC}">
      <dsp:nvSpPr>
        <dsp:cNvPr id="0" name=""/>
        <dsp:cNvSpPr/>
      </dsp:nvSpPr>
      <dsp:spPr>
        <a:xfrm>
          <a:off x="3568340" y="1961"/>
          <a:ext cx="864319" cy="43215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70%</a:t>
          </a:r>
          <a:endParaRPr lang="en-US" sz="1100" kern="1200" dirty="0"/>
        </a:p>
      </dsp:txBody>
      <dsp:txXfrm>
        <a:off x="3568340" y="1961"/>
        <a:ext cx="864319" cy="432159"/>
      </dsp:txXfrm>
    </dsp:sp>
    <dsp:sp modelId="{D1CF3E81-97D3-4ADB-B1A7-A6D41761BD5C}">
      <dsp:nvSpPr>
        <dsp:cNvPr id="0" name=""/>
        <dsp:cNvSpPr/>
      </dsp:nvSpPr>
      <dsp:spPr>
        <a:xfrm>
          <a:off x="4432659" y="204725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596880" y="209397"/>
        <a:ext cx="17286" cy="17286"/>
      </dsp:txXfrm>
    </dsp:sp>
    <dsp:sp modelId="{A65EE4EC-D31B-4EB0-BCAE-FB4A6A0A64AB}">
      <dsp:nvSpPr>
        <dsp:cNvPr id="0" name=""/>
        <dsp:cNvSpPr/>
      </dsp:nvSpPr>
      <dsp:spPr>
        <a:xfrm>
          <a:off x="4778387" y="1961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$3000</a:t>
          </a:r>
          <a:endParaRPr lang="en-US" sz="1100" kern="1200" dirty="0"/>
        </a:p>
      </dsp:txBody>
      <dsp:txXfrm>
        <a:off x="4778387" y="1961"/>
        <a:ext cx="864319" cy="432159"/>
      </dsp:txXfrm>
    </dsp:sp>
    <dsp:sp modelId="{0A258AEB-6B7C-40EC-863B-A957AF55C093}">
      <dsp:nvSpPr>
        <dsp:cNvPr id="0" name=""/>
        <dsp:cNvSpPr/>
      </dsp:nvSpPr>
      <dsp:spPr>
        <a:xfrm rot="2662776">
          <a:off x="3153614" y="622377"/>
          <a:ext cx="483723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83723" y="133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662776">
        <a:off x="3383383" y="623599"/>
        <a:ext cx="24186" cy="24186"/>
      </dsp:txXfrm>
    </dsp:sp>
    <dsp:sp modelId="{CE5E64B8-A9C1-4CBE-8596-A5F2FEA22CE7}">
      <dsp:nvSpPr>
        <dsp:cNvPr id="0" name=""/>
        <dsp:cNvSpPr/>
      </dsp:nvSpPr>
      <dsp:spPr>
        <a:xfrm>
          <a:off x="3568340" y="588773"/>
          <a:ext cx="864319" cy="43215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30%</a:t>
          </a:r>
          <a:endParaRPr lang="en-US" sz="1100" kern="1200" dirty="0"/>
        </a:p>
      </dsp:txBody>
      <dsp:txXfrm>
        <a:off x="3568340" y="588773"/>
        <a:ext cx="864319" cy="432159"/>
      </dsp:txXfrm>
    </dsp:sp>
    <dsp:sp modelId="{1DD3233B-8342-4AF6-A15B-2C9B3DA76C77}">
      <dsp:nvSpPr>
        <dsp:cNvPr id="0" name=""/>
        <dsp:cNvSpPr/>
      </dsp:nvSpPr>
      <dsp:spPr>
        <a:xfrm rot="20726111">
          <a:off x="4426920" y="746623"/>
          <a:ext cx="35720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5720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0726111">
        <a:off x="4596593" y="751008"/>
        <a:ext cx="17860" cy="17860"/>
      </dsp:txXfrm>
    </dsp:sp>
    <dsp:sp modelId="{9E1D321B-C493-4D25-B293-27C1DEAABFEA}">
      <dsp:nvSpPr>
        <dsp:cNvPr id="0" name=""/>
        <dsp:cNvSpPr/>
      </dsp:nvSpPr>
      <dsp:spPr>
        <a:xfrm>
          <a:off x="4778387" y="498944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$0</a:t>
          </a:r>
          <a:endParaRPr lang="en-US" sz="1100" kern="1200" dirty="0"/>
        </a:p>
      </dsp:txBody>
      <dsp:txXfrm>
        <a:off x="4778387" y="498944"/>
        <a:ext cx="864319" cy="432159"/>
      </dsp:txXfrm>
    </dsp:sp>
    <dsp:sp modelId="{F624E54A-D98D-4D24-8AF3-EFCA4A86C38E}">
      <dsp:nvSpPr>
        <dsp:cNvPr id="0" name=""/>
        <dsp:cNvSpPr/>
      </dsp:nvSpPr>
      <dsp:spPr>
        <a:xfrm rot="3907178">
          <a:off x="1774557" y="1571430"/>
          <a:ext cx="82174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821742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3907178">
        <a:off x="2164885" y="1564202"/>
        <a:ext cx="41087" cy="41087"/>
      </dsp:txXfrm>
    </dsp:sp>
    <dsp:sp modelId="{C8B94F0F-0609-48E2-A23C-768463AE80FA}">
      <dsp:nvSpPr>
        <dsp:cNvPr id="0" name=""/>
        <dsp:cNvSpPr/>
      </dsp:nvSpPr>
      <dsp:spPr>
        <a:xfrm>
          <a:off x="2358293" y="1741403"/>
          <a:ext cx="864319" cy="4321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Mitigation</a:t>
          </a:r>
          <a:endParaRPr lang="en-US" sz="1100" kern="1200" dirty="0"/>
        </a:p>
      </dsp:txBody>
      <dsp:txXfrm>
        <a:off x="2358293" y="1741403"/>
        <a:ext cx="864319" cy="432159"/>
      </dsp:txXfrm>
    </dsp:sp>
    <dsp:sp modelId="{B0169B9C-24A2-445C-BC25-4B1D279F2B33}">
      <dsp:nvSpPr>
        <dsp:cNvPr id="0" name=""/>
        <dsp:cNvSpPr/>
      </dsp:nvSpPr>
      <dsp:spPr>
        <a:xfrm rot="18289469">
          <a:off x="3092771" y="1695676"/>
          <a:ext cx="60540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5409" y="133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8289469">
        <a:off x="3380341" y="1693856"/>
        <a:ext cx="30270" cy="30270"/>
      </dsp:txXfrm>
    </dsp:sp>
    <dsp:sp modelId="{38511CCA-684B-4597-95F1-C4F73B9D9489}">
      <dsp:nvSpPr>
        <dsp:cNvPr id="0" name=""/>
        <dsp:cNvSpPr/>
      </dsp:nvSpPr>
      <dsp:spPr>
        <a:xfrm>
          <a:off x="3568340" y="1244420"/>
          <a:ext cx="864319" cy="4321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Assumptions</a:t>
          </a:r>
          <a:endParaRPr lang="en-US" sz="1100" kern="1200" dirty="0"/>
        </a:p>
      </dsp:txBody>
      <dsp:txXfrm>
        <a:off x="3568340" y="1244420"/>
        <a:ext cx="864319" cy="432159"/>
      </dsp:txXfrm>
    </dsp:sp>
    <dsp:sp modelId="{2ED2DB55-D54D-4319-A5C9-EC139C03EADD}">
      <dsp:nvSpPr>
        <dsp:cNvPr id="0" name=""/>
        <dsp:cNvSpPr/>
      </dsp:nvSpPr>
      <dsp:spPr>
        <a:xfrm rot="19457599">
          <a:off x="4392641" y="1322938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4594879" y="1325609"/>
        <a:ext cx="21288" cy="21288"/>
      </dsp:txXfrm>
    </dsp:sp>
    <dsp:sp modelId="{8450AC17-5396-4DAA-A89A-DA912892A1A5}">
      <dsp:nvSpPr>
        <dsp:cNvPr id="0" name=""/>
        <dsp:cNvSpPr/>
      </dsp:nvSpPr>
      <dsp:spPr>
        <a:xfrm>
          <a:off x="4778387" y="995928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40%</a:t>
          </a:r>
          <a:endParaRPr lang="en-US" sz="1100" kern="1200" dirty="0"/>
        </a:p>
      </dsp:txBody>
      <dsp:txXfrm>
        <a:off x="4778387" y="995928"/>
        <a:ext cx="864319" cy="432159"/>
      </dsp:txXfrm>
    </dsp:sp>
    <dsp:sp modelId="{B54BE9A8-5D40-4CBB-93E2-3E2183EAFF5E}">
      <dsp:nvSpPr>
        <dsp:cNvPr id="0" name=""/>
        <dsp:cNvSpPr/>
      </dsp:nvSpPr>
      <dsp:spPr>
        <a:xfrm>
          <a:off x="5642706" y="1198692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806927" y="1203364"/>
        <a:ext cx="17286" cy="17286"/>
      </dsp:txXfrm>
    </dsp:sp>
    <dsp:sp modelId="{DFB32975-0783-4F9C-AE2C-E0BD5338E9FC}">
      <dsp:nvSpPr>
        <dsp:cNvPr id="0" name=""/>
        <dsp:cNvSpPr/>
      </dsp:nvSpPr>
      <dsp:spPr>
        <a:xfrm>
          <a:off x="5988434" y="995928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$4100</a:t>
          </a:r>
          <a:endParaRPr lang="en-US" sz="1100" kern="1200" dirty="0"/>
        </a:p>
      </dsp:txBody>
      <dsp:txXfrm>
        <a:off x="5988434" y="995928"/>
        <a:ext cx="864319" cy="432159"/>
      </dsp:txXfrm>
    </dsp:sp>
    <dsp:sp modelId="{016EB0DF-4FA8-49A8-B053-9BFDBA4F7A9F}">
      <dsp:nvSpPr>
        <dsp:cNvPr id="0" name=""/>
        <dsp:cNvSpPr/>
      </dsp:nvSpPr>
      <dsp:spPr>
        <a:xfrm rot="2142401">
          <a:off x="4392641" y="1571430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142401">
        <a:off x="4594879" y="1574101"/>
        <a:ext cx="21288" cy="21288"/>
      </dsp:txXfrm>
    </dsp:sp>
    <dsp:sp modelId="{DAFB57D6-0813-45CD-8D38-52C9EC9B0D9D}">
      <dsp:nvSpPr>
        <dsp:cNvPr id="0" name=""/>
        <dsp:cNvSpPr/>
      </dsp:nvSpPr>
      <dsp:spPr>
        <a:xfrm>
          <a:off x="4778387" y="1492911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60%</a:t>
          </a:r>
          <a:endParaRPr lang="en-US" sz="1100" kern="1200" dirty="0"/>
        </a:p>
      </dsp:txBody>
      <dsp:txXfrm>
        <a:off x="4778387" y="1492911"/>
        <a:ext cx="864319" cy="432159"/>
      </dsp:txXfrm>
    </dsp:sp>
    <dsp:sp modelId="{01C411F4-FA10-4C04-80F7-9C0E2B3BBB75}">
      <dsp:nvSpPr>
        <dsp:cNvPr id="0" name=""/>
        <dsp:cNvSpPr/>
      </dsp:nvSpPr>
      <dsp:spPr>
        <a:xfrm>
          <a:off x="5642706" y="1695676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806927" y="1700348"/>
        <a:ext cx="17286" cy="17286"/>
      </dsp:txXfrm>
    </dsp:sp>
    <dsp:sp modelId="{A2AB8BB6-7D67-4939-BD17-9C75F9C86A66}">
      <dsp:nvSpPr>
        <dsp:cNvPr id="0" name=""/>
        <dsp:cNvSpPr/>
      </dsp:nvSpPr>
      <dsp:spPr>
        <a:xfrm>
          <a:off x="5988434" y="1492911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$400</a:t>
          </a:r>
          <a:endParaRPr lang="en-US" sz="1100" kern="1200" dirty="0"/>
        </a:p>
      </dsp:txBody>
      <dsp:txXfrm>
        <a:off x="5988434" y="1492911"/>
        <a:ext cx="864319" cy="432159"/>
      </dsp:txXfrm>
    </dsp:sp>
    <dsp:sp modelId="{48D138CD-11A0-424C-845F-C44754C25D61}">
      <dsp:nvSpPr>
        <dsp:cNvPr id="0" name=""/>
        <dsp:cNvSpPr/>
      </dsp:nvSpPr>
      <dsp:spPr>
        <a:xfrm rot="3310531">
          <a:off x="3092771" y="2192659"/>
          <a:ext cx="60540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5409" y="133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3310531">
        <a:off x="3380341" y="2190840"/>
        <a:ext cx="30270" cy="30270"/>
      </dsp:txXfrm>
    </dsp:sp>
    <dsp:sp modelId="{8C353D0C-1AD6-4AA8-AD62-B00D092E747E}">
      <dsp:nvSpPr>
        <dsp:cNvPr id="0" name=""/>
        <dsp:cNvSpPr/>
      </dsp:nvSpPr>
      <dsp:spPr>
        <a:xfrm>
          <a:off x="3568340" y="2238387"/>
          <a:ext cx="864319" cy="4321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Prototype</a:t>
          </a:r>
          <a:endParaRPr lang="en-US" sz="1100" kern="1200" dirty="0"/>
        </a:p>
      </dsp:txBody>
      <dsp:txXfrm>
        <a:off x="3568340" y="2238387"/>
        <a:ext cx="864319" cy="432159"/>
      </dsp:txXfrm>
    </dsp:sp>
    <dsp:sp modelId="{8DF89492-B83E-486E-8099-02592243698B}">
      <dsp:nvSpPr>
        <dsp:cNvPr id="0" name=""/>
        <dsp:cNvSpPr/>
      </dsp:nvSpPr>
      <dsp:spPr>
        <a:xfrm rot="19457599">
          <a:off x="4392641" y="2316905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4594879" y="2319577"/>
        <a:ext cx="21288" cy="21288"/>
      </dsp:txXfrm>
    </dsp:sp>
    <dsp:sp modelId="{0A0D1F94-9288-4113-80E6-2390FAB84146}">
      <dsp:nvSpPr>
        <dsp:cNvPr id="0" name=""/>
        <dsp:cNvSpPr/>
      </dsp:nvSpPr>
      <dsp:spPr>
        <a:xfrm>
          <a:off x="4778387" y="1989895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5%</a:t>
          </a:r>
          <a:endParaRPr lang="en-US" sz="1100" kern="1200" dirty="0"/>
        </a:p>
      </dsp:txBody>
      <dsp:txXfrm>
        <a:off x="4778387" y="1989895"/>
        <a:ext cx="864319" cy="432159"/>
      </dsp:txXfrm>
    </dsp:sp>
    <dsp:sp modelId="{A4A41E24-1710-413F-8073-45F73FE1BAF7}">
      <dsp:nvSpPr>
        <dsp:cNvPr id="0" name=""/>
        <dsp:cNvSpPr/>
      </dsp:nvSpPr>
      <dsp:spPr>
        <a:xfrm>
          <a:off x="5642706" y="2192659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806927" y="2197332"/>
        <a:ext cx="17286" cy="17286"/>
      </dsp:txXfrm>
    </dsp:sp>
    <dsp:sp modelId="{90899F0D-6916-42AF-8F60-85B260A5FC8E}">
      <dsp:nvSpPr>
        <dsp:cNvPr id="0" name=""/>
        <dsp:cNvSpPr/>
      </dsp:nvSpPr>
      <dsp:spPr>
        <a:xfrm>
          <a:off x="5988434" y="1989895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$4000</a:t>
          </a:r>
          <a:endParaRPr lang="en-US" sz="1100" kern="1200" dirty="0"/>
        </a:p>
      </dsp:txBody>
      <dsp:txXfrm>
        <a:off x="5988434" y="1989895"/>
        <a:ext cx="864319" cy="432159"/>
      </dsp:txXfrm>
    </dsp:sp>
    <dsp:sp modelId="{6C38A9B5-D9F0-4432-85F0-2524A7E6C11F}">
      <dsp:nvSpPr>
        <dsp:cNvPr id="0" name=""/>
        <dsp:cNvSpPr/>
      </dsp:nvSpPr>
      <dsp:spPr>
        <a:xfrm rot="2142401">
          <a:off x="4392641" y="2565397"/>
          <a:ext cx="42576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25765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142401">
        <a:off x="4594879" y="2568069"/>
        <a:ext cx="21288" cy="21288"/>
      </dsp:txXfrm>
    </dsp:sp>
    <dsp:sp modelId="{4E6DB958-A692-441A-A523-7E44535EE9AE}">
      <dsp:nvSpPr>
        <dsp:cNvPr id="0" name=""/>
        <dsp:cNvSpPr/>
      </dsp:nvSpPr>
      <dsp:spPr>
        <a:xfrm>
          <a:off x="4778387" y="2486879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95%</a:t>
          </a:r>
          <a:endParaRPr lang="en-US" sz="1100" kern="1200" dirty="0"/>
        </a:p>
      </dsp:txBody>
      <dsp:txXfrm>
        <a:off x="4778387" y="2486879"/>
        <a:ext cx="864319" cy="432159"/>
      </dsp:txXfrm>
    </dsp:sp>
    <dsp:sp modelId="{720ABD83-2CE2-4D23-8157-592C11917906}">
      <dsp:nvSpPr>
        <dsp:cNvPr id="0" name=""/>
        <dsp:cNvSpPr/>
      </dsp:nvSpPr>
      <dsp:spPr>
        <a:xfrm>
          <a:off x="5642706" y="2689643"/>
          <a:ext cx="34572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345727" y="133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806927" y="2694315"/>
        <a:ext cx="17286" cy="17286"/>
      </dsp:txXfrm>
    </dsp:sp>
    <dsp:sp modelId="{03E6E7DD-EF88-4C38-8A26-7C7CAA80BFED}">
      <dsp:nvSpPr>
        <dsp:cNvPr id="0" name=""/>
        <dsp:cNvSpPr/>
      </dsp:nvSpPr>
      <dsp:spPr>
        <a:xfrm>
          <a:off x="5988434" y="2486879"/>
          <a:ext cx="864319" cy="4321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$1000</a:t>
          </a:r>
          <a:endParaRPr lang="en-US" sz="1100" kern="1200" dirty="0"/>
        </a:p>
      </dsp:txBody>
      <dsp:txXfrm>
        <a:off x="5988434" y="2486879"/>
        <a:ext cx="864319" cy="432159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1AEE145-988B-4250-A23C-D1EA54A95C31}">
      <dsp:nvSpPr>
        <dsp:cNvPr id="0" name=""/>
        <dsp:cNvSpPr/>
      </dsp:nvSpPr>
      <dsp:spPr>
        <a:xfrm>
          <a:off x="3641347" y="501090"/>
          <a:ext cx="1159254" cy="739266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Risk Management</a:t>
          </a:r>
          <a:endParaRPr lang="en-US" sz="1400" kern="1200" dirty="0"/>
        </a:p>
      </dsp:txBody>
      <dsp:txXfrm>
        <a:off x="3641347" y="501090"/>
        <a:ext cx="1159254" cy="739266"/>
      </dsp:txXfrm>
    </dsp:sp>
    <dsp:sp modelId="{6A3BDF6C-3131-45B2-9E81-4CE97CA414E6}">
      <dsp:nvSpPr>
        <dsp:cNvPr id="0" name=""/>
        <dsp:cNvSpPr/>
      </dsp:nvSpPr>
      <dsp:spPr>
        <a:xfrm>
          <a:off x="2023897" y="1240357"/>
          <a:ext cx="2197076" cy="295706"/>
        </a:xfrm>
        <a:custGeom>
          <a:avLst/>
          <a:gdLst/>
          <a:ahLst/>
          <a:cxnLst/>
          <a:rect l="0" t="0" r="0" b="0"/>
          <a:pathLst>
            <a:path>
              <a:moveTo>
                <a:pt x="2197076" y="0"/>
              </a:moveTo>
              <a:lnTo>
                <a:pt x="2197076" y="147853"/>
              </a:lnTo>
              <a:lnTo>
                <a:pt x="0" y="147853"/>
              </a:lnTo>
              <a:lnTo>
                <a:pt x="0" y="29570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8849F6-43B8-4740-80A3-94719110BD28}">
      <dsp:nvSpPr>
        <dsp:cNvPr id="0" name=""/>
        <dsp:cNvSpPr/>
      </dsp:nvSpPr>
      <dsp:spPr>
        <a:xfrm>
          <a:off x="1469447" y="1536063"/>
          <a:ext cx="1108899" cy="739266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Risk Assessment</a:t>
          </a:r>
          <a:endParaRPr lang="en-US" sz="1400" kern="1200" dirty="0"/>
        </a:p>
      </dsp:txBody>
      <dsp:txXfrm>
        <a:off x="1469447" y="1536063"/>
        <a:ext cx="1108899" cy="739266"/>
      </dsp:txXfrm>
    </dsp:sp>
    <dsp:sp modelId="{DCFA58E4-FD07-4692-97DF-78663B5F2257}">
      <dsp:nvSpPr>
        <dsp:cNvPr id="0" name=""/>
        <dsp:cNvSpPr/>
      </dsp:nvSpPr>
      <dsp:spPr>
        <a:xfrm>
          <a:off x="582327" y="2275330"/>
          <a:ext cx="1441569" cy="295706"/>
        </a:xfrm>
        <a:custGeom>
          <a:avLst/>
          <a:gdLst/>
          <a:ahLst/>
          <a:cxnLst/>
          <a:rect l="0" t="0" r="0" b="0"/>
          <a:pathLst>
            <a:path>
              <a:moveTo>
                <a:pt x="1441569" y="0"/>
              </a:moveTo>
              <a:lnTo>
                <a:pt x="1441569" y="147853"/>
              </a:lnTo>
              <a:lnTo>
                <a:pt x="0" y="147853"/>
              </a:lnTo>
              <a:lnTo>
                <a:pt x="0" y="2957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A55541-1494-402D-AFD7-B452F0FDBF99}">
      <dsp:nvSpPr>
        <dsp:cNvPr id="0" name=""/>
        <dsp:cNvSpPr/>
      </dsp:nvSpPr>
      <dsp:spPr>
        <a:xfrm>
          <a:off x="1281" y="2571036"/>
          <a:ext cx="1162093" cy="9664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Risk Identification</a:t>
          </a:r>
          <a:endParaRPr lang="en-US" sz="1400" kern="1200" dirty="0"/>
        </a:p>
      </dsp:txBody>
      <dsp:txXfrm>
        <a:off x="1281" y="2571036"/>
        <a:ext cx="1162093" cy="966472"/>
      </dsp:txXfrm>
    </dsp:sp>
    <dsp:sp modelId="{C93EBC8F-23A5-420E-B38C-414B39EE3C67}">
      <dsp:nvSpPr>
        <dsp:cNvPr id="0" name=""/>
        <dsp:cNvSpPr/>
      </dsp:nvSpPr>
      <dsp:spPr>
        <a:xfrm>
          <a:off x="1978177" y="2275330"/>
          <a:ext cx="91440" cy="29570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7853"/>
              </a:lnTo>
              <a:lnTo>
                <a:pt x="72316" y="147853"/>
              </a:lnTo>
              <a:lnTo>
                <a:pt x="72316" y="2957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70A1E1-CF2B-4C0D-BEEF-C75E42AE2DDB}">
      <dsp:nvSpPr>
        <dsp:cNvPr id="0" name=""/>
        <dsp:cNvSpPr/>
      </dsp:nvSpPr>
      <dsp:spPr>
        <a:xfrm>
          <a:off x="1496044" y="2571036"/>
          <a:ext cx="1108899" cy="9664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Risk Analysis</a:t>
          </a:r>
          <a:endParaRPr lang="en-US" sz="1400" kern="1200" dirty="0"/>
        </a:p>
      </dsp:txBody>
      <dsp:txXfrm>
        <a:off x="1496044" y="2571036"/>
        <a:ext cx="1108899" cy="966472"/>
      </dsp:txXfrm>
    </dsp:sp>
    <dsp:sp modelId="{D7F0CA1E-D18B-4189-A66F-2C2E228C3B16}">
      <dsp:nvSpPr>
        <dsp:cNvPr id="0" name=""/>
        <dsp:cNvSpPr/>
      </dsp:nvSpPr>
      <dsp:spPr>
        <a:xfrm>
          <a:off x="2023897" y="2275330"/>
          <a:ext cx="1468166" cy="2957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853"/>
              </a:lnTo>
              <a:lnTo>
                <a:pt x="1468166" y="147853"/>
              </a:lnTo>
              <a:lnTo>
                <a:pt x="1468166" y="2957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DE5D5D-EDC6-4AA2-AF8C-3CA084B2ABF8}">
      <dsp:nvSpPr>
        <dsp:cNvPr id="0" name=""/>
        <dsp:cNvSpPr/>
      </dsp:nvSpPr>
      <dsp:spPr>
        <a:xfrm>
          <a:off x="2937614" y="2571036"/>
          <a:ext cx="1108899" cy="9664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Risk Prioritization</a:t>
          </a:r>
          <a:endParaRPr lang="en-US" sz="1400" kern="1200" dirty="0"/>
        </a:p>
      </dsp:txBody>
      <dsp:txXfrm>
        <a:off x="2937614" y="2571036"/>
        <a:ext cx="1108899" cy="966472"/>
      </dsp:txXfrm>
    </dsp:sp>
    <dsp:sp modelId="{A94A52B3-F746-4DCB-9FEE-F8C730125941}">
      <dsp:nvSpPr>
        <dsp:cNvPr id="0" name=""/>
        <dsp:cNvSpPr/>
      </dsp:nvSpPr>
      <dsp:spPr>
        <a:xfrm>
          <a:off x="4220974" y="1240357"/>
          <a:ext cx="2197076" cy="2957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853"/>
              </a:lnTo>
              <a:lnTo>
                <a:pt x="2197076" y="147853"/>
              </a:lnTo>
              <a:lnTo>
                <a:pt x="2197076" y="29570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0D4618-F62E-42E6-BE6F-8D04F25936A3}">
      <dsp:nvSpPr>
        <dsp:cNvPr id="0" name=""/>
        <dsp:cNvSpPr/>
      </dsp:nvSpPr>
      <dsp:spPr>
        <a:xfrm>
          <a:off x="5863601" y="1536063"/>
          <a:ext cx="1108899" cy="739266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Risk Control</a:t>
          </a:r>
          <a:endParaRPr lang="en-US" sz="1400" kern="1200" dirty="0"/>
        </a:p>
      </dsp:txBody>
      <dsp:txXfrm>
        <a:off x="5863601" y="1536063"/>
        <a:ext cx="1108899" cy="739266"/>
      </dsp:txXfrm>
    </dsp:sp>
    <dsp:sp modelId="{35776466-0C3F-4121-9564-3BFD27BC8A37}">
      <dsp:nvSpPr>
        <dsp:cNvPr id="0" name=""/>
        <dsp:cNvSpPr/>
      </dsp:nvSpPr>
      <dsp:spPr>
        <a:xfrm>
          <a:off x="4976481" y="2275330"/>
          <a:ext cx="1441569" cy="295706"/>
        </a:xfrm>
        <a:custGeom>
          <a:avLst/>
          <a:gdLst/>
          <a:ahLst/>
          <a:cxnLst/>
          <a:rect l="0" t="0" r="0" b="0"/>
          <a:pathLst>
            <a:path>
              <a:moveTo>
                <a:pt x="1441569" y="0"/>
              </a:moveTo>
              <a:lnTo>
                <a:pt x="1441569" y="147853"/>
              </a:lnTo>
              <a:lnTo>
                <a:pt x="0" y="147853"/>
              </a:lnTo>
              <a:lnTo>
                <a:pt x="0" y="2957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364850-06D8-4AF2-B344-3F2186A53C8F}">
      <dsp:nvSpPr>
        <dsp:cNvPr id="0" name=""/>
        <dsp:cNvSpPr/>
      </dsp:nvSpPr>
      <dsp:spPr>
        <a:xfrm>
          <a:off x="4379184" y="2571036"/>
          <a:ext cx="1194595" cy="9664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Risk Management Planning</a:t>
          </a:r>
          <a:endParaRPr lang="en-US" sz="1400" kern="1200" dirty="0"/>
        </a:p>
      </dsp:txBody>
      <dsp:txXfrm>
        <a:off x="4379184" y="2571036"/>
        <a:ext cx="1194595" cy="966472"/>
      </dsp:txXfrm>
    </dsp:sp>
    <dsp:sp modelId="{B6D87FF4-200E-461D-9CF3-170ED61FC272}">
      <dsp:nvSpPr>
        <dsp:cNvPr id="0" name=""/>
        <dsp:cNvSpPr/>
      </dsp:nvSpPr>
      <dsp:spPr>
        <a:xfrm>
          <a:off x="6372331" y="2275330"/>
          <a:ext cx="91440" cy="29570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7853"/>
              </a:lnTo>
              <a:lnTo>
                <a:pt x="88567" y="147853"/>
              </a:lnTo>
              <a:lnTo>
                <a:pt x="88567" y="2957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B13DD5-C701-4D65-8C92-11EEF952371C}">
      <dsp:nvSpPr>
        <dsp:cNvPr id="0" name=""/>
        <dsp:cNvSpPr/>
      </dsp:nvSpPr>
      <dsp:spPr>
        <a:xfrm>
          <a:off x="5906449" y="2571036"/>
          <a:ext cx="1108899" cy="9664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Risk Resolution (Taking Action)</a:t>
          </a:r>
          <a:endParaRPr lang="en-US" sz="1400" kern="1200" dirty="0"/>
        </a:p>
      </dsp:txBody>
      <dsp:txXfrm>
        <a:off x="5906449" y="2571036"/>
        <a:ext cx="1108899" cy="966472"/>
      </dsp:txXfrm>
    </dsp:sp>
    <dsp:sp modelId="{5E8527A5-F06F-4A95-A853-494F09D233FA}">
      <dsp:nvSpPr>
        <dsp:cNvPr id="0" name=""/>
        <dsp:cNvSpPr/>
      </dsp:nvSpPr>
      <dsp:spPr>
        <a:xfrm>
          <a:off x="6418051" y="2275330"/>
          <a:ext cx="1484417" cy="2957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853"/>
              </a:lnTo>
              <a:lnTo>
                <a:pt x="1484417" y="147853"/>
              </a:lnTo>
              <a:lnTo>
                <a:pt x="1484417" y="2957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A19F23-2197-4647-AE5C-2296529B67AF}">
      <dsp:nvSpPr>
        <dsp:cNvPr id="0" name=""/>
        <dsp:cNvSpPr/>
      </dsp:nvSpPr>
      <dsp:spPr>
        <a:xfrm>
          <a:off x="7348019" y="2571036"/>
          <a:ext cx="1108899" cy="9664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Risk Monitoring</a:t>
          </a:r>
          <a:endParaRPr lang="en-US" sz="1400" kern="1200" dirty="0"/>
        </a:p>
      </dsp:txBody>
      <dsp:txXfrm>
        <a:off x="7348019" y="2571036"/>
        <a:ext cx="1108899" cy="966472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A477889-6578-4A7E-A574-1FF9030B68C4}">
      <dsp:nvSpPr>
        <dsp:cNvPr id="0" name=""/>
        <dsp:cNvSpPr/>
      </dsp:nvSpPr>
      <dsp:spPr>
        <a:xfrm>
          <a:off x="0" y="514819"/>
          <a:ext cx="4724399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53140B-2422-490B-8B33-77DF84850AAE}">
      <dsp:nvSpPr>
        <dsp:cNvPr id="0" name=""/>
        <dsp:cNvSpPr/>
      </dsp:nvSpPr>
      <dsp:spPr>
        <a:xfrm>
          <a:off x="236220" y="57259"/>
          <a:ext cx="3916707" cy="91512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000" tIns="0" rIns="125000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Improve governance and controls</a:t>
          </a:r>
          <a:endParaRPr lang="en-US" sz="2200" kern="1200" dirty="0"/>
        </a:p>
      </dsp:txBody>
      <dsp:txXfrm>
        <a:off x="236220" y="57259"/>
        <a:ext cx="3916707" cy="915120"/>
      </dsp:txXfrm>
    </dsp:sp>
    <dsp:sp modelId="{B9EE597C-F3FC-46E8-A30A-DC3126160D3C}">
      <dsp:nvSpPr>
        <dsp:cNvPr id="0" name=""/>
        <dsp:cNvSpPr/>
      </dsp:nvSpPr>
      <dsp:spPr>
        <a:xfrm>
          <a:off x="0" y="1920979"/>
          <a:ext cx="4724399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44C47-A66A-477A-B71B-6717B6741C2A}">
      <dsp:nvSpPr>
        <dsp:cNvPr id="0" name=""/>
        <dsp:cNvSpPr/>
      </dsp:nvSpPr>
      <dsp:spPr>
        <a:xfrm>
          <a:off x="236220" y="1463419"/>
          <a:ext cx="3916707" cy="915120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000" tIns="0" rIns="125000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Reduce losses and the impact of risks to objectives</a:t>
          </a:r>
          <a:endParaRPr lang="en-US" sz="2200" kern="1200" dirty="0"/>
        </a:p>
      </dsp:txBody>
      <dsp:txXfrm>
        <a:off x="236220" y="1463419"/>
        <a:ext cx="3916707" cy="915120"/>
      </dsp:txXfrm>
    </dsp:sp>
    <dsp:sp modelId="{091B089B-4E81-4031-B71A-D2E7FCAF3F9D}">
      <dsp:nvSpPr>
        <dsp:cNvPr id="0" name=""/>
        <dsp:cNvSpPr/>
      </dsp:nvSpPr>
      <dsp:spPr>
        <a:xfrm>
          <a:off x="0" y="3327140"/>
          <a:ext cx="4724399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FAFBBE-C84E-4E7D-B957-65BE73742FF6}">
      <dsp:nvSpPr>
        <dsp:cNvPr id="0" name=""/>
        <dsp:cNvSpPr/>
      </dsp:nvSpPr>
      <dsp:spPr>
        <a:xfrm>
          <a:off x="236220" y="2869579"/>
          <a:ext cx="3916707" cy="91512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000" tIns="0" rIns="125000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Comply with legal and regulatory requirements</a:t>
          </a:r>
          <a:endParaRPr lang="en-US" sz="2200" kern="1200" dirty="0"/>
        </a:p>
      </dsp:txBody>
      <dsp:txXfrm>
        <a:off x="236220" y="2869579"/>
        <a:ext cx="3916707" cy="915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12EEB-C7B7-4C23-8FB7-0A591F49244D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71026-BB6B-406D-800B-CCE6A61D74C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FFD4D-3F2F-41C7-82E0-EA9E09F0254F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599AA-89B5-4E53-9441-A8FD65B04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4A14C1-B6DA-421D-B2F9-F4C977ADF8B9}" type="slidenum">
              <a:rPr lang="vi-VN" smtClean="0"/>
              <a:pPr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84663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7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8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48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Software Risk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638800" cy="43433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identify</a:t>
            </a:r>
            <a:r>
              <a:rPr lang="en-US" sz="2400" dirty="0" smtClean="0"/>
              <a:t> project risks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analyze</a:t>
            </a:r>
            <a:r>
              <a:rPr lang="en-US" sz="2400" dirty="0" smtClean="0"/>
              <a:t> project risks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propose and select risk </a:t>
            </a:r>
            <a:r>
              <a:rPr lang="en-US" sz="2400" i="1" dirty="0" smtClean="0">
                <a:solidFill>
                  <a:srgbClr val="C00000"/>
                </a:solidFill>
              </a:rPr>
              <a:t>responses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risk management </a:t>
            </a:r>
            <a:r>
              <a:rPr lang="en-US" sz="2400" i="1" dirty="0" smtClean="0">
                <a:solidFill>
                  <a:srgbClr val="C00000"/>
                </a:solidFill>
              </a:rPr>
              <a:t>plan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monitor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track</a:t>
            </a:r>
            <a:r>
              <a:rPr lang="en-US" sz="2400" dirty="0" smtClean="0"/>
              <a:t> project risks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5336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198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800" dirty="0" smtClean="0"/>
              <a:t>Risk list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800" dirty="0" smtClean="0"/>
              <a:t>Decision trees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800" dirty="0" smtClean="0"/>
              <a:t>Risk management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5943600" cy="44196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C. </a:t>
            </a:r>
            <a:r>
              <a:rPr lang="en-US" sz="2000" dirty="0" err="1" smtClean="0"/>
              <a:t>Ravindranath</a:t>
            </a:r>
            <a:r>
              <a:rPr lang="en-US" sz="2000" dirty="0" smtClean="0"/>
              <a:t> </a:t>
            </a:r>
            <a:r>
              <a:rPr lang="en-US" sz="2000" dirty="0" err="1" smtClean="0"/>
              <a:t>Pandian</a:t>
            </a:r>
            <a:r>
              <a:rPr lang="en-US" sz="2000" dirty="0" smtClean="0"/>
              <a:t> (2007). Applied Software Risk Management A Guide for Software Project Managers.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Kathy </a:t>
            </a:r>
            <a:r>
              <a:rPr lang="en-US" sz="2000" dirty="0" err="1" smtClean="0"/>
              <a:t>Schwalbe</a:t>
            </a:r>
            <a:r>
              <a:rPr lang="en-US" sz="2000" dirty="0" smtClean="0"/>
              <a:t> (2017). An Introduction to Project Management. 6th Edition. </a:t>
            </a:r>
            <a:r>
              <a:rPr lang="en-US" sz="2000" dirty="0" err="1" smtClean="0"/>
              <a:t>Schwalbe</a:t>
            </a:r>
            <a:r>
              <a:rPr lang="en-US" sz="2000" dirty="0" smtClean="0"/>
              <a:t> Publishing.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Hooman</a:t>
            </a:r>
            <a:r>
              <a:rPr lang="en-US" sz="2000" dirty="0" smtClean="0"/>
              <a:t> </a:t>
            </a:r>
            <a:r>
              <a:rPr lang="en-US" sz="2000" dirty="0" err="1" smtClean="0"/>
              <a:t>Hoodat</a:t>
            </a:r>
            <a:r>
              <a:rPr lang="en-US" sz="2000" dirty="0" smtClean="0"/>
              <a:t> and Hassan </a:t>
            </a:r>
            <a:r>
              <a:rPr lang="en-US" sz="2000" dirty="0" err="1" smtClean="0"/>
              <a:t>Rashidi</a:t>
            </a:r>
            <a:r>
              <a:rPr lang="en-US" sz="2000" dirty="0" smtClean="0"/>
              <a:t> (2009). Classification and Analysis of Risks in Software Engineering.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Barry W. Boehm (1991). Software Risk Management Principles and Practices.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M. T. </a:t>
            </a:r>
            <a:r>
              <a:rPr lang="en-US" sz="2000" dirty="0" err="1" smtClean="0"/>
              <a:t>Taghavifard</a:t>
            </a:r>
            <a:r>
              <a:rPr lang="en-US" sz="2000" dirty="0" smtClean="0"/>
              <a:t> et al. (2009). Decision Making Under Uncertain and Risky Situations.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RD </a:t>
            </a:r>
            <a:r>
              <a:rPr lang="en-US" sz="2000" dirty="0" err="1" smtClean="0"/>
              <a:t>Shachter</a:t>
            </a:r>
            <a:r>
              <a:rPr lang="en-US" sz="2000" dirty="0" smtClean="0"/>
              <a:t> (1986). Evaluating Influence Diagrams.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Projects Fail?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533400" y="3733800"/>
          <a:ext cx="8001000" cy="281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5800" y="1209675"/>
            <a:ext cx="506730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096000" y="1600200"/>
            <a:ext cx="2590800" cy="15696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Consolas" pitchFamily="49" charset="0"/>
              </a:rPr>
              <a:t>All software projects are unique undertakings.</a:t>
            </a:r>
            <a:endParaRPr lang="en-US" sz="2400" b="1" dirty="0">
              <a:latin typeface="Consolas" pitchFamily="49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00400" y="3657600"/>
            <a:ext cx="1701546" cy="1136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loud 10"/>
          <p:cNvSpPr/>
          <p:nvPr/>
        </p:nvSpPr>
        <p:spPr>
          <a:xfrm>
            <a:off x="228600" y="5334000"/>
            <a:ext cx="2895600" cy="12954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nsolas" pitchFamily="49" charset="0"/>
              </a:rPr>
              <a:t>Know as many as possible unknowns.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</a:t>
            </a:r>
            <a:r>
              <a:rPr lang="en-US" smtClean="0"/>
              <a:t>to Prevent </a:t>
            </a:r>
            <a:r>
              <a:rPr lang="en-US" dirty="0" smtClean="0"/>
              <a:t>Potential Problems</a:t>
            </a:r>
            <a:endParaRPr lang="en-US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4900" y="2209800"/>
            <a:ext cx="69342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[1]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47800"/>
            <a:ext cx="152400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10"/>
          <p:cNvSpPr txBox="1">
            <a:spLocks noChangeArrowheads="1"/>
          </p:cNvSpPr>
          <p:nvPr/>
        </p:nvSpPr>
        <p:spPr bwMode="auto">
          <a:xfrm>
            <a:off x="2057400" y="1524000"/>
            <a:ext cx="6629400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Risk</a:t>
            </a:r>
            <a:r>
              <a:rPr lang="en-US" sz="2600" dirty="0" smtClean="0">
                <a:latin typeface="+mj-lt"/>
              </a:rPr>
              <a:t> is the </a:t>
            </a:r>
            <a:r>
              <a:rPr lang="en-US" sz="2600" u="sng" dirty="0" smtClean="0">
                <a:latin typeface="+mj-lt"/>
              </a:rPr>
              <a:t>possibility</a:t>
            </a:r>
            <a:r>
              <a:rPr lang="en-US" sz="2600" dirty="0" smtClean="0">
                <a:latin typeface="+mj-lt"/>
              </a:rPr>
              <a:t> of </a:t>
            </a:r>
            <a:r>
              <a:rPr lang="en-US" sz="2600" u="sng" dirty="0" smtClean="0">
                <a:latin typeface="+mj-lt"/>
              </a:rPr>
              <a:t>something bad</a:t>
            </a:r>
            <a:r>
              <a:rPr lang="en-US" sz="2600" dirty="0" smtClean="0">
                <a:latin typeface="+mj-lt"/>
              </a:rPr>
              <a:t> happening at some time in the future.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Risk</a:t>
            </a:r>
            <a:r>
              <a:rPr lang="en-US" sz="2600" dirty="0" smtClean="0">
                <a:latin typeface="+mj-lt"/>
              </a:rPr>
              <a:t> is the </a:t>
            </a:r>
            <a:r>
              <a:rPr lang="en-US" sz="2600" u="sng" dirty="0" smtClean="0">
                <a:latin typeface="+mj-lt"/>
              </a:rPr>
              <a:t>probability</a:t>
            </a:r>
            <a:r>
              <a:rPr lang="en-US" sz="2600" dirty="0" smtClean="0">
                <a:latin typeface="+mj-lt"/>
              </a:rPr>
              <a:t> of </a:t>
            </a:r>
            <a:r>
              <a:rPr lang="en-US" sz="2600" u="sng" dirty="0" smtClean="0">
                <a:latin typeface="+mj-lt"/>
              </a:rPr>
              <a:t>suffering loss</a:t>
            </a:r>
            <a:r>
              <a:rPr lang="en-US" sz="2600" dirty="0" smtClean="0">
                <a:latin typeface="+mj-lt"/>
              </a:rPr>
              <a:t> while pursuing goals due to factors that are unpredictable or beyond.</a:t>
            </a:r>
            <a:endParaRPr lang="en-US" sz="2600" dirty="0">
              <a:latin typeface="+mj-lt"/>
            </a:endParaRPr>
          </a:p>
        </p:txBody>
      </p:sp>
      <p:pic>
        <p:nvPicPr>
          <p:cNvPr id="39938" name="Picture 2" descr="http://www.hypebot.com/.a/6a00d83451b36c69e201b7c86b43d8970b-600w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4114800"/>
            <a:ext cx="3651250" cy="162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vs. Problem</a:t>
            </a:r>
            <a:endParaRPr lang="en-US" dirty="0"/>
          </a:p>
        </p:txBody>
      </p:sp>
      <p:pic>
        <p:nvPicPr>
          <p:cNvPr id="6" name="Picture 2" descr="http://sce2.umkc.edu/BIT/burrise/pl/project-management/risk-mgt-boat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977640"/>
            <a:ext cx="7795260" cy="1508760"/>
          </a:xfrm>
          <a:prstGeom prst="rect">
            <a:avLst/>
          </a:prstGeom>
          <a:noFill/>
        </p:spPr>
      </p:pic>
      <p:pic>
        <p:nvPicPr>
          <p:cNvPr id="3" name="Picture 2" descr="http://3.bp.blogspot.com/-DffS6_3bCOc/U4EVrTo9vRI/AAAAAAAADbk/PADooI9j3zE/s1600/titan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1676400"/>
            <a:ext cx="2731008" cy="2048256"/>
          </a:xfrm>
          <a:prstGeom prst="rect">
            <a:avLst/>
          </a:prstGeom>
          <a:noFill/>
        </p:spPr>
      </p:pic>
      <p:pic>
        <p:nvPicPr>
          <p:cNvPr id="1028" name="Picture 4" descr="https://media.nationalgeographic.org/assets/photos/000/273/2730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09800" y="1676400"/>
            <a:ext cx="2640330" cy="19789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Identify Risks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962400" y="2565400"/>
          <a:ext cx="4572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28700" y="3276600"/>
            <a:ext cx="24003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10"/>
          <p:cNvSpPr txBox="1">
            <a:spLocks noChangeArrowheads="1"/>
          </p:cNvSpPr>
          <p:nvPr/>
        </p:nvSpPr>
        <p:spPr bwMode="auto">
          <a:xfrm>
            <a:off x="533400" y="1531203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Risk Identification</a:t>
            </a:r>
            <a:r>
              <a:rPr lang="en-US" sz="2400" dirty="0" smtClean="0">
                <a:latin typeface="+mj-lt"/>
              </a:rPr>
              <a:t> produces lists of the project-specific risk items likely to compromise a project's satisfactory outcome.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Indentify Risks?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1"/>
            <a:ext cx="3200400" cy="32004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Brainstorming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Risk taxonomies</a:t>
            </a:r>
          </a:p>
          <a:p>
            <a:r>
              <a:rPr lang="en-US" sz="2400" dirty="0" smtClean="0"/>
              <a:t>Decomposition</a:t>
            </a:r>
          </a:p>
          <a:p>
            <a:r>
              <a:rPr lang="en-US" sz="2400" dirty="0" smtClean="0"/>
              <a:t>Critical path analysis </a:t>
            </a:r>
          </a:p>
          <a:p>
            <a:pPr lvl="0"/>
            <a:r>
              <a:rPr lang="en-US" sz="2400" dirty="0" smtClean="0"/>
              <a:t>Interviewing</a:t>
            </a:r>
          </a:p>
          <a:p>
            <a:pPr lvl="0"/>
            <a:r>
              <a:rPr lang="en-US" sz="2400" dirty="0" smtClean="0"/>
              <a:t>Assumption analysis</a:t>
            </a:r>
          </a:p>
          <a:p>
            <a:r>
              <a:rPr lang="en-US" sz="2400" dirty="0" smtClean="0"/>
              <a:t>Voluntary reporting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29100" y="2152650"/>
            <a:ext cx="4762500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" y="5181600"/>
            <a:ext cx="1566358" cy="12154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62200" y="5725180"/>
            <a:ext cx="3843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Past projects comparison</a:t>
            </a:r>
            <a:endParaRPr lang="vi-VN" sz="2800" i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00400" y="1234926"/>
            <a:ext cx="1584474" cy="15844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39000" y="533400"/>
            <a:ext cx="1579612" cy="15304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Risk Check List (I)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685800" y="1371600"/>
          <a:ext cx="54102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81800" y="1752600"/>
            <a:ext cx="1470377" cy="1584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Risk Check List (II)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04800" y="1371600"/>
          <a:ext cx="51054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486400" y="2057400"/>
            <a:ext cx="33528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in Previous Classes </a:t>
            </a:r>
            <a:r>
              <a:rPr lang="en-US" dirty="0" smtClean="0"/>
              <a:t>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Team members leaving or losing </a:t>
            </a:r>
            <a:r>
              <a:rPr lang="en-US" sz="2400" dirty="0" smtClean="0"/>
              <a:t>motivation.</a:t>
            </a:r>
            <a:endParaRPr lang="en-US" sz="2400" dirty="0" smtClean="0"/>
          </a:p>
          <a:p>
            <a:r>
              <a:rPr lang="en-US" sz="2400" dirty="0" smtClean="0"/>
              <a:t>Unclear </a:t>
            </a:r>
            <a:r>
              <a:rPr lang="en-US" sz="2400" dirty="0" smtClean="0"/>
              <a:t>requirements: Real world problems, domain knowledge.</a:t>
            </a:r>
          </a:p>
          <a:p>
            <a:r>
              <a:rPr lang="en-US" sz="2400" dirty="0" smtClean="0"/>
              <a:t>Availability </a:t>
            </a:r>
            <a:r>
              <a:rPr lang="en-US" sz="2400" dirty="0" smtClean="0"/>
              <a:t>and </a:t>
            </a:r>
            <a:r>
              <a:rPr lang="en-US" sz="2400" dirty="0" smtClean="0"/>
              <a:t>cost </a:t>
            </a:r>
            <a:r>
              <a:rPr lang="en-US" sz="2400" dirty="0" smtClean="0"/>
              <a:t>of </a:t>
            </a:r>
            <a:r>
              <a:rPr lang="en-US" sz="2400" dirty="0" smtClean="0"/>
              <a:t>reliable </a:t>
            </a:r>
            <a:r>
              <a:rPr lang="en-US" sz="2400" dirty="0" smtClean="0"/>
              <a:t>AI </a:t>
            </a:r>
            <a:r>
              <a:rPr lang="en-US" sz="2400" dirty="0" smtClean="0"/>
              <a:t>coding agents.</a:t>
            </a:r>
          </a:p>
          <a:p>
            <a:r>
              <a:rPr lang="en-US" sz="2400" dirty="0" smtClean="0"/>
              <a:t>Earlier </a:t>
            </a:r>
            <a:r>
              <a:rPr lang="en-US" sz="2400" dirty="0" smtClean="0"/>
              <a:t>releases </a:t>
            </a:r>
            <a:r>
              <a:rPr lang="en-US" sz="2400" dirty="0" smtClean="0"/>
              <a:t>from </a:t>
            </a:r>
            <a:r>
              <a:rPr lang="en-US" sz="2400" dirty="0" smtClean="0"/>
              <a:t>competitors.</a:t>
            </a:r>
            <a:endParaRPr lang="en-US" sz="2400" dirty="0"/>
          </a:p>
        </p:txBody>
      </p:sp>
      <p:sp>
        <p:nvSpPr>
          <p:cNvPr id="1026" name="AutoShape 2" descr="https://now.fordham.edu/wp-content/uploads/2025/09/Group-Projects-1280.jpg"/>
          <p:cNvSpPr>
            <a:spLocks noChangeAspect="1" noChangeArrowheads="1"/>
          </p:cNvSpPr>
          <p:nvPr/>
        </p:nvSpPr>
        <p:spPr bwMode="auto">
          <a:xfrm>
            <a:off x="155575" y="-2719388"/>
            <a:ext cx="10077450" cy="56673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0000" y="3962400"/>
            <a:ext cx="406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in Previous </a:t>
            </a:r>
            <a:r>
              <a:rPr lang="en-US" dirty="0" smtClean="0"/>
              <a:t>Classes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Not enough time</a:t>
            </a:r>
          </a:p>
          <a:p>
            <a:r>
              <a:rPr lang="en-US" sz="2400" dirty="0" smtClean="0"/>
              <a:t>Working on new </a:t>
            </a:r>
            <a:r>
              <a:rPr lang="en-US" sz="2400" dirty="0" smtClean="0"/>
              <a:t>technologies</a:t>
            </a:r>
            <a:endParaRPr lang="en-US" sz="2400" dirty="0" smtClean="0"/>
          </a:p>
          <a:p>
            <a:r>
              <a:rPr lang="en-US" sz="2400" dirty="0" smtClean="0"/>
              <a:t>Lack of leadership</a:t>
            </a:r>
          </a:p>
          <a:p>
            <a:r>
              <a:rPr lang="en-US" sz="2400" dirty="0" smtClean="0"/>
              <a:t>No status reporting</a:t>
            </a:r>
          </a:p>
          <a:p>
            <a:r>
              <a:rPr lang="en-US" sz="2400" dirty="0" smtClean="0"/>
              <a:t>Unclear requirements: Real world problems, domain knowledge.</a:t>
            </a:r>
          </a:p>
          <a:p>
            <a:endParaRPr lang="en-US" sz="2400" dirty="0"/>
          </a:p>
        </p:txBody>
      </p:sp>
      <p:pic>
        <p:nvPicPr>
          <p:cNvPr id="1032" name="Picture 8" descr="https://www.laniertech.edu/wp-content/uploads/2019/08/AdobeStock_61766940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267200"/>
            <a:ext cx="3175000" cy="21161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PEST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0" y="2971800"/>
            <a:ext cx="4038600" cy="3124200"/>
          </a:xfrm>
        </p:spPr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Brainstorm the relevant factors</a:t>
            </a:r>
            <a:r>
              <a:rPr lang="en-US" sz="2200" dirty="0" smtClean="0"/>
              <a:t> that apply to you</a:t>
            </a:r>
          </a:p>
          <a:p>
            <a:endParaRPr lang="en-US" sz="2200" dirty="0" smtClean="0"/>
          </a:p>
          <a:p>
            <a:r>
              <a:rPr lang="en-US" sz="2200" i="1" dirty="0" smtClean="0">
                <a:solidFill>
                  <a:srgbClr val="C00000"/>
                </a:solidFill>
              </a:rPr>
              <a:t>Identify the information</a:t>
            </a:r>
            <a:r>
              <a:rPr lang="en-US" sz="2200" dirty="0" smtClean="0"/>
              <a:t> that applies to these factors</a:t>
            </a:r>
          </a:p>
          <a:p>
            <a:endParaRPr lang="en-US" sz="2200" dirty="0" smtClean="0"/>
          </a:p>
          <a:p>
            <a:r>
              <a:rPr lang="en-US" sz="2200" i="1" dirty="0" smtClean="0">
                <a:solidFill>
                  <a:srgbClr val="C00000"/>
                </a:solidFill>
              </a:rPr>
              <a:t>Draw conclusions</a:t>
            </a:r>
            <a:r>
              <a:rPr lang="en-US" sz="2200" dirty="0" smtClean="0"/>
              <a:t> from this information</a:t>
            </a:r>
            <a:endParaRPr lang="en-US" sz="2200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600325"/>
            <a:ext cx="409575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57200" y="1254204"/>
            <a:ext cx="8153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PEST analysis</a:t>
            </a:r>
            <a:r>
              <a:rPr lang="en-US" sz="2400" dirty="0" smtClean="0">
                <a:latin typeface="+mj-lt"/>
              </a:rPr>
              <a:t> is a strategic planning method used to review a strategy or position, direction of a company, a marketing proposition, or </a:t>
            </a:r>
            <a:r>
              <a:rPr lang="en-US" sz="2400" u="sng" dirty="0" smtClean="0">
                <a:latin typeface="+mj-lt"/>
              </a:rPr>
              <a:t>idea in a project</a:t>
            </a:r>
            <a:r>
              <a:rPr lang="en-US" sz="2400" dirty="0" smtClean="0"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SWOT Analysis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400" y="1287959"/>
            <a:ext cx="8839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SWOT analysis</a:t>
            </a:r>
            <a:r>
              <a:rPr lang="en-US" sz="2200" dirty="0" smtClean="0">
                <a:latin typeface="+mj-lt"/>
              </a:rPr>
              <a:t> is a strategic planning method used to evaluate the Strengths, Weaknesses, Opportunities, and </a:t>
            </a:r>
            <a:r>
              <a:rPr lang="en-US" sz="2200" u="sng" dirty="0" smtClean="0">
                <a:latin typeface="+mj-lt"/>
              </a:rPr>
              <a:t>Threats involved in a project</a:t>
            </a:r>
            <a:r>
              <a:rPr lang="en-US" sz="2200" dirty="0" smtClean="0">
                <a:latin typeface="+mj-lt"/>
              </a:rPr>
              <a:t>.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381000" y="2362200"/>
          <a:ext cx="8153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Identification Product</a:t>
            </a:r>
            <a:endParaRPr lang="en-US" dirty="0"/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371600"/>
            <a:ext cx="5795010" cy="491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Analyze Risks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9592" y="2739712"/>
            <a:ext cx="3935940" cy="381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114800" y="4724401"/>
            <a:ext cx="441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itchFamily="34" charset="0"/>
              <a:buChar char="─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How risky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are my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risks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?”</a:t>
            </a:r>
          </a:p>
        </p:txBody>
      </p:sp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381000" y="1408093"/>
            <a:ext cx="84582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Risk analysis</a:t>
            </a:r>
            <a:r>
              <a:rPr lang="en-US" sz="2800" dirty="0" smtClean="0">
                <a:latin typeface="+mj-lt"/>
              </a:rPr>
              <a:t> is the scientific </a:t>
            </a:r>
            <a:r>
              <a:rPr lang="en-US" sz="2800" u="sng" dirty="0" smtClean="0">
                <a:latin typeface="+mj-lt"/>
              </a:rPr>
              <a:t>measurement</a:t>
            </a:r>
            <a:r>
              <a:rPr lang="en-US" sz="2800" dirty="0" smtClean="0">
                <a:latin typeface="+mj-lt"/>
              </a:rPr>
              <a:t> of the degree of danger or hazard involved in any operation or activity.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Characterization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508760"/>
          <a:ext cx="4343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075"/>
                <a:gridCol w="260132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Probability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Description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0% – 20%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Remote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20% – 40%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Unlikely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40% – 70</a:t>
                      </a:r>
                      <a:r>
                        <a:rPr lang="en-US" sz="2000" baseline="0" dirty="0" smtClean="0"/>
                        <a:t>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Likely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70% – 90%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Highly likely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90% – 100%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Nearly certain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4099560"/>
          <a:ext cx="8610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8200"/>
                <a:gridCol w="3962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Impact (Slips to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dirty="0" smtClean="0"/>
                        <a:t>schedule and budget)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Description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&lt;</a:t>
                      </a:r>
                      <a:r>
                        <a:rPr lang="en-US" sz="2000" baseline="0" dirty="0" smtClean="0"/>
                        <a:t> 10% of total budget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Minimal or no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dirty="0" smtClean="0"/>
                        <a:t>impact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&lt; 15%</a:t>
                      </a:r>
                      <a:r>
                        <a:rPr lang="en-US" sz="2000" baseline="0" dirty="0" smtClean="0"/>
                        <a:t> of total budget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Small, acceptable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&lt; 50%</a:t>
                      </a:r>
                      <a:r>
                        <a:rPr lang="en-US" sz="2000" baseline="0" dirty="0" smtClean="0"/>
                        <a:t> of total budget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Moderate system damage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&lt; 60%</a:t>
                      </a:r>
                      <a:r>
                        <a:rPr lang="en-US" sz="2000" baseline="0" dirty="0" smtClean="0"/>
                        <a:t> of total budget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Significant impact to project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&gt;=</a:t>
                      </a:r>
                      <a:r>
                        <a:rPr lang="en-US" sz="2000" baseline="0" dirty="0" smtClean="0"/>
                        <a:t> 60% of total budget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Failure of project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dirty="0" smtClean="0"/>
                        <a:t>operations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00600" y="1508760"/>
          <a:ext cx="4038600" cy="2302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/>
              </a:tblGrid>
              <a:tr h="59745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Time of Occurrence</a:t>
                      </a:r>
                    </a:p>
                  </a:txBody>
                  <a:tcPr/>
                </a:tc>
              </a:tr>
              <a:tr h="37927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In next month</a:t>
                      </a:r>
                      <a:endParaRPr lang="en-US" sz="2000" dirty="0"/>
                    </a:p>
                  </a:txBody>
                  <a:tcPr/>
                </a:tc>
              </a:tr>
              <a:tr h="65463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One to two months from now</a:t>
                      </a:r>
                      <a:endParaRPr lang="en-US" sz="2000" dirty="0"/>
                    </a:p>
                  </a:txBody>
                  <a:tcPr/>
                </a:tc>
              </a:tr>
              <a:tr h="65463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Three or more months from now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4"/>
          <p:cNvSpPr/>
          <p:nvPr/>
        </p:nvSpPr>
        <p:spPr>
          <a:xfrm>
            <a:off x="1872006" y="6212184"/>
            <a:ext cx="5476189" cy="61267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61290" tIns="0" rIns="161290" bIns="0" numCol="1" spcCol="1270" anchor="ctr" anchorCtr="0">
            <a:noAutofit/>
          </a:bodyPr>
          <a:lstStyle/>
          <a:p>
            <a:pPr lvl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300" kern="12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7200" y="533400"/>
            <a:ext cx="863794" cy="838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76600" y="4785360"/>
            <a:ext cx="1392560" cy="13270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Strategy</a:t>
            </a:r>
          </a:p>
          <a:p>
            <a:pPr lvl="1"/>
            <a:r>
              <a:rPr lang="en-US" dirty="0" smtClean="0"/>
              <a:t>Experience</a:t>
            </a:r>
          </a:p>
          <a:p>
            <a:pPr lvl="2"/>
            <a:r>
              <a:rPr lang="en-US" sz="2200" dirty="0" smtClean="0"/>
              <a:t>Not enough time: P = 80%, C = $4000, 2 months.</a:t>
            </a:r>
          </a:p>
          <a:p>
            <a:pPr lvl="2"/>
            <a:r>
              <a:rPr lang="en-US" sz="2200" dirty="0" smtClean="0"/>
              <a:t>Working on new technology: P = 40%, C = $2000, 1 week.</a:t>
            </a:r>
          </a:p>
          <a:p>
            <a:pPr lvl="2"/>
            <a:r>
              <a:rPr lang="en-US" sz="2200" dirty="0" smtClean="0"/>
              <a:t>Lack of leadership: P = 95%, C = $100, 1 month.</a:t>
            </a:r>
          </a:p>
        </p:txBody>
      </p:sp>
      <p:pic>
        <p:nvPicPr>
          <p:cNvPr id="4" name="Picture 8" descr="https://www.laniertech.edu/wp-content/uploads/2019/08/AdobeStock_61766940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191000"/>
            <a:ext cx="3175000" cy="21161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Uncertainty [2]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661160"/>
            <a:ext cx="7223760" cy="2682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http://psychicreadingscanada.com/wp-content/uploads/2015/06/psychic-crystalbal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4572000"/>
            <a:ext cx="2453640" cy="16855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http://faculty.css.edu/dswenson/web/6300-OBOD/delphi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667000"/>
            <a:ext cx="2536278" cy="3962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Delphi Method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667000" y="2843748"/>
            <a:ext cx="6324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Develop initial questionnaire and distribute it to the panel.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Panelists independently generate their ideas in answer to the questionnaire and return it.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The moderator summarizes the responses to the first questionnaire and develops a feedback report along with the second set of questionnaires for the panelists.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Having received the feedback report, panelists independently evaluate earlier responses and independently vote on the second questionnaire.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The moderator develops a final summary and feedback report to the group and decision makers.</a:t>
            </a:r>
            <a:endParaRPr lang="vi-VN" sz="2000" dirty="0" smtClean="0">
              <a:latin typeface="+mj-lt"/>
            </a:endParaRPr>
          </a:p>
        </p:txBody>
      </p:sp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304800" y="1330404"/>
            <a:ext cx="8534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Delphi method</a:t>
            </a:r>
            <a:r>
              <a:rPr lang="en-US" sz="2400" dirty="0" smtClean="0">
                <a:latin typeface="+mj-lt"/>
              </a:rPr>
              <a:t> is a method for structuring </a:t>
            </a:r>
            <a:r>
              <a:rPr lang="en-US" sz="2400" u="sng" dirty="0" smtClean="0">
                <a:latin typeface="+mj-lt"/>
              </a:rPr>
              <a:t>a group communication process</a:t>
            </a:r>
            <a:r>
              <a:rPr lang="en-US" sz="2400" dirty="0" smtClean="0">
                <a:latin typeface="+mj-lt"/>
              </a:rPr>
              <a:t> so that the process is effective in allowing a group of individuals, as a whole, to deal with a complex problem.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Tree Analysis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534400" cy="32766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Risk tree</a:t>
            </a:r>
            <a:r>
              <a:rPr lang="en-US" sz="2400" dirty="0" smtClean="0"/>
              <a:t> is a </a:t>
            </a:r>
            <a:r>
              <a:rPr lang="en-US" sz="2400" u="sng" dirty="0" smtClean="0"/>
              <a:t>graphical model</a:t>
            </a:r>
            <a:r>
              <a:rPr lang="en-US" sz="2400" dirty="0" smtClean="0"/>
              <a:t> of various combinations of risks that result in the occurrence of the predefined undesired event.</a:t>
            </a:r>
          </a:p>
          <a:p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analyze</a:t>
            </a:r>
            <a:r>
              <a:rPr lang="en-US" sz="2400" dirty="0" smtClean="0"/>
              <a:t> using </a:t>
            </a:r>
            <a:r>
              <a:rPr lang="en-US" sz="2400" i="1" dirty="0" smtClean="0">
                <a:solidFill>
                  <a:srgbClr val="C00000"/>
                </a:solidFill>
              </a:rPr>
              <a:t>risk tree</a:t>
            </a:r>
            <a:r>
              <a:rPr lang="en-US" sz="2400" dirty="0" smtClean="0"/>
              <a:t>, it is necessary to</a:t>
            </a:r>
          </a:p>
          <a:p>
            <a:pPr lvl="1"/>
            <a:r>
              <a:rPr lang="en-US" sz="2000" dirty="0" smtClean="0"/>
              <a:t>specify the </a:t>
            </a:r>
            <a:r>
              <a:rPr lang="en-US" sz="2000" i="1" dirty="0" smtClean="0">
                <a:solidFill>
                  <a:srgbClr val="C00000"/>
                </a:solidFill>
              </a:rPr>
              <a:t>undesired state</a:t>
            </a:r>
            <a:r>
              <a:rPr lang="en-US" sz="2000" dirty="0" smtClean="0"/>
              <a:t> of the system. This state may be the failure of the system or of a subsystem.</a:t>
            </a:r>
          </a:p>
          <a:p>
            <a:pPr lvl="1"/>
            <a:r>
              <a:rPr lang="en-US" sz="2000" dirty="0" smtClean="0"/>
              <a:t>Then a list is made of all the </a:t>
            </a:r>
            <a:r>
              <a:rPr lang="en-US" sz="2000" i="1" dirty="0" smtClean="0">
                <a:solidFill>
                  <a:srgbClr val="C00000"/>
                </a:solidFill>
              </a:rPr>
              <a:t>possible ways</a:t>
            </a:r>
            <a:r>
              <a:rPr lang="en-US" sz="2000" dirty="0" smtClean="0"/>
              <a:t> in which these events can occur.</a:t>
            </a:r>
          </a:p>
          <a:p>
            <a:pPr lvl="1"/>
            <a:r>
              <a:rPr lang="en-US" sz="2000" dirty="0" smtClean="0"/>
              <a:t>Each of the possible ways is then examined </a:t>
            </a:r>
            <a:r>
              <a:rPr lang="en-US" sz="2000" i="1" dirty="0" smtClean="0">
                <a:solidFill>
                  <a:srgbClr val="C00000"/>
                </a:solidFill>
              </a:rPr>
              <a:t>independently</a:t>
            </a:r>
            <a:r>
              <a:rPr lang="en-US" sz="2000" dirty="0" smtClean="0"/>
              <a:t> to find out how it can occur.</a:t>
            </a:r>
            <a:endParaRPr lang="en-US" sz="20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vi-V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4667250"/>
            <a:ext cx="483870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Risk Tree Example</a:t>
            </a:r>
            <a:endParaRPr lang="vi-V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5413" y="1504950"/>
            <a:ext cx="635317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38513" y="5848350"/>
            <a:ext cx="246697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28600" y="1143000"/>
            <a:ext cx="3200400" cy="70788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u="sng" dirty="0" smtClean="0">
                <a:solidFill>
                  <a:schemeClr val="bg1"/>
                </a:solidFill>
                <a:latin typeface="+mj-lt"/>
              </a:rPr>
              <a:t>Rectangle</a:t>
            </a: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:</a:t>
            </a:r>
          </a:p>
          <a:p>
            <a:pPr algn="ctr"/>
            <a:r>
              <a:rPr lang="en-US" sz="2000" dirty="0" smtClean="0">
                <a:solidFill>
                  <a:schemeClr val="bg1"/>
                </a:solidFill>
                <a:latin typeface="+mj-lt"/>
              </a:rPr>
              <a:t>Top or intermediate event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0" y="4953000"/>
            <a:ext cx="1524000" cy="1015663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2000" u="sng" dirty="0" smtClean="0">
                <a:solidFill>
                  <a:schemeClr val="bg1"/>
                </a:solidFill>
                <a:latin typeface="+mj-lt"/>
              </a:rPr>
              <a:t>Circle</a:t>
            </a: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: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+mj-lt"/>
              </a:rPr>
              <a:t>Elementary basic event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48400" y="1600200"/>
            <a:ext cx="1025152" cy="400110"/>
          </a:xfrm>
          <a:prstGeom prst="rect">
            <a:avLst/>
          </a:prstGeom>
          <a:solidFill>
            <a:schemeClr val="accent3"/>
          </a:solidFill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+mj-lt"/>
              </a:rPr>
              <a:t>Transfer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8600" y="1905000"/>
            <a:ext cx="3200400" cy="707886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+mj-lt"/>
              </a:rPr>
              <a:t>The output is generated if at least one of the inputs exists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5560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Exposure (Priority)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47800"/>
          </a:xfrm>
        </p:spPr>
        <p:txBody>
          <a:bodyPr/>
          <a:lstStyle/>
          <a:p>
            <a:r>
              <a:rPr lang="en-US" sz="2400" dirty="0" smtClean="0"/>
              <a:t>Risk exposure is defined as</a:t>
            </a:r>
          </a:p>
          <a:p>
            <a:pPr algn="ctr">
              <a:buNone/>
            </a:pPr>
            <a:r>
              <a:rPr lang="en-US" sz="2400" dirty="0" smtClean="0"/>
              <a:t>	</a:t>
            </a:r>
            <a:r>
              <a:rPr lang="en-US" sz="2400" b="1" dirty="0" smtClean="0"/>
              <a:t>Risk Exposure (Priority) = Probability * Impact.</a:t>
            </a:r>
          </a:p>
          <a:p>
            <a:r>
              <a:rPr lang="en-US" sz="2400" dirty="0" smtClean="0"/>
              <a:t>It is simply the </a:t>
            </a:r>
            <a:r>
              <a:rPr lang="en-US" u="sng" dirty="0" smtClean="0"/>
              <a:t>average</a:t>
            </a:r>
            <a:r>
              <a:rPr lang="en-US" i="1" dirty="0" smtClean="0">
                <a:solidFill>
                  <a:srgbClr val="C00000"/>
                </a:solidFill>
              </a:rPr>
              <a:t> impact</a:t>
            </a:r>
            <a:r>
              <a:rPr lang="en-US" sz="2400" dirty="0" smtClean="0"/>
              <a:t>.</a:t>
            </a:r>
          </a:p>
        </p:txBody>
      </p: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215640"/>
            <a:ext cx="4800600" cy="3337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429415" y="4567535"/>
            <a:ext cx="1571585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sz="2400" dirty="0" smtClean="0"/>
              <a:t>Risk Matrix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Prioritize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Strategy</a:t>
            </a:r>
          </a:p>
          <a:p>
            <a:pPr lvl="1"/>
            <a:r>
              <a:rPr lang="en-US" dirty="0" smtClean="0"/>
              <a:t>Experience</a:t>
            </a:r>
          </a:p>
          <a:p>
            <a:pPr lvl="2"/>
            <a:r>
              <a:rPr lang="en-US" sz="2200" dirty="0" smtClean="0"/>
              <a:t>Not enough time: P = 80%, C = $4000, 2 months.</a:t>
            </a:r>
          </a:p>
          <a:p>
            <a:pPr lvl="2"/>
            <a:r>
              <a:rPr lang="en-US" sz="2200" dirty="0" smtClean="0"/>
              <a:t>Working on new technology: P = 40%, C = $2000, 1 week.</a:t>
            </a:r>
          </a:p>
          <a:p>
            <a:pPr lvl="2"/>
            <a:r>
              <a:rPr lang="en-US" sz="2200" dirty="0" smtClean="0"/>
              <a:t>Lack of leadership: P = 95%, C = $100, 1 month.</a:t>
            </a:r>
          </a:p>
          <a:p>
            <a:pPr lvl="2"/>
            <a:r>
              <a:rPr lang="en-US" sz="2200" dirty="0" smtClean="0"/>
              <a:t>Priority = P * C and consider time of occurrence.</a:t>
            </a:r>
          </a:p>
        </p:txBody>
      </p:sp>
      <p:pic>
        <p:nvPicPr>
          <p:cNvPr id="6" name="Picture 5" descr="http://theinnovationofrisk.com/wp-content/uploads/2012/05/top_10_pedistal_400_clr_6486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4800600"/>
            <a:ext cx="1190625" cy="1270000"/>
          </a:xfrm>
          <a:prstGeom prst="rect">
            <a:avLst/>
          </a:prstGeom>
          <a:noFill/>
        </p:spPr>
      </p:pic>
      <p:pic>
        <p:nvPicPr>
          <p:cNvPr id="7" name="Picture 6" descr="https://thecleantrader.com/wp-content/uploads/2019/05/reduce-operational-ris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4724400"/>
            <a:ext cx="1926907" cy="13023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Analysis Product [4]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3975" y="1257300"/>
            <a:ext cx="6496050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Response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219200"/>
            <a:ext cx="64008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Acceptance</a:t>
            </a:r>
            <a:r>
              <a:rPr lang="en-US" sz="2400" dirty="0" smtClean="0">
                <a:latin typeface="+mj-lt"/>
              </a:rPr>
              <a:t>: To acknowledge the risk’s existence, but to take no preemptive action to resolve it, except for the possible development of </a:t>
            </a:r>
            <a:r>
              <a:rPr lang="en-US" sz="2400" u="sng" dirty="0" smtClean="0">
                <a:latin typeface="+mj-lt"/>
              </a:rPr>
              <a:t>contingency plans</a:t>
            </a:r>
            <a:r>
              <a:rPr lang="en-US" sz="2400" dirty="0" smtClean="0">
                <a:latin typeface="+mj-lt"/>
              </a:rPr>
              <a:t> should the risk event come to pass.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Avoidance</a:t>
            </a:r>
            <a:r>
              <a:rPr lang="en-US" sz="2400" dirty="0" smtClean="0">
                <a:latin typeface="+mj-lt"/>
              </a:rPr>
              <a:t>: To eliminate the conditions that allow the risk to be present at all, most frequently by </a:t>
            </a:r>
            <a:r>
              <a:rPr lang="en-US" sz="2400" u="sng" dirty="0" smtClean="0">
                <a:latin typeface="+mj-lt"/>
              </a:rPr>
              <a:t>dropping</a:t>
            </a:r>
            <a:r>
              <a:rPr lang="en-US" sz="2400" dirty="0" smtClean="0">
                <a:latin typeface="+mj-lt"/>
              </a:rPr>
              <a:t> the project or the task.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Deflection</a:t>
            </a:r>
            <a:r>
              <a:rPr lang="en-US" sz="2400" dirty="0" smtClean="0">
                <a:latin typeface="+mj-lt"/>
              </a:rPr>
              <a:t>: To transfer the risk (in whole or part) to another organization, individual, or entity.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Mitigation</a:t>
            </a:r>
            <a:r>
              <a:rPr lang="en-US" sz="2400" dirty="0" smtClean="0">
                <a:latin typeface="+mj-lt"/>
              </a:rPr>
              <a:t>: To minimize the probability of a risk’s occurrence or the impact of the risk should it occur.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4114800"/>
            <a:ext cx="1720511" cy="9943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2362200"/>
            <a:ext cx="1539775" cy="15560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219200"/>
            <a:ext cx="1676400" cy="1257300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34200" y="5217795"/>
            <a:ext cx="1485900" cy="1411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Tolerance</a:t>
            </a:r>
            <a:endParaRPr lang="en-US" dirty="0"/>
          </a:p>
        </p:txBody>
      </p:sp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381000" y="1295400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Risk tolerance</a:t>
            </a:r>
            <a:r>
              <a:rPr lang="en-US" sz="2400" dirty="0" smtClean="0">
                <a:latin typeface="+mj-lt"/>
              </a:rPr>
              <a:t> is the willingness of some person or some organization to </a:t>
            </a:r>
            <a:r>
              <a:rPr lang="en-US" sz="2400" u="sng" dirty="0" smtClean="0">
                <a:latin typeface="+mj-lt"/>
              </a:rPr>
              <a:t>accept</a:t>
            </a:r>
            <a:r>
              <a:rPr lang="en-US" sz="2400" dirty="0" smtClean="0">
                <a:latin typeface="+mj-lt"/>
              </a:rPr>
              <a:t> or </a:t>
            </a:r>
            <a:r>
              <a:rPr lang="en-US" sz="2400" u="sng" dirty="0" smtClean="0">
                <a:latin typeface="+mj-lt"/>
              </a:rPr>
              <a:t>avoid</a:t>
            </a:r>
            <a:r>
              <a:rPr lang="en-US" sz="2400" dirty="0" smtClean="0">
                <a:latin typeface="+mj-lt"/>
              </a:rPr>
              <a:t> risk.</a:t>
            </a:r>
            <a:endParaRPr lang="en-US" sz="2400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2819400"/>
            <a:ext cx="4503420" cy="2908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895600"/>
            <a:ext cx="3200400" cy="222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Connector 8"/>
          <p:cNvCxnSpPr/>
          <p:nvPr/>
        </p:nvCxnSpPr>
        <p:spPr>
          <a:xfrm>
            <a:off x="1371600" y="2514600"/>
            <a:ext cx="2514600" cy="22098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Risk Mitigation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Inexperience</a:t>
            </a:r>
            <a:r>
              <a:rPr lang="en-US" sz="2800" dirty="0" smtClean="0"/>
              <a:t> with project process/technology</a:t>
            </a:r>
          </a:p>
          <a:p>
            <a:pPr lvl="1"/>
            <a:r>
              <a:rPr lang="en-US" sz="2200" dirty="0" smtClean="0"/>
              <a:t>Make estimates with a buffer for initial learning time</a:t>
            </a:r>
          </a:p>
          <a:p>
            <a:pPr lvl="1"/>
            <a:r>
              <a:rPr lang="en-US" sz="2200" dirty="0" smtClean="0"/>
              <a:t>Maintain buffers of extra resources</a:t>
            </a:r>
          </a:p>
          <a:p>
            <a:pPr lvl="1"/>
            <a:r>
              <a:rPr lang="en-US" sz="2200" dirty="0" smtClean="0"/>
              <a:t>Define a project-specific training program</a:t>
            </a:r>
          </a:p>
          <a:p>
            <a:pPr lvl="1"/>
            <a:r>
              <a:rPr lang="en-US" sz="2200" dirty="0" smtClean="0"/>
              <a:t>Conduct cross-training sections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Unclear</a:t>
            </a:r>
            <a:r>
              <a:rPr lang="en-US" sz="2800" dirty="0" smtClean="0"/>
              <a:t> requirements and/or acceptance criteria</a:t>
            </a:r>
          </a:p>
          <a:p>
            <a:pPr lvl="1"/>
            <a:r>
              <a:rPr lang="en-US" sz="2200" dirty="0" smtClean="0"/>
              <a:t>Use experience and logic to make some assumptions and keep the client informed; obtain sign-off</a:t>
            </a:r>
          </a:p>
          <a:p>
            <a:pPr lvl="1"/>
            <a:r>
              <a:rPr lang="en-US" sz="2200" dirty="0" smtClean="0"/>
              <a:t>Develop a prototype and have the requirements reviewed by the client.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Risk Mitigation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Too many </a:t>
            </a:r>
            <a:r>
              <a:rPr lang="en-US" sz="2400" i="1" dirty="0" smtClean="0">
                <a:solidFill>
                  <a:srgbClr val="C00000"/>
                </a:solidFill>
              </a:rPr>
              <a:t>requirement changes</a:t>
            </a:r>
          </a:p>
          <a:p>
            <a:pPr lvl="1"/>
            <a:r>
              <a:rPr lang="en-US" sz="1800" dirty="0" smtClean="0"/>
              <a:t>Obtain sign-off for the initial requirements specification from the customer.</a:t>
            </a:r>
          </a:p>
          <a:p>
            <a:pPr lvl="1"/>
            <a:r>
              <a:rPr lang="en-US" sz="1800" dirty="0" smtClean="0"/>
              <a:t>Convince the customer that changes in requirements will affect the schedule</a:t>
            </a:r>
          </a:p>
          <a:p>
            <a:pPr lvl="2"/>
            <a:r>
              <a:rPr lang="en-US" sz="1400" dirty="0" smtClean="0"/>
              <a:t>If the requirements are changing rapidly we should RE-ESTIMATE the final delivery date and NOTIFY the manger about the new schedule AS SOON AS we receive a change request.</a:t>
            </a:r>
          </a:p>
          <a:p>
            <a:pPr lvl="2"/>
            <a:r>
              <a:rPr lang="en-US" sz="1400" dirty="0" smtClean="0"/>
              <a:t>We should NOT let the manager know the effect on the last day.</a:t>
            </a:r>
            <a:endParaRPr lang="en-US" sz="1400" smtClean="0"/>
          </a:p>
          <a:p>
            <a:pPr lvl="1"/>
            <a:r>
              <a:rPr lang="en-US" sz="1800" smtClean="0"/>
              <a:t>Define </a:t>
            </a:r>
            <a:r>
              <a:rPr lang="en-US" sz="1800" dirty="0" smtClean="0"/>
              <a:t>a procedure to handle requirement changes</a:t>
            </a:r>
          </a:p>
          <a:p>
            <a:pPr lvl="1"/>
            <a:r>
              <a:rPr lang="en-US" sz="1800" dirty="0" smtClean="0"/>
              <a:t>Negotiate payment on actual effort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Unrealistic schedules</a:t>
            </a:r>
          </a:p>
          <a:p>
            <a:pPr lvl="1"/>
            <a:r>
              <a:rPr lang="en-US" sz="1800" dirty="0" smtClean="0"/>
              <a:t>Negotiate for a better schedule.</a:t>
            </a:r>
          </a:p>
          <a:p>
            <a:pPr lvl="1"/>
            <a:r>
              <a:rPr lang="en-US" sz="1800" dirty="0" smtClean="0"/>
              <a:t>Identify parallel tasks.</a:t>
            </a:r>
          </a:p>
          <a:p>
            <a:pPr lvl="1"/>
            <a:r>
              <a:rPr lang="en-US" sz="1800" dirty="0" smtClean="0"/>
              <a:t>Have resources ready early</a:t>
            </a:r>
          </a:p>
          <a:p>
            <a:pPr lvl="1"/>
            <a:r>
              <a:rPr lang="en-US" sz="1800" dirty="0" smtClean="0"/>
              <a:t>Identify areas that can be automated, COTS components</a:t>
            </a:r>
          </a:p>
          <a:p>
            <a:pPr lvl="1"/>
            <a:r>
              <a:rPr lang="en-US" sz="1800" dirty="0" smtClean="0"/>
              <a:t>If the critical path is not within the schedule, negotiate with the client</a:t>
            </a:r>
          </a:p>
          <a:p>
            <a:pPr lvl="1"/>
            <a:r>
              <a:rPr lang="en-US" sz="1800" dirty="0" smtClean="0"/>
              <a:t>Negotiate payment on actual effort.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Risk Mitigation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/>
              <a:t>Team spirit and </a:t>
            </a:r>
            <a:r>
              <a:rPr lang="en-US" sz="2400" i="1" dirty="0" smtClean="0">
                <a:solidFill>
                  <a:srgbClr val="C00000"/>
                </a:solidFill>
              </a:rPr>
              <a:t>attitude</a:t>
            </a:r>
          </a:p>
          <a:p>
            <a:pPr lvl="1"/>
            <a:r>
              <a:rPr lang="en-US" sz="1800" dirty="0" smtClean="0"/>
              <a:t>Ensure that multiple resources are assigned on key project areas.</a:t>
            </a:r>
          </a:p>
          <a:p>
            <a:pPr lvl="1"/>
            <a:r>
              <a:rPr lang="en-US" sz="1800" dirty="0" smtClean="0"/>
              <a:t>Have team-building sessions.</a:t>
            </a:r>
          </a:p>
          <a:p>
            <a:pPr lvl="1"/>
            <a:r>
              <a:rPr lang="en-US" sz="1800" dirty="0" smtClean="0"/>
              <a:t>Rotate jobs among team members</a:t>
            </a:r>
          </a:p>
          <a:p>
            <a:pPr lvl="1"/>
            <a:r>
              <a:rPr lang="en-US" sz="1800" dirty="0" smtClean="0"/>
              <a:t>Keep extra resources in the project as backup.</a:t>
            </a:r>
          </a:p>
          <a:p>
            <a:pPr lvl="1"/>
            <a:r>
              <a:rPr lang="en-US" sz="1800" dirty="0" smtClean="0"/>
              <a:t>Maintain proper documentation of each individual's work.</a:t>
            </a:r>
          </a:p>
          <a:p>
            <a:pPr lvl="1"/>
            <a:r>
              <a:rPr lang="en-US" sz="1800" dirty="0" smtClean="0"/>
              <a:t>Follow the configuration management process and guidelines strictly.</a:t>
            </a:r>
          </a:p>
          <a:p>
            <a:r>
              <a:rPr lang="en-US" sz="2400" dirty="0" smtClean="0"/>
              <a:t>Not meeting </a:t>
            </a:r>
            <a:r>
              <a:rPr lang="en-US" sz="2400" i="1" dirty="0" smtClean="0">
                <a:solidFill>
                  <a:srgbClr val="C00000"/>
                </a:solidFill>
              </a:rPr>
              <a:t>performance requirements</a:t>
            </a:r>
          </a:p>
          <a:p>
            <a:pPr lvl="1"/>
            <a:r>
              <a:rPr lang="en-US" sz="1800" dirty="0" smtClean="0"/>
              <a:t>Define the performance criteria clearly and have them reviewed by the client.</a:t>
            </a:r>
          </a:p>
          <a:p>
            <a:pPr lvl="1"/>
            <a:r>
              <a:rPr lang="en-US" sz="1800" dirty="0" smtClean="0"/>
              <a:t>Define standards to be followed to meet the performance criteria</a:t>
            </a:r>
          </a:p>
          <a:p>
            <a:pPr lvl="1"/>
            <a:r>
              <a:rPr lang="en-US" sz="1800" dirty="0" smtClean="0"/>
              <a:t>Prepare the design to meet performance criteria and review it.</a:t>
            </a:r>
          </a:p>
          <a:p>
            <a:pPr lvl="1"/>
            <a:r>
              <a:rPr lang="en-US" sz="1800" dirty="0" smtClean="0"/>
              <a:t>Simulate or prototype performance of critical transactions.</a:t>
            </a:r>
          </a:p>
          <a:p>
            <a:pPr lvl="1"/>
            <a:r>
              <a:rPr lang="en-US" sz="1800" dirty="0" smtClean="0"/>
              <a:t>Test with a representative volume of data where possible.</a:t>
            </a:r>
          </a:p>
          <a:p>
            <a:pPr lvl="1"/>
            <a:r>
              <a:rPr lang="en-US" sz="1800" dirty="0" smtClean="0"/>
              <a:t>Conduct stress tests where possible.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Example of Risk Mitigation (IV) [4]</a:t>
            </a:r>
            <a:endParaRPr lang="en-US" sz="4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170859195"/>
              </p:ext>
            </p:extLst>
          </p:nvPr>
        </p:nvGraphicFramePr>
        <p:xfrm>
          <a:off x="152400" y="1403239"/>
          <a:ext cx="8839200" cy="5149961"/>
        </p:xfrm>
        <a:graphic>
          <a:graphicData uri="http://schemas.openxmlformats.org/drawingml/2006/table">
            <a:tbl>
              <a:tblPr/>
              <a:tblGrid>
                <a:gridCol w="434830"/>
                <a:gridCol w="2079770"/>
                <a:gridCol w="6324600"/>
              </a:tblGrid>
              <a:tr h="592528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j-lt"/>
                        </a:rPr>
                        <a:t>1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Personnel 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shortfalls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Staffing with top 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talent; job </a:t>
                      </a:r>
                      <a:r>
                        <a:rPr lang="en-US" sz="1400" dirty="0">
                          <a:effectLst/>
                          <a:latin typeface="+mj-lt"/>
                        </a:rPr>
                        <a:t>matching (matching the right people with the right job); 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 teambuilding</a:t>
                      </a:r>
                      <a:r>
                        <a:rPr lang="en-US" sz="1400" dirty="0">
                          <a:effectLst/>
                          <a:latin typeface="+mj-lt"/>
                        </a:rPr>
                        <a:t>; morale  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building; cross-training ; prescheduling </a:t>
                      </a:r>
                      <a:r>
                        <a:rPr lang="en-US" sz="1400" dirty="0">
                          <a:effectLst/>
                          <a:latin typeface="+mj-lt"/>
                        </a:rPr>
                        <a:t>key people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528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j-lt"/>
                        </a:rPr>
                        <a:t>2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Unrealistic schedules and 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budgets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Detailed multisource costs &amp; schedule estimation; 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 design </a:t>
                      </a:r>
                      <a:r>
                        <a:rPr lang="en-US" sz="1400" dirty="0">
                          <a:effectLst/>
                          <a:latin typeface="+mj-lt"/>
                        </a:rPr>
                        <a:t>to 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cost; 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incremental development; software reuse; requirements scrubbing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71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j-lt"/>
                        </a:rPr>
                        <a:t>3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Developing the wrong software functions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Organization analysis; mission analysis; 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 ops-concept </a:t>
                      </a:r>
                      <a:r>
                        <a:rPr lang="en-US" sz="1400" dirty="0">
                          <a:effectLst/>
                          <a:latin typeface="+mj-lt"/>
                        </a:rPr>
                        <a:t>formulation 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;</a:t>
                      </a:r>
                      <a:r>
                        <a:rPr lang="en-US" sz="1400" baseline="0" dirty="0" smtClean="0">
                          <a:effectLst/>
                          <a:latin typeface="+mj-lt"/>
                        </a:rPr>
                        <a:t> 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user </a:t>
                      </a:r>
                      <a:r>
                        <a:rPr lang="en-US" sz="1400" dirty="0">
                          <a:effectLst/>
                          <a:latin typeface="+mj-lt"/>
                        </a:rPr>
                        <a:t>survey; prototyping; early users' manuals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585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j-lt"/>
                        </a:rPr>
                        <a:t>4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Developing the wrong user interfacing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Prototyping; scenarios; task analysis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585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j-lt"/>
                        </a:rPr>
                        <a:t>5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Gold 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plating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Requirements scrubbing; prototyping; cost-benefit analysis; design to cost</a:t>
                      </a:r>
                    </a:p>
                  </a:txBody>
                  <a:tcPr marL="33206" marR="33206" marT="33206" marB="33206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585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j-lt"/>
                        </a:rPr>
                        <a:t>6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Continuing stream of requirements changes 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High change 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threshold; </a:t>
                      </a:r>
                      <a:r>
                        <a:rPr lang="en-US" sz="1400" dirty="0">
                          <a:effectLst/>
                          <a:latin typeface="+mj-lt"/>
                        </a:rPr>
                        <a:t>information hiding; incremental development (defer changes to later increments)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212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j-lt"/>
                        </a:rPr>
                        <a:t>7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Shortfalls in externally furnished 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components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Benchmarking; inspections; reference checking; compatibility analysis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585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j-lt"/>
                        </a:rPr>
                        <a:t>8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Shortfalls in externally performed tasks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Reference checking; pre-award audits; award-fee contacts; competitive design or prototyping; teambuilding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528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j-lt"/>
                        </a:rPr>
                        <a:t>9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Real-time performance shortfalls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Simulation; benchmarking; modeling; prototyping; instrumentation; tuning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585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j-lt"/>
                        </a:rPr>
                        <a:t>10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Straining computer science capabilities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Technical analysis; cost-benefit analysis; prototyping; reference checking.</a:t>
                      </a:r>
                    </a:p>
                  </a:txBody>
                  <a:tcPr marL="33206" marR="33206" marT="33206" marB="33206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Mitigation: </a:t>
            </a:r>
            <a:r>
              <a:rPr lang="en-US" i="1" dirty="0" smtClean="0">
                <a:solidFill>
                  <a:srgbClr val="C00000"/>
                </a:solidFill>
              </a:rPr>
              <a:t>Buying</a:t>
            </a:r>
            <a:r>
              <a:rPr lang="en-US" dirty="0" smtClean="0"/>
              <a:t>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4114800" cy="2971800"/>
          </a:xfrm>
        </p:spPr>
        <p:txBody>
          <a:bodyPr/>
          <a:lstStyle/>
          <a:p>
            <a:r>
              <a:rPr lang="en-US" sz="2600" dirty="0" smtClean="0"/>
              <a:t>Scenarios</a:t>
            </a:r>
          </a:p>
          <a:p>
            <a:r>
              <a:rPr lang="en-US" sz="2600" dirty="0" smtClean="0"/>
              <a:t>Modeling</a:t>
            </a:r>
          </a:p>
          <a:p>
            <a:r>
              <a:rPr lang="en-US" sz="2600" dirty="0" smtClean="0"/>
              <a:t>Prototyping</a:t>
            </a:r>
          </a:p>
          <a:p>
            <a:r>
              <a:rPr lang="en-US" sz="2600" dirty="0" smtClean="0"/>
              <a:t>Task analysis</a:t>
            </a:r>
          </a:p>
          <a:p>
            <a:r>
              <a:rPr lang="en-US" sz="2600" dirty="0" smtClean="0"/>
              <a:t>Software reuse</a:t>
            </a:r>
          </a:p>
          <a:p>
            <a:r>
              <a:rPr lang="en-US" sz="2600" dirty="0" smtClean="0"/>
              <a:t>Cost-Benefit analysis</a:t>
            </a:r>
          </a:p>
        </p:txBody>
      </p:sp>
      <p:pic>
        <p:nvPicPr>
          <p:cNvPr id="1026" name="Picture 2" descr="http://www.eatingwell.com/sites/default/files/egg_buyers_guide.jpg?124950396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600200"/>
            <a:ext cx="2952750" cy="2952751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609600" y="4800600"/>
            <a:ext cx="7924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smtClean="0">
                <a:solidFill>
                  <a:srgbClr val="C00000"/>
                </a:solidFill>
                <a:latin typeface="Consolas" pitchFamily="49" charset="0"/>
              </a:rPr>
              <a:t>Some risk is necessary for potential reward.</a:t>
            </a:r>
          </a:p>
          <a:p>
            <a:pPr algn="ctr"/>
            <a:r>
              <a:rPr lang="en-US" sz="2400" b="1" i="1" dirty="0" smtClean="0">
                <a:solidFill>
                  <a:srgbClr val="C00000"/>
                </a:solidFill>
                <a:latin typeface="Consolas" pitchFamily="49" charset="0"/>
              </a:rPr>
              <a:t>You can avoid risks by investing your money in a bank savings account, but you won't get rich that way.</a:t>
            </a:r>
            <a:endParaRPr lang="en-US" sz="2400" b="1" i="1" dirty="0">
              <a:solidFill>
                <a:srgbClr val="C00000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List Risk Reponses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Not enough time</a:t>
            </a:r>
          </a:p>
          <a:p>
            <a:pPr lvl="1"/>
            <a:r>
              <a:rPr lang="en-US" sz="2400" dirty="0" smtClean="0"/>
              <a:t>?</a:t>
            </a:r>
          </a:p>
          <a:p>
            <a:pPr lvl="1"/>
            <a:r>
              <a:rPr lang="en-US" sz="2400" dirty="0" smtClean="0"/>
              <a:t>?</a:t>
            </a:r>
          </a:p>
          <a:p>
            <a:r>
              <a:rPr lang="en-US" sz="2800" dirty="0" smtClean="0"/>
              <a:t>Working on new technology</a:t>
            </a:r>
          </a:p>
          <a:p>
            <a:pPr lvl="1"/>
            <a:r>
              <a:rPr lang="en-US" sz="2400" dirty="0" smtClean="0"/>
              <a:t>?</a:t>
            </a:r>
          </a:p>
          <a:p>
            <a:r>
              <a:rPr lang="en-US" sz="2800" dirty="0" smtClean="0"/>
              <a:t>Lack of leadership</a:t>
            </a:r>
          </a:p>
          <a:p>
            <a:pPr lvl="1"/>
            <a:r>
              <a:rPr lang="en-US" sz="2400" dirty="0" smtClean="0"/>
              <a:t>?</a:t>
            </a:r>
          </a:p>
          <a:p>
            <a:r>
              <a:rPr lang="en-US" sz="2800" dirty="0" smtClean="0"/>
              <a:t>Unclear requirements</a:t>
            </a:r>
          </a:p>
          <a:p>
            <a:pPr lvl="1"/>
            <a:r>
              <a:rPr lang="en-US" sz="2400" dirty="0" smtClean="0"/>
              <a:t>?</a:t>
            </a:r>
          </a:p>
          <a:p>
            <a:pPr lvl="1"/>
            <a:r>
              <a:rPr lang="en-US" sz="2400" dirty="0" smtClean="0"/>
              <a:t>?</a:t>
            </a:r>
          </a:p>
        </p:txBody>
      </p:sp>
      <p:pic>
        <p:nvPicPr>
          <p:cNvPr id="4" name="Picture 8" descr="https://www.laniertech.edu/wp-content/uploads/2019/08/AdobeStock_61766940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83200" y="2438400"/>
            <a:ext cx="3175000" cy="21161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Response Analysis [4]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362199"/>
          </a:xfrm>
        </p:spPr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Unclear</a:t>
            </a:r>
            <a:r>
              <a:rPr lang="en-US" sz="2800" dirty="0" smtClean="0"/>
              <a:t> requirements</a:t>
            </a:r>
            <a:r>
              <a:rPr lang="en-US" sz="2800" b="1" dirty="0" smtClean="0"/>
              <a:t> (P = 70%, Loss = $3000)</a:t>
            </a:r>
          </a:p>
          <a:p>
            <a:pPr lvl="1"/>
            <a:r>
              <a:rPr lang="en-US" sz="2600" dirty="0" smtClean="0"/>
              <a:t>Use experience and logic to make some assumptions and keep the client informed </a:t>
            </a:r>
            <a:r>
              <a:rPr lang="en-US" sz="2600" b="1" dirty="0" smtClean="0"/>
              <a:t>(P = 40%, Cost = $400).</a:t>
            </a:r>
          </a:p>
          <a:p>
            <a:pPr lvl="1"/>
            <a:r>
              <a:rPr lang="en-US" sz="2600" dirty="0" smtClean="0"/>
              <a:t>Develop a prototype and have the requirements reviewed by the client</a:t>
            </a:r>
            <a:r>
              <a:rPr lang="en-US" sz="2600" b="1" dirty="0" smtClean="0"/>
              <a:t> (P = 5%, Cost = $1000).</a:t>
            </a:r>
          </a:p>
        </p:txBody>
      </p:sp>
      <p:pic>
        <p:nvPicPr>
          <p:cNvPr id="15362" name="Picture 2" descr="https://marketingweek.imgix.net/content/uploads/2017/09/15160117/selection_750.jpg?auto=compress,format,&amp;crop=faces,entropy,edges&amp;fit=crop&amp;q=60&amp;w=750&amp;h=46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203700"/>
            <a:ext cx="3333750" cy="2044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Tree [5]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812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A decision tree</a:t>
            </a:r>
            <a:r>
              <a:rPr lang="en-US" sz="2400" dirty="0" smtClean="0"/>
              <a:t> is a </a:t>
            </a:r>
            <a:r>
              <a:rPr lang="en-US" sz="2400" u="sng" dirty="0" smtClean="0"/>
              <a:t>chronological representation</a:t>
            </a:r>
            <a:r>
              <a:rPr lang="en-US" sz="2400" dirty="0" smtClean="0"/>
              <a:t> of the </a:t>
            </a:r>
            <a:r>
              <a:rPr lang="en-US" sz="2400" u="sng" dirty="0" smtClean="0"/>
              <a:t>decision process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It utilizes a network of two types of nodes:</a:t>
            </a:r>
          </a:p>
          <a:p>
            <a:pPr lvl="1"/>
            <a:r>
              <a:rPr lang="en-US" sz="1800" i="1" dirty="0" smtClean="0">
                <a:solidFill>
                  <a:srgbClr val="C00000"/>
                </a:solidFill>
              </a:rPr>
              <a:t>decision (choice) nodes</a:t>
            </a:r>
            <a:r>
              <a:rPr lang="en-US" sz="1800" dirty="0" smtClean="0"/>
              <a:t> (represented by </a:t>
            </a:r>
            <a:r>
              <a:rPr lang="en-US" sz="1800" u="sng" dirty="0" smtClean="0"/>
              <a:t>square</a:t>
            </a:r>
            <a:r>
              <a:rPr lang="en-US" sz="1800" dirty="0" smtClean="0"/>
              <a:t> shapes), and</a:t>
            </a:r>
          </a:p>
          <a:p>
            <a:pPr lvl="1"/>
            <a:r>
              <a:rPr lang="en-US" sz="1800" dirty="0" smtClean="0"/>
              <a:t>states of </a:t>
            </a:r>
            <a:r>
              <a:rPr lang="en-US" sz="1800" i="1" dirty="0" smtClean="0">
                <a:solidFill>
                  <a:srgbClr val="C00000"/>
                </a:solidFill>
              </a:rPr>
              <a:t>nature (chance) nodes</a:t>
            </a:r>
            <a:r>
              <a:rPr lang="en-US" sz="1800" dirty="0" smtClean="0"/>
              <a:t> (represented by </a:t>
            </a:r>
            <a:r>
              <a:rPr lang="en-US" sz="1800" u="sng" dirty="0" smtClean="0"/>
              <a:t>circles</a:t>
            </a:r>
            <a:r>
              <a:rPr lang="en-US" sz="1800" dirty="0" smtClean="0"/>
              <a:t>).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52400" y="3657600"/>
          <a:ext cx="8001000" cy="292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86600" y="4648200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$3000 + $400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86600" y="5638800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$3000 + $1000</a:t>
            </a:r>
            <a:endParaRPr lang="en-US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</a:t>
            </a:r>
            <a:r>
              <a:rPr lang="en-US" i="1" dirty="0" smtClean="0">
                <a:solidFill>
                  <a:srgbClr val="C00000"/>
                </a:solidFill>
              </a:rPr>
              <a:t>Use</a:t>
            </a:r>
            <a:r>
              <a:rPr lang="en-US" dirty="0" smtClean="0"/>
              <a:t> a Decision Tree?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81199"/>
          </a:xfrm>
        </p:spPr>
        <p:txBody>
          <a:bodyPr/>
          <a:lstStyle/>
          <a:p>
            <a:r>
              <a:rPr lang="en-US" sz="1800" i="1" dirty="0" smtClean="0">
                <a:solidFill>
                  <a:srgbClr val="C00000"/>
                </a:solidFill>
              </a:rPr>
              <a:t>Draw the decision tree</a:t>
            </a:r>
            <a:r>
              <a:rPr lang="en-US" sz="1800" dirty="0" smtClean="0"/>
              <a:t> using squares to represent decisions and circles to represent uncertainty,</a:t>
            </a:r>
          </a:p>
          <a:p>
            <a:r>
              <a:rPr lang="en-US" sz="1800" dirty="0" smtClean="0"/>
              <a:t>Evaluate the decision tree to make sure </a:t>
            </a:r>
            <a:r>
              <a:rPr lang="en-US" sz="1800" i="1" dirty="0" smtClean="0">
                <a:solidFill>
                  <a:srgbClr val="C00000"/>
                </a:solidFill>
              </a:rPr>
              <a:t>all possible outcomes</a:t>
            </a:r>
            <a:r>
              <a:rPr lang="en-US" sz="1800" dirty="0" smtClean="0"/>
              <a:t> are included,</a:t>
            </a:r>
          </a:p>
          <a:p>
            <a:r>
              <a:rPr lang="en-US" sz="1800" dirty="0" smtClean="0"/>
              <a:t>Calculate the </a:t>
            </a:r>
            <a:r>
              <a:rPr lang="en-US" sz="1800" i="1" dirty="0" smtClean="0">
                <a:solidFill>
                  <a:srgbClr val="C00000"/>
                </a:solidFill>
              </a:rPr>
              <a:t>tree values</a:t>
            </a:r>
            <a:r>
              <a:rPr lang="en-US" sz="1800" dirty="0" smtClean="0"/>
              <a:t> working from the right side back to the left,</a:t>
            </a:r>
          </a:p>
          <a:p>
            <a:r>
              <a:rPr lang="en-US" sz="1800" dirty="0" smtClean="0"/>
              <a:t>Calculate the values of uncertain outcome nodes by multiplying the value of the outcomes by their probability (i.e., </a:t>
            </a:r>
            <a:r>
              <a:rPr lang="en-US" sz="1800" i="1" dirty="0" smtClean="0">
                <a:solidFill>
                  <a:srgbClr val="C00000"/>
                </a:solidFill>
              </a:rPr>
              <a:t>expected values</a:t>
            </a:r>
            <a:r>
              <a:rPr lang="en-US" sz="1800" dirty="0" smtClean="0"/>
              <a:t> or </a:t>
            </a:r>
            <a:r>
              <a:rPr lang="en-US" sz="1800" u="sng" dirty="0" smtClean="0"/>
              <a:t>average impact</a:t>
            </a:r>
            <a:r>
              <a:rPr lang="en-US" sz="1800" dirty="0" smtClean="0"/>
              <a:t>).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533400" y="3657600"/>
          <a:ext cx="8001000" cy="292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53200" y="396240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$2100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0" y="495300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$1600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0" y="594360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$1150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9" name="Right Brace 8"/>
          <p:cNvSpPr/>
          <p:nvPr/>
        </p:nvSpPr>
        <p:spPr>
          <a:xfrm>
            <a:off x="6248400" y="3657600"/>
            <a:ext cx="228600" cy="9906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/>
          <p:cNvSpPr/>
          <p:nvPr/>
        </p:nvSpPr>
        <p:spPr>
          <a:xfrm>
            <a:off x="7391400" y="4648200"/>
            <a:ext cx="228600" cy="9906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/>
          <p:cNvSpPr/>
          <p:nvPr/>
        </p:nvSpPr>
        <p:spPr>
          <a:xfrm>
            <a:off x="7543800" y="5715000"/>
            <a:ext cx="152400" cy="8382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Reduction Leverage [4]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1752600"/>
          </a:xfrm>
        </p:spPr>
        <p:txBody>
          <a:bodyPr/>
          <a:lstStyle/>
          <a:p>
            <a:pPr algn="ctr">
              <a:buNone/>
            </a:pPr>
            <a:r>
              <a:rPr lang="en-US" sz="2400" i="1" dirty="0" smtClean="0">
                <a:solidFill>
                  <a:srgbClr val="C00000"/>
                </a:solidFill>
              </a:rPr>
              <a:t>Risk reduction leverage</a:t>
            </a:r>
            <a:r>
              <a:rPr lang="en-US" sz="2400" dirty="0" smtClean="0"/>
              <a:t> provides a </a:t>
            </a:r>
            <a:r>
              <a:rPr lang="en-US" sz="2400" u="sng" dirty="0" smtClean="0"/>
              <a:t>cost benefit analysis</a:t>
            </a:r>
            <a:r>
              <a:rPr lang="en-US" sz="2400" dirty="0" smtClean="0"/>
              <a:t> of treatment options. (</a:t>
            </a:r>
            <a:r>
              <a:rPr lang="en-US" sz="2400" i="1" dirty="0" smtClean="0">
                <a:solidFill>
                  <a:srgbClr val="C00000"/>
                </a:solidFill>
              </a:rPr>
              <a:t>1$ reduces ? average impact</a:t>
            </a:r>
            <a:r>
              <a:rPr lang="en-US" sz="2400" dirty="0" smtClean="0"/>
              <a:t>)</a:t>
            </a:r>
          </a:p>
          <a:p>
            <a:pPr algn="ctr">
              <a:buNone/>
            </a:pPr>
            <a:r>
              <a:rPr lang="en-US" sz="2400" b="1" dirty="0" smtClean="0">
                <a:latin typeface="Consolas" pitchFamily="49" charset="0"/>
              </a:rPr>
              <a:t>Risk Reduction Leverage = </a:t>
            </a:r>
          </a:p>
          <a:p>
            <a:pPr algn="ctr">
              <a:buNone/>
            </a:pPr>
            <a:r>
              <a:rPr lang="en-US" sz="2400" b="1" dirty="0" smtClean="0">
                <a:latin typeface="Consolas" pitchFamily="49" charset="0"/>
              </a:rPr>
              <a:t>(</a:t>
            </a:r>
            <a:r>
              <a:rPr lang="en-US" sz="2400" b="1" dirty="0" err="1" smtClean="0">
                <a:latin typeface="Consolas" pitchFamily="49" charset="0"/>
              </a:rPr>
              <a:t>RE</a:t>
            </a:r>
            <a:r>
              <a:rPr lang="en-US" sz="2400" b="1" baseline="-25000" dirty="0" err="1" smtClean="0">
                <a:latin typeface="Consolas" pitchFamily="49" charset="0"/>
              </a:rPr>
              <a:t>before</a:t>
            </a:r>
            <a:r>
              <a:rPr lang="en-US" sz="2400" b="1" dirty="0" smtClean="0">
                <a:latin typeface="Consolas" pitchFamily="49" charset="0"/>
              </a:rPr>
              <a:t> – </a:t>
            </a:r>
            <a:r>
              <a:rPr lang="en-US" sz="2400" b="1" dirty="0" err="1" smtClean="0">
                <a:latin typeface="Consolas" pitchFamily="49" charset="0"/>
              </a:rPr>
              <a:t>RE</a:t>
            </a:r>
            <a:r>
              <a:rPr lang="en-US" sz="2400" b="1" baseline="-25000" dirty="0" err="1" smtClean="0">
                <a:latin typeface="Consolas" pitchFamily="49" charset="0"/>
              </a:rPr>
              <a:t>after</a:t>
            </a:r>
            <a:r>
              <a:rPr lang="en-US" sz="2400" b="1" dirty="0" smtClean="0">
                <a:latin typeface="Consolas" pitchFamily="49" charset="0"/>
              </a:rPr>
              <a:t>) / Risk Reduction Cost</a:t>
            </a:r>
          </a:p>
        </p:txBody>
      </p:sp>
      <p:graphicFrame>
        <p:nvGraphicFramePr>
          <p:cNvPr id="9" name="Diagram 8"/>
          <p:cNvGraphicFramePr/>
          <p:nvPr/>
        </p:nvGraphicFramePr>
        <p:xfrm>
          <a:off x="152400" y="3505200"/>
          <a:ext cx="8001000" cy="292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381000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$2100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65637" y="4648200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$1600</a:t>
            </a:r>
          </a:p>
          <a:p>
            <a:r>
              <a:rPr lang="en-US" dirty="0" smtClean="0">
                <a:latin typeface="Consolas" pitchFamily="49" charset="0"/>
              </a:rPr>
              <a:t>Cost = $400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63487" y="5562600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$1150</a:t>
            </a:r>
          </a:p>
          <a:p>
            <a:r>
              <a:rPr lang="en-US" dirty="0" smtClean="0">
                <a:latin typeface="Consolas" pitchFamily="49" charset="0"/>
              </a:rPr>
              <a:t>Cost = $1000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09800" y="4495800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onsolas" pitchFamily="49" charset="0"/>
              </a:rPr>
              <a:t>RRL:1.25</a:t>
            </a:r>
            <a:endParaRPr lang="en-US" sz="2400" dirty="0">
              <a:latin typeface="Consolas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13588" y="6091535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onsolas" pitchFamily="49" charset="0"/>
              </a:rPr>
              <a:t>RRL:0.95</a:t>
            </a:r>
            <a:endParaRPr lang="en-US" sz="2400" dirty="0">
              <a:latin typeface="Consolas" pitchFamily="49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3276600" y="49530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3200400" y="58674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ight Brace 14"/>
          <p:cNvSpPr/>
          <p:nvPr/>
        </p:nvSpPr>
        <p:spPr>
          <a:xfrm>
            <a:off x="5867400" y="3505200"/>
            <a:ext cx="228600" cy="9906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/>
          <p:cNvSpPr/>
          <p:nvPr/>
        </p:nvSpPr>
        <p:spPr>
          <a:xfrm>
            <a:off x="7010400" y="4495800"/>
            <a:ext cx="228600" cy="9906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/>
          <p:cNvSpPr/>
          <p:nvPr/>
        </p:nvSpPr>
        <p:spPr>
          <a:xfrm>
            <a:off x="7114513" y="5562600"/>
            <a:ext cx="152400" cy="8382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Influence Diagram [6]</a:t>
            </a:r>
            <a:endParaRPr lang="en-US" dirty="0"/>
          </a:p>
        </p:txBody>
      </p:sp>
      <p:pic>
        <p:nvPicPr>
          <p:cNvPr id="9236" name="Picture 20" descr="Different types of nodes in a belief networ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10225" y="2209800"/>
            <a:ext cx="3381375" cy="3019425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5334000" cy="4953000"/>
          </a:xfrm>
        </p:spPr>
        <p:txBody>
          <a:bodyPr/>
          <a:lstStyle/>
          <a:p>
            <a:r>
              <a:rPr lang="en-US" sz="2200" dirty="0" smtClean="0"/>
              <a:t>An </a:t>
            </a:r>
            <a:r>
              <a:rPr lang="en-US" sz="2200" i="1" dirty="0" smtClean="0">
                <a:solidFill>
                  <a:srgbClr val="C00000"/>
                </a:solidFill>
              </a:rPr>
              <a:t>influence diagram</a:t>
            </a:r>
            <a:r>
              <a:rPr lang="en-US" sz="2200" dirty="0" smtClean="0"/>
              <a:t> is a graphical structure for </a:t>
            </a:r>
            <a:r>
              <a:rPr lang="en-US" sz="2200" u="sng" dirty="0" smtClean="0"/>
              <a:t>modeling uncertain variables</a:t>
            </a:r>
            <a:r>
              <a:rPr lang="en-US" sz="2200" dirty="0" smtClean="0"/>
              <a:t> and </a:t>
            </a:r>
            <a:r>
              <a:rPr lang="en-US" sz="2200" u="sng" dirty="0" smtClean="0"/>
              <a:t>decisions</a:t>
            </a:r>
            <a:r>
              <a:rPr lang="en-US" sz="2200" dirty="0" smtClean="0"/>
              <a:t> and explicitly revealing probabilistic dependence and the flow of information.</a:t>
            </a:r>
          </a:p>
          <a:p>
            <a:r>
              <a:rPr lang="en-US" sz="2200" dirty="0" smtClean="0"/>
              <a:t>Influence diagram consists of nodes or variables connected by directed arrows. There are three kinds of nodes:</a:t>
            </a:r>
          </a:p>
          <a:p>
            <a:pPr lvl="1"/>
            <a:r>
              <a:rPr lang="en-US" sz="1800" dirty="0" smtClean="0"/>
              <a:t>(1) </a:t>
            </a:r>
            <a:r>
              <a:rPr lang="en-US" sz="1800" i="1" dirty="0" smtClean="0">
                <a:solidFill>
                  <a:srgbClr val="C00000"/>
                </a:solidFill>
              </a:rPr>
              <a:t>decision nodes</a:t>
            </a:r>
            <a:r>
              <a:rPr lang="en-US" sz="1800" dirty="0" smtClean="0"/>
              <a:t> representing alternative actions that can be taken by decision makers;</a:t>
            </a:r>
          </a:p>
          <a:p>
            <a:pPr lvl="1"/>
            <a:r>
              <a:rPr lang="en-US" sz="1800" dirty="0" smtClean="0"/>
              <a:t>(2) </a:t>
            </a:r>
            <a:r>
              <a:rPr lang="en-US" sz="1800" i="1" dirty="0" smtClean="0">
                <a:solidFill>
                  <a:srgbClr val="C00000"/>
                </a:solidFill>
              </a:rPr>
              <a:t>chance nodes</a:t>
            </a:r>
            <a:r>
              <a:rPr lang="en-US" sz="1800" dirty="0" smtClean="0"/>
              <a:t> representing events or system variables that are outcomes of the decision or other chance variables;</a:t>
            </a:r>
          </a:p>
          <a:p>
            <a:pPr lvl="1"/>
            <a:r>
              <a:rPr lang="en-US" sz="1800" dirty="0" smtClean="0"/>
              <a:t>(3) </a:t>
            </a:r>
            <a:r>
              <a:rPr lang="en-US" sz="1800" i="1" dirty="0" smtClean="0">
                <a:solidFill>
                  <a:srgbClr val="C00000"/>
                </a:solidFill>
              </a:rPr>
              <a:t>value or utility nodes</a:t>
            </a:r>
            <a:r>
              <a:rPr lang="en-US" sz="1800" dirty="0" smtClean="0"/>
              <a:t>, variables that summarize the final outcome of a decision.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Create Risk Management Plan</a:t>
            </a:r>
            <a:endParaRPr lang="en-US" dirty="0"/>
          </a:p>
        </p:txBody>
      </p:sp>
      <p:sp>
        <p:nvSpPr>
          <p:cNvPr id="5" name="TextBox 10"/>
          <p:cNvSpPr txBox="1">
            <a:spLocks noChangeArrowheads="1"/>
          </p:cNvSpPr>
          <p:nvPr/>
        </p:nvSpPr>
        <p:spPr bwMode="auto">
          <a:xfrm>
            <a:off x="381000" y="1295400"/>
            <a:ext cx="8229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Risk management planning</a:t>
            </a:r>
            <a:r>
              <a:rPr lang="en-US" sz="2400" dirty="0" smtClean="0">
                <a:latin typeface="+mj-lt"/>
              </a:rPr>
              <a:t> produces plans for addressing </a:t>
            </a:r>
            <a:r>
              <a:rPr lang="en-US" sz="2400" u="sng" dirty="0" smtClean="0">
                <a:latin typeface="+mj-lt"/>
              </a:rPr>
              <a:t>each</a:t>
            </a:r>
            <a:r>
              <a:rPr lang="en-US" sz="2400" dirty="0" smtClean="0">
                <a:latin typeface="+mj-lt"/>
              </a:rPr>
              <a:t> risk item (e.g., via risk avoidance, risk transfer, risk reduction, or buying information), including the coordination of the individual risk-item plans with each other and with the overall project plan.</a:t>
            </a:r>
            <a:endParaRPr lang="en-US" sz="2400" dirty="0">
              <a:latin typeface="+mj-lt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2971800"/>
            <a:ext cx="6248400" cy="3429000"/>
          </a:xfrm>
        </p:spPr>
        <p:txBody>
          <a:bodyPr/>
          <a:lstStyle/>
          <a:p>
            <a:r>
              <a:rPr lang="en-US" sz="2400" dirty="0" smtClean="0"/>
              <a:t>The plan is organized around a standard format for software plans, oriented around answering the standard questions of "</a:t>
            </a:r>
            <a:r>
              <a:rPr lang="en-US" sz="2400" i="1" dirty="0" smtClean="0">
                <a:solidFill>
                  <a:srgbClr val="C00000"/>
                </a:solidFill>
              </a:rPr>
              <a:t>why, what, when, who, where, how, and how much</a:t>
            </a:r>
            <a:r>
              <a:rPr lang="en-US" sz="2400" dirty="0" smtClean="0"/>
              <a:t>.“</a:t>
            </a:r>
          </a:p>
          <a:p>
            <a:r>
              <a:rPr lang="en-US" sz="2400" dirty="0" smtClean="0"/>
              <a:t>This plan organization allows the plans to be </a:t>
            </a:r>
            <a:r>
              <a:rPr lang="en-US" sz="2400" i="1" dirty="0" smtClean="0">
                <a:solidFill>
                  <a:srgbClr val="C00000"/>
                </a:solidFill>
              </a:rPr>
              <a:t>concise</a:t>
            </a:r>
            <a:r>
              <a:rPr lang="en-US" sz="2400" dirty="0" smtClean="0"/>
              <a:t> (e.g., fitting on one page), </a:t>
            </a:r>
            <a:r>
              <a:rPr lang="en-US" sz="2400" i="1" dirty="0" smtClean="0">
                <a:solidFill>
                  <a:srgbClr val="C00000"/>
                </a:solidFill>
              </a:rPr>
              <a:t>action-oriented</a:t>
            </a:r>
            <a:r>
              <a:rPr lang="en-US" sz="2400" dirty="0" smtClean="0"/>
              <a:t>, easy to understand, and easy to monitor.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200" y="6172200"/>
            <a:ext cx="35830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Consolas" pitchFamily="49" charset="0"/>
              </a:rPr>
              <a:t>[IEEE Std 1540-2001]</a:t>
            </a:r>
            <a:endParaRPr lang="en-US" sz="2400" b="1" dirty="0">
              <a:latin typeface="Consolas" pitchFamily="49" charset="0"/>
            </a:endParaRPr>
          </a:p>
        </p:txBody>
      </p:sp>
      <p:pic>
        <p:nvPicPr>
          <p:cNvPr id="7170" name="Picture 2" descr="https://www.businessprocessincubator.com/wp-content/uploads/2016/02/www.imaworldwide.comhubfsimagesThe-Biggest-How-To-Post-Ever-369a5b9b18f757c0e189169b5a4b9092774637a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3657600"/>
            <a:ext cx="2032000" cy="1460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Management Plan Example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marL="0" indent="0">
              <a:buNone/>
            </a:pPr>
            <a:r>
              <a:rPr lang="en-US" sz="1400" b="1" u="sng" dirty="0" smtClean="0"/>
              <a:t>Risk Management Plan: Fault Tolerance Prototyping</a:t>
            </a:r>
          </a:p>
          <a:p>
            <a:pPr marL="0" indent="0">
              <a:buNone/>
            </a:pPr>
            <a:r>
              <a:rPr lang="en-US" sz="1400" b="1" dirty="0" smtClean="0"/>
              <a:t>1. Objectives (The “Why”)</a:t>
            </a:r>
            <a:r>
              <a:rPr lang="en-US" sz="1400" dirty="0" smtClean="0"/>
              <a:t> </a:t>
            </a:r>
          </a:p>
          <a:p>
            <a:pPr lvl="1"/>
            <a:r>
              <a:rPr lang="en-US" sz="1400" dirty="0" smtClean="0"/>
              <a:t>Determine, reduce level of risk of the software fault tolerance features causing unacceptable performance</a:t>
            </a:r>
          </a:p>
          <a:p>
            <a:pPr lvl="1"/>
            <a:r>
              <a:rPr lang="en-US" sz="1400" dirty="0" smtClean="0"/>
              <a:t>Create a description of and a development plan for a set of low-risk fault tolerance features</a:t>
            </a:r>
          </a:p>
          <a:p>
            <a:pPr marL="0" indent="0">
              <a:buNone/>
            </a:pPr>
            <a:r>
              <a:rPr lang="en-US" sz="1400" b="1" dirty="0" smtClean="0"/>
              <a:t>2. Deliverables and Milestones (The “What” and “When”)</a:t>
            </a:r>
          </a:p>
          <a:p>
            <a:pPr marL="0" indent="0">
              <a:buNone/>
            </a:pPr>
            <a:r>
              <a:rPr lang="en-US" sz="1400" dirty="0" smtClean="0"/>
              <a:t>- By week 3</a:t>
            </a:r>
          </a:p>
          <a:p>
            <a:pPr marL="400050" lvl="1" indent="0">
              <a:buNone/>
            </a:pPr>
            <a:r>
              <a:rPr lang="en-US" sz="1400" dirty="0" smtClean="0"/>
              <a:t>1. Evaluation of fault tolerance option</a:t>
            </a:r>
          </a:p>
          <a:p>
            <a:pPr marL="400050" lvl="1" indent="0">
              <a:buNone/>
            </a:pPr>
            <a:r>
              <a:rPr lang="en-US" sz="1400" dirty="0" smtClean="0"/>
              <a:t>2. Assessment of reusable components</a:t>
            </a:r>
          </a:p>
          <a:p>
            <a:pPr marL="400050" lvl="1" indent="0">
              <a:buNone/>
            </a:pPr>
            <a:r>
              <a:rPr lang="en-US" sz="1400" dirty="0" smtClean="0"/>
              <a:t>3. Draft workload characterization</a:t>
            </a:r>
          </a:p>
          <a:p>
            <a:pPr marL="400050" lvl="1" indent="0">
              <a:buNone/>
            </a:pPr>
            <a:r>
              <a:rPr lang="en-US" sz="1400" dirty="0" smtClean="0"/>
              <a:t>4. Evaluation plan for prototype exercise</a:t>
            </a:r>
          </a:p>
          <a:p>
            <a:pPr marL="400050" lvl="1" indent="0">
              <a:buNone/>
            </a:pPr>
            <a:r>
              <a:rPr lang="en-US" sz="1400" dirty="0" smtClean="0"/>
              <a:t>5. Description of prototype</a:t>
            </a:r>
          </a:p>
          <a:p>
            <a:pPr marL="0" indent="0">
              <a:buNone/>
            </a:pPr>
            <a:r>
              <a:rPr lang="en-US" sz="1400" dirty="0" smtClean="0"/>
              <a:t>- By week 7</a:t>
            </a:r>
          </a:p>
          <a:p>
            <a:pPr marL="400050" lvl="1" indent="0">
              <a:buNone/>
            </a:pPr>
            <a:r>
              <a:rPr lang="en-US" sz="1400" dirty="0" smtClean="0"/>
              <a:t>6. Operational prototype with key fault tolerance features</a:t>
            </a:r>
          </a:p>
          <a:p>
            <a:pPr marL="400050" lvl="1" indent="0">
              <a:buNone/>
            </a:pPr>
            <a:r>
              <a:rPr lang="en-US" sz="1400" dirty="0" smtClean="0"/>
              <a:t>7. Workload simulation</a:t>
            </a:r>
          </a:p>
          <a:p>
            <a:pPr marL="400050" lvl="1" indent="0">
              <a:buNone/>
            </a:pPr>
            <a:r>
              <a:rPr lang="en-US" sz="1400" dirty="0" smtClean="0"/>
              <a:t>8. Instrumentation and data reduction capabilities</a:t>
            </a:r>
          </a:p>
          <a:p>
            <a:pPr marL="400050" lvl="1" indent="0">
              <a:buNone/>
            </a:pPr>
            <a:r>
              <a:rPr lang="en-US" sz="1400" dirty="0" smtClean="0"/>
              <a:t>9. Draft Description, plan for fault tolerance features</a:t>
            </a:r>
          </a:p>
          <a:p>
            <a:pPr marL="0" indent="0">
              <a:buNone/>
            </a:pPr>
            <a:r>
              <a:rPr lang="en-US" sz="1400" dirty="0" smtClean="0"/>
              <a:t>-By week 10</a:t>
            </a:r>
          </a:p>
          <a:p>
            <a:pPr marL="400050" lvl="1" indent="0">
              <a:buNone/>
            </a:pPr>
            <a:r>
              <a:rPr lang="en-US" sz="1400" dirty="0" smtClean="0"/>
              <a:t>10. Evaluation and iteration of prototype</a:t>
            </a:r>
          </a:p>
          <a:p>
            <a:pPr marL="400050" lvl="1" indent="0">
              <a:buNone/>
            </a:pPr>
            <a:r>
              <a:rPr lang="en-US" sz="1400" dirty="0" smtClean="0"/>
              <a:t>11. Revised description, plan for fault tolerance 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4300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>
                <a:solidFill>
                  <a:srgbClr val="C00000"/>
                </a:solidFill>
                <a:latin typeface="Consolas" pitchFamily="49" charset="0"/>
              </a:rPr>
              <a:t>1 Risk</a:t>
            </a:r>
            <a:endParaRPr lang="en-US" sz="2800" b="1" i="1" dirty="0">
              <a:solidFill>
                <a:srgbClr val="C00000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Management Plan Example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3837"/>
            <a:ext cx="8229600" cy="4830763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 smtClean="0"/>
              <a:t>3. Responsibilities (The “Who” and “Where”)</a:t>
            </a:r>
          </a:p>
          <a:p>
            <a:pPr marL="0" indent="0">
              <a:buNone/>
            </a:pPr>
            <a:r>
              <a:rPr lang="en-US" sz="1400" dirty="0" smtClean="0"/>
              <a:t>- System Engineer: G. Smith</a:t>
            </a:r>
          </a:p>
          <a:p>
            <a:pPr marL="0" indent="0">
              <a:buNone/>
            </a:pPr>
            <a:r>
              <a:rPr lang="en-US" sz="1400" dirty="0" smtClean="0"/>
              <a:t>	Tasks 1, 3, 4, 9, 11, support of tasks 5, 10</a:t>
            </a:r>
          </a:p>
          <a:p>
            <a:pPr marL="0" indent="0">
              <a:buNone/>
            </a:pPr>
            <a:r>
              <a:rPr lang="en-US" sz="1400" dirty="0" smtClean="0"/>
              <a:t>- Lead Programmer: C. Lee</a:t>
            </a:r>
          </a:p>
          <a:p>
            <a:pPr marL="0" indent="0">
              <a:buNone/>
            </a:pPr>
            <a:r>
              <a:rPr lang="en-US" sz="1400" dirty="0" smtClean="0"/>
              <a:t>	Tasks 5, 6, 7, 10 support of tasks 1, 3</a:t>
            </a:r>
          </a:p>
          <a:p>
            <a:pPr marL="0" indent="0">
              <a:buNone/>
            </a:pPr>
            <a:r>
              <a:rPr lang="en-US" sz="1400" dirty="0" smtClean="0"/>
              <a:t>- Programmer: J. Wilson</a:t>
            </a:r>
          </a:p>
          <a:p>
            <a:pPr marL="0" indent="0">
              <a:buNone/>
            </a:pPr>
            <a:r>
              <a:rPr lang="en-US" sz="1400" dirty="0" smtClean="0"/>
              <a:t>	Tasks 2, 8, support of tasks 5, 6, 7, 10</a:t>
            </a:r>
          </a:p>
          <a:p>
            <a:pPr marL="0" indent="0">
              <a:buNone/>
            </a:pPr>
            <a:r>
              <a:rPr lang="en-US" sz="1400" b="1" dirty="0" smtClean="0"/>
              <a:t>4. Approach (The “How”)</a:t>
            </a:r>
          </a:p>
          <a:p>
            <a:pPr lvl="1"/>
            <a:r>
              <a:rPr lang="en-US" sz="1400" dirty="0" smtClean="0"/>
              <a:t>Design-to-Schedule prototyping effort</a:t>
            </a:r>
          </a:p>
          <a:p>
            <a:pPr lvl="1"/>
            <a:r>
              <a:rPr lang="en-US" sz="1400" dirty="0" smtClean="0"/>
              <a:t>Driven by hypotheses about fault tolerance-performance effects</a:t>
            </a:r>
          </a:p>
          <a:p>
            <a:pPr lvl="1"/>
            <a:r>
              <a:rPr lang="en-US" sz="1400" dirty="0" smtClean="0"/>
              <a:t>Use real-time OS, add prototype fault tolerance features</a:t>
            </a:r>
          </a:p>
          <a:p>
            <a:pPr lvl="1"/>
            <a:r>
              <a:rPr lang="en-US" sz="1400" dirty="0" smtClean="0"/>
              <a:t>Evaluate performance with respect to representative workload</a:t>
            </a:r>
          </a:p>
          <a:p>
            <a:pPr lvl="1"/>
            <a:r>
              <a:rPr lang="en-US" sz="1400" dirty="0" smtClean="0"/>
              <a:t>Refine Prototype based on results observed</a:t>
            </a:r>
          </a:p>
          <a:p>
            <a:pPr marL="0" indent="0">
              <a:buNone/>
            </a:pPr>
            <a:r>
              <a:rPr lang="en-US" sz="1400" b="1" dirty="0" smtClean="0"/>
              <a:t>5. Resources (The “How Much”) </a:t>
            </a:r>
          </a:p>
          <a:p>
            <a:pPr marL="0" indent="0">
              <a:buNone/>
            </a:pPr>
            <a:r>
              <a:rPr lang="en-US" sz="1400" dirty="0" smtClean="0"/>
              <a:t>$60K - Full-time system engineer, lead programmer, programmer (10weeks)*(3 staff)*($2K/staff-week)</a:t>
            </a:r>
          </a:p>
          <a:p>
            <a:pPr marL="0" indent="0">
              <a:buNone/>
            </a:pPr>
            <a:r>
              <a:rPr lang="en-US" sz="1400" dirty="0" smtClean="0"/>
              <a:t>$0K - 3 Dedicated workstations (from project pool)$0K - 2 Target processors (from project pool)</a:t>
            </a:r>
          </a:p>
          <a:p>
            <a:pPr marL="0" indent="0">
              <a:buNone/>
            </a:pPr>
            <a:r>
              <a:rPr lang="en-US" sz="1400" dirty="0" smtClean="0"/>
              <a:t>$0K - 1 Test co-processor (from project pool)</a:t>
            </a:r>
          </a:p>
          <a:p>
            <a:pPr marL="0" indent="0">
              <a:buNone/>
            </a:pPr>
            <a:r>
              <a:rPr lang="en-US" sz="1400" dirty="0" smtClean="0"/>
              <a:t>$10K – Contingencies</a:t>
            </a:r>
          </a:p>
          <a:p>
            <a:pPr marL="0" indent="0">
              <a:buNone/>
            </a:pPr>
            <a:r>
              <a:rPr lang="en-US" sz="1400" dirty="0" smtClean="0"/>
              <a:t>$70K - Total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Monitor Risks</a:t>
            </a:r>
            <a:endParaRPr lang="en-US" dirty="0"/>
          </a:p>
        </p:txBody>
      </p:sp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0" y="1378803"/>
            <a:ext cx="9144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Risk monitoring</a:t>
            </a:r>
            <a:r>
              <a:rPr lang="en-US" sz="2400" dirty="0" smtClean="0">
                <a:latin typeface="+mj-lt"/>
              </a:rPr>
              <a:t> involves </a:t>
            </a:r>
            <a:r>
              <a:rPr lang="en-US" sz="2400" u="sng" dirty="0" smtClean="0">
                <a:latin typeface="+mj-lt"/>
              </a:rPr>
              <a:t>tracking</a:t>
            </a:r>
            <a:r>
              <a:rPr lang="en-US" sz="2400" dirty="0" smtClean="0">
                <a:latin typeface="+mj-lt"/>
              </a:rPr>
              <a:t> the project's progress towards resolving its risk items and taking corrective action where appropriate.</a:t>
            </a:r>
            <a:endParaRPr lang="en-US" sz="2400" dirty="0">
              <a:latin typeface="+mj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763" y="2362200"/>
            <a:ext cx="8372475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66950"/>
            <a:ext cx="4286250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" name="Diagram 3"/>
          <p:cNvGraphicFramePr/>
          <p:nvPr/>
        </p:nvGraphicFramePr>
        <p:xfrm>
          <a:off x="381000" y="2438400"/>
          <a:ext cx="84582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Management</a:t>
            </a:r>
            <a:endParaRPr lang="en-US" dirty="0"/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381000" y="1295400"/>
            <a:ext cx="8458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Risk management</a:t>
            </a:r>
            <a:r>
              <a:rPr lang="en-US" sz="2400" dirty="0" smtClean="0">
                <a:latin typeface="+mj-lt"/>
              </a:rPr>
              <a:t> is a </a:t>
            </a:r>
            <a:r>
              <a:rPr lang="en-US" sz="2400" u="sng" dirty="0" smtClean="0">
                <a:latin typeface="+mj-lt"/>
              </a:rPr>
              <a:t>systematic approach</a:t>
            </a:r>
            <a:r>
              <a:rPr lang="en-US" sz="2400" dirty="0" smtClean="0">
                <a:latin typeface="+mj-lt"/>
              </a:rPr>
              <a:t> to reducing the harm due to risks, making the project less vulnerable and the product more robust.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Risk Management?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" y="1752600"/>
          <a:ext cx="4724400" cy="416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410200" y="1371600"/>
            <a:ext cx="333375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334000" y="4876800"/>
            <a:ext cx="3352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smtClean="0">
                <a:latin typeface="+mj-lt"/>
              </a:rPr>
              <a:t>"If you don't actively attack the risks, they will actively attack you."  --Tom </a:t>
            </a:r>
            <a:r>
              <a:rPr lang="en-US" sz="2400" b="1" i="1" dirty="0" err="1" smtClean="0">
                <a:latin typeface="+mj-lt"/>
              </a:rPr>
              <a:t>Gilb</a:t>
            </a:r>
            <a:endParaRPr lang="en-US" sz="2400" b="1" i="1" dirty="0">
              <a:latin typeface="+mj-l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11538</TotalTime>
  <Words>2517</Words>
  <Application>Microsoft Office PowerPoint</Application>
  <PresentationFormat>On-screen Show (4:3)</PresentationFormat>
  <Paragraphs>424</Paragraphs>
  <Slides>51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Software Risk Management</vt:lpstr>
      <vt:lpstr>Objectives</vt:lpstr>
      <vt:lpstr>Contents</vt:lpstr>
      <vt:lpstr>References</vt:lpstr>
      <vt:lpstr>Why Do Projects Fail?</vt:lpstr>
      <vt:lpstr>How to Prevent Potential Problems</vt:lpstr>
      <vt:lpstr>Risk [1]</vt:lpstr>
      <vt:lpstr>Risk vs. Problem</vt:lpstr>
      <vt:lpstr>1. Identify Risks</vt:lpstr>
      <vt:lpstr>How to Indentify Risks?</vt:lpstr>
      <vt:lpstr>Software Risk Check List (I)</vt:lpstr>
      <vt:lpstr>Software Risk Check List (II)</vt:lpstr>
      <vt:lpstr>Challenges in Previous Classes (I)</vt:lpstr>
      <vt:lpstr>Challenges in Previous Classes (II)</vt:lpstr>
      <vt:lpstr>PEST Analysis</vt:lpstr>
      <vt:lpstr>SWOT Analysis</vt:lpstr>
      <vt:lpstr>Risk Identification Product</vt:lpstr>
      <vt:lpstr>Slide 18</vt:lpstr>
      <vt:lpstr>2. Analyze Risks</vt:lpstr>
      <vt:lpstr>Risk Characterization</vt:lpstr>
      <vt:lpstr>Example</vt:lpstr>
      <vt:lpstr>Uncertainty [2]</vt:lpstr>
      <vt:lpstr>Delphi Method</vt:lpstr>
      <vt:lpstr>Risk Tree Analysis [3]</vt:lpstr>
      <vt:lpstr>Risk Tree Example</vt:lpstr>
      <vt:lpstr>Risk Exposure (Priority)</vt:lpstr>
      <vt:lpstr>3. Prioritize Risks</vt:lpstr>
      <vt:lpstr>Risk Analysis Product [4]</vt:lpstr>
      <vt:lpstr>Slide 29</vt:lpstr>
      <vt:lpstr>Risk Response</vt:lpstr>
      <vt:lpstr>Risk Tolerance</vt:lpstr>
      <vt:lpstr>Example of Risk Mitigation (I)</vt:lpstr>
      <vt:lpstr>Example of Risk Mitigation (II)</vt:lpstr>
      <vt:lpstr>Example of Risk Mitigation (III)</vt:lpstr>
      <vt:lpstr>Example of Risk Mitigation (IV) [4]</vt:lpstr>
      <vt:lpstr>Risk Mitigation: Buying Information</vt:lpstr>
      <vt:lpstr>4. List Risk Reponses</vt:lpstr>
      <vt:lpstr>Slide 38</vt:lpstr>
      <vt:lpstr>Response Analysis [4]</vt:lpstr>
      <vt:lpstr>Decision Tree [5]</vt:lpstr>
      <vt:lpstr>How to Use a Decision Tree?</vt:lpstr>
      <vt:lpstr>Risk Reduction Leverage [4]</vt:lpstr>
      <vt:lpstr>Influence Diagram [6]</vt:lpstr>
      <vt:lpstr>Slide 44</vt:lpstr>
      <vt:lpstr>6. Create Risk Management Plan</vt:lpstr>
      <vt:lpstr>Risk Management Plan Example (I)</vt:lpstr>
      <vt:lpstr>Risk Management Plan Example (II)</vt:lpstr>
      <vt:lpstr>7. Monitor Risks</vt:lpstr>
      <vt:lpstr>Risk Management</vt:lpstr>
      <vt:lpstr>Why Risk Management?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4271</cp:revision>
  <dcterms:created xsi:type="dcterms:W3CDTF">2007-10-06T08:25:13Z</dcterms:created>
  <dcterms:modified xsi:type="dcterms:W3CDTF">2026-07-18T11:05:57Z</dcterms:modified>
</cp:coreProperties>
</file>