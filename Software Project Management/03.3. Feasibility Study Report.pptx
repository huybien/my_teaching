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rawing1.xml" ContentType="application/vnd.ms-office.drawingml.diagramDrawing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9"/>
  </p:notesMasterIdLst>
  <p:handoutMasterIdLst>
    <p:handoutMasterId r:id="rId20"/>
  </p:handoutMasterIdLst>
  <p:sldIdLst>
    <p:sldId id="256" r:id="rId2"/>
    <p:sldId id="446" r:id="rId3"/>
    <p:sldId id="639" r:id="rId4"/>
    <p:sldId id="358" r:id="rId5"/>
    <p:sldId id="795" r:id="rId6"/>
    <p:sldId id="796" r:id="rId7"/>
    <p:sldId id="811" r:id="rId8"/>
    <p:sldId id="812" r:id="rId9"/>
    <p:sldId id="797" r:id="rId10"/>
    <p:sldId id="798" r:id="rId11"/>
    <p:sldId id="799" r:id="rId12"/>
    <p:sldId id="800" r:id="rId13"/>
    <p:sldId id="801" r:id="rId14"/>
    <p:sldId id="802" r:id="rId15"/>
    <p:sldId id="803" r:id="rId16"/>
    <p:sldId id="804" r:id="rId17"/>
    <p:sldId id="359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73" autoAdjust="0"/>
    <p:restoredTop sz="94667" autoAdjust="0"/>
  </p:normalViewPr>
  <p:slideViewPr>
    <p:cSldViewPr>
      <p:cViewPr>
        <p:scale>
          <a:sx n="50" d="100"/>
          <a:sy n="50" d="100"/>
        </p:scale>
        <p:origin x="-149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345B50-5AD1-478C-8BEE-7B1273750DC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A78F25-E4A0-4965-A658-0084AB99CA1F}">
      <dgm:prSet phldrT="[Text]" custT="1"/>
      <dgm:spPr/>
      <dgm:t>
        <a:bodyPr/>
        <a:lstStyle/>
        <a:p>
          <a:r>
            <a:rPr lang="en-US" sz="2200" dirty="0" smtClean="0"/>
            <a:t>Purpose</a:t>
          </a:r>
          <a:endParaRPr lang="en-US" sz="2200" dirty="0"/>
        </a:p>
      </dgm:t>
    </dgm:pt>
    <dgm:pt modelId="{2276D278-2A6B-416B-83EB-6F9D11A1587D}" type="parTrans" cxnId="{EF286308-48AB-46EF-B1DF-DCC2ECE74862}">
      <dgm:prSet/>
      <dgm:spPr/>
      <dgm:t>
        <a:bodyPr/>
        <a:lstStyle/>
        <a:p>
          <a:endParaRPr lang="en-US"/>
        </a:p>
      </dgm:t>
    </dgm:pt>
    <dgm:pt modelId="{1C2299ED-875C-4AAF-9A51-9AFB85C9EB7C}" type="sibTrans" cxnId="{EF286308-48AB-46EF-B1DF-DCC2ECE74862}">
      <dgm:prSet/>
      <dgm:spPr/>
      <dgm:t>
        <a:bodyPr/>
        <a:lstStyle/>
        <a:p>
          <a:endParaRPr lang="en-US"/>
        </a:p>
      </dgm:t>
    </dgm:pt>
    <dgm:pt modelId="{17F78D15-90A9-4321-80C0-7F95643E32E1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200" dirty="0" smtClean="0"/>
            <a:t>Reason</a:t>
          </a:r>
          <a:endParaRPr lang="en-US" sz="2200" dirty="0"/>
        </a:p>
      </dgm:t>
    </dgm:pt>
    <dgm:pt modelId="{2D735C95-75E5-4BBE-97EF-B0901070C931}" type="parTrans" cxnId="{5B3739E5-13D4-4099-938B-7C5F29A12EC1}">
      <dgm:prSet/>
      <dgm:spPr/>
      <dgm:t>
        <a:bodyPr/>
        <a:lstStyle/>
        <a:p>
          <a:endParaRPr lang="en-US"/>
        </a:p>
      </dgm:t>
    </dgm:pt>
    <dgm:pt modelId="{2C28AF82-B4B5-4FD7-B94F-BCF13943E541}" type="sibTrans" cxnId="{5B3739E5-13D4-4099-938B-7C5F29A12EC1}">
      <dgm:prSet/>
      <dgm:spPr/>
      <dgm:t>
        <a:bodyPr/>
        <a:lstStyle/>
        <a:p>
          <a:endParaRPr lang="en-US"/>
        </a:p>
      </dgm:t>
    </dgm:pt>
    <dgm:pt modelId="{F14627D2-99F3-4BB9-ACF0-9B3757D4BA23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2200" dirty="0" smtClean="0"/>
            <a:t>The evaluation criteria</a:t>
          </a:r>
          <a:endParaRPr lang="en-US" sz="2200" dirty="0"/>
        </a:p>
      </dgm:t>
    </dgm:pt>
    <dgm:pt modelId="{D0C48550-9AD0-477C-BC8B-C1F7314E24CF}" type="parTrans" cxnId="{1BF9344A-9CDC-4EEE-B226-8D9F4E47A0E6}">
      <dgm:prSet/>
      <dgm:spPr/>
      <dgm:t>
        <a:bodyPr/>
        <a:lstStyle/>
        <a:p>
          <a:endParaRPr lang="en-US"/>
        </a:p>
      </dgm:t>
    </dgm:pt>
    <dgm:pt modelId="{BC2FB94A-0519-4109-B86D-1185FC588AD9}" type="sibTrans" cxnId="{1BF9344A-9CDC-4EEE-B226-8D9F4E47A0E6}">
      <dgm:prSet/>
      <dgm:spPr/>
      <dgm:t>
        <a:bodyPr/>
        <a:lstStyle/>
        <a:p>
          <a:endParaRPr lang="en-US"/>
        </a:p>
      </dgm:t>
    </dgm:pt>
    <dgm:pt modelId="{BE2D09AC-4CBB-4424-A502-FFF2C66BDC24}">
      <dgm:prSet phldrT="[Text]" custT="1"/>
      <dgm:spPr>
        <a:solidFill>
          <a:schemeClr val="accent5"/>
        </a:solidFill>
      </dgm:spPr>
      <dgm:t>
        <a:bodyPr/>
        <a:lstStyle/>
        <a:p>
          <a:r>
            <a:rPr lang="en-US" sz="2200" dirty="0" smtClean="0"/>
            <a:t>The study findings</a:t>
          </a:r>
          <a:endParaRPr lang="en-US" sz="2200" dirty="0"/>
        </a:p>
      </dgm:t>
    </dgm:pt>
    <dgm:pt modelId="{E5366607-D931-467B-8B18-B07F15C0B1C9}" type="parTrans" cxnId="{668A54BA-3784-42F1-9F39-8C2FC1623344}">
      <dgm:prSet/>
      <dgm:spPr/>
      <dgm:t>
        <a:bodyPr/>
        <a:lstStyle/>
        <a:p>
          <a:endParaRPr lang="en-US"/>
        </a:p>
      </dgm:t>
    </dgm:pt>
    <dgm:pt modelId="{D40DD221-2846-496B-8E8B-A849F60C0C47}" type="sibTrans" cxnId="{668A54BA-3784-42F1-9F39-8C2FC1623344}">
      <dgm:prSet/>
      <dgm:spPr/>
      <dgm:t>
        <a:bodyPr/>
        <a:lstStyle/>
        <a:p>
          <a:endParaRPr lang="en-US"/>
        </a:p>
      </dgm:t>
    </dgm:pt>
    <dgm:pt modelId="{700EE0F2-D2BF-46CD-ABAB-85E8CD19E387}">
      <dgm:prSet phldrT="[Text]" custT="1"/>
      <dgm:spPr>
        <a:solidFill>
          <a:schemeClr val="accent6"/>
        </a:solidFill>
      </dgm:spPr>
      <dgm:t>
        <a:bodyPr/>
        <a:lstStyle/>
        <a:p>
          <a:r>
            <a:rPr lang="en-US" sz="2200" dirty="0" smtClean="0"/>
            <a:t>The recommendations</a:t>
          </a:r>
          <a:endParaRPr lang="en-US" sz="2200" dirty="0"/>
        </a:p>
      </dgm:t>
    </dgm:pt>
    <dgm:pt modelId="{B29AB8E3-4DBF-4361-A563-941D6FF583AA}" type="parTrans" cxnId="{0AB6244E-E6D1-4603-8608-7786CE568958}">
      <dgm:prSet/>
      <dgm:spPr/>
      <dgm:t>
        <a:bodyPr/>
        <a:lstStyle/>
        <a:p>
          <a:endParaRPr lang="en-US"/>
        </a:p>
      </dgm:t>
    </dgm:pt>
    <dgm:pt modelId="{F27186F8-E82E-4AD8-ADC6-D28CDC967827}" type="sibTrans" cxnId="{0AB6244E-E6D1-4603-8608-7786CE568958}">
      <dgm:prSet/>
      <dgm:spPr/>
      <dgm:t>
        <a:bodyPr/>
        <a:lstStyle/>
        <a:p>
          <a:endParaRPr lang="en-US"/>
        </a:p>
      </dgm:t>
    </dgm:pt>
    <dgm:pt modelId="{0100315B-D429-4EAC-8AA1-BEFCB3B6B2D9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200" dirty="0" smtClean="0"/>
            <a:t>Background information</a:t>
          </a:r>
          <a:endParaRPr lang="en-US" sz="2200" dirty="0"/>
        </a:p>
      </dgm:t>
    </dgm:pt>
    <dgm:pt modelId="{DBA45244-1A55-431F-9254-F51FEE3E1101}" type="parTrans" cxnId="{CE57512A-58E2-42DA-B069-996FF30E4A1C}">
      <dgm:prSet/>
      <dgm:spPr/>
    </dgm:pt>
    <dgm:pt modelId="{D24FC51D-FCC1-4684-B9BB-807CB7CF9A0A}" type="sibTrans" cxnId="{CE57512A-58E2-42DA-B069-996FF30E4A1C}">
      <dgm:prSet/>
      <dgm:spPr/>
    </dgm:pt>
    <dgm:pt modelId="{9EFE8DBD-3349-4550-A4EC-39766CB04F86}" type="pres">
      <dgm:prSet presAssocID="{FD345B50-5AD1-478C-8BEE-7B1273750DCB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F23568B-F979-44DF-84C3-ADBBD77DD4B6}" type="pres">
      <dgm:prSet presAssocID="{8CA78F25-E4A0-4965-A658-0084AB99CA1F}" presName="parentLin" presStyleCnt="0"/>
      <dgm:spPr/>
    </dgm:pt>
    <dgm:pt modelId="{5C1DC1E6-7DCB-43E0-BA21-A8A0AB80CD78}" type="pres">
      <dgm:prSet presAssocID="{8CA78F25-E4A0-4965-A658-0084AB99CA1F}" presName="parentLeftMargin" presStyleLbl="node1" presStyleIdx="0" presStyleCnt="6"/>
      <dgm:spPr/>
      <dgm:t>
        <a:bodyPr/>
        <a:lstStyle/>
        <a:p>
          <a:endParaRPr lang="en-US"/>
        </a:p>
      </dgm:t>
    </dgm:pt>
    <dgm:pt modelId="{4F622BEB-62C0-41FB-AA25-3807F8F602A7}" type="pres">
      <dgm:prSet presAssocID="{8CA78F25-E4A0-4965-A658-0084AB99CA1F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12E137-4C01-4626-80BD-8612A623F0E4}" type="pres">
      <dgm:prSet presAssocID="{8CA78F25-E4A0-4965-A658-0084AB99CA1F}" presName="negativeSpace" presStyleCnt="0"/>
      <dgm:spPr/>
    </dgm:pt>
    <dgm:pt modelId="{56CABD1B-944E-49F7-866A-C6598132C0E2}" type="pres">
      <dgm:prSet presAssocID="{8CA78F25-E4A0-4965-A658-0084AB99CA1F}" presName="childText" presStyleLbl="conFgAcc1" presStyleIdx="0" presStyleCnt="6">
        <dgm:presLayoutVars>
          <dgm:bulletEnabled val="1"/>
        </dgm:presLayoutVars>
      </dgm:prSet>
      <dgm:spPr/>
    </dgm:pt>
    <dgm:pt modelId="{81ACD076-1FCC-4FF6-A274-B3BD90DC9978}" type="pres">
      <dgm:prSet presAssocID="{1C2299ED-875C-4AAF-9A51-9AFB85C9EB7C}" presName="spaceBetweenRectangles" presStyleCnt="0"/>
      <dgm:spPr/>
    </dgm:pt>
    <dgm:pt modelId="{EAA56398-F73A-4FE2-B746-BD84BFC141F8}" type="pres">
      <dgm:prSet presAssocID="{17F78D15-90A9-4321-80C0-7F95643E32E1}" presName="parentLin" presStyleCnt="0"/>
      <dgm:spPr/>
    </dgm:pt>
    <dgm:pt modelId="{A5CDB8F0-A3D9-4691-8832-2F348E9FEF4B}" type="pres">
      <dgm:prSet presAssocID="{17F78D15-90A9-4321-80C0-7F95643E32E1}" presName="parentLeftMargin" presStyleLbl="node1" presStyleIdx="0" presStyleCnt="6"/>
      <dgm:spPr/>
      <dgm:t>
        <a:bodyPr/>
        <a:lstStyle/>
        <a:p>
          <a:endParaRPr lang="en-US"/>
        </a:p>
      </dgm:t>
    </dgm:pt>
    <dgm:pt modelId="{0ABD91B7-67D8-4835-9472-249FD879718E}" type="pres">
      <dgm:prSet presAssocID="{17F78D15-90A9-4321-80C0-7F95643E32E1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C1D4E5-54DD-4F5D-8B65-D8E3491AED12}" type="pres">
      <dgm:prSet presAssocID="{17F78D15-90A9-4321-80C0-7F95643E32E1}" presName="negativeSpace" presStyleCnt="0"/>
      <dgm:spPr/>
    </dgm:pt>
    <dgm:pt modelId="{8B5298D1-CF53-49BC-9023-0EE6E258E573}" type="pres">
      <dgm:prSet presAssocID="{17F78D15-90A9-4321-80C0-7F95643E32E1}" presName="childText" presStyleLbl="conFgAcc1" presStyleIdx="1" presStyleCnt="6">
        <dgm:presLayoutVars>
          <dgm:bulletEnabled val="1"/>
        </dgm:presLayoutVars>
      </dgm:prSet>
      <dgm:spPr/>
    </dgm:pt>
    <dgm:pt modelId="{AB539887-6226-438A-9686-BCE467EC5E8D}" type="pres">
      <dgm:prSet presAssocID="{2C28AF82-B4B5-4FD7-B94F-BCF13943E541}" presName="spaceBetweenRectangles" presStyleCnt="0"/>
      <dgm:spPr/>
    </dgm:pt>
    <dgm:pt modelId="{D0E10FBA-41A3-4B5B-B01A-D81B69CB9BA2}" type="pres">
      <dgm:prSet presAssocID="{0100315B-D429-4EAC-8AA1-BEFCB3B6B2D9}" presName="parentLin" presStyleCnt="0"/>
      <dgm:spPr/>
    </dgm:pt>
    <dgm:pt modelId="{4290549B-C467-406D-AC08-B83AFD29D973}" type="pres">
      <dgm:prSet presAssocID="{0100315B-D429-4EAC-8AA1-BEFCB3B6B2D9}" presName="parentLeftMargin" presStyleLbl="node1" presStyleIdx="1" presStyleCnt="6"/>
      <dgm:spPr/>
      <dgm:t>
        <a:bodyPr/>
        <a:lstStyle/>
        <a:p>
          <a:endParaRPr lang="en-US"/>
        </a:p>
      </dgm:t>
    </dgm:pt>
    <dgm:pt modelId="{AD646C37-0DDC-40B6-BFF6-68C35C41D431}" type="pres">
      <dgm:prSet presAssocID="{0100315B-D429-4EAC-8AA1-BEFCB3B6B2D9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781924-C0DF-43D6-B614-711C5553AD2F}" type="pres">
      <dgm:prSet presAssocID="{0100315B-D429-4EAC-8AA1-BEFCB3B6B2D9}" presName="negativeSpace" presStyleCnt="0"/>
      <dgm:spPr/>
    </dgm:pt>
    <dgm:pt modelId="{8011D070-568F-4A84-BD56-7ABA35D47A61}" type="pres">
      <dgm:prSet presAssocID="{0100315B-D429-4EAC-8AA1-BEFCB3B6B2D9}" presName="childText" presStyleLbl="conFgAcc1" presStyleIdx="2" presStyleCnt="6">
        <dgm:presLayoutVars>
          <dgm:bulletEnabled val="1"/>
        </dgm:presLayoutVars>
      </dgm:prSet>
      <dgm:spPr/>
    </dgm:pt>
    <dgm:pt modelId="{75BE8DB7-21DB-46A5-9B89-C43D3257A63A}" type="pres">
      <dgm:prSet presAssocID="{D24FC51D-FCC1-4684-B9BB-807CB7CF9A0A}" presName="spaceBetweenRectangles" presStyleCnt="0"/>
      <dgm:spPr/>
    </dgm:pt>
    <dgm:pt modelId="{22B3EFEA-0ED8-4B23-A002-30559B3EF99F}" type="pres">
      <dgm:prSet presAssocID="{F14627D2-99F3-4BB9-ACF0-9B3757D4BA23}" presName="parentLin" presStyleCnt="0"/>
      <dgm:spPr/>
    </dgm:pt>
    <dgm:pt modelId="{1599F2CB-C4E6-4818-A1E7-E4DBD180D586}" type="pres">
      <dgm:prSet presAssocID="{F14627D2-99F3-4BB9-ACF0-9B3757D4BA23}" presName="parentLeftMargin" presStyleLbl="node1" presStyleIdx="2" presStyleCnt="6" custScaleX="119481"/>
      <dgm:spPr/>
      <dgm:t>
        <a:bodyPr/>
        <a:lstStyle/>
        <a:p>
          <a:endParaRPr lang="en-US"/>
        </a:p>
      </dgm:t>
    </dgm:pt>
    <dgm:pt modelId="{90065A47-6053-496C-B292-B863C5F1C893}" type="pres">
      <dgm:prSet presAssocID="{F14627D2-99F3-4BB9-ACF0-9B3757D4BA23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641813-5179-4554-A4AA-CE9C7A39B4EC}" type="pres">
      <dgm:prSet presAssocID="{F14627D2-99F3-4BB9-ACF0-9B3757D4BA23}" presName="negativeSpace" presStyleCnt="0"/>
      <dgm:spPr/>
    </dgm:pt>
    <dgm:pt modelId="{2CC94E98-C2BC-40BA-BA2C-53E02A202477}" type="pres">
      <dgm:prSet presAssocID="{F14627D2-99F3-4BB9-ACF0-9B3757D4BA23}" presName="childText" presStyleLbl="conFgAcc1" presStyleIdx="3" presStyleCnt="6">
        <dgm:presLayoutVars>
          <dgm:bulletEnabled val="1"/>
        </dgm:presLayoutVars>
      </dgm:prSet>
      <dgm:spPr/>
    </dgm:pt>
    <dgm:pt modelId="{030C9054-684D-4B3C-A5A3-8C45E7C47894}" type="pres">
      <dgm:prSet presAssocID="{BC2FB94A-0519-4109-B86D-1185FC588AD9}" presName="spaceBetweenRectangles" presStyleCnt="0"/>
      <dgm:spPr/>
    </dgm:pt>
    <dgm:pt modelId="{588861EA-FE8F-4D0F-96CC-889C27A7F9A5}" type="pres">
      <dgm:prSet presAssocID="{BE2D09AC-4CBB-4424-A502-FFF2C66BDC24}" presName="parentLin" presStyleCnt="0"/>
      <dgm:spPr/>
    </dgm:pt>
    <dgm:pt modelId="{757F47A7-B9B2-4985-A0DB-301ED68CBB06}" type="pres">
      <dgm:prSet presAssocID="{BE2D09AC-4CBB-4424-A502-FFF2C66BDC24}" presName="parentLeftMargin" presStyleLbl="node1" presStyleIdx="3" presStyleCnt="6" custScaleX="119481"/>
      <dgm:spPr/>
      <dgm:t>
        <a:bodyPr/>
        <a:lstStyle/>
        <a:p>
          <a:endParaRPr lang="en-US"/>
        </a:p>
      </dgm:t>
    </dgm:pt>
    <dgm:pt modelId="{1F9781A0-24EF-4D22-863B-387A9EB35B5D}" type="pres">
      <dgm:prSet presAssocID="{BE2D09AC-4CBB-4424-A502-FFF2C66BDC24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1254B0-7198-4BFC-A80D-3CB26DB1F0A8}" type="pres">
      <dgm:prSet presAssocID="{BE2D09AC-4CBB-4424-A502-FFF2C66BDC24}" presName="negativeSpace" presStyleCnt="0"/>
      <dgm:spPr/>
    </dgm:pt>
    <dgm:pt modelId="{10C80C59-D601-4AD4-9AE0-F459A2AD1F9A}" type="pres">
      <dgm:prSet presAssocID="{BE2D09AC-4CBB-4424-A502-FFF2C66BDC24}" presName="childText" presStyleLbl="conFgAcc1" presStyleIdx="4" presStyleCnt="6">
        <dgm:presLayoutVars>
          <dgm:bulletEnabled val="1"/>
        </dgm:presLayoutVars>
      </dgm:prSet>
      <dgm:spPr/>
    </dgm:pt>
    <dgm:pt modelId="{B4C4D495-AE16-4121-BE91-32BFC1BEEEB5}" type="pres">
      <dgm:prSet presAssocID="{D40DD221-2846-496B-8E8B-A849F60C0C47}" presName="spaceBetweenRectangles" presStyleCnt="0"/>
      <dgm:spPr/>
    </dgm:pt>
    <dgm:pt modelId="{2CD3D00A-2FB7-418E-9441-8C7E48C07CC2}" type="pres">
      <dgm:prSet presAssocID="{700EE0F2-D2BF-46CD-ABAB-85E8CD19E387}" presName="parentLin" presStyleCnt="0"/>
      <dgm:spPr/>
    </dgm:pt>
    <dgm:pt modelId="{AE055BEC-1FF1-49C3-AC9E-0EE2DBDEE993}" type="pres">
      <dgm:prSet presAssocID="{700EE0F2-D2BF-46CD-ABAB-85E8CD19E387}" presName="parentLeftMargin" presStyleLbl="node1" presStyleIdx="4" presStyleCnt="6" custScaleX="119481"/>
      <dgm:spPr/>
      <dgm:t>
        <a:bodyPr/>
        <a:lstStyle/>
        <a:p>
          <a:endParaRPr lang="en-US"/>
        </a:p>
      </dgm:t>
    </dgm:pt>
    <dgm:pt modelId="{D321BBAD-41C6-45AB-9362-3E65DEBF3BC5}" type="pres">
      <dgm:prSet presAssocID="{700EE0F2-D2BF-46CD-ABAB-85E8CD19E387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10BBF1-7B96-4E5C-BC0C-EF1FEDDF9610}" type="pres">
      <dgm:prSet presAssocID="{700EE0F2-D2BF-46CD-ABAB-85E8CD19E387}" presName="negativeSpace" presStyleCnt="0"/>
      <dgm:spPr/>
    </dgm:pt>
    <dgm:pt modelId="{ECAED0D9-0A7B-453D-970D-A96E8C7059E3}" type="pres">
      <dgm:prSet presAssocID="{700EE0F2-D2BF-46CD-ABAB-85E8CD19E387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1BF9344A-9CDC-4EEE-B226-8D9F4E47A0E6}" srcId="{FD345B50-5AD1-478C-8BEE-7B1273750DCB}" destId="{F14627D2-99F3-4BB9-ACF0-9B3757D4BA23}" srcOrd="3" destOrd="0" parTransId="{D0C48550-9AD0-477C-BC8B-C1F7314E24CF}" sibTransId="{BC2FB94A-0519-4109-B86D-1185FC588AD9}"/>
    <dgm:cxn modelId="{2DECAE8C-73B7-4091-8046-73A2B44E3844}" type="presOf" srcId="{700EE0F2-D2BF-46CD-ABAB-85E8CD19E387}" destId="{D321BBAD-41C6-45AB-9362-3E65DEBF3BC5}" srcOrd="1" destOrd="0" presId="urn:microsoft.com/office/officeart/2005/8/layout/list1"/>
    <dgm:cxn modelId="{5B3739E5-13D4-4099-938B-7C5F29A12EC1}" srcId="{FD345B50-5AD1-478C-8BEE-7B1273750DCB}" destId="{17F78D15-90A9-4321-80C0-7F95643E32E1}" srcOrd="1" destOrd="0" parTransId="{2D735C95-75E5-4BBE-97EF-B0901070C931}" sibTransId="{2C28AF82-B4B5-4FD7-B94F-BCF13943E541}"/>
    <dgm:cxn modelId="{23E0822A-9104-444C-B185-B0C961D8F07E}" type="presOf" srcId="{0100315B-D429-4EAC-8AA1-BEFCB3B6B2D9}" destId="{4290549B-C467-406D-AC08-B83AFD29D973}" srcOrd="0" destOrd="0" presId="urn:microsoft.com/office/officeart/2005/8/layout/list1"/>
    <dgm:cxn modelId="{CE57512A-58E2-42DA-B069-996FF30E4A1C}" srcId="{FD345B50-5AD1-478C-8BEE-7B1273750DCB}" destId="{0100315B-D429-4EAC-8AA1-BEFCB3B6B2D9}" srcOrd="2" destOrd="0" parTransId="{DBA45244-1A55-431F-9254-F51FEE3E1101}" sibTransId="{D24FC51D-FCC1-4684-B9BB-807CB7CF9A0A}"/>
    <dgm:cxn modelId="{8FBA6457-EBE3-43F1-806E-E7C17D05FB05}" type="presOf" srcId="{F14627D2-99F3-4BB9-ACF0-9B3757D4BA23}" destId="{90065A47-6053-496C-B292-B863C5F1C893}" srcOrd="1" destOrd="0" presId="urn:microsoft.com/office/officeart/2005/8/layout/list1"/>
    <dgm:cxn modelId="{77BB01D2-6225-4165-9458-940D1163A968}" type="presOf" srcId="{BE2D09AC-4CBB-4424-A502-FFF2C66BDC24}" destId="{757F47A7-B9B2-4985-A0DB-301ED68CBB06}" srcOrd="0" destOrd="0" presId="urn:microsoft.com/office/officeart/2005/8/layout/list1"/>
    <dgm:cxn modelId="{74A7C082-4E8C-4672-AC5C-FC237087C41F}" type="presOf" srcId="{17F78D15-90A9-4321-80C0-7F95643E32E1}" destId="{A5CDB8F0-A3D9-4691-8832-2F348E9FEF4B}" srcOrd="0" destOrd="0" presId="urn:microsoft.com/office/officeart/2005/8/layout/list1"/>
    <dgm:cxn modelId="{4C743D07-4CF7-412A-BD4A-D67E507FA207}" type="presOf" srcId="{8CA78F25-E4A0-4965-A658-0084AB99CA1F}" destId="{4F622BEB-62C0-41FB-AA25-3807F8F602A7}" srcOrd="1" destOrd="0" presId="urn:microsoft.com/office/officeart/2005/8/layout/list1"/>
    <dgm:cxn modelId="{0AB6244E-E6D1-4603-8608-7786CE568958}" srcId="{FD345B50-5AD1-478C-8BEE-7B1273750DCB}" destId="{700EE0F2-D2BF-46CD-ABAB-85E8CD19E387}" srcOrd="5" destOrd="0" parTransId="{B29AB8E3-4DBF-4361-A563-941D6FF583AA}" sibTransId="{F27186F8-E82E-4AD8-ADC6-D28CDC967827}"/>
    <dgm:cxn modelId="{B9424CC8-62DA-4E25-9D1E-D70C8AF6FE0F}" type="presOf" srcId="{700EE0F2-D2BF-46CD-ABAB-85E8CD19E387}" destId="{AE055BEC-1FF1-49C3-AC9E-0EE2DBDEE993}" srcOrd="0" destOrd="0" presId="urn:microsoft.com/office/officeart/2005/8/layout/list1"/>
    <dgm:cxn modelId="{269F35B4-2F18-4D45-B14C-44F219BFA222}" type="presOf" srcId="{8CA78F25-E4A0-4965-A658-0084AB99CA1F}" destId="{5C1DC1E6-7DCB-43E0-BA21-A8A0AB80CD78}" srcOrd="0" destOrd="0" presId="urn:microsoft.com/office/officeart/2005/8/layout/list1"/>
    <dgm:cxn modelId="{C576338D-CFAC-4D47-A03B-B8FC196DDFF1}" type="presOf" srcId="{FD345B50-5AD1-478C-8BEE-7B1273750DCB}" destId="{9EFE8DBD-3349-4550-A4EC-39766CB04F86}" srcOrd="0" destOrd="0" presId="urn:microsoft.com/office/officeart/2005/8/layout/list1"/>
    <dgm:cxn modelId="{F20A06BA-DD96-4DC8-A097-7816649CAE25}" type="presOf" srcId="{17F78D15-90A9-4321-80C0-7F95643E32E1}" destId="{0ABD91B7-67D8-4835-9472-249FD879718E}" srcOrd="1" destOrd="0" presId="urn:microsoft.com/office/officeart/2005/8/layout/list1"/>
    <dgm:cxn modelId="{2478C1BF-7B96-4F91-BD91-34889EA6C7A3}" type="presOf" srcId="{0100315B-D429-4EAC-8AA1-BEFCB3B6B2D9}" destId="{AD646C37-0DDC-40B6-BFF6-68C35C41D431}" srcOrd="1" destOrd="0" presId="urn:microsoft.com/office/officeart/2005/8/layout/list1"/>
    <dgm:cxn modelId="{EF286308-48AB-46EF-B1DF-DCC2ECE74862}" srcId="{FD345B50-5AD1-478C-8BEE-7B1273750DCB}" destId="{8CA78F25-E4A0-4965-A658-0084AB99CA1F}" srcOrd="0" destOrd="0" parTransId="{2276D278-2A6B-416B-83EB-6F9D11A1587D}" sibTransId="{1C2299ED-875C-4AAF-9A51-9AFB85C9EB7C}"/>
    <dgm:cxn modelId="{668A54BA-3784-42F1-9F39-8C2FC1623344}" srcId="{FD345B50-5AD1-478C-8BEE-7B1273750DCB}" destId="{BE2D09AC-4CBB-4424-A502-FFF2C66BDC24}" srcOrd="4" destOrd="0" parTransId="{E5366607-D931-467B-8B18-B07F15C0B1C9}" sibTransId="{D40DD221-2846-496B-8E8B-A849F60C0C47}"/>
    <dgm:cxn modelId="{BD0239DE-9802-4555-9B9F-A06652BEA115}" type="presOf" srcId="{BE2D09AC-4CBB-4424-A502-FFF2C66BDC24}" destId="{1F9781A0-24EF-4D22-863B-387A9EB35B5D}" srcOrd="1" destOrd="0" presId="urn:microsoft.com/office/officeart/2005/8/layout/list1"/>
    <dgm:cxn modelId="{D1E64805-FF36-4E8E-A482-EB14BA5FB20A}" type="presOf" srcId="{F14627D2-99F3-4BB9-ACF0-9B3757D4BA23}" destId="{1599F2CB-C4E6-4818-A1E7-E4DBD180D586}" srcOrd="0" destOrd="0" presId="urn:microsoft.com/office/officeart/2005/8/layout/list1"/>
    <dgm:cxn modelId="{56DE42D4-1BF0-4869-9C1A-000D209F7315}" type="presParOf" srcId="{9EFE8DBD-3349-4550-A4EC-39766CB04F86}" destId="{DF23568B-F979-44DF-84C3-ADBBD77DD4B6}" srcOrd="0" destOrd="0" presId="urn:microsoft.com/office/officeart/2005/8/layout/list1"/>
    <dgm:cxn modelId="{83A6EA42-5C13-43A7-98FF-0871F5EF658B}" type="presParOf" srcId="{DF23568B-F979-44DF-84C3-ADBBD77DD4B6}" destId="{5C1DC1E6-7DCB-43E0-BA21-A8A0AB80CD78}" srcOrd="0" destOrd="0" presId="urn:microsoft.com/office/officeart/2005/8/layout/list1"/>
    <dgm:cxn modelId="{7AAA0A90-CF94-4C30-A30A-EC32B31DCC49}" type="presParOf" srcId="{DF23568B-F979-44DF-84C3-ADBBD77DD4B6}" destId="{4F622BEB-62C0-41FB-AA25-3807F8F602A7}" srcOrd="1" destOrd="0" presId="urn:microsoft.com/office/officeart/2005/8/layout/list1"/>
    <dgm:cxn modelId="{8D036881-4697-420C-A137-3A95AB1B52F4}" type="presParOf" srcId="{9EFE8DBD-3349-4550-A4EC-39766CB04F86}" destId="{F112E137-4C01-4626-80BD-8612A623F0E4}" srcOrd="1" destOrd="0" presId="urn:microsoft.com/office/officeart/2005/8/layout/list1"/>
    <dgm:cxn modelId="{EB7A6754-9D75-4C56-9949-BAD2E545C275}" type="presParOf" srcId="{9EFE8DBD-3349-4550-A4EC-39766CB04F86}" destId="{56CABD1B-944E-49F7-866A-C6598132C0E2}" srcOrd="2" destOrd="0" presId="urn:microsoft.com/office/officeart/2005/8/layout/list1"/>
    <dgm:cxn modelId="{6887860D-B45C-42DC-B707-0C0CF0BF23E7}" type="presParOf" srcId="{9EFE8DBD-3349-4550-A4EC-39766CB04F86}" destId="{81ACD076-1FCC-4FF6-A274-B3BD90DC9978}" srcOrd="3" destOrd="0" presId="urn:microsoft.com/office/officeart/2005/8/layout/list1"/>
    <dgm:cxn modelId="{9067BE2C-D83F-41A8-AA0B-FDC8ABDC2966}" type="presParOf" srcId="{9EFE8DBD-3349-4550-A4EC-39766CB04F86}" destId="{EAA56398-F73A-4FE2-B746-BD84BFC141F8}" srcOrd="4" destOrd="0" presId="urn:microsoft.com/office/officeart/2005/8/layout/list1"/>
    <dgm:cxn modelId="{D6409929-CA7C-463D-A819-C514F9BC6965}" type="presParOf" srcId="{EAA56398-F73A-4FE2-B746-BD84BFC141F8}" destId="{A5CDB8F0-A3D9-4691-8832-2F348E9FEF4B}" srcOrd="0" destOrd="0" presId="urn:microsoft.com/office/officeart/2005/8/layout/list1"/>
    <dgm:cxn modelId="{5BEC91F5-B2D1-4608-946B-1923D8E6769B}" type="presParOf" srcId="{EAA56398-F73A-4FE2-B746-BD84BFC141F8}" destId="{0ABD91B7-67D8-4835-9472-249FD879718E}" srcOrd="1" destOrd="0" presId="urn:microsoft.com/office/officeart/2005/8/layout/list1"/>
    <dgm:cxn modelId="{38BD9A6E-D5C6-449A-9400-A557C6524895}" type="presParOf" srcId="{9EFE8DBD-3349-4550-A4EC-39766CB04F86}" destId="{46C1D4E5-54DD-4F5D-8B65-D8E3491AED12}" srcOrd="5" destOrd="0" presId="urn:microsoft.com/office/officeart/2005/8/layout/list1"/>
    <dgm:cxn modelId="{3FF17C39-0D5B-4F87-9BC3-0AE1A4893D56}" type="presParOf" srcId="{9EFE8DBD-3349-4550-A4EC-39766CB04F86}" destId="{8B5298D1-CF53-49BC-9023-0EE6E258E573}" srcOrd="6" destOrd="0" presId="urn:microsoft.com/office/officeart/2005/8/layout/list1"/>
    <dgm:cxn modelId="{FCAAE229-699A-4436-A772-E5DA8A69C4E4}" type="presParOf" srcId="{9EFE8DBD-3349-4550-A4EC-39766CB04F86}" destId="{AB539887-6226-438A-9686-BCE467EC5E8D}" srcOrd="7" destOrd="0" presId="urn:microsoft.com/office/officeart/2005/8/layout/list1"/>
    <dgm:cxn modelId="{6F0550FC-89DD-4963-A1EB-16E4DBAAF16F}" type="presParOf" srcId="{9EFE8DBD-3349-4550-A4EC-39766CB04F86}" destId="{D0E10FBA-41A3-4B5B-B01A-D81B69CB9BA2}" srcOrd="8" destOrd="0" presId="urn:microsoft.com/office/officeart/2005/8/layout/list1"/>
    <dgm:cxn modelId="{F1E842C6-5C4E-45F4-A3ED-E254DB76F6CE}" type="presParOf" srcId="{D0E10FBA-41A3-4B5B-B01A-D81B69CB9BA2}" destId="{4290549B-C467-406D-AC08-B83AFD29D973}" srcOrd="0" destOrd="0" presId="urn:microsoft.com/office/officeart/2005/8/layout/list1"/>
    <dgm:cxn modelId="{1B8D592D-C361-4C45-902E-DCFF7B3D305B}" type="presParOf" srcId="{D0E10FBA-41A3-4B5B-B01A-D81B69CB9BA2}" destId="{AD646C37-0DDC-40B6-BFF6-68C35C41D431}" srcOrd="1" destOrd="0" presId="urn:microsoft.com/office/officeart/2005/8/layout/list1"/>
    <dgm:cxn modelId="{8DC3C010-00EC-4632-8414-E0CA5F77C098}" type="presParOf" srcId="{9EFE8DBD-3349-4550-A4EC-39766CB04F86}" destId="{BD781924-C0DF-43D6-B614-711C5553AD2F}" srcOrd="9" destOrd="0" presId="urn:microsoft.com/office/officeart/2005/8/layout/list1"/>
    <dgm:cxn modelId="{800E09E9-5FF8-4A6D-8673-0438C3312520}" type="presParOf" srcId="{9EFE8DBD-3349-4550-A4EC-39766CB04F86}" destId="{8011D070-568F-4A84-BD56-7ABA35D47A61}" srcOrd="10" destOrd="0" presId="urn:microsoft.com/office/officeart/2005/8/layout/list1"/>
    <dgm:cxn modelId="{B2152833-7CE9-4619-A209-00A171221164}" type="presParOf" srcId="{9EFE8DBD-3349-4550-A4EC-39766CB04F86}" destId="{75BE8DB7-21DB-46A5-9B89-C43D3257A63A}" srcOrd="11" destOrd="0" presId="urn:microsoft.com/office/officeart/2005/8/layout/list1"/>
    <dgm:cxn modelId="{02FE2AD8-55CE-426B-8184-8D016EED6204}" type="presParOf" srcId="{9EFE8DBD-3349-4550-A4EC-39766CB04F86}" destId="{22B3EFEA-0ED8-4B23-A002-30559B3EF99F}" srcOrd="12" destOrd="0" presId="urn:microsoft.com/office/officeart/2005/8/layout/list1"/>
    <dgm:cxn modelId="{9CA57BF7-6008-4B92-B780-CA0BADA51294}" type="presParOf" srcId="{22B3EFEA-0ED8-4B23-A002-30559B3EF99F}" destId="{1599F2CB-C4E6-4818-A1E7-E4DBD180D586}" srcOrd="0" destOrd="0" presId="urn:microsoft.com/office/officeart/2005/8/layout/list1"/>
    <dgm:cxn modelId="{96EEA89D-585D-46DC-A5CA-CF469909E3C5}" type="presParOf" srcId="{22B3EFEA-0ED8-4B23-A002-30559B3EF99F}" destId="{90065A47-6053-496C-B292-B863C5F1C893}" srcOrd="1" destOrd="0" presId="urn:microsoft.com/office/officeart/2005/8/layout/list1"/>
    <dgm:cxn modelId="{7C769026-504C-41B2-B317-87DE6C4339AA}" type="presParOf" srcId="{9EFE8DBD-3349-4550-A4EC-39766CB04F86}" destId="{92641813-5179-4554-A4AA-CE9C7A39B4EC}" srcOrd="13" destOrd="0" presId="urn:microsoft.com/office/officeart/2005/8/layout/list1"/>
    <dgm:cxn modelId="{38DAD0A3-AE86-4B1D-BBDC-51BD8BED2C3E}" type="presParOf" srcId="{9EFE8DBD-3349-4550-A4EC-39766CB04F86}" destId="{2CC94E98-C2BC-40BA-BA2C-53E02A202477}" srcOrd="14" destOrd="0" presId="urn:microsoft.com/office/officeart/2005/8/layout/list1"/>
    <dgm:cxn modelId="{B4F9C62B-87C6-4822-A609-035FB42F4658}" type="presParOf" srcId="{9EFE8DBD-3349-4550-A4EC-39766CB04F86}" destId="{030C9054-684D-4B3C-A5A3-8C45E7C47894}" srcOrd="15" destOrd="0" presId="urn:microsoft.com/office/officeart/2005/8/layout/list1"/>
    <dgm:cxn modelId="{77569391-A4AA-4190-AD31-2024D0309ABA}" type="presParOf" srcId="{9EFE8DBD-3349-4550-A4EC-39766CB04F86}" destId="{588861EA-FE8F-4D0F-96CC-889C27A7F9A5}" srcOrd="16" destOrd="0" presId="urn:microsoft.com/office/officeart/2005/8/layout/list1"/>
    <dgm:cxn modelId="{F13D2860-988E-4A35-A85A-EA7461F02EB7}" type="presParOf" srcId="{588861EA-FE8F-4D0F-96CC-889C27A7F9A5}" destId="{757F47A7-B9B2-4985-A0DB-301ED68CBB06}" srcOrd="0" destOrd="0" presId="urn:microsoft.com/office/officeart/2005/8/layout/list1"/>
    <dgm:cxn modelId="{D783582E-FA60-4BA0-A232-C01B825C01BE}" type="presParOf" srcId="{588861EA-FE8F-4D0F-96CC-889C27A7F9A5}" destId="{1F9781A0-24EF-4D22-863B-387A9EB35B5D}" srcOrd="1" destOrd="0" presId="urn:microsoft.com/office/officeart/2005/8/layout/list1"/>
    <dgm:cxn modelId="{0B0CAB34-E071-42C4-876C-384781E71794}" type="presParOf" srcId="{9EFE8DBD-3349-4550-A4EC-39766CB04F86}" destId="{481254B0-7198-4BFC-A80D-3CB26DB1F0A8}" srcOrd="17" destOrd="0" presId="urn:microsoft.com/office/officeart/2005/8/layout/list1"/>
    <dgm:cxn modelId="{95BE303B-328E-4049-8FC6-14BB61615E70}" type="presParOf" srcId="{9EFE8DBD-3349-4550-A4EC-39766CB04F86}" destId="{10C80C59-D601-4AD4-9AE0-F459A2AD1F9A}" srcOrd="18" destOrd="0" presId="urn:microsoft.com/office/officeart/2005/8/layout/list1"/>
    <dgm:cxn modelId="{0909616B-DFB8-4701-B7A1-6B868C10223B}" type="presParOf" srcId="{9EFE8DBD-3349-4550-A4EC-39766CB04F86}" destId="{B4C4D495-AE16-4121-BE91-32BFC1BEEEB5}" srcOrd="19" destOrd="0" presId="urn:microsoft.com/office/officeart/2005/8/layout/list1"/>
    <dgm:cxn modelId="{12F7281D-C297-4246-8AE6-53A56085C605}" type="presParOf" srcId="{9EFE8DBD-3349-4550-A4EC-39766CB04F86}" destId="{2CD3D00A-2FB7-418E-9441-8C7E48C07CC2}" srcOrd="20" destOrd="0" presId="urn:microsoft.com/office/officeart/2005/8/layout/list1"/>
    <dgm:cxn modelId="{E5C742A4-41E4-401C-9322-AB8CFB4A692B}" type="presParOf" srcId="{2CD3D00A-2FB7-418E-9441-8C7E48C07CC2}" destId="{AE055BEC-1FF1-49C3-AC9E-0EE2DBDEE993}" srcOrd="0" destOrd="0" presId="urn:microsoft.com/office/officeart/2005/8/layout/list1"/>
    <dgm:cxn modelId="{9D5D1C7B-F422-4236-BD69-88419AC67FD8}" type="presParOf" srcId="{2CD3D00A-2FB7-418E-9441-8C7E48C07CC2}" destId="{D321BBAD-41C6-45AB-9362-3E65DEBF3BC5}" srcOrd="1" destOrd="0" presId="urn:microsoft.com/office/officeart/2005/8/layout/list1"/>
    <dgm:cxn modelId="{C0E5CD1B-1998-46F4-8CC3-4B8DE5E70FB5}" type="presParOf" srcId="{9EFE8DBD-3349-4550-A4EC-39766CB04F86}" destId="{2A10BBF1-7B96-4E5C-BC0C-EF1FEDDF9610}" srcOrd="21" destOrd="0" presId="urn:microsoft.com/office/officeart/2005/8/layout/list1"/>
    <dgm:cxn modelId="{A7A92957-F576-49CF-9880-A1A7D801DCEA}" type="presParOf" srcId="{9EFE8DBD-3349-4550-A4EC-39766CB04F86}" destId="{ECAED0D9-0A7B-453D-970D-A96E8C7059E3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345B50-5AD1-478C-8BEE-7B1273750DC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8CF9E2-D057-449B-9F77-989BF0A428D5}">
      <dgm:prSet phldrT="[Text]" custT="1"/>
      <dgm:spPr/>
      <dgm:t>
        <a:bodyPr/>
        <a:lstStyle/>
        <a:p>
          <a:r>
            <a:rPr lang="en-US" sz="2200" dirty="0" smtClean="0"/>
            <a:t>Helps in analyzing requirements completely</a:t>
          </a:r>
          <a:endParaRPr lang="en-US" sz="2200" dirty="0"/>
        </a:p>
      </dgm:t>
    </dgm:pt>
    <dgm:pt modelId="{FBD8D5A9-F2B9-40DE-8570-070238AC5CE6}" type="parTrans" cxnId="{ADF3DC53-C732-439B-9C09-9C02D4311673}">
      <dgm:prSet/>
      <dgm:spPr/>
      <dgm:t>
        <a:bodyPr/>
        <a:lstStyle/>
        <a:p>
          <a:endParaRPr lang="en-US"/>
        </a:p>
      </dgm:t>
    </dgm:pt>
    <dgm:pt modelId="{6AED833E-5DD9-45E9-B046-2AFCE6E21C09}" type="sibTrans" cxnId="{ADF3DC53-C732-439B-9C09-9C02D4311673}">
      <dgm:prSet/>
      <dgm:spPr/>
      <dgm:t>
        <a:bodyPr/>
        <a:lstStyle/>
        <a:p>
          <a:endParaRPr lang="en-US"/>
        </a:p>
      </dgm:t>
    </dgm:pt>
    <dgm:pt modelId="{2937DDEE-C3F9-4543-9F3A-E8259D957669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200" dirty="0" smtClean="0"/>
            <a:t>Helps in indentifying and planning for risks</a:t>
          </a:r>
          <a:endParaRPr lang="en-US" sz="2200" dirty="0"/>
        </a:p>
      </dgm:t>
    </dgm:pt>
    <dgm:pt modelId="{978DF0AD-B587-450B-A22A-20F55C6C5537}" type="parTrans" cxnId="{D01C8BBA-AD48-4098-9656-1C4528CAD923}">
      <dgm:prSet/>
      <dgm:spPr/>
      <dgm:t>
        <a:bodyPr/>
        <a:lstStyle/>
        <a:p>
          <a:endParaRPr lang="en-US"/>
        </a:p>
      </dgm:t>
    </dgm:pt>
    <dgm:pt modelId="{89B47748-A16A-4DFF-8A4E-8B3A2E0AC180}" type="sibTrans" cxnId="{D01C8BBA-AD48-4098-9656-1C4528CAD923}">
      <dgm:prSet/>
      <dgm:spPr/>
      <dgm:t>
        <a:bodyPr/>
        <a:lstStyle/>
        <a:p>
          <a:endParaRPr lang="en-US"/>
        </a:p>
      </dgm:t>
    </dgm:pt>
    <dgm:pt modelId="{751FA402-92B1-4F34-A9A9-21D2D327DD3D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200" dirty="0" smtClean="0"/>
            <a:t>Helps in making cost/benefit analysis</a:t>
          </a:r>
          <a:endParaRPr lang="en-US" sz="2200" dirty="0"/>
        </a:p>
      </dgm:t>
    </dgm:pt>
    <dgm:pt modelId="{8360F6A5-75C1-4CCB-8253-B49AA6046ED6}" type="parTrans" cxnId="{107C8E7F-6B30-46F2-9211-DEDB030404C7}">
      <dgm:prSet/>
      <dgm:spPr/>
      <dgm:t>
        <a:bodyPr/>
        <a:lstStyle/>
        <a:p>
          <a:endParaRPr lang="en-US"/>
        </a:p>
      </dgm:t>
    </dgm:pt>
    <dgm:pt modelId="{D28EDD0D-3827-43F3-9316-5C550EF82CD6}" type="sibTrans" cxnId="{107C8E7F-6B30-46F2-9211-DEDB030404C7}">
      <dgm:prSet/>
      <dgm:spPr/>
      <dgm:t>
        <a:bodyPr/>
        <a:lstStyle/>
        <a:p>
          <a:endParaRPr lang="en-US"/>
        </a:p>
      </dgm:t>
    </dgm:pt>
    <dgm:pt modelId="{A18431F4-AB3C-4FFE-A51F-640AA583A75E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2200" dirty="0" smtClean="0"/>
            <a:t>Helps in making plan for training developers for implementing the system.</a:t>
          </a:r>
          <a:endParaRPr lang="en-US" sz="2200" dirty="0"/>
        </a:p>
      </dgm:t>
    </dgm:pt>
    <dgm:pt modelId="{AAE997E7-E755-4142-9CC9-7A3DDBB27FFC}" type="parTrans" cxnId="{3D5E3CF4-F29F-40DB-8D18-4BC59E001249}">
      <dgm:prSet/>
      <dgm:spPr/>
      <dgm:t>
        <a:bodyPr/>
        <a:lstStyle/>
        <a:p>
          <a:endParaRPr lang="en-US"/>
        </a:p>
      </dgm:t>
    </dgm:pt>
    <dgm:pt modelId="{C67756B9-9363-48E5-A856-EBEA3F1B0500}" type="sibTrans" cxnId="{3D5E3CF4-F29F-40DB-8D18-4BC59E001249}">
      <dgm:prSet/>
      <dgm:spPr/>
      <dgm:t>
        <a:bodyPr/>
        <a:lstStyle/>
        <a:p>
          <a:endParaRPr lang="en-US"/>
        </a:p>
      </dgm:t>
    </dgm:pt>
    <dgm:pt modelId="{9EFE8DBD-3349-4550-A4EC-39766CB04F86}" type="pres">
      <dgm:prSet presAssocID="{FD345B50-5AD1-478C-8BEE-7B1273750DCB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770DFFA-8742-4762-A4C6-461D9EEBF452}" type="pres">
      <dgm:prSet presAssocID="{EE8CF9E2-D057-449B-9F77-989BF0A428D5}" presName="parentLin" presStyleCnt="0"/>
      <dgm:spPr/>
    </dgm:pt>
    <dgm:pt modelId="{867F3D5F-57B6-4767-A5FE-FB4D9BE1412F}" type="pres">
      <dgm:prSet presAssocID="{EE8CF9E2-D057-449B-9F77-989BF0A428D5}" presName="parentLeftMargin" presStyleLbl="node1" presStyleIdx="0" presStyleCnt="4" custScaleX="119481"/>
      <dgm:spPr/>
      <dgm:t>
        <a:bodyPr/>
        <a:lstStyle/>
        <a:p>
          <a:endParaRPr lang="en-US"/>
        </a:p>
      </dgm:t>
    </dgm:pt>
    <dgm:pt modelId="{DE21590D-5DE3-41E9-874A-72B6B165BD0F}" type="pres">
      <dgm:prSet presAssocID="{EE8CF9E2-D057-449B-9F77-989BF0A428D5}" presName="parentText" presStyleLbl="node1" presStyleIdx="0" presStyleCnt="4" custScaleX="12557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10A079-3CEA-4429-AB9B-66A255F21ED3}" type="pres">
      <dgm:prSet presAssocID="{EE8CF9E2-D057-449B-9F77-989BF0A428D5}" presName="negativeSpace" presStyleCnt="0"/>
      <dgm:spPr/>
    </dgm:pt>
    <dgm:pt modelId="{00169986-F2F3-4B85-8ED4-5DAA51E975C1}" type="pres">
      <dgm:prSet presAssocID="{EE8CF9E2-D057-449B-9F77-989BF0A428D5}" presName="childText" presStyleLbl="conFgAcc1" presStyleIdx="0" presStyleCnt="4">
        <dgm:presLayoutVars>
          <dgm:bulletEnabled val="1"/>
        </dgm:presLayoutVars>
      </dgm:prSet>
      <dgm:spPr/>
    </dgm:pt>
    <dgm:pt modelId="{587EF223-F6DC-4691-AFC8-9D18FB663BB5}" type="pres">
      <dgm:prSet presAssocID="{6AED833E-5DD9-45E9-B046-2AFCE6E21C09}" presName="spaceBetweenRectangles" presStyleCnt="0"/>
      <dgm:spPr/>
    </dgm:pt>
    <dgm:pt modelId="{CE8F38E6-3CE4-4C9A-871B-93560FB7BFEB}" type="pres">
      <dgm:prSet presAssocID="{2937DDEE-C3F9-4543-9F3A-E8259D957669}" presName="parentLin" presStyleCnt="0"/>
      <dgm:spPr/>
    </dgm:pt>
    <dgm:pt modelId="{E71A77D1-0C64-45EC-A638-B21F18F784D2}" type="pres">
      <dgm:prSet presAssocID="{2937DDEE-C3F9-4543-9F3A-E8259D957669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C264362E-209D-4D40-9D36-3FDCF2274E08}" type="pres">
      <dgm:prSet presAssocID="{2937DDEE-C3F9-4543-9F3A-E8259D957669}" presName="parentText" presStyleLbl="node1" presStyleIdx="1" presStyleCnt="4" custScaleX="12557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E0A26B-7211-4925-9375-4897FB1E0F56}" type="pres">
      <dgm:prSet presAssocID="{2937DDEE-C3F9-4543-9F3A-E8259D957669}" presName="negativeSpace" presStyleCnt="0"/>
      <dgm:spPr/>
    </dgm:pt>
    <dgm:pt modelId="{0ED62FB5-CD8C-4E35-9A42-1C6E2E6D9675}" type="pres">
      <dgm:prSet presAssocID="{2937DDEE-C3F9-4543-9F3A-E8259D957669}" presName="childText" presStyleLbl="conFgAcc1" presStyleIdx="1" presStyleCnt="4">
        <dgm:presLayoutVars>
          <dgm:bulletEnabled val="1"/>
        </dgm:presLayoutVars>
      </dgm:prSet>
      <dgm:spPr/>
    </dgm:pt>
    <dgm:pt modelId="{253570E9-9F37-4E7B-8AFD-41C6C8C939E2}" type="pres">
      <dgm:prSet presAssocID="{89B47748-A16A-4DFF-8A4E-8B3A2E0AC180}" presName="spaceBetweenRectangles" presStyleCnt="0"/>
      <dgm:spPr/>
    </dgm:pt>
    <dgm:pt modelId="{B8898AE1-27C2-4A59-8D6B-60BCA6D3B817}" type="pres">
      <dgm:prSet presAssocID="{751FA402-92B1-4F34-A9A9-21D2D327DD3D}" presName="parentLin" presStyleCnt="0"/>
      <dgm:spPr/>
    </dgm:pt>
    <dgm:pt modelId="{64CA6F2C-D3F3-4B3E-B7DB-188235DAC2AC}" type="pres">
      <dgm:prSet presAssocID="{751FA402-92B1-4F34-A9A9-21D2D327DD3D}" presName="parentLeftMargin" presStyleLbl="node1" presStyleIdx="1" presStyleCnt="4"/>
      <dgm:spPr/>
      <dgm:t>
        <a:bodyPr/>
        <a:lstStyle/>
        <a:p>
          <a:endParaRPr lang="en-US"/>
        </a:p>
      </dgm:t>
    </dgm:pt>
    <dgm:pt modelId="{06AF805B-F6F3-4E8C-87A7-7C5E13722586}" type="pres">
      <dgm:prSet presAssocID="{751FA402-92B1-4F34-A9A9-21D2D327DD3D}" presName="parentText" presStyleLbl="node1" presStyleIdx="2" presStyleCnt="4" custScaleX="12557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D48958-94FF-48AC-B7F5-539EE35ABDB5}" type="pres">
      <dgm:prSet presAssocID="{751FA402-92B1-4F34-A9A9-21D2D327DD3D}" presName="negativeSpace" presStyleCnt="0"/>
      <dgm:spPr/>
    </dgm:pt>
    <dgm:pt modelId="{3EB6538B-407D-401A-B5D9-4166DB5DE084}" type="pres">
      <dgm:prSet presAssocID="{751FA402-92B1-4F34-A9A9-21D2D327DD3D}" presName="childText" presStyleLbl="conFgAcc1" presStyleIdx="2" presStyleCnt="4">
        <dgm:presLayoutVars>
          <dgm:bulletEnabled val="1"/>
        </dgm:presLayoutVars>
      </dgm:prSet>
      <dgm:spPr/>
    </dgm:pt>
    <dgm:pt modelId="{6248AB87-84DD-410D-A491-32DBA78CB015}" type="pres">
      <dgm:prSet presAssocID="{D28EDD0D-3827-43F3-9316-5C550EF82CD6}" presName="spaceBetweenRectangles" presStyleCnt="0"/>
      <dgm:spPr/>
    </dgm:pt>
    <dgm:pt modelId="{CE7F436F-93F5-410F-B734-B200F60627A9}" type="pres">
      <dgm:prSet presAssocID="{A18431F4-AB3C-4FFE-A51F-640AA583A75E}" presName="parentLin" presStyleCnt="0"/>
      <dgm:spPr/>
    </dgm:pt>
    <dgm:pt modelId="{EEF9B4A1-0A47-4614-A3E7-8E12595AAAD2}" type="pres">
      <dgm:prSet presAssocID="{A18431F4-AB3C-4FFE-A51F-640AA583A75E}" presName="parentLeftMargin" presStyleLbl="node1" presStyleIdx="2" presStyleCnt="4"/>
      <dgm:spPr/>
      <dgm:t>
        <a:bodyPr/>
        <a:lstStyle/>
        <a:p>
          <a:endParaRPr lang="en-US"/>
        </a:p>
      </dgm:t>
    </dgm:pt>
    <dgm:pt modelId="{5FAA833E-6D98-490D-A6E4-DC5E02D539A9}" type="pres">
      <dgm:prSet presAssocID="{A18431F4-AB3C-4FFE-A51F-640AA583A75E}" presName="parentText" presStyleLbl="node1" presStyleIdx="3" presStyleCnt="4" custScaleX="12557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085ECF-BEB8-4148-8092-8544F5301924}" type="pres">
      <dgm:prSet presAssocID="{A18431F4-AB3C-4FFE-A51F-640AA583A75E}" presName="negativeSpace" presStyleCnt="0"/>
      <dgm:spPr/>
    </dgm:pt>
    <dgm:pt modelId="{961EFD2A-04EA-415C-8C6D-9CC07418E6C7}" type="pres">
      <dgm:prSet presAssocID="{A18431F4-AB3C-4FFE-A51F-640AA583A75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CED6709-AD26-42C2-B560-FC54B5B810B2}" type="presOf" srcId="{2937DDEE-C3F9-4543-9F3A-E8259D957669}" destId="{C264362E-209D-4D40-9D36-3FDCF2274E08}" srcOrd="1" destOrd="0" presId="urn:microsoft.com/office/officeart/2005/8/layout/list1"/>
    <dgm:cxn modelId="{E987540F-5837-4A69-B11B-6C6C86639026}" type="presOf" srcId="{EE8CF9E2-D057-449B-9F77-989BF0A428D5}" destId="{867F3D5F-57B6-4767-A5FE-FB4D9BE1412F}" srcOrd="0" destOrd="0" presId="urn:microsoft.com/office/officeart/2005/8/layout/list1"/>
    <dgm:cxn modelId="{3E68D729-D50F-4786-B99B-4F1BCEF62330}" type="presOf" srcId="{751FA402-92B1-4F34-A9A9-21D2D327DD3D}" destId="{64CA6F2C-D3F3-4B3E-B7DB-188235DAC2AC}" srcOrd="0" destOrd="0" presId="urn:microsoft.com/office/officeart/2005/8/layout/list1"/>
    <dgm:cxn modelId="{107C8E7F-6B30-46F2-9211-DEDB030404C7}" srcId="{FD345B50-5AD1-478C-8BEE-7B1273750DCB}" destId="{751FA402-92B1-4F34-A9A9-21D2D327DD3D}" srcOrd="2" destOrd="0" parTransId="{8360F6A5-75C1-4CCB-8253-B49AA6046ED6}" sibTransId="{D28EDD0D-3827-43F3-9316-5C550EF82CD6}"/>
    <dgm:cxn modelId="{204EE8A9-0FFB-4BF3-AF0A-54BD8A50AB09}" type="presOf" srcId="{EE8CF9E2-D057-449B-9F77-989BF0A428D5}" destId="{DE21590D-5DE3-41E9-874A-72B6B165BD0F}" srcOrd="1" destOrd="0" presId="urn:microsoft.com/office/officeart/2005/8/layout/list1"/>
    <dgm:cxn modelId="{A2F6C4B8-C1DD-4E6F-8709-8255CDFA4280}" type="presOf" srcId="{FD345B50-5AD1-478C-8BEE-7B1273750DCB}" destId="{9EFE8DBD-3349-4550-A4EC-39766CB04F86}" srcOrd="0" destOrd="0" presId="urn:microsoft.com/office/officeart/2005/8/layout/list1"/>
    <dgm:cxn modelId="{3D5E3CF4-F29F-40DB-8D18-4BC59E001249}" srcId="{FD345B50-5AD1-478C-8BEE-7B1273750DCB}" destId="{A18431F4-AB3C-4FFE-A51F-640AA583A75E}" srcOrd="3" destOrd="0" parTransId="{AAE997E7-E755-4142-9CC9-7A3DDBB27FFC}" sibTransId="{C67756B9-9363-48E5-A856-EBEA3F1B0500}"/>
    <dgm:cxn modelId="{CE80DBE9-C263-473C-8AF1-3772629AE743}" type="presOf" srcId="{751FA402-92B1-4F34-A9A9-21D2D327DD3D}" destId="{06AF805B-F6F3-4E8C-87A7-7C5E13722586}" srcOrd="1" destOrd="0" presId="urn:microsoft.com/office/officeart/2005/8/layout/list1"/>
    <dgm:cxn modelId="{FDDC2CEA-90D2-43A2-9607-357E8DF89813}" type="presOf" srcId="{A18431F4-AB3C-4FFE-A51F-640AA583A75E}" destId="{5FAA833E-6D98-490D-A6E4-DC5E02D539A9}" srcOrd="1" destOrd="0" presId="urn:microsoft.com/office/officeart/2005/8/layout/list1"/>
    <dgm:cxn modelId="{3CCE2D78-625A-4E58-8745-6DACBB3BB4B0}" type="presOf" srcId="{2937DDEE-C3F9-4543-9F3A-E8259D957669}" destId="{E71A77D1-0C64-45EC-A638-B21F18F784D2}" srcOrd="0" destOrd="0" presId="urn:microsoft.com/office/officeart/2005/8/layout/list1"/>
    <dgm:cxn modelId="{D1B68311-31A5-42D4-A016-FAC19F20EF6B}" type="presOf" srcId="{A18431F4-AB3C-4FFE-A51F-640AA583A75E}" destId="{EEF9B4A1-0A47-4614-A3E7-8E12595AAAD2}" srcOrd="0" destOrd="0" presId="urn:microsoft.com/office/officeart/2005/8/layout/list1"/>
    <dgm:cxn modelId="{ADF3DC53-C732-439B-9C09-9C02D4311673}" srcId="{FD345B50-5AD1-478C-8BEE-7B1273750DCB}" destId="{EE8CF9E2-D057-449B-9F77-989BF0A428D5}" srcOrd="0" destOrd="0" parTransId="{FBD8D5A9-F2B9-40DE-8570-070238AC5CE6}" sibTransId="{6AED833E-5DD9-45E9-B046-2AFCE6E21C09}"/>
    <dgm:cxn modelId="{D01C8BBA-AD48-4098-9656-1C4528CAD923}" srcId="{FD345B50-5AD1-478C-8BEE-7B1273750DCB}" destId="{2937DDEE-C3F9-4543-9F3A-E8259D957669}" srcOrd="1" destOrd="0" parTransId="{978DF0AD-B587-450B-A22A-20F55C6C5537}" sibTransId="{89B47748-A16A-4DFF-8A4E-8B3A2E0AC180}"/>
    <dgm:cxn modelId="{91FD6227-5463-41E3-BC66-86988E003908}" type="presParOf" srcId="{9EFE8DBD-3349-4550-A4EC-39766CB04F86}" destId="{E770DFFA-8742-4762-A4C6-461D9EEBF452}" srcOrd="0" destOrd="0" presId="urn:microsoft.com/office/officeart/2005/8/layout/list1"/>
    <dgm:cxn modelId="{A58038D9-0C50-4CB5-B46B-E1CA250CE165}" type="presParOf" srcId="{E770DFFA-8742-4762-A4C6-461D9EEBF452}" destId="{867F3D5F-57B6-4767-A5FE-FB4D9BE1412F}" srcOrd="0" destOrd="0" presId="urn:microsoft.com/office/officeart/2005/8/layout/list1"/>
    <dgm:cxn modelId="{7D676E99-9E7E-4D5A-9958-8F10B879BCC3}" type="presParOf" srcId="{E770DFFA-8742-4762-A4C6-461D9EEBF452}" destId="{DE21590D-5DE3-41E9-874A-72B6B165BD0F}" srcOrd="1" destOrd="0" presId="urn:microsoft.com/office/officeart/2005/8/layout/list1"/>
    <dgm:cxn modelId="{6E52D68C-60AB-42B1-8C6C-9E1247A02F7E}" type="presParOf" srcId="{9EFE8DBD-3349-4550-A4EC-39766CB04F86}" destId="{5D10A079-3CEA-4429-AB9B-66A255F21ED3}" srcOrd="1" destOrd="0" presId="urn:microsoft.com/office/officeart/2005/8/layout/list1"/>
    <dgm:cxn modelId="{53902326-FAA8-41CC-99FE-2C9FE3F0AF44}" type="presParOf" srcId="{9EFE8DBD-3349-4550-A4EC-39766CB04F86}" destId="{00169986-F2F3-4B85-8ED4-5DAA51E975C1}" srcOrd="2" destOrd="0" presId="urn:microsoft.com/office/officeart/2005/8/layout/list1"/>
    <dgm:cxn modelId="{3BD5DF87-86BD-4C44-966F-1B00E48C4FC1}" type="presParOf" srcId="{9EFE8DBD-3349-4550-A4EC-39766CB04F86}" destId="{587EF223-F6DC-4691-AFC8-9D18FB663BB5}" srcOrd="3" destOrd="0" presId="urn:microsoft.com/office/officeart/2005/8/layout/list1"/>
    <dgm:cxn modelId="{F8F42A94-A517-4D5B-9AB9-C1E722B02D07}" type="presParOf" srcId="{9EFE8DBD-3349-4550-A4EC-39766CB04F86}" destId="{CE8F38E6-3CE4-4C9A-871B-93560FB7BFEB}" srcOrd="4" destOrd="0" presId="urn:microsoft.com/office/officeart/2005/8/layout/list1"/>
    <dgm:cxn modelId="{556168C9-2B81-48D5-8A26-4F3395CAFD06}" type="presParOf" srcId="{CE8F38E6-3CE4-4C9A-871B-93560FB7BFEB}" destId="{E71A77D1-0C64-45EC-A638-B21F18F784D2}" srcOrd="0" destOrd="0" presId="urn:microsoft.com/office/officeart/2005/8/layout/list1"/>
    <dgm:cxn modelId="{9517BBC8-3C08-425F-B32F-C0C594CA0FD0}" type="presParOf" srcId="{CE8F38E6-3CE4-4C9A-871B-93560FB7BFEB}" destId="{C264362E-209D-4D40-9D36-3FDCF2274E08}" srcOrd="1" destOrd="0" presId="urn:microsoft.com/office/officeart/2005/8/layout/list1"/>
    <dgm:cxn modelId="{B3AB6B47-11E3-4630-A5ED-F03323A62C47}" type="presParOf" srcId="{9EFE8DBD-3349-4550-A4EC-39766CB04F86}" destId="{6CE0A26B-7211-4925-9375-4897FB1E0F56}" srcOrd="5" destOrd="0" presId="urn:microsoft.com/office/officeart/2005/8/layout/list1"/>
    <dgm:cxn modelId="{2D64F205-020F-4BF2-BB10-7AF502B44113}" type="presParOf" srcId="{9EFE8DBD-3349-4550-A4EC-39766CB04F86}" destId="{0ED62FB5-CD8C-4E35-9A42-1C6E2E6D9675}" srcOrd="6" destOrd="0" presId="urn:microsoft.com/office/officeart/2005/8/layout/list1"/>
    <dgm:cxn modelId="{023A603B-5226-4E0C-80D9-866E51315F61}" type="presParOf" srcId="{9EFE8DBD-3349-4550-A4EC-39766CB04F86}" destId="{253570E9-9F37-4E7B-8AFD-41C6C8C939E2}" srcOrd="7" destOrd="0" presId="urn:microsoft.com/office/officeart/2005/8/layout/list1"/>
    <dgm:cxn modelId="{BCB38ECD-5073-4BC8-8AAB-705A35FC0F54}" type="presParOf" srcId="{9EFE8DBD-3349-4550-A4EC-39766CB04F86}" destId="{B8898AE1-27C2-4A59-8D6B-60BCA6D3B817}" srcOrd="8" destOrd="0" presId="urn:microsoft.com/office/officeart/2005/8/layout/list1"/>
    <dgm:cxn modelId="{34E8FC49-0BF8-45BA-A34C-A3C288700541}" type="presParOf" srcId="{B8898AE1-27C2-4A59-8D6B-60BCA6D3B817}" destId="{64CA6F2C-D3F3-4B3E-B7DB-188235DAC2AC}" srcOrd="0" destOrd="0" presId="urn:microsoft.com/office/officeart/2005/8/layout/list1"/>
    <dgm:cxn modelId="{A9AC0CAB-0DA4-428F-AE61-1AB0D70B7C15}" type="presParOf" srcId="{B8898AE1-27C2-4A59-8D6B-60BCA6D3B817}" destId="{06AF805B-F6F3-4E8C-87A7-7C5E13722586}" srcOrd="1" destOrd="0" presId="urn:microsoft.com/office/officeart/2005/8/layout/list1"/>
    <dgm:cxn modelId="{3D1784F6-2B05-446E-B27F-C300FA436DFE}" type="presParOf" srcId="{9EFE8DBD-3349-4550-A4EC-39766CB04F86}" destId="{19D48958-94FF-48AC-B7F5-539EE35ABDB5}" srcOrd="9" destOrd="0" presId="urn:microsoft.com/office/officeart/2005/8/layout/list1"/>
    <dgm:cxn modelId="{9E634DD0-3CBA-43DE-8B55-1D7E53C81C8A}" type="presParOf" srcId="{9EFE8DBD-3349-4550-A4EC-39766CB04F86}" destId="{3EB6538B-407D-401A-B5D9-4166DB5DE084}" srcOrd="10" destOrd="0" presId="urn:microsoft.com/office/officeart/2005/8/layout/list1"/>
    <dgm:cxn modelId="{3991CD7A-5074-468E-B1C8-E80045852B3A}" type="presParOf" srcId="{9EFE8DBD-3349-4550-A4EC-39766CB04F86}" destId="{6248AB87-84DD-410D-A491-32DBA78CB015}" srcOrd="11" destOrd="0" presId="urn:microsoft.com/office/officeart/2005/8/layout/list1"/>
    <dgm:cxn modelId="{F20D0A1C-B1CA-4F44-A54C-808B933F2AD6}" type="presParOf" srcId="{9EFE8DBD-3349-4550-A4EC-39766CB04F86}" destId="{CE7F436F-93F5-410F-B734-B200F60627A9}" srcOrd="12" destOrd="0" presId="urn:microsoft.com/office/officeart/2005/8/layout/list1"/>
    <dgm:cxn modelId="{F2F8A504-D031-4E0E-9682-FFCCC7BB4875}" type="presParOf" srcId="{CE7F436F-93F5-410F-B734-B200F60627A9}" destId="{EEF9B4A1-0A47-4614-A3E7-8E12595AAAD2}" srcOrd="0" destOrd="0" presId="urn:microsoft.com/office/officeart/2005/8/layout/list1"/>
    <dgm:cxn modelId="{AD0334D8-34AF-439D-A615-4A42EF18571F}" type="presParOf" srcId="{CE7F436F-93F5-410F-B734-B200F60627A9}" destId="{5FAA833E-6D98-490D-A6E4-DC5E02D539A9}" srcOrd="1" destOrd="0" presId="urn:microsoft.com/office/officeart/2005/8/layout/list1"/>
    <dgm:cxn modelId="{DD4D260A-C332-44AD-9211-F03DCE7FF2AB}" type="presParOf" srcId="{9EFE8DBD-3349-4550-A4EC-39766CB04F86}" destId="{74085ECF-BEB8-4148-8092-8544F5301924}" srcOrd="13" destOrd="0" presId="urn:microsoft.com/office/officeart/2005/8/layout/list1"/>
    <dgm:cxn modelId="{FCFF5B23-07FD-437D-870B-9D6687BCE31B}" type="presParOf" srcId="{9EFE8DBD-3349-4550-A4EC-39766CB04F86}" destId="{961EFD2A-04EA-415C-8C6D-9CC07418E6C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6CABD1B-944E-49F7-866A-C6598132C0E2}">
      <dsp:nvSpPr>
        <dsp:cNvPr id="0" name=""/>
        <dsp:cNvSpPr/>
      </dsp:nvSpPr>
      <dsp:spPr>
        <a:xfrm>
          <a:off x="0" y="324839"/>
          <a:ext cx="45720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622BEB-62C0-41FB-AA25-3807F8F602A7}">
      <dsp:nvSpPr>
        <dsp:cNvPr id="0" name=""/>
        <dsp:cNvSpPr/>
      </dsp:nvSpPr>
      <dsp:spPr>
        <a:xfrm>
          <a:off x="228600" y="132959"/>
          <a:ext cx="320040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68" tIns="0" rIns="120968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Purpose</a:t>
          </a:r>
          <a:endParaRPr lang="en-US" sz="2200" kern="1200" dirty="0"/>
        </a:p>
      </dsp:txBody>
      <dsp:txXfrm>
        <a:off x="228600" y="132959"/>
        <a:ext cx="3200400" cy="383760"/>
      </dsp:txXfrm>
    </dsp:sp>
    <dsp:sp modelId="{8B5298D1-CF53-49BC-9023-0EE6E258E573}">
      <dsp:nvSpPr>
        <dsp:cNvPr id="0" name=""/>
        <dsp:cNvSpPr/>
      </dsp:nvSpPr>
      <dsp:spPr>
        <a:xfrm>
          <a:off x="0" y="914519"/>
          <a:ext cx="45720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BD91B7-67D8-4835-9472-249FD879718E}">
      <dsp:nvSpPr>
        <dsp:cNvPr id="0" name=""/>
        <dsp:cNvSpPr/>
      </dsp:nvSpPr>
      <dsp:spPr>
        <a:xfrm>
          <a:off x="228600" y="722639"/>
          <a:ext cx="3200400" cy="38376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68" tIns="0" rIns="120968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Reason</a:t>
          </a:r>
          <a:endParaRPr lang="en-US" sz="2200" kern="1200" dirty="0"/>
        </a:p>
      </dsp:txBody>
      <dsp:txXfrm>
        <a:off x="228600" y="722639"/>
        <a:ext cx="3200400" cy="383760"/>
      </dsp:txXfrm>
    </dsp:sp>
    <dsp:sp modelId="{8011D070-568F-4A84-BD56-7ABA35D47A61}">
      <dsp:nvSpPr>
        <dsp:cNvPr id="0" name=""/>
        <dsp:cNvSpPr/>
      </dsp:nvSpPr>
      <dsp:spPr>
        <a:xfrm>
          <a:off x="0" y="1504200"/>
          <a:ext cx="45720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646C37-0DDC-40B6-BFF6-68C35C41D431}">
      <dsp:nvSpPr>
        <dsp:cNvPr id="0" name=""/>
        <dsp:cNvSpPr/>
      </dsp:nvSpPr>
      <dsp:spPr>
        <a:xfrm>
          <a:off x="228600" y="1312320"/>
          <a:ext cx="3200400" cy="383760"/>
        </a:xfrm>
        <a:prstGeom prst="roundRect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68" tIns="0" rIns="120968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Background information</a:t>
          </a:r>
          <a:endParaRPr lang="en-US" sz="2200" kern="1200" dirty="0"/>
        </a:p>
      </dsp:txBody>
      <dsp:txXfrm>
        <a:off x="228600" y="1312320"/>
        <a:ext cx="3200400" cy="383760"/>
      </dsp:txXfrm>
    </dsp:sp>
    <dsp:sp modelId="{2CC94E98-C2BC-40BA-BA2C-53E02A202477}">
      <dsp:nvSpPr>
        <dsp:cNvPr id="0" name=""/>
        <dsp:cNvSpPr/>
      </dsp:nvSpPr>
      <dsp:spPr>
        <a:xfrm>
          <a:off x="0" y="2093880"/>
          <a:ext cx="45720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065A47-6053-496C-B292-B863C5F1C893}">
      <dsp:nvSpPr>
        <dsp:cNvPr id="0" name=""/>
        <dsp:cNvSpPr/>
      </dsp:nvSpPr>
      <dsp:spPr>
        <a:xfrm>
          <a:off x="273133" y="1902000"/>
          <a:ext cx="3200400" cy="38376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68" tIns="0" rIns="120968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The evaluation criteria</a:t>
          </a:r>
          <a:endParaRPr lang="en-US" sz="2200" kern="1200" dirty="0"/>
        </a:p>
      </dsp:txBody>
      <dsp:txXfrm>
        <a:off x="273133" y="1902000"/>
        <a:ext cx="3200400" cy="383760"/>
      </dsp:txXfrm>
    </dsp:sp>
    <dsp:sp modelId="{10C80C59-D601-4AD4-9AE0-F459A2AD1F9A}">
      <dsp:nvSpPr>
        <dsp:cNvPr id="0" name=""/>
        <dsp:cNvSpPr/>
      </dsp:nvSpPr>
      <dsp:spPr>
        <a:xfrm>
          <a:off x="0" y="2683560"/>
          <a:ext cx="45720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9781A0-24EF-4D22-863B-387A9EB35B5D}">
      <dsp:nvSpPr>
        <dsp:cNvPr id="0" name=""/>
        <dsp:cNvSpPr/>
      </dsp:nvSpPr>
      <dsp:spPr>
        <a:xfrm>
          <a:off x="273133" y="2491680"/>
          <a:ext cx="3200400" cy="383760"/>
        </a:xfrm>
        <a:prstGeom prst="roundRect">
          <a:avLst/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68" tIns="0" rIns="120968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The study findings</a:t>
          </a:r>
          <a:endParaRPr lang="en-US" sz="2200" kern="1200" dirty="0"/>
        </a:p>
      </dsp:txBody>
      <dsp:txXfrm>
        <a:off x="273133" y="2491680"/>
        <a:ext cx="3200400" cy="383760"/>
      </dsp:txXfrm>
    </dsp:sp>
    <dsp:sp modelId="{ECAED0D9-0A7B-453D-970D-A96E8C7059E3}">
      <dsp:nvSpPr>
        <dsp:cNvPr id="0" name=""/>
        <dsp:cNvSpPr/>
      </dsp:nvSpPr>
      <dsp:spPr>
        <a:xfrm>
          <a:off x="0" y="3273240"/>
          <a:ext cx="45720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21BBAD-41C6-45AB-9362-3E65DEBF3BC5}">
      <dsp:nvSpPr>
        <dsp:cNvPr id="0" name=""/>
        <dsp:cNvSpPr/>
      </dsp:nvSpPr>
      <dsp:spPr>
        <a:xfrm>
          <a:off x="273133" y="3081360"/>
          <a:ext cx="3200400" cy="383760"/>
        </a:xfrm>
        <a:prstGeom prst="roundRect">
          <a:avLst/>
        </a:prstGeom>
        <a:solidFill>
          <a:schemeClr val="accent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68" tIns="0" rIns="120968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The recommendations</a:t>
          </a:r>
          <a:endParaRPr lang="en-US" sz="2200" kern="1200" dirty="0"/>
        </a:p>
      </dsp:txBody>
      <dsp:txXfrm>
        <a:off x="273133" y="3081360"/>
        <a:ext cx="3200400" cy="38376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0169986-F2F3-4B85-8ED4-5DAA51E975C1}">
      <dsp:nvSpPr>
        <dsp:cNvPr id="0" name=""/>
        <dsp:cNvSpPr/>
      </dsp:nvSpPr>
      <dsp:spPr>
        <a:xfrm>
          <a:off x="0" y="416400"/>
          <a:ext cx="6172199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21590D-5DE3-41E9-874A-72B6B165BD0F}">
      <dsp:nvSpPr>
        <dsp:cNvPr id="0" name=""/>
        <dsp:cNvSpPr/>
      </dsp:nvSpPr>
      <dsp:spPr>
        <a:xfrm>
          <a:off x="368730" y="47400"/>
          <a:ext cx="5425431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Helps in analyzing requirements completely</a:t>
          </a:r>
          <a:endParaRPr lang="en-US" sz="2200" kern="1200" dirty="0"/>
        </a:p>
      </dsp:txBody>
      <dsp:txXfrm>
        <a:off x="368730" y="47400"/>
        <a:ext cx="5425431" cy="738000"/>
      </dsp:txXfrm>
    </dsp:sp>
    <dsp:sp modelId="{0ED62FB5-CD8C-4E35-9A42-1C6E2E6D9675}">
      <dsp:nvSpPr>
        <dsp:cNvPr id="0" name=""/>
        <dsp:cNvSpPr/>
      </dsp:nvSpPr>
      <dsp:spPr>
        <a:xfrm>
          <a:off x="0" y="1550400"/>
          <a:ext cx="6172199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64362E-209D-4D40-9D36-3FDCF2274E08}">
      <dsp:nvSpPr>
        <dsp:cNvPr id="0" name=""/>
        <dsp:cNvSpPr/>
      </dsp:nvSpPr>
      <dsp:spPr>
        <a:xfrm>
          <a:off x="308610" y="1181400"/>
          <a:ext cx="5425431" cy="73800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Helps in indentifying and planning for risks</a:t>
          </a:r>
          <a:endParaRPr lang="en-US" sz="2200" kern="1200" dirty="0"/>
        </a:p>
      </dsp:txBody>
      <dsp:txXfrm>
        <a:off x="308610" y="1181400"/>
        <a:ext cx="5425431" cy="738000"/>
      </dsp:txXfrm>
    </dsp:sp>
    <dsp:sp modelId="{3EB6538B-407D-401A-B5D9-4166DB5DE084}">
      <dsp:nvSpPr>
        <dsp:cNvPr id="0" name=""/>
        <dsp:cNvSpPr/>
      </dsp:nvSpPr>
      <dsp:spPr>
        <a:xfrm>
          <a:off x="0" y="2684400"/>
          <a:ext cx="6172199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AF805B-F6F3-4E8C-87A7-7C5E13722586}">
      <dsp:nvSpPr>
        <dsp:cNvPr id="0" name=""/>
        <dsp:cNvSpPr/>
      </dsp:nvSpPr>
      <dsp:spPr>
        <a:xfrm>
          <a:off x="308610" y="2315400"/>
          <a:ext cx="5425431" cy="738000"/>
        </a:xfrm>
        <a:prstGeom prst="roundRect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Helps in making cost/benefit analysis</a:t>
          </a:r>
          <a:endParaRPr lang="en-US" sz="2200" kern="1200" dirty="0"/>
        </a:p>
      </dsp:txBody>
      <dsp:txXfrm>
        <a:off x="308610" y="2315400"/>
        <a:ext cx="5425431" cy="738000"/>
      </dsp:txXfrm>
    </dsp:sp>
    <dsp:sp modelId="{961EFD2A-04EA-415C-8C6D-9CC07418E6C7}">
      <dsp:nvSpPr>
        <dsp:cNvPr id="0" name=""/>
        <dsp:cNvSpPr/>
      </dsp:nvSpPr>
      <dsp:spPr>
        <a:xfrm>
          <a:off x="0" y="3818400"/>
          <a:ext cx="6172199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AA833E-6D98-490D-A6E4-DC5E02D539A9}">
      <dsp:nvSpPr>
        <dsp:cNvPr id="0" name=""/>
        <dsp:cNvSpPr/>
      </dsp:nvSpPr>
      <dsp:spPr>
        <a:xfrm>
          <a:off x="308610" y="3449400"/>
          <a:ext cx="5425431" cy="73800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Helps in making plan for training developers for implementing the system.</a:t>
          </a:r>
          <a:endParaRPr lang="en-US" sz="2200" kern="1200" dirty="0"/>
        </a:p>
      </dsp:txBody>
      <dsp:txXfrm>
        <a:off x="308610" y="3449400"/>
        <a:ext cx="5425431" cy="738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2EA88-EEAD-476F-951C-A9F38DC12E92}" type="datetimeFigureOut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7AD151-0E8C-42DF-AEB9-304E517D3C7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7/11/2026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7/11/2026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7/11/2026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7/11/2026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7/11/2026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7/11/2026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7/11/2026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7/11/2026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7/11/2026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7/11/2026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7/11/2026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7/11/2026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9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Feasibility Study Report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3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68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>
                <a:hlinkClick r:id="rId2"/>
              </a:rPr>
              <a:t>nhbien@fit.hcmus.edu.vn</a:t>
            </a:r>
            <a:endParaRPr lang="en-US" sz="5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95799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dirty="0" smtClean="0"/>
              <a:t>create a </a:t>
            </a:r>
            <a:r>
              <a:rPr lang="en-US" sz="2400" i="1" dirty="0" smtClean="0">
                <a:solidFill>
                  <a:srgbClr val="C00000"/>
                </a:solidFill>
              </a:rPr>
              <a:t>feasibility study</a:t>
            </a:r>
            <a:r>
              <a:rPr lang="en-US" sz="2400" dirty="0" smtClean="0"/>
              <a:t> report.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Feasibility </a:t>
            </a:r>
            <a:r>
              <a:rPr lang="en-US" sz="2400" dirty="0" smtClean="0"/>
              <a:t>Study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6388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Jessica </a:t>
            </a:r>
            <a:r>
              <a:rPr lang="en-US" sz="2000" dirty="0" smtClean="0"/>
              <a:t>Keyes (2008). Leading IT Projects: The IT Manager's Guide. Taylor &amp; Francis Group.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Feasibility?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981200"/>
            <a:ext cx="38100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2743200"/>
            <a:ext cx="1647825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3124200"/>
            <a:ext cx="3960633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1000" y="2819400"/>
            <a:ext cx="5638800" cy="3581400"/>
          </a:xfrm>
        </p:spPr>
        <p:txBody>
          <a:bodyPr/>
          <a:lstStyle/>
          <a:p>
            <a:r>
              <a:rPr lang="en-US" sz="2400" i="1" u="sng" dirty="0" smtClean="0">
                <a:solidFill>
                  <a:srgbClr val="C00000"/>
                </a:solidFill>
              </a:rPr>
              <a:t>Legal</a:t>
            </a:r>
            <a:r>
              <a:rPr lang="en-US" sz="2400" dirty="0" smtClean="0"/>
              <a:t> feasibility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Market</a:t>
            </a:r>
            <a:r>
              <a:rPr lang="en-US" sz="2400" dirty="0" smtClean="0"/>
              <a:t> feasibility (supply and demand)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Economic</a:t>
            </a:r>
            <a:r>
              <a:rPr lang="en-US" sz="2400" dirty="0" smtClean="0"/>
              <a:t>  feasibility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Technology and system</a:t>
            </a:r>
            <a:r>
              <a:rPr lang="en-US" sz="2400" dirty="0" smtClean="0"/>
              <a:t> feasibility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Resource</a:t>
            </a:r>
            <a:r>
              <a:rPr lang="en-US" sz="2400" dirty="0" smtClean="0"/>
              <a:t> feasibility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Operational</a:t>
            </a:r>
            <a:r>
              <a:rPr lang="en-US" sz="2400" dirty="0" smtClean="0"/>
              <a:t> feasibility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Schedule</a:t>
            </a:r>
            <a:r>
              <a:rPr lang="en-US" sz="2400" dirty="0" smtClean="0"/>
              <a:t> feasibility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Cultural</a:t>
            </a:r>
            <a:r>
              <a:rPr lang="en-US" sz="2400" dirty="0" smtClean="0"/>
              <a:t> feasibility</a:t>
            </a: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Feasibility Study </a:t>
            </a:r>
            <a:r>
              <a:rPr lang="en-US" dirty="0" smtClean="0"/>
              <a:t>[1]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390471"/>
            <a:ext cx="8305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2400" dirty="0" smtClean="0">
                <a:latin typeface="+mj-lt"/>
              </a:rPr>
              <a:t>A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feasibility study</a:t>
            </a:r>
            <a:r>
              <a:rPr lang="en-US" sz="2400" dirty="0" smtClean="0">
                <a:latin typeface="+mj-lt"/>
              </a:rPr>
              <a:t> is a detailed assessment of the need, value, and practicality of a proposed enterprise, such as systems development.</a:t>
            </a:r>
          </a:p>
        </p:txBody>
      </p:sp>
      <p:pic>
        <p:nvPicPr>
          <p:cNvPr id="17410" name="Picture 2" descr="http://img.over-blog-kiwi.com/1/00/37/92/20141224/ob_4067a6_attentio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5600" y="2667000"/>
            <a:ext cx="1405334" cy="52372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ICP = Ideal Customer Profile.</a:t>
            </a:r>
          </a:p>
          <a:p>
            <a:r>
              <a:rPr lang="en-US" sz="2400" dirty="0" smtClean="0"/>
              <a:t>It means the </a:t>
            </a:r>
            <a:r>
              <a:rPr lang="en-US" sz="2400" i="1" dirty="0" smtClean="0">
                <a:solidFill>
                  <a:srgbClr val="C00000"/>
                </a:solidFill>
              </a:rPr>
              <a:t>specific type of customer</a:t>
            </a:r>
            <a:r>
              <a:rPr lang="en-US" sz="2400" dirty="0" smtClean="0"/>
              <a:t> a product should </a:t>
            </a:r>
            <a:r>
              <a:rPr lang="en-US" sz="2400" u="sng" dirty="0" smtClean="0"/>
              <a:t>focus on first</a:t>
            </a:r>
            <a:r>
              <a:rPr lang="en-US" sz="2400" dirty="0" smtClean="0"/>
              <a:t> because they have the strongest pain, highest willingness to pay, and best fit for the solution.</a:t>
            </a: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3886200"/>
            <a:ext cx="1492966" cy="2241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moat is a defensible advantage that makes a product </a:t>
            </a:r>
            <a:r>
              <a:rPr lang="en-US" i="1" dirty="0" smtClean="0">
                <a:solidFill>
                  <a:srgbClr val="C00000"/>
                </a:solidFill>
              </a:rPr>
              <a:t>hard for competitors to copy</a:t>
            </a:r>
            <a:r>
              <a:rPr lang="en-US" dirty="0" smtClean="0"/>
              <a:t> or beat.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3200400"/>
            <a:ext cx="4239695" cy="2828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Profit Graph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176016"/>
            <a:ext cx="8164449" cy="3072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1447800"/>
            <a:ext cx="2032000" cy="1524000"/>
          </a:xfrm>
          <a:prstGeom prst="rect">
            <a:avLst/>
          </a:prstGeom>
          <a:noFill/>
        </p:spPr>
      </p:pic>
      <p:pic>
        <p:nvPicPr>
          <p:cNvPr id="2052" name="Picture 4" descr="Image result for &quot;government projects&quot;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9800" y="1371600"/>
            <a:ext cx="2438400" cy="17564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57200" y="1524000"/>
            <a:ext cx="8382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dirty="0" smtClean="0">
                <a:latin typeface="+mj-lt"/>
              </a:rPr>
              <a:t>A financial analysis tool used to determine the </a:t>
            </a:r>
            <a:r>
              <a:rPr lang="en-US" sz="2600" i="1" dirty="0" smtClean="0">
                <a:solidFill>
                  <a:srgbClr val="C00000"/>
                </a:solidFill>
                <a:latin typeface="+mj-lt"/>
              </a:rPr>
              <a:t>benefits</a:t>
            </a:r>
            <a:r>
              <a:rPr lang="en-US" sz="2600" dirty="0" smtClean="0">
                <a:latin typeface="+mj-lt"/>
              </a:rPr>
              <a:t> provided by a project </a:t>
            </a:r>
            <a:r>
              <a:rPr lang="en-US" sz="2600" i="1" dirty="0" smtClean="0">
                <a:solidFill>
                  <a:srgbClr val="C00000"/>
                </a:solidFill>
                <a:latin typeface="+mj-lt"/>
              </a:rPr>
              <a:t>against</a:t>
            </a:r>
            <a:r>
              <a:rPr lang="en-US" sz="2600" dirty="0" smtClean="0">
                <a:latin typeface="+mj-lt"/>
              </a:rPr>
              <a:t> its </a:t>
            </a:r>
            <a:r>
              <a:rPr lang="en-US" sz="2600" i="1" dirty="0" smtClean="0">
                <a:solidFill>
                  <a:srgbClr val="C00000"/>
                </a:solidFill>
                <a:latin typeface="+mj-lt"/>
              </a:rPr>
              <a:t>costs</a:t>
            </a:r>
            <a:r>
              <a:rPr lang="en-US" sz="2600" dirty="0" smtClean="0">
                <a:latin typeface="+mj-lt"/>
              </a:rPr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Cost–Benefit Analysis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4572000"/>
            <a:ext cx="2733675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6938" y="2847975"/>
            <a:ext cx="7350125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57200" y="1524000"/>
            <a:ext cx="838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 smtClean="0">
                <a:latin typeface="+mj-lt"/>
              </a:rPr>
              <a:t>The </a:t>
            </a:r>
            <a:r>
              <a:rPr lang="en-US" sz="2800" i="1" dirty="0" smtClean="0">
                <a:solidFill>
                  <a:srgbClr val="C00000"/>
                </a:solidFill>
                <a:latin typeface="+mj-lt"/>
              </a:rPr>
              <a:t>return on investment (ROI)</a:t>
            </a:r>
            <a:r>
              <a:rPr lang="en-US" sz="2800" dirty="0" smtClean="0">
                <a:latin typeface="+mj-lt"/>
              </a:rPr>
              <a:t> is the additional amount earned after costs are earned back.</a:t>
            </a:r>
            <a:endParaRPr lang="en-US" sz="2800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Return on Investment (ROI)</a:t>
            </a:r>
            <a:endParaRPr lang="en-US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2971800"/>
            <a:ext cx="3754755" cy="1165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609600" y="4495800"/>
            <a:ext cx="7924800" cy="138499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i="1" dirty="0" smtClean="0">
                <a:solidFill>
                  <a:schemeClr val="bg1"/>
                </a:solidFill>
                <a:latin typeface="+mj-lt"/>
              </a:rPr>
              <a:t>If an investment does not have a positive ROI, or if there are other opportunities with a higher ROI, then the investment should not be undertaken.</a:t>
            </a:r>
            <a:endParaRPr lang="en-US" sz="2800" i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Stakeholder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Businesses cannot exist without external customers.</a:t>
            </a:r>
          </a:p>
          <a:p>
            <a:r>
              <a:rPr lang="en-US" sz="2400" dirty="0" smtClean="0"/>
              <a:t>External customers </a:t>
            </a:r>
            <a:r>
              <a:rPr lang="en-US" sz="2400" dirty="0" smtClean="0">
                <a:sym typeface="Wingdings" pitchFamily="2" charset="2"/>
              </a:rPr>
              <a:t> </a:t>
            </a:r>
            <a:r>
              <a:rPr lang="en-US" sz="2400" dirty="0" smtClean="0"/>
              <a:t>External stakeholders.</a:t>
            </a:r>
          </a:p>
          <a:p>
            <a:r>
              <a:rPr lang="en-US" sz="2400" dirty="0" smtClean="0"/>
              <a:t>Internal customers </a:t>
            </a:r>
            <a:r>
              <a:rPr lang="en-US" sz="2400" dirty="0" smtClean="0">
                <a:sym typeface="Wingdings" pitchFamily="2" charset="2"/>
              </a:rPr>
              <a:t> Internal stakeholders.</a:t>
            </a:r>
          </a:p>
        </p:txBody>
      </p:sp>
      <p:pic>
        <p:nvPicPr>
          <p:cNvPr id="4" name="Picture 2" descr="https://www.pmi.org/kasimage/5e15b89e-6c9b-4e40-8e56-0c5d2c975aee/f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3270504"/>
            <a:ext cx="4126992" cy="29016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SWOT Analysis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6600" y="2133600"/>
            <a:ext cx="5080000" cy="365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Benchmarking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71725" y="1905000"/>
            <a:ext cx="4333875" cy="396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Feasibility Study Report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3810000" y="2133600"/>
          <a:ext cx="45720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9600" y="1752600"/>
            <a:ext cx="2781300" cy="401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Feasibility Study?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2590800" y="1905000"/>
          <a:ext cx="61722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33400" y="2514600"/>
            <a:ext cx="182880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12262</TotalTime>
  <Words>326</Words>
  <Application>Microsoft Office PowerPoint</Application>
  <PresentationFormat>On-screen Show (4:3)</PresentationFormat>
  <Paragraphs>54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Feasibility Study Report</vt:lpstr>
      <vt:lpstr>Objectives</vt:lpstr>
      <vt:lpstr>Contents</vt:lpstr>
      <vt:lpstr>References</vt:lpstr>
      <vt:lpstr>Project Feasibility?</vt:lpstr>
      <vt:lpstr>Feasibility Study [1]</vt:lpstr>
      <vt:lpstr>ICP</vt:lpstr>
      <vt:lpstr>moat</vt:lpstr>
      <vt:lpstr>Project Profit Graph</vt:lpstr>
      <vt:lpstr>Cost–Benefit Analysis</vt:lpstr>
      <vt:lpstr>Return on Investment (ROI)</vt:lpstr>
      <vt:lpstr>Stakeholder Analysis</vt:lpstr>
      <vt:lpstr>SWOT Analysis</vt:lpstr>
      <vt:lpstr>Benchmarking</vt:lpstr>
      <vt:lpstr>Feasibility Study Report</vt:lpstr>
      <vt:lpstr>Why Feasibility Study?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4974</cp:revision>
  <dcterms:created xsi:type="dcterms:W3CDTF">2007-10-06T08:25:13Z</dcterms:created>
  <dcterms:modified xsi:type="dcterms:W3CDTF">2026-07-10T19:01:37Z</dcterms:modified>
</cp:coreProperties>
</file>