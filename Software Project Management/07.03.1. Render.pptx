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sldIdLst>
    <p:sldId id="256" r:id="rId2"/>
    <p:sldId id="349" r:id="rId3"/>
    <p:sldId id="396" r:id="rId4"/>
    <p:sldId id="344" r:id="rId5"/>
    <p:sldId id="383" r:id="rId6"/>
    <p:sldId id="476" r:id="rId7"/>
    <p:sldId id="464" r:id="rId8"/>
    <p:sldId id="477" r:id="rId9"/>
    <p:sldId id="465" r:id="rId10"/>
    <p:sldId id="466" r:id="rId11"/>
    <p:sldId id="467" r:id="rId12"/>
    <p:sldId id="468" r:id="rId13"/>
    <p:sldId id="469" r:id="rId14"/>
    <p:sldId id="472" r:id="rId15"/>
    <p:sldId id="471" r:id="rId16"/>
    <p:sldId id="478" r:id="rId17"/>
    <p:sldId id="470" r:id="rId18"/>
    <p:sldId id="473" r:id="rId19"/>
    <p:sldId id="475" r:id="rId20"/>
    <p:sldId id="483" r:id="rId21"/>
    <p:sldId id="485" r:id="rId22"/>
    <p:sldId id="484" r:id="rId23"/>
    <p:sldId id="480" r:id="rId24"/>
    <p:sldId id="482" r:id="rId25"/>
    <p:sldId id="343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3" autoAdjust="0"/>
    <p:restoredTop sz="94667" autoAdjust="0"/>
  </p:normalViewPr>
  <p:slideViewPr>
    <p:cSldViewPr>
      <p:cViewPr>
        <p:scale>
          <a:sx n="50" d="100"/>
          <a:sy n="50" d="100"/>
        </p:scale>
        <p:origin x="-14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1E61-C19C-4EB9-A84C-BFF45D303BF2}" type="datetimeFigureOut">
              <a:rPr lang="en-US" smtClean="0"/>
              <a:pPr/>
              <a:t>7/20/2024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F36E-07BF-409F-AB2B-FE2A93BEB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ender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ashboard.render.com/registe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ashboard.render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render.com/custom-domain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undmeterapi.dbmeter.net/api/" TargetMode="External"/><Relationship Id="rId2" Type="http://schemas.openxmlformats.org/officeDocument/2006/relationships/hyperlink" Target="https://soundmeterapi.dbmeter.net/api/categori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undmeterapi.onrender.com/api/category/5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Render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deploy</a:t>
            </a:r>
            <a:r>
              <a:rPr lang="en-US" sz="2400" dirty="0" smtClean="0"/>
              <a:t> a Node.js application to Render.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https://render.com/</a:t>
            </a:r>
            <a:endParaRPr lang="en-US" sz="2000" dirty="0" smtClean="0"/>
          </a:p>
          <a:p>
            <a:r>
              <a:rPr lang="en-US" sz="2000" dirty="0" smtClean="0"/>
              <a:t>Render is a unified cloud to build and run all your apps and websites with free TLS certificates, a global CDN, </a:t>
            </a:r>
            <a:r>
              <a:rPr lang="en-US" sz="2000" dirty="0" err="1" smtClean="0"/>
              <a:t>DDoS</a:t>
            </a:r>
            <a:r>
              <a:rPr lang="en-US" sz="2000" dirty="0" smtClean="0"/>
              <a:t> protection, private networks, and auto deploys from </a:t>
            </a:r>
            <a:r>
              <a:rPr lang="en-US" sz="2000" dirty="0" err="1" smtClean="0"/>
              <a:t>Git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2895" y="3200400"/>
            <a:ext cx="6199505" cy="3089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Sign up for Render using </a:t>
            </a:r>
            <a:r>
              <a:rPr lang="en-US" dirty="0" err="1" smtClean="0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https://dashboard.render.com/register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2514600"/>
            <a:ext cx="4166540" cy="3777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New Web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https://dashboard.render.com/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0038" y="2368550"/>
            <a:ext cx="6003925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Connect </a:t>
            </a:r>
            <a:r>
              <a:rPr lang="en-US" dirty="0" err="1" smtClean="0"/>
              <a:t>GitHub</a:t>
            </a:r>
            <a:r>
              <a:rPr lang="en-US" dirty="0" smtClean="0"/>
              <a:t> Account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082" y="2514600"/>
            <a:ext cx="7521718" cy="2803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Repositories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828800"/>
            <a:ext cx="4622800" cy="402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Connect a Repository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975" y="1851025"/>
            <a:ext cx="80200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Enter a Name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338" y="2292350"/>
            <a:ext cx="7807325" cy="304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Select Runtime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9813" y="1590675"/>
            <a:ext cx="706437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Review Logs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2117725"/>
            <a:ext cx="7775575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9. Get App URL</a:t>
            </a:r>
            <a:endParaRPr lang="en-US" sz="4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5163" y="2297113"/>
            <a:ext cx="5273675" cy="226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CNAME Records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https://docs.render.com/custom-domains#adding-a-custom-domain</a:t>
            </a:r>
            <a:endParaRPr lang="en-US" sz="2000" dirty="0" smtClean="0"/>
          </a:p>
          <a:p>
            <a:r>
              <a:rPr lang="en-US" sz="2000" dirty="0" err="1" smtClean="0">
                <a:latin typeface="Consolas" pitchFamily="49" charset="0"/>
              </a:rPr>
              <a:t>soundmeterapi</a:t>
            </a:r>
            <a:r>
              <a:rPr lang="en-US" sz="2000" dirty="0" smtClean="0">
                <a:latin typeface="Consolas" pitchFamily="49" charset="0"/>
              </a:rPr>
              <a:t> -&gt; soundmeterapi.onrender.com</a:t>
            </a:r>
          </a:p>
          <a:p>
            <a:r>
              <a:rPr lang="en-US" sz="2000" dirty="0" smtClean="0">
                <a:latin typeface="Consolas" pitchFamily="49" charset="0"/>
              </a:rPr>
              <a:t>_acme-challenge -&gt; soundmeterapi.verify.renderdns.com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Custom Domain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86000"/>
            <a:ext cx="79248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Verify Custom Domain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7881938" cy="310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Open Web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https://soundmeterapi.dbmeter.net/api/categories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https://soundmeterapi.dbmeter.net/api/</a:t>
            </a:r>
            <a:r>
              <a:rPr lang="en-US" sz="2400" dirty="0" smtClean="0">
                <a:hlinkClick r:id="rId4"/>
              </a:rPr>
              <a:t>category/5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Update </a:t>
            </a:r>
            <a:r>
              <a:rPr lang="en-US" dirty="0" err="1" smtClean="0"/>
              <a:t>GitHub</a:t>
            </a:r>
            <a:r>
              <a:rPr lang="en-US" dirty="0" smtClean="0"/>
              <a:t> Login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209800"/>
            <a:ext cx="7468930" cy="3273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 </a:t>
            </a:r>
            <a:r>
              <a:rPr lang="en-US" dirty="0" err="1" smtClean="0"/>
              <a:t>PostgreSQL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667000"/>
            <a:ext cx="7885833" cy="2547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Your database will expire on August 12, 2024. The database will be deleted unless you upgrade to a paid instance type.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895600"/>
            <a:ext cx="7431105" cy="3072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13093</TotalTime>
  <Words>208</Words>
  <Application>Microsoft Office PowerPoint</Application>
  <PresentationFormat>On-screen Show (4:3)</PresentationFormat>
  <Paragraphs>39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Render</vt:lpstr>
      <vt:lpstr>Objectives</vt:lpstr>
      <vt:lpstr>Contents</vt:lpstr>
      <vt:lpstr>References</vt:lpstr>
      <vt:lpstr>Render</vt:lpstr>
      <vt:lpstr>1. Sign up for Render using GitHub</vt:lpstr>
      <vt:lpstr>2. Create New Web Service</vt:lpstr>
      <vt:lpstr>3. Connect GitHub Account</vt:lpstr>
      <vt:lpstr>4. Select Repositories</vt:lpstr>
      <vt:lpstr>5. Connect a Repository</vt:lpstr>
      <vt:lpstr>6. Enter a Name</vt:lpstr>
      <vt:lpstr>7. Select Runtime</vt:lpstr>
      <vt:lpstr>8. Review Logs</vt:lpstr>
      <vt:lpstr>9. Get App URL</vt:lpstr>
      <vt:lpstr>Slide 15</vt:lpstr>
      <vt:lpstr>1. Create CNAME Records</vt:lpstr>
      <vt:lpstr>2. Add Custom Domain</vt:lpstr>
      <vt:lpstr>3. Verify Custom Domain</vt:lpstr>
      <vt:lpstr>4. Open Web Service</vt:lpstr>
      <vt:lpstr>Slide 20</vt:lpstr>
      <vt:lpstr>1. Update GitHub Login</vt:lpstr>
      <vt:lpstr>Slide 22</vt:lpstr>
      <vt:lpstr>1. Create  PostgreSQL</vt:lpstr>
      <vt:lpstr>2. Enter Information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4279</cp:revision>
  <dcterms:created xsi:type="dcterms:W3CDTF">2007-10-06T08:25:13Z</dcterms:created>
  <dcterms:modified xsi:type="dcterms:W3CDTF">2024-07-19T20:22:17Z</dcterms:modified>
</cp:coreProperties>
</file>