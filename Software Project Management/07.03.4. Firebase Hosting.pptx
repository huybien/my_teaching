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349" r:id="rId3"/>
    <p:sldId id="396" r:id="rId4"/>
    <p:sldId id="344" r:id="rId5"/>
    <p:sldId id="383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343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3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5/29/2023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host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irebase.googl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Firebase Hosting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To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deploy</a:t>
            </a:r>
            <a:r>
              <a:rPr lang="en-US" sz="2400" dirty="0" smtClean="0">
                <a:latin typeface="+mj-lt"/>
              </a:rPr>
              <a:t> a Node.js application to </a:t>
            </a:r>
            <a:r>
              <a:rPr lang="en-US" sz="2400" dirty="0" smtClean="0"/>
              <a:t>Firebase Hosting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Firebase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https://firebase.google.com/docs/hosting</a:t>
            </a:r>
            <a:endParaRPr lang="en-US" sz="2200" dirty="0" smtClean="0"/>
          </a:p>
          <a:p>
            <a:r>
              <a:rPr lang="en-US" sz="2200" dirty="0" smtClean="0"/>
              <a:t>Firebase Hosting provides fast and secure hosting for your web app, static and dynamic content, and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Install the Firebase CLI.</a:t>
            </a:r>
          </a:p>
          <a:p>
            <a:r>
              <a:rPr lang="en-US" sz="2200" dirty="0" smtClean="0"/>
              <a:t>Set up a project directory. Add your static assets to a local project directory, then run </a:t>
            </a:r>
            <a:r>
              <a:rPr lang="en-US" sz="2200" b="1" dirty="0" smtClean="0">
                <a:latin typeface="Consolas" pitchFamily="49" charset="0"/>
              </a:rPr>
              <a:t>firebase init</a:t>
            </a:r>
            <a:r>
              <a:rPr lang="en-US" sz="2200" dirty="0" smtClean="0"/>
              <a:t> to connect the directory to a Firebase project.</a:t>
            </a:r>
          </a:p>
          <a:p>
            <a:r>
              <a:rPr lang="en-US" sz="2200" dirty="0" smtClean="0"/>
              <a:t>Run </a:t>
            </a:r>
            <a:r>
              <a:rPr lang="en-US" sz="2200" b="1" dirty="0" smtClean="0">
                <a:latin typeface="Consolas" pitchFamily="49" charset="0"/>
              </a:rPr>
              <a:t>firebase </a:t>
            </a:r>
            <a:r>
              <a:rPr lang="en-US" sz="2200" b="1" dirty="0" err="1" smtClean="0">
                <a:latin typeface="Consolas" pitchFamily="49" charset="0"/>
              </a:rPr>
              <a:t>emulators:start</a:t>
            </a:r>
            <a:r>
              <a:rPr lang="en-US" sz="2200" dirty="0" smtClean="0"/>
              <a:t> to emulate Hosting and your backend project resources at a locally hosted URL.</a:t>
            </a:r>
          </a:p>
          <a:p>
            <a:r>
              <a:rPr lang="en-US" sz="2200" dirty="0" smtClean="0"/>
              <a:t>Run </a:t>
            </a:r>
            <a:r>
              <a:rPr lang="en-US" sz="2200" b="1" dirty="0" smtClean="0">
                <a:latin typeface="Consolas" pitchFamily="49" charset="0"/>
              </a:rPr>
              <a:t>firebase deploy</a:t>
            </a:r>
            <a:r>
              <a:rPr lang="en-US" sz="2200" dirty="0" smtClean="0"/>
              <a:t> to upload the latest snapshot to our servers. By default, every Firebase project has free </a:t>
            </a:r>
            <a:r>
              <a:rPr lang="en-US" sz="2200" dirty="0" err="1" smtClean="0"/>
              <a:t>subdomains</a:t>
            </a:r>
            <a:r>
              <a:rPr lang="en-US" sz="2200" dirty="0" smtClean="0"/>
              <a:t> on the web.app and firebaseapp.com domains.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Click Get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https://firebase.google.com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3225" y="2406650"/>
            <a:ext cx="5797550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Project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6675" y="2298700"/>
            <a:ext cx="6470650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Enter a Project Name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850" y="1882775"/>
            <a:ext cx="5956300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Enable Google Analytics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763" y="1752600"/>
            <a:ext cx="583247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Go to IAM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0913" y="1793875"/>
            <a:ext cx="724217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Go to </a:t>
            </a:r>
            <a:r>
              <a:rPr lang="en-US" dirty="0" smtClean="0"/>
              <a:t>Service Accounts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09800"/>
            <a:ext cx="7563167" cy="292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Create a New Key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125" y="1711325"/>
            <a:ext cx="7651750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Download </a:t>
            </a:r>
            <a:r>
              <a:rPr lang="en-US" smtClean="0"/>
              <a:t>Private Key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57400"/>
            <a:ext cx="8076620" cy="3520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12072</TotalTime>
  <Words>139</Words>
  <Application>Microsoft Office PowerPoint</Application>
  <PresentationFormat>On-screen Show (4:3)</PresentationFormat>
  <Paragraphs>28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Firebase Hosting</vt:lpstr>
      <vt:lpstr>Objectives</vt:lpstr>
      <vt:lpstr>Contents</vt:lpstr>
      <vt:lpstr>References</vt:lpstr>
      <vt:lpstr>Firebase Hosting</vt:lpstr>
      <vt:lpstr>1. Click Get started</vt:lpstr>
      <vt:lpstr>2. Create a Project</vt:lpstr>
      <vt:lpstr>3. Enter a Project Name</vt:lpstr>
      <vt:lpstr>4. Enable Google Analytics</vt:lpstr>
      <vt:lpstr>5. Go to IAM</vt:lpstr>
      <vt:lpstr>6. Go to Service Accounts</vt:lpstr>
      <vt:lpstr>7. Create a New Key</vt:lpstr>
      <vt:lpstr>8. Download Private Key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3975</cp:revision>
  <dcterms:created xsi:type="dcterms:W3CDTF">2007-10-06T08:25:13Z</dcterms:created>
  <dcterms:modified xsi:type="dcterms:W3CDTF">2023-05-29T12:14:36Z</dcterms:modified>
</cp:coreProperties>
</file>