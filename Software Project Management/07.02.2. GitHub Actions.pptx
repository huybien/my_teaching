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31" r:id="rId2"/>
    <p:sldId id="332" r:id="rId3"/>
    <p:sldId id="333" r:id="rId4"/>
    <p:sldId id="334" r:id="rId5"/>
    <p:sldId id="345" r:id="rId6"/>
    <p:sldId id="335" r:id="rId7"/>
    <p:sldId id="347" r:id="rId8"/>
    <p:sldId id="348" r:id="rId9"/>
    <p:sldId id="349" r:id="rId10"/>
    <p:sldId id="350" r:id="rId11"/>
    <p:sldId id="353" r:id="rId12"/>
    <p:sldId id="351" r:id="rId13"/>
    <p:sldId id="352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0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8995" autoAdjust="0"/>
    <p:restoredTop sz="9466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A07A-007E-44B5-AC55-C7CD3A7B6CED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E358A-5D9E-41D2-87EA-8870B3ACE2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A23D-F085-49F6-8F45-AC65895BA8C4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twilio.com/try-twilio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err="1" smtClean="0"/>
              <a:t>GitHub</a:t>
            </a:r>
            <a:r>
              <a:rPr lang="en-US" sz="6000" dirty="0" smtClean="0"/>
              <a:t> 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implement </a:t>
            </a:r>
            <a:r>
              <a:rPr lang="en-US" sz="2400" i="1" dirty="0" smtClean="0">
                <a:solidFill>
                  <a:srgbClr val="C00000"/>
                </a:solidFill>
              </a:rPr>
              <a:t>continuous integration</a:t>
            </a:r>
            <a:r>
              <a:rPr lang="en-US" sz="2400" dirty="0" smtClean="0"/>
              <a:t> using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Actions.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GitHub</a:t>
            </a:r>
            <a:r>
              <a:rPr lang="en-US" sz="2400" smtClean="0"/>
              <a:t> Actions.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Ashley Davis (2024). Bootstrapping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with </a:t>
            </a:r>
            <a:r>
              <a:rPr lang="en-US" sz="2400" dirty="0" err="1" smtClean="0"/>
              <a:t>Docker</a:t>
            </a:r>
            <a:r>
              <a:rPr lang="en-US" sz="2400" dirty="0" smtClean="0"/>
              <a:t>, </a:t>
            </a:r>
            <a:r>
              <a:rPr lang="en-US" sz="2400" dirty="0" err="1" smtClean="0"/>
              <a:t>Kubernetes</a:t>
            </a:r>
            <a:r>
              <a:rPr lang="en-US" sz="2400" dirty="0" smtClean="0"/>
              <a:t>,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Actions, and </a:t>
            </a:r>
            <a:r>
              <a:rPr lang="en-US" sz="2400" dirty="0" err="1" smtClean="0"/>
              <a:t>Terraform</a:t>
            </a:r>
            <a:r>
              <a:rPr lang="en-US" sz="2400" dirty="0" smtClean="0"/>
              <a:t>. Manning Publications.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Actions Workflow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1425" y="1917700"/>
            <a:ext cx="6661150" cy="402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</a:t>
            </a:r>
            <a:r>
              <a:rPr lang="en-US" dirty="0" err="1" smtClean="0"/>
              <a:t>GitHub</a:t>
            </a:r>
            <a:r>
              <a:rPr lang="en-US" dirty="0" smtClean="0"/>
              <a:t> 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Register a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account</a:t>
            </a:r>
          </a:p>
          <a:p>
            <a:r>
              <a:rPr lang="en-US" sz="2400" dirty="0" smtClean="0"/>
              <a:t>Create a Node.js project with an empty test.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048000"/>
            <a:ext cx="5168900" cy="2989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new Workflow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146608" cy="422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Modify the Workflow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286000"/>
            <a:ext cx="7132320" cy="2750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Workflow Runs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09800"/>
            <a:ext cx="7549151" cy="347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View Job Details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905000"/>
            <a:ext cx="4957950" cy="389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Enable Manual Invocation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2200275"/>
            <a:ext cx="700087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the Workflow Manually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037553"/>
            <a:ext cx="7272324" cy="3601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the </a:t>
            </a:r>
            <a:r>
              <a:rPr lang="en-US" smtClean="0"/>
              <a:t>Manual Run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057400"/>
            <a:ext cx="7380811" cy="363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SendGrid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https://www.twilio.com/try-twilio</a:t>
            </a:r>
            <a:endParaRPr lang="en-US" sz="2400" dirty="0" smtClean="0"/>
          </a:p>
          <a:p>
            <a:r>
              <a:rPr lang="en-US" sz="2400" dirty="0" smtClean="0"/>
              <a:t>Follow all the instructions for activation and configurations.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971800"/>
            <a:ext cx="6284725" cy="2976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</a:t>
            </a:r>
            <a:r>
              <a:rPr lang="en-US" dirty="0" err="1" smtClean="0"/>
              <a:t>GitHub</a:t>
            </a:r>
            <a:r>
              <a:rPr lang="en-US" dirty="0" smtClean="0"/>
              <a:t> Actions Secrets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86000"/>
            <a:ext cx="7547610" cy="3535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Retrieve Secrets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1875" y="1955800"/>
            <a:ext cx="454025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Send Emails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4850" y="2012950"/>
            <a:ext cx="5194300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Michael Kaufmann at al. (2025).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Actions in Action. Manning </a:t>
            </a:r>
            <a:r>
              <a:rPr lang="en-US" sz="2400" dirty="0" smtClean="0"/>
              <a:t>Publications.</a:t>
            </a:r>
            <a:endParaRPr lang="en-US" sz="2400" dirty="0" smtClean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4290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179</Words>
  <Application>Microsoft Office PowerPoint</Application>
  <PresentationFormat>On-screen Show (4:3)</PresentationFormat>
  <Paragraphs>35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GitHub Actions</vt:lpstr>
      <vt:lpstr>Objectives</vt:lpstr>
      <vt:lpstr>Contents</vt:lpstr>
      <vt:lpstr>References</vt:lpstr>
      <vt:lpstr>GitHub Actions Workflow [1]</vt:lpstr>
      <vt:lpstr>1. Open GitHub Actions</vt:lpstr>
      <vt:lpstr>2. Create a new Workflow</vt:lpstr>
      <vt:lpstr>3. Modify the Workflow</vt:lpstr>
      <vt:lpstr>4. Review Workflow Runs</vt:lpstr>
      <vt:lpstr>5. View Job Details</vt:lpstr>
      <vt:lpstr>Slide 11</vt:lpstr>
      <vt:lpstr>1. Enable Manual Invocation</vt:lpstr>
      <vt:lpstr>2. Run the Workflow Manually</vt:lpstr>
      <vt:lpstr>3. Review the Manual Run</vt:lpstr>
      <vt:lpstr>Slide 15</vt:lpstr>
      <vt:lpstr>1. Register SendGrid Account</vt:lpstr>
      <vt:lpstr>2. Create GitHub Actions Secrets</vt:lpstr>
      <vt:lpstr>3. Retrieve Secrets</vt:lpstr>
      <vt:lpstr>4. Send Emails</vt:lpstr>
      <vt:lpstr>Further Reading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NAnt</dc:title>
  <dc:creator>Ngo Huy Bien</dc:creator>
  <cp:lastModifiedBy>Ngo Huy Bien</cp:lastModifiedBy>
  <cp:revision>830</cp:revision>
  <dcterms:created xsi:type="dcterms:W3CDTF">2008-11-17T17:52:14Z</dcterms:created>
  <dcterms:modified xsi:type="dcterms:W3CDTF">2025-04-02T12:06:13Z</dcterms:modified>
</cp:coreProperties>
</file>