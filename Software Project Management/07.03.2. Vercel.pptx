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1"/>
  </p:notesMasterIdLst>
  <p:sldIdLst>
    <p:sldId id="256" r:id="rId2"/>
    <p:sldId id="349" r:id="rId3"/>
    <p:sldId id="396" r:id="rId4"/>
    <p:sldId id="344" r:id="rId5"/>
    <p:sldId id="383" r:id="rId6"/>
    <p:sldId id="464" r:id="rId7"/>
    <p:sldId id="465" r:id="rId8"/>
    <p:sldId id="466" r:id="rId9"/>
    <p:sldId id="343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03" autoAdjust="0"/>
    <p:restoredTop sz="94667" autoAdjust="0"/>
  </p:normalViewPr>
  <p:slideViewPr>
    <p:cSldViewPr>
      <p:cViewPr>
        <p:scale>
          <a:sx n="50" d="100"/>
          <a:sy n="50" d="100"/>
        </p:scale>
        <p:origin x="-148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B1E61-C19C-4EB9-A84C-BFF45D303BF2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5EF36E-07BF-409F-AB2B-FE2A93BEB88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8/17/2026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8/17/2026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8/17/2026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8/17/2026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8/17/2026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8/17/2026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vercel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vercel.com/signup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vercel.com/new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vercel.com/account/token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err="1" smtClean="0"/>
              <a:t>Vercel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6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>
                <a:hlinkClick r:id="rId2"/>
              </a:rPr>
              <a:t>nhbien@fit.hcmus.edu.vn</a:t>
            </a: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105400" cy="40386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deploy</a:t>
            </a:r>
            <a:r>
              <a:rPr lang="en-US" sz="2400" dirty="0" smtClean="0"/>
              <a:t> a Node.js application to </a:t>
            </a:r>
            <a:r>
              <a:rPr lang="en-US" sz="2400" dirty="0" err="1" smtClean="0"/>
              <a:t>Vercel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819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715000" cy="4525963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endParaRPr lang="en-US" sz="2400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Vercel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https://vercel.com/</a:t>
            </a:r>
            <a:endParaRPr lang="en-US" sz="2400" dirty="0" smtClean="0"/>
          </a:p>
          <a:p>
            <a:r>
              <a:rPr lang="en-US" sz="2400" dirty="0" err="1" smtClean="0"/>
              <a:t>Vercel</a:t>
            </a:r>
            <a:r>
              <a:rPr lang="en-US" sz="2400" dirty="0" smtClean="0"/>
              <a:t> provides the developer tools and cloud infrastructure to build, scale, and secure a faster, more personalized web.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</a:t>
            </a:r>
            <a:r>
              <a:rPr lang="en-US" dirty="0" smtClean="0"/>
              <a:t>Create Account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https://vercel.com/signup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2743200"/>
            <a:ext cx="3538538" cy="343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</a:t>
            </a:r>
            <a:r>
              <a:rPr lang="en-US" dirty="0" smtClean="0"/>
              <a:t>. </a:t>
            </a:r>
            <a:r>
              <a:rPr lang="en-US" dirty="0" smtClean="0"/>
              <a:t>Import </a:t>
            </a:r>
            <a:r>
              <a:rPr lang="en-US" dirty="0" err="1" smtClean="0"/>
              <a:t>Git</a:t>
            </a:r>
            <a:r>
              <a:rPr lang="en-US" dirty="0" smtClean="0"/>
              <a:t> Repository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vercel.com/new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31963" y="2409825"/>
            <a:ext cx="5680075" cy="353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</a:t>
            </a:r>
            <a:r>
              <a:rPr lang="en-US" dirty="0" smtClean="0"/>
              <a:t>. Create Full Access Token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vercel.com/account/tokens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2514600"/>
            <a:ext cx="7127240" cy="316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12798</TotalTime>
  <Words>93</Words>
  <Application>Microsoft Office PowerPoint</Application>
  <PresentationFormat>On-screen Show (4:3)</PresentationFormat>
  <Paragraphs>21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Vercel</vt:lpstr>
      <vt:lpstr>Objectives</vt:lpstr>
      <vt:lpstr>Contents</vt:lpstr>
      <vt:lpstr>References</vt:lpstr>
      <vt:lpstr>Vercel</vt:lpstr>
      <vt:lpstr>1. Create Account</vt:lpstr>
      <vt:lpstr>2. Import Git Repository</vt:lpstr>
      <vt:lpstr>3. Create Full Access Token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4191</cp:revision>
  <dcterms:created xsi:type="dcterms:W3CDTF">2007-10-06T08:25:13Z</dcterms:created>
  <dcterms:modified xsi:type="dcterms:W3CDTF">2026-08-17T12:25:17Z</dcterms:modified>
</cp:coreProperties>
</file>