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slides/slide99.xml" ContentType="application/vnd.openxmlformats-officedocument.presentationml.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diagrams/drawing8.xml" ContentType="application/vnd.ms-office.drawingml.diagramDrawing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diagrams/layout15.xml" ContentType="application/vnd.openxmlformats-officedocument.drawingml.diagram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data9.xml" ContentType="application/vnd.openxmlformats-officedocument.drawingml.diagramData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slides/slide98.xml" ContentType="application/vnd.openxmlformats-officedocument.presentationml.slide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111"/>
  </p:handoutMasterIdLst>
  <p:sldIdLst>
    <p:sldId id="256" r:id="rId2"/>
    <p:sldId id="477" r:id="rId3"/>
    <p:sldId id="607" r:id="rId4"/>
    <p:sldId id="478" r:id="rId5"/>
    <p:sldId id="463" r:id="rId6"/>
    <p:sldId id="464" r:id="rId7"/>
    <p:sldId id="465" r:id="rId8"/>
    <p:sldId id="466" r:id="rId9"/>
    <p:sldId id="473" r:id="rId10"/>
    <p:sldId id="606" r:id="rId11"/>
    <p:sldId id="626" r:id="rId12"/>
    <p:sldId id="366" r:id="rId13"/>
    <p:sldId id="373" r:id="rId14"/>
    <p:sldId id="345" r:id="rId15"/>
    <p:sldId id="374" r:id="rId16"/>
    <p:sldId id="469" r:id="rId17"/>
    <p:sldId id="624" r:id="rId18"/>
    <p:sldId id="625" r:id="rId19"/>
    <p:sldId id="554" r:id="rId20"/>
    <p:sldId id="627" r:id="rId21"/>
    <p:sldId id="605" r:id="rId22"/>
    <p:sldId id="639" r:id="rId23"/>
    <p:sldId id="640" r:id="rId24"/>
    <p:sldId id="641" r:id="rId25"/>
    <p:sldId id="492" r:id="rId26"/>
    <p:sldId id="493" r:id="rId27"/>
    <p:sldId id="496" r:id="rId28"/>
    <p:sldId id="497" r:id="rId29"/>
    <p:sldId id="560" r:id="rId30"/>
    <p:sldId id="561" r:id="rId31"/>
    <p:sldId id="498" r:id="rId32"/>
    <p:sldId id="574" r:id="rId33"/>
    <p:sldId id="575" r:id="rId34"/>
    <p:sldId id="576" r:id="rId35"/>
    <p:sldId id="629" r:id="rId36"/>
    <p:sldId id="642" r:id="rId37"/>
    <p:sldId id="628" r:id="rId38"/>
    <p:sldId id="649" r:id="rId39"/>
    <p:sldId id="648" r:id="rId40"/>
    <p:sldId id="653" r:id="rId41"/>
    <p:sldId id="499" r:id="rId42"/>
    <p:sldId id="630" r:id="rId43"/>
    <p:sldId id="500" r:id="rId44"/>
    <p:sldId id="644" r:id="rId45"/>
    <p:sldId id="634" r:id="rId46"/>
    <p:sldId id="631" r:id="rId47"/>
    <p:sldId id="632" r:id="rId48"/>
    <p:sldId id="645" r:id="rId49"/>
    <p:sldId id="635" r:id="rId50"/>
    <p:sldId id="646" r:id="rId51"/>
    <p:sldId id="650" r:id="rId52"/>
    <p:sldId id="652" r:id="rId53"/>
    <p:sldId id="654" r:id="rId54"/>
    <p:sldId id="655" r:id="rId55"/>
    <p:sldId id="601" r:id="rId56"/>
    <p:sldId id="647" r:id="rId57"/>
    <p:sldId id="584" r:id="rId58"/>
    <p:sldId id="593" r:id="rId59"/>
    <p:sldId id="594" r:id="rId60"/>
    <p:sldId id="506" r:id="rId61"/>
    <p:sldId id="507" r:id="rId62"/>
    <p:sldId id="579" r:id="rId63"/>
    <p:sldId id="578" r:id="rId64"/>
    <p:sldId id="508" r:id="rId65"/>
    <p:sldId id="509" r:id="rId66"/>
    <p:sldId id="637" r:id="rId67"/>
    <p:sldId id="638" r:id="rId68"/>
    <p:sldId id="553" r:id="rId69"/>
    <p:sldId id="602" r:id="rId70"/>
    <p:sldId id="562" r:id="rId71"/>
    <p:sldId id="563" r:id="rId72"/>
    <p:sldId id="564" r:id="rId73"/>
    <p:sldId id="565" r:id="rId74"/>
    <p:sldId id="566" r:id="rId75"/>
    <p:sldId id="567" r:id="rId76"/>
    <p:sldId id="568" r:id="rId77"/>
    <p:sldId id="569" r:id="rId78"/>
    <p:sldId id="570" r:id="rId79"/>
    <p:sldId id="571" r:id="rId80"/>
    <p:sldId id="572" r:id="rId81"/>
    <p:sldId id="573" r:id="rId82"/>
    <p:sldId id="603" r:id="rId83"/>
    <p:sldId id="511" r:id="rId84"/>
    <p:sldId id="512" r:id="rId85"/>
    <p:sldId id="513" r:id="rId86"/>
    <p:sldId id="514" r:id="rId87"/>
    <p:sldId id="515" r:id="rId88"/>
    <p:sldId id="516" r:id="rId89"/>
    <p:sldId id="517" r:id="rId90"/>
    <p:sldId id="518" r:id="rId91"/>
    <p:sldId id="519" r:id="rId92"/>
    <p:sldId id="520" r:id="rId93"/>
    <p:sldId id="521" r:id="rId94"/>
    <p:sldId id="522" r:id="rId95"/>
    <p:sldId id="604" r:id="rId96"/>
    <p:sldId id="523" r:id="rId97"/>
    <p:sldId id="557" r:id="rId98"/>
    <p:sldId id="558" r:id="rId99"/>
    <p:sldId id="559" r:id="rId100"/>
    <p:sldId id="533" r:id="rId101"/>
    <p:sldId id="534" r:id="rId102"/>
    <p:sldId id="535" r:id="rId103"/>
    <p:sldId id="536" r:id="rId104"/>
    <p:sldId id="537" r:id="rId105"/>
    <p:sldId id="538" r:id="rId106"/>
    <p:sldId id="539" r:id="rId107"/>
    <p:sldId id="540" r:id="rId108"/>
    <p:sldId id="620" r:id="rId109"/>
    <p:sldId id="343" r:id="rId1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2" autoAdjust="0"/>
    <p:restoredTop sz="94667" autoAdjust="0"/>
  </p:normalViewPr>
  <p:slideViewPr>
    <p:cSldViewPr>
      <p:cViewPr>
        <p:scale>
          <a:sx n="50" d="100"/>
          <a:sy n="50" d="100"/>
        </p:scale>
        <p:origin x="-15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3013EC-4F45-476E-947A-5CAC1DC38EE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F93E7037-2471-45AC-816D-46D560ECAA75}">
      <dgm:prSet phldrT="[Text]"/>
      <dgm:spPr/>
      <dgm:t>
        <a:bodyPr/>
        <a:lstStyle/>
        <a:p>
          <a:r>
            <a:rPr lang="en-US" dirty="0" smtClean="0"/>
            <a:t>Pre-Alpha</a:t>
          </a:r>
          <a:endParaRPr lang="en-US" dirty="0"/>
        </a:p>
      </dgm:t>
    </dgm:pt>
    <dgm:pt modelId="{D4203C43-0114-4B98-8A40-25811941EC89}" type="parTrans" cxnId="{9EE0EA42-3775-479C-B068-D2BAD38CC78A}">
      <dgm:prSet/>
      <dgm:spPr/>
      <dgm:t>
        <a:bodyPr/>
        <a:lstStyle/>
        <a:p>
          <a:endParaRPr lang="en-US"/>
        </a:p>
      </dgm:t>
    </dgm:pt>
    <dgm:pt modelId="{F99DBDBC-56AA-41D0-8493-C8F8A8AE4925}" type="sibTrans" cxnId="{9EE0EA42-3775-479C-B068-D2BAD38CC78A}">
      <dgm:prSet/>
      <dgm:spPr/>
      <dgm:t>
        <a:bodyPr/>
        <a:lstStyle/>
        <a:p>
          <a:endParaRPr lang="en-US"/>
        </a:p>
      </dgm:t>
    </dgm:pt>
    <dgm:pt modelId="{89687792-D178-4505-90A1-D7523D8A2B18}">
      <dgm:prSet phldrT="[Text]"/>
      <dgm:spPr/>
      <dgm:t>
        <a:bodyPr/>
        <a:lstStyle/>
        <a:p>
          <a:r>
            <a:rPr lang="en-US" dirty="0" smtClean="0"/>
            <a:t>Alpha</a:t>
          </a:r>
          <a:endParaRPr lang="en-US" dirty="0"/>
        </a:p>
      </dgm:t>
    </dgm:pt>
    <dgm:pt modelId="{B91F7839-24F2-4CC1-9FF7-E498FCE07298}" type="parTrans" cxnId="{CF71BB51-B67E-4E73-96B6-C9C8E83D5FF6}">
      <dgm:prSet/>
      <dgm:spPr/>
      <dgm:t>
        <a:bodyPr/>
        <a:lstStyle/>
        <a:p>
          <a:endParaRPr lang="en-US"/>
        </a:p>
      </dgm:t>
    </dgm:pt>
    <dgm:pt modelId="{733585E2-6325-484C-9AFA-ED3F9FFD2B4C}" type="sibTrans" cxnId="{CF71BB51-B67E-4E73-96B6-C9C8E83D5FF6}">
      <dgm:prSet/>
      <dgm:spPr/>
      <dgm:t>
        <a:bodyPr/>
        <a:lstStyle/>
        <a:p>
          <a:endParaRPr lang="en-US"/>
        </a:p>
      </dgm:t>
    </dgm:pt>
    <dgm:pt modelId="{434D315B-A52D-4653-A1F4-A40E4CA240A9}">
      <dgm:prSet phldrT="[Text]"/>
      <dgm:spPr/>
      <dgm:t>
        <a:bodyPr/>
        <a:lstStyle/>
        <a:p>
          <a:r>
            <a:rPr lang="en-US" dirty="0" smtClean="0"/>
            <a:t>Beta</a:t>
          </a:r>
        </a:p>
      </dgm:t>
    </dgm:pt>
    <dgm:pt modelId="{ABC9877C-C296-4049-81B7-93F0DA7CBA3B}" type="parTrans" cxnId="{BD8CFD72-71B1-4C04-8717-2014B0B94127}">
      <dgm:prSet/>
      <dgm:spPr/>
      <dgm:t>
        <a:bodyPr/>
        <a:lstStyle/>
        <a:p>
          <a:endParaRPr lang="en-US"/>
        </a:p>
      </dgm:t>
    </dgm:pt>
    <dgm:pt modelId="{54CACB23-2532-4F2A-90E0-A3493FA14743}" type="sibTrans" cxnId="{BD8CFD72-71B1-4C04-8717-2014B0B94127}">
      <dgm:prSet/>
      <dgm:spPr/>
      <dgm:t>
        <a:bodyPr/>
        <a:lstStyle/>
        <a:p>
          <a:endParaRPr lang="en-US"/>
        </a:p>
      </dgm:t>
    </dgm:pt>
    <dgm:pt modelId="{0FB85EDB-BEC9-42B7-BA42-0331AD3F7ED2}">
      <dgm:prSet/>
      <dgm:spPr/>
      <dgm:t>
        <a:bodyPr/>
        <a:lstStyle/>
        <a:p>
          <a:r>
            <a:rPr lang="en-US" dirty="0" smtClean="0"/>
            <a:t>Release candidate</a:t>
          </a:r>
          <a:endParaRPr lang="en-US" dirty="0"/>
        </a:p>
      </dgm:t>
    </dgm:pt>
    <dgm:pt modelId="{87D98C31-63A3-450C-A036-1B66E1318D86}" type="parTrans" cxnId="{DF809D9F-D9EE-46F1-94CA-EA80D45C5CBA}">
      <dgm:prSet/>
      <dgm:spPr/>
      <dgm:t>
        <a:bodyPr/>
        <a:lstStyle/>
        <a:p>
          <a:endParaRPr lang="en-US"/>
        </a:p>
      </dgm:t>
    </dgm:pt>
    <dgm:pt modelId="{93854468-3B17-4B03-A448-BA2138E7CF00}" type="sibTrans" cxnId="{DF809D9F-D9EE-46F1-94CA-EA80D45C5CBA}">
      <dgm:prSet/>
      <dgm:spPr/>
      <dgm:t>
        <a:bodyPr/>
        <a:lstStyle/>
        <a:p>
          <a:endParaRPr lang="en-US"/>
        </a:p>
      </dgm:t>
    </dgm:pt>
    <dgm:pt modelId="{55F656B1-BE22-49A6-9690-B3AD06B3C573}">
      <dgm:prSet/>
      <dgm:spPr>
        <a:solidFill>
          <a:schemeClr val="accent6"/>
        </a:solidFill>
      </dgm:spPr>
      <dgm:t>
        <a:bodyPr/>
        <a:lstStyle/>
        <a:p>
          <a:r>
            <a:rPr lang="en-US" dirty="0" smtClean="0"/>
            <a:t>Gold</a:t>
          </a:r>
          <a:endParaRPr lang="en-US" dirty="0"/>
        </a:p>
      </dgm:t>
    </dgm:pt>
    <dgm:pt modelId="{E4DD95A8-0DBE-46DE-9D44-BB6B3EF67613}" type="parTrans" cxnId="{806E8150-72DA-4FAE-B505-41EDBCF26658}">
      <dgm:prSet/>
      <dgm:spPr/>
      <dgm:t>
        <a:bodyPr/>
        <a:lstStyle/>
        <a:p>
          <a:endParaRPr lang="en-US"/>
        </a:p>
      </dgm:t>
    </dgm:pt>
    <dgm:pt modelId="{808E6142-B88F-43F2-BE9A-985955941B19}" type="sibTrans" cxnId="{806E8150-72DA-4FAE-B505-41EDBCF26658}">
      <dgm:prSet/>
      <dgm:spPr/>
      <dgm:t>
        <a:bodyPr/>
        <a:lstStyle/>
        <a:p>
          <a:endParaRPr lang="en-US"/>
        </a:p>
      </dgm:t>
    </dgm:pt>
    <dgm:pt modelId="{176E8B5E-6328-4F09-BDB7-688FCD60CF6B}" type="pres">
      <dgm:prSet presAssocID="{273013EC-4F45-476E-947A-5CAC1DC38EE1}" presName="CompostProcess" presStyleCnt="0">
        <dgm:presLayoutVars>
          <dgm:dir/>
          <dgm:resizeHandles val="exact"/>
        </dgm:presLayoutVars>
      </dgm:prSet>
      <dgm:spPr/>
    </dgm:pt>
    <dgm:pt modelId="{4B60DADB-E5AD-462E-80C1-C9ACA10F0480}" type="pres">
      <dgm:prSet presAssocID="{273013EC-4F45-476E-947A-5CAC1DC38EE1}" presName="arrow" presStyleLbl="bgShp" presStyleIdx="0" presStyleCnt="1"/>
      <dgm:spPr/>
    </dgm:pt>
    <dgm:pt modelId="{FCCA5704-2DF0-4E7F-8FEF-1F1FA184F0E7}" type="pres">
      <dgm:prSet presAssocID="{273013EC-4F45-476E-947A-5CAC1DC38EE1}" presName="linearProcess" presStyleCnt="0"/>
      <dgm:spPr/>
    </dgm:pt>
    <dgm:pt modelId="{C331D7D0-2AF5-495E-8D1E-4F5E982F2DD7}" type="pres">
      <dgm:prSet presAssocID="{F93E7037-2471-45AC-816D-46D560ECAA75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8A7DBE-A4EB-4E00-A8B5-30D74EE29A31}" type="pres">
      <dgm:prSet presAssocID="{F99DBDBC-56AA-41D0-8493-C8F8A8AE4925}" presName="sibTrans" presStyleCnt="0"/>
      <dgm:spPr/>
    </dgm:pt>
    <dgm:pt modelId="{DDC469CC-47B5-45F1-B46C-E1347EFC0DFB}" type="pres">
      <dgm:prSet presAssocID="{89687792-D178-4505-90A1-D7523D8A2B18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8DAEA7-4834-45A0-B915-8DF8BFA762C8}" type="pres">
      <dgm:prSet presAssocID="{733585E2-6325-484C-9AFA-ED3F9FFD2B4C}" presName="sibTrans" presStyleCnt="0"/>
      <dgm:spPr/>
    </dgm:pt>
    <dgm:pt modelId="{5F2DD671-8F60-4E32-97F1-2A7308CD3937}" type="pres">
      <dgm:prSet presAssocID="{434D315B-A52D-4653-A1F4-A40E4CA240A9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2C048F-1512-4508-981B-6B5698382D30}" type="pres">
      <dgm:prSet presAssocID="{54CACB23-2532-4F2A-90E0-A3493FA14743}" presName="sibTrans" presStyleCnt="0"/>
      <dgm:spPr/>
    </dgm:pt>
    <dgm:pt modelId="{0B2C8AC7-E7B3-49D5-9DDF-CA21A853341C}" type="pres">
      <dgm:prSet presAssocID="{0FB85EDB-BEC9-42B7-BA42-0331AD3F7ED2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B11638-09EF-4A27-B966-D0994405D6E9}" type="pres">
      <dgm:prSet presAssocID="{93854468-3B17-4B03-A448-BA2138E7CF00}" presName="sibTrans" presStyleCnt="0"/>
      <dgm:spPr/>
    </dgm:pt>
    <dgm:pt modelId="{5CE2EC23-35CE-4470-A26A-A49597453C35}" type="pres">
      <dgm:prSet presAssocID="{55F656B1-BE22-49A6-9690-B3AD06B3C573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3DC378-EDBD-4C22-8AAC-CB360FCA4604}" type="presOf" srcId="{89687792-D178-4505-90A1-D7523D8A2B18}" destId="{DDC469CC-47B5-45F1-B46C-E1347EFC0DFB}" srcOrd="0" destOrd="0" presId="urn:microsoft.com/office/officeart/2005/8/layout/hProcess9"/>
    <dgm:cxn modelId="{CF71BB51-B67E-4E73-96B6-C9C8E83D5FF6}" srcId="{273013EC-4F45-476E-947A-5CAC1DC38EE1}" destId="{89687792-D178-4505-90A1-D7523D8A2B18}" srcOrd="1" destOrd="0" parTransId="{B91F7839-24F2-4CC1-9FF7-E498FCE07298}" sibTransId="{733585E2-6325-484C-9AFA-ED3F9FFD2B4C}"/>
    <dgm:cxn modelId="{519634C7-9A98-412C-88E4-DF22A567A997}" type="presOf" srcId="{55F656B1-BE22-49A6-9690-B3AD06B3C573}" destId="{5CE2EC23-35CE-4470-A26A-A49597453C35}" srcOrd="0" destOrd="0" presId="urn:microsoft.com/office/officeart/2005/8/layout/hProcess9"/>
    <dgm:cxn modelId="{DF809D9F-D9EE-46F1-94CA-EA80D45C5CBA}" srcId="{273013EC-4F45-476E-947A-5CAC1DC38EE1}" destId="{0FB85EDB-BEC9-42B7-BA42-0331AD3F7ED2}" srcOrd="3" destOrd="0" parTransId="{87D98C31-63A3-450C-A036-1B66E1318D86}" sibTransId="{93854468-3B17-4B03-A448-BA2138E7CF00}"/>
    <dgm:cxn modelId="{3B57828B-2D54-4022-9C9A-A97636DA1004}" type="presOf" srcId="{F93E7037-2471-45AC-816D-46D560ECAA75}" destId="{C331D7D0-2AF5-495E-8D1E-4F5E982F2DD7}" srcOrd="0" destOrd="0" presId="urn:microsoft.com/office/officeart/2005/8/layout/hProcess9"/>
    <dgm:cxn modelId="{17A6686E-2B48-491E-BA8A-70DA0A6715FD}" type="presOf" srcId="{273013EC-4F45-476E-947A-5CAC1DC38EE1}" destId="{176E8B5E-6328-4F09-BDB7-688FCD60CF6B}" srcOrd="0" destOrd="0" presId="urn:microsoft.com/office/officeart/2005/8/layout/hProcess9"/>
    <dgm:cxn modelId="{3A2117AB-AF80-4A92-8C53-74B3A8EC4E27}" type="presOf" srcId="{0FB85EDB-BEC9-42B7-BA42-0331AD3F7ED2}" destId="{0B2C8AC7-E7B3-49D5-9DDF-CA21A853341C}" srcOrd="0" destOrd="0" presId="urn:microsoft.com/office/officeart/2005/8/layout/hProcess9"/>
    <dgm:cxn modelId="{9EE0EA42-3775-479C-B068-D2BAD38CC78A}" srcId="{273013EC-4F45-476E-947A-5CAC1DC38EE1}" destId="{F93E7037-2471-45AC-816D-46D560ECAA75}" srcOrd="0" destOrd="0" parTransId="{D4203C43-0114-4B98-8A40-25811941EC89}" sibTransId="{F99DBDBC-56AA-41D0-8493-C8F8A8AE4925}"/>
    <dgm:cxn modelId="{806E8150-72DA-4FAE-B505-41EDBCF26658}" srcId="{273013EC-4F45-476E-947A-5CAC1DC38EE1}" destId="{55F656B1-BE22-49A6-9690-B3AD06B3C573}" srcOrd="4" destOrd="0" parTransId="{E4DD95A8-0DBE-46DE-9D44-BB6B3EF67613}" sibTransId="{808E6142-B88F-43F2-BE9A-985955941B19}"/>
    <dgm:cxn modelId="{BD8CFD72-71B1-4C04-8717-2014B0B94127}" srcId="{273013EC-4F45-476E-947A-5CAC1DC38EE1}" destId="{434D315B-A52D-4653-A1F4-A40E4CA240A9}" srcOrd="2" destOrd="0" parTransId="{ABC9877C-C296-4049-81B7-93F0DA7CBA3B}" sibTransId="{54CACB23-2532-4F2A-90E0-A3493FA14743}"/>
    <dgm:cxn modelId="{4850D855-EEEC-4639-8198-EE9933A54916}" type="presOf" srcId="{434D315B-A52D-4653-A1F4-A40E4CA240A9}" destId="{5F2DD671-8F60-4E32-97F1-2A7308CD3937}" srcOrd="0" destOrd="0" presId="urn:microsoft.com/office/officeart/2005/8/layout/hProcess9"/>
    <dgm:cxn modelId="{6DA8EB93-F4CC-4FBB-9ABE-099B98931DBF}" type="presParOf" srcId="{176E8B5E-6328-4F09-BDB7-688FCD60CF6B}" destId="{4B60DADB-E5AD-462E-80C1-C9ACA10F0480}" srcOrd="0" destOrd="0" presId="urn:microsoft.com/office/officeart/2005/8/layout/hProcess9"/>
    <dgm:cxn modelId="{90772906-0308-446F-9E2B-781666AE6827}" type="presParOf" srcId="{176E8B5E-6328-4F09-BDB7-688FCD60CF6B}" destId="{FCCA5704-2DF0-4E7F-8FEF-1F1FA184F0E7}" srcOrd="1" destOrd="0" presId="urn:microsoft.com/office/officeart/2005/8/layout/hProcess9"/>
    <dgm:cxn modelId="{1C105E0B-D156-4F78-B254-BBEC27018F23}" type="presParOf" srcId="{FCCA5704-2DF0-4E7F-8FEF-1F1FA184F0E7}" destId="{C331D7D0-2AF5-495E-8D1E-4F5E982F2DD7}" srcOrd="0" destOrd="0" presId="urn:microsoft.com/office/officeart/2005/8/layout/hProcess9"/>
    <dgm:cxn modelId="{CC4B7C87-2CBE-411E-9FE8-4670EFC0802F}" type="presParOf" srcId="{FCCA5704-2DF0-4E7F-8FEF-1F1FA184F0E7}" destId="{B48A7DBE-A4EB-4E00-A8B5-30D74EE29A31}" srcOrd="1" destOrd="0" presId="urn:microsoft.com/office/officeart/2005/8/layout/hProcess9"/>
    <dgm:cxn modelId="{EE37C212-5111-4409-AF56-812D8DEB2741}" type="presParOf" srcId="{FCCA5704-2DF0-4E7F-8FEF-1F1FA184F0E7}" destId="{DDC469CC-47B5-45F1-B46C-E1347EFC0DFB}" srcOrd="2" destOrd="0" presId="urn:microsoft.com/office/officeart/2005/8/layout/hProcess9"/>
    <dgm:cxn modelId="{342C29C0-7F0C-4E21-BB40-77EE8698DEE4}" type="presParOf" srcId="{FCCA5704-2DF0-4E7F-8FEF-1F1FA184F0E7}" destId="{128DAEA7-4834-45A0-B915-8DF8BFA762C8}" srcOrd="3" destOrd="0" presId="urn:microsoft.com/office/officeart/2005/8/layout/hProcess9"/>
    <dgm:cxn modelId="{CB6A19B2-E667-420D-ACBB-6991E86095DF}" type="presParOf" srcId="{FCCA5704-2DF0-4E7F-8FEF-1F1FA184F0E7}" destId="{5F2DD671-8F60-4E32-97F1-2A7308CD3937}" srcOrd="4" destOrd="0" presId="urn:microsoft.com/office/officeart/2005/8/layout/hProcess9"/>
    <dgm:cxn modelId="{216747E4-9D55-441D-BC1E-7D616E482E1B}" type="presParOf" srcId="{FCCA5704-2DF0-4E7F-8FEF-1F1FA184F0E7}" destId="{592C048F-1512-4508-981B-6B5698382D30}" srcOrd="5" destOrd="0" presId="urn:microsoft.com/office/officeart/2005/8/layout/hProcess9"/>
    <dgm:cxn modelId="{D0ECFC27-86DC-48CF-8C3C-EF8BDE0ECE4B}" type="presParOf" srcId="{FCCA5704-2DF0-4E7F-8FEF-1F1FA184F0E7}" destId="{0B2C8AC7-E7B3-49D5-9DDF-CA21A853341C}" srcOrd="6" destOrd="0" presId="urn:microsoft.com/office/officeart/2005/8/layout/hProcess9"/>
    <dgm:cxn modelId="{09B8576D-6C50-407C-A741-7269A38E4917}" type="presParOf" srcId="{FCCA5704-2DF0-4E7F-8FEF-1F1FA184F0E7}" destId="{7AB11638-09EF-4A27-B966-D0994405D6E9}" srcOrd="7" destOrd="0" presId="urn:microsoft.com/office/officeart/2005/8/layout/hProcess9"/>
    <dgm:cxn modelId="{C51FB1CC-F5ED-43CE-A545-28FB946E8899}" type="presParOf" srcId="{FCCA5704-2DF0-4E7F-8FEF-1F1FA184F0E7}" destId="{5CE2EC23-35CE-4470-A26A-A49597453C35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D8DDED-950D-4F6A-9D09-822B0E995C2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FC9E67B-373A-4D21-9F5A-4A1F5CC9371B}">
      <dgm:prSet phldrT="[Text]"/>
      <dgm:spPr/>
      <dgm:t>
        <a:bodyPr/>
        <a:lstStyle/>
        <a:p>
          <a:r>
            <a:rPr lang="en-US" dirty="0" smtClean="0"/>
            <a:t>Plans</a:t>
          </a:r>
          <a:endParaRPr lang="en-US" dirty="0"/>
        </a:p>
      </dgm:t>
    </dgm:pt>
    <dgm:pt modelId="{025D6450-593E-454D-B5DF-BACAE5BC528C}" type="parTrans" cxnId="{484D3EBD-3B61-4B2D-A063-955706A299BD}">
      <dgm:prSet/>
      <dgm:spPr/>
      <dgm:t>
        <a:bodyPr/>
        <a:lstStyle/>
        <a:p>
          <a:endParaRPr lang="en-US"/>
        </a:p>
      </dgm:t>
    </dgm:pt>
    <dgm:pt modelId="{131102A8-A220-40B4-B610-B814D8EE9F6A}" type="sibTrans" cxnId="{484D3EBD-3B61-4B2D-A063-955706A299BD}">
      <dgm:prSet/>
      <dgm:spPr/>
      <dgm:t>
        <a:bodyPr/>
        <a:lstStyle/>
        <a:p>
          <a:endParaRPr lang="en-US"/>
        </a:p>
      </dgm:t>
    </dgm:pt>
    <dgm:pt modelId="{7A8E1221-5B9D-4AC3-A9F9-A7A3D955DBC1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Identification</a:t>
          </a:r>
          <a:endParaRPr lang="en-US" dirty="0"/>
        </a:p>
      </dgm:t>
    </dgm:pt>
    <dgm:pt modelId="{2A2A3AFF-7652-4554-8F7C-9CE1791439B6}" type="parTrans" cxnId="{71EE4EDE-2ACC-4EB1-A23B-46DFF8098D26}">
      <dgm:prSet/>
      <dgm:spPr/>
      <dgm:t>
        <a:bodyPr/>
        <a:lstStyle/>
        <a:p>
          <a:endParaRPr lang="en-US"/>
        </a:p>
      </dgm:t>
    </dgm:pt>
    <dgm:pt modelId="{72CFD821-0264-4267-AAC4-49ED756FF579}" type="sibTrans" cxnId="{71EE4EDE-2ACC-4EB1-A23B-46DFF8098D26}">
      <dgm:prSet/>
      <dgm:spPr/>
      <dgm:t>
        <a:bodyPr/>
        <a:lstStyle/>
        <a:p>
          <a:endParaRPr lang="en-US"/>
        </a:p>
      </dgm:t>
    </dgm:pt>
    <dgm:pt modelId="{07D1D4E4-9E30-442F-8CFA-3A02C39E51B4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CIs</a:t>
          </a:r>
          <a:endParaRPr lang="en-US" dirty="0"/>
        </a:p>
      </dgm:t>
    </dgm:pt>
    <dgm:pt modelId="{A731721C-276D-4797-8C1A-7F6BA37EB6C0}" type="parTrans" cxnId="{A464314C-B631-497F-AD75-142FB30236A9}">
      <dgm:prSet/>
      <dgm:spPr/>
      <dgm:t>
        <a:bodyPr/>
        <a:lstStyle/>
        <a:p>
          <a:endParaRPr lang="en-US"/>
        </a:p>
      </dgm:t>
    </dgm:pt>
    <dgm:pt modelId="{E0714507-81E0-4DCF-8CA0-1ACFDA71BD9D}" type="sibTrans" cxnId="{A464314C-B631-497F-AD75-142FB30236A9}">
      <dgm:prSet/>
      <dgm:spPr/>
      <dgm:t>
        <a:bodyPr/>
        <a:lstStyle/>
        <a:p>
          <a:endParaRPr lang="en-US"/>
        </a:p>
      </dgm:t>
    </dgm:pt>
    <dgm:pt modelId="{347A3D92-E28C-4157-827F-423E1DAED979}" type="pres">
      <dgm:prSet presAssocID="{DBD8DDED-950D-4F6A-9D09-822B0E995C26}" presName="Name0" presStyleCnt="0">
        <dgm:presLayoutVars>
          <dgm:dir/>
          <dgm:resizeHandles val="exact"/>
        </dgm:presLayoutVars>
      </dgm:prSet>
      <dgm:spPr/>
    </dgm:pt>
    <dgm:pt modelId="{4103B3A2-853F-415D-8BAC-20749D97F706}" type="pres">
      <dgm:prSet presAssocID="{0FC9E67B-373A-4D21-9F5A-4A1F5CC9371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EA6F55-D2C1-45B9-AAE1-D82637D346FD}" type="pres">
      <dgm:prSet presAssocID="{131102A8-A220-40B4-B610-B814D8EE9F6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BC3F7E9F-DD4B-4FC1-9A71-FDB165A23F18}" type="pres">
      <dgm:prSet presAssocID="{131102A8-A220-40B4-B610-B814D8EE9F6A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7E657865-74D7-41DF-8100-2FD85C4B9737}" type="pres">
      <dgm:prSet presAssocID="{7A8E1221-5B9D-4AC3-A9F9-A7A3D955DBC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90858B-A987-4E63-9984-C6ACADA46A27}" type="pres">
      <dgm:prSet presAssocID="{72CFD821-0264-4267-AAC4-49ED756FF579}" presName="sibTrans" presStyleLbl="sibTrans2D1" presStyleIdx="1" presStyleCnt="2"/>
      <dgm:spPr/>
      <dgm:t>
        <a:bodyPr/>
        <a:lstStyle/>
        <a:p>
          <a:endParaRPr lang="en-US"/>
        </a:p>
      </dgm:t>
    </dgm:pt>
    <dgm:pt modelId="{5B35749F-AC04-4979-BCD0-C672C7EB8DA3}" type="pres">
      <dgm:prSet presAssocID="{72CFD821-0264-4267-AAC4-49ED756FF579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BD41A179-0C1A-4934-9ED9-56E8A6DAB8B2}" type="pres">
      <dgm:prSet presAssocID="{07D1D4E4-9E30-442F-8CFA-3A02C39E51B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93514C8-6A5D-4A58-B717-6ADBD2B88AF6}" type="presOf" srcId="{131102A8-A220-40B4-B610-B814D8EE9F6A}" destId="{38EA6F55-D2C1-45B9-AAE1-D82637D346FD}" srcOrd="0" destOrd="0" presId="urn:microsoft.com/office/officeart/2005/8/layout/process1"/>
    <dgm:cxn modelId="{07DCF14E-93E8-4672-9819-36894EB6E571}" type="presOf" srcId="{131102A8-A220-40B4-B610-B814D8EE9F6A}" destId="{BC3F7E9F-DD4B-4FC1-9A71-FDB165A23F18}" srcOrd="1" destOrd="0" presId="urn:microsoft.com/office/officeart/2005/8/layout/process1"/>
    <dgm:cxn modelId="{A464314C-B631-497F-AD75-142FB30236A9}" srcId="{DBD8DDED-950D-4F6A-9D09-822B0E995C26}" destId="{07D1D4E4-9E30-442F-8CFA-3A02C39E51B4}" srcOrd="2" destOrd="0" parTransId="{A731721C-276D-4797-8C1A-7F6BA37EB6C0}" sibTransId="{E0714507-81E0-4DCF-8CA0-1ACFDA71BD9D}"/>
    <dgm:cxn modelId="{71EE4EDE-2ACC-4EB1-A23B-46DFF8098D26}" srcId="{DBD8DDED-950D-4F6A-9D09-822B0E995C26}" destId="{7A8E1221-5B9D-4AC3-A9F9-A7A3D955DBC1}" srcOrd="1" destOrd="0" parTransId="{2A2A3AFF-7652-4554-8F7C-9CE1791439B6}" sibTransId="{72CFD821-0264-4267-AAC4-49ED756FF579}"/>
    <dgm:cxn modelId="{EA384AF0-1215-4DD9-9976-C64FFB9124F3}" type="presOf" srcId="{07D1D4E4-9E30-442F-8CFA-3A02C39E51B4}" destId="{BD41A179-0C1A-4934-9ED9-56E8A6DAB8B2}" srcOrd="0" destOrd="0" presId="urn:microsoft.com/office/officeart/2005/8/layout/process1"/>
    <dgm:cxn modelId="{87AD25C8-BE5B-4DAF-A45F-CD554414D265}" type="presOf" srcId="{7A8E1221-5B9D-4AC3-A9F9-A7A3D955DBC1}" destId="{7E657865-74D7-41DF-8100-2FD85C4B9737}" srcOrd="0" destOrd="0" presId="urn:microsoft.com/office/officeart/2005/8/layout/process1"/>
    <dgm:cxn modelId="{3EA789F7-4E6F-48E3-8CCA-F9DF0AAF1AC4}" type="presOf" srcId="{72CFD821-0264-4267-AAC4-49ED756FF579}" destId="{5B35749F-AC04-4979-BCD0-C672C7EB8DA3}" srcOrd="1" destOrd="0" presId="urn:microsoft.com/office/officeart/2005/8/layout/process1"/>
    <dgm:cxn modelId="{3B546499-7701-4AC8-AD29-7C3C5854A2BA}" type="presOf" srcId="{0FC9E67B-373A-4D21-9F5A-4A1F5CC9371B}" destId="{4103B3A2-853F-415D-8BAC-20749D97F706}" srcOrd="0" destOrd="0" presId="urn:microsoft.com/office/officeart/2005/8/layout/process1"/>
    <dgm:cxn modelId="{A6FCCD3C-F9C3-4738-8B21-6D9511AEF3A4}" type="presOf" srcId="{DBD8DDED-950D-4F6A-9D09-822B0E995C26}" destId="{347A3D92-E28C-4157-827F-423E1DAED979}" srcOrd="0" destOrd="0" presId="urn:microsoft.com/office/officeart/2005/8/layout/process1"/>
    <dgm:cxn modelId="{484D3EBD-3B61-4B2D-A063-955706A299BD}" srcId="{DBD8DDED-950D-4F6A-9D09-822B0E995C26}" destId="{0FC9E67B-373A-4D21-9F5A-4A1F5CC9371B}" srcOrd="0" destOrd="0" parTransId="{025D6450-593E-454D-B5DF-BACAE5BC528C}" sibTransId="{131102A8-A220-40B4-B610-B814D8EE9F6A}"/>
    <dgm:cxn modelId="{43F79E8B-05B5-4742-AEBE-FB51E7953458}" type="presOf" srcId="{72CFD821-0264-4267-AAC4-49ED756FF579}" destId="{1790858B-A987-4E63-9984-C6ACADA46A27}" srcOrd="0" destOrd="0" presId="urn:microsoft.com/office/officeart/2005/8/layout/process1"/>
    <dgm:cxn modelId="{CCC0ED8B-B4E0-4F2D-8A8A-E2B2748F7309}" type="presParOf" srcId="{347A3D92-E28C-4157-827F-423E1DAED979}" destId="{4103B3A2-853F-415D-8BAC-20749D97F706}" srcOrd="0" destOrd="0" presId="urn:microsoft.com/office/officeart/2005/8/layout/process1"/>
    <dgm:cxn modelId="{5CD4098F-D458-40D8-9EAA-D696EB0D0FEE}" type="presParOf" srcId="{347A3D92-E28C-4157-827F-423E1DAED979}" destId="{38EA6F55-D2C1-45B9-AAE1-D82637D346FD}" srcOrd="1" destOrd="0" presId="urn:microsoft.com/office/officeart/2005/8/layout/process1"/>
    <dgm:cxn modelId="{0A440F65-59BC-46F4-91C9-692A82D0B307}" type="presParOf" srcId="{38EA6F55-D2C1-45B9-AAE1-D82637D346FD}" destId="{BC3F7E9F-DD4B-4FC1-9A71-FDB165A23F18}" srcOrd="0" destOrd="0" presId="urn:microsoft.com/office/officeart/2005/8/layout/process1"/>
    <dgm:cxn modelId="{698DC6F9-7E1A-4EFC-9B5C-AC7580EAFC2B}" type="presParOf" srcId="{347A3D92-E28C-4157-827F-423E1DAED979}" destId="{7E657865-74D7-41DF-8100-2FD85C4B9737}" srcOrd="2" destOrd="0" presId="urn:microsoft.com/office/officeart/2005/8/layout/process1"/>
    <dgm:cxn modelId="{8024DA56-9884-4599-8C35-DBD1E18DAF33}" type="presParOf" srcId="{347A3D92-E28C-4157-827F-423E1DAED979}" destId="{1790858B-A987-4E63-9984-C6ACADA46A27}" srcOrd="3" destOrd="0" presId="urn:microsoft.com/office/officeart/2005/8/layout/process1"/>
    <dgm:cxn modelId="{0161E28A-96F8-4242-B74C-3CE2E99FC482}" type="presParOf" srcId="{1790858B-A987-4E63-9984-C6ACADA46A27}" destId="{5B35749F-AC04-4979-BCD0-C672C7EB8DA3}" srcOrd="0" destOrd="0" presId="urn:microsoft.com/office/officeart/2005/8/layout/process1"/>
    <dgm:cxn modelId="{088DE21A-B5C3-4C16-AAB9-929094C1E6DA}" type="presParOf" srcId="{347A3D92-E28C-4157-827F-423E1DAED979}" destId="{BD41A179-0C1A-4934-9ED9-56E8A6DAB8B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2E9584-73EC-4665-A37E-D8CAE654B56C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0EFAF3FF-EF45-4874-94F6-893A94D3D8D3}">
      <dgm:prSet phldrT="[Text]" custT="1"/>
      <dgm:spPr/>
      <dgm:t>
        <a:bodyPr/>
        <a:lstStyle/>
        <a:p>
          <a:r>
            <a:rPr lang="en-US" sz="2200" dirty="0" smtClean="0"/>
            <a:t>Hardware</a:t>
          </a:r>
          <a:endParaRPr lang="en-US" sz="2200" dirty="0"/>
        </a:p>
      </dgm:t>
    </dgm:pt>
    <dgm:pt modelId="{0B0F9241-8658-4D89-9A4E-6BC73E3BE951}" type="parTrans" cxnId="{A0C2FC5F-9382-477E-AD27-3E197E7D3841}">
      <dgm:prSet/>
      <dgm:spPr/>
      <dgm:t>
        <a:bodyPr/>
        <a:lstStyle/>
        <a:p>
          <a:endParaRPr lang="en-US"/>
        </a:p>
      </dgm:t>
    </dgm:pt>
    <dgm:pt modelId="{61A9BD48-D9F5-40D4-BD2B-E72AD82FB7E3}" type="sibTrans" cxnId="{A0C2FC5F-9382-477E-AD27-3E197E7D3841}">
      <dgm:prSet/>
      <dgm:spPr/>
      <dgm:t>
        <a:bodyPr/>
        <a:lstStyle/>
        <a:p>
          <a:endParaRPr lang="en-US"/>
        </a:p>
      </dgm:t>
    </dgm:pt>
    <dgm:pt modelId="{06BABC39-422E-424C-BD20-AA8225254315}">
      <dgm:prSet phldrT="[Text]" custT="1"/>
      <dgm:spPr/>
      <dgm:t>
        <a:bodyPr/>
        <a:lstStyle/>
        <a:p>
          <a:r>
            <a:rPr lang="en-US" sz="2200" dirty="0" smtClean="0"/>
            <a:t>Software</a:t>
          </a:r>
          <a:endParaRPr lang="en-US" sz="2200" dirty="0"/>
        </a:p>
      </dgm:t>
    </dgm:pt>
    <dgm:pt modelId="{23ECC6FE-E46A-42B6-BC57-5CB15D9DC6C3}" type="parTrans" cxnId="{9D7BEFEA-D85C-4870-A59C-9A14783CA3F2}">
      <dgm:prSet/>
      <dgm:spPr/>
      <dgm:t>
        <a:bodyPr/>
        <a:lstStyle/>
        <a:p>
          <a:endParaRPr lang="en-US"/>
        </a:p>
      </dgm:t>
    </dgm:pt>
    <dgm:pt modelId="{4CA7695A-791B-4B96-A20D-5E7B2FEC9F8B}" type="sibTrans" cxnId="{9D7BEFEA-D85C-4870-A59C-9A14783CA3F2}">
      <dgm:prSet/>
      <dgm:spPr/>
      <dgm:t>
        <a:bodyPr/>
        <a:lstStyle/>
        <a:p>
          <a:endParaRPr lang="en-US"/>
        </a:p>
      </dgm:t>
    </dgm:pt>
    <dgm:pt modelId="{036646CF-A346-43B7-8DFC-7299D06CA07A}">
      <dgm:prSet phldrT="[Text]" custT="1"/>
      <dgm:spPr/>
      <dgm:t>
        <a:bodyPr/>
        <a:lstStyle/>
        <a:p>
          <a:r>
            <a:rPr lang="en-US" sz="2200" dirty="0" smtClean="0"/>
            <a:t>Product Source Code</a:t>
          </a:r>
          <a:endParaRPr lang="en-US" sz="2200" dirty="0"/>
        </a:p>
      </dgm:t>
    </dgm:pt>
    <dgm:pt modelId="{675A8498-8819-40EE-997F-F7C9C2137609}" type="parTrans" cxnId="{5EB712E1-3823-45AB-8EA7-E7A300E21144}">
      <dgm:prSet/>
      <dgm:spPr/>
      <dgm:t>
        <a:bodyPr/>
        <a:lstStyle/>
        <a:p>
          <a:endParaRPr lang="en-US"/>
        </a:p>
      </dgm:t>
    </dgm:pt>
    <dgm:pt modelId="{236ECAC7-9E6D-4C9C-B500-8791B3370138}" type="sibTrans" cxnId="{5EB712E1-3823-45AB-8EA7-E7A300E21144}">
      <dgm:prSet/>
      <dgm:spPr/>
      <dgm:t>
        <a:bodyPr/>
        <a:lstStyle/>
        <a:p>
          <a:endParaRPr lang="en-US"/>
        </a:p>
      </dgm:t>
    </dgm:pt>
    <dgm:pt modelId="{AB57145D-F377-4BFC-A023-06736CB07302}">
      <dgm:prSet phldrT="[Text]" custT="1"/>
      <dgm:spPr/>
      <dgm:t>
        <a:bodyPr/>
        <a:lstStyle/>
        <a:p>
          <a:r>
            <a:rPr lang="en-US" sz="2200" dirty="0" smtClean="0"/>
            <a:t>Documents</a:t>
          </a:r>
          <a:endParaRPr lang="en-US" sz="2200" dirty="0"/>
        </a:p>
      </dgm:t>
    </dgm:pt>
    <dgm:pt modelId="{2DA0BA0B-AFB7-4949-BF15-E9ACDA9F02FA}" type="parTrans" cxnId="{72AED071-CF96-4372-A6A7-37E891D763B7}">
      <dgm:prSet/>
      <dgm:spPr/>
      <dgm:t>
        <a:bodyPr/>
        <a:lstStyle/>
        <a:p>
          <a:endParaRPr lang="en-US"/>
        </a:p>
      </dgm:t>
    </dgm:pt>
    <dgm:pt modelId="{2E4C6753-D1FE-4830-BE04-7EC176321F41}" type="sibTrans" cxnId="{72AED071-CF96-4372-A6A7-37E891D763B7}">
      <dgm:prSet/>
      <dgm:spPr/>
      <dgm:t>
        <a:bodyPr/>
        <a:lstStyle/>
        <a:p>
          <a:endParaRPr lang="en-US"/>
        </a:p>
      </dgm:t>
    </dgm:pt>
    <dgm:pt modelId="{4DFEADD7-360F-4A1C-8233-3EC116F2EEAE}" type="pres">
      <dgm:prSet presAssocID="{132E9584-73EC-4665-A37E-D8CAE654B56C}" presName="compositeShape" presStyleCnt="0">
        <dgm:presLayoutVars>
          <dgm:dir/>
          <dgm:resizeHandles/>
        </dgm:presLayoutVars>
      </dgm:prSet>
      <dgm:spPr/>
    </dgm:pt>
    <dgm:pt modelId="{A1D6F82B-5B9F-4948-ADAE-B37F5F6D64DB}" type="pres">
      <dgm:prSet presAssocID="{132E9584-73EC-4665-A37E-D8CAE654B56C}" presName="pyramid" presStyleLbl="node1" presStyleIdx="0" presStyleCnt="1"/>
      <dgm:spPr/>
    </dgm:pt>
    <dgm:pt modelId="{A394B38F-15CB-4354-BD39-0485D8082743}" type="pres">
      <dgm:prSet presAssocID="{132E9584-73EC-4665-A37E-D8CAE654B56C}" presName="theList" presStyleCnt="0"/>
      <dgm:spPr/>
    </dgm:pt>
    <dgm:pt modelId="{1892594A-BAEC-47E2-88D5-77802B998B48}" type="pres">
      <dgm:prSet presAssocID="{0EFAF3FF-EF45-4874-94F6-893A94D3D8D3}" presName="aNode" presStyleLbl="fgAcc1" presStyleIdx="0" presStyleCnt="4" custScaleX="1246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57FBB9-11C5-487E-8CBA-22EA0F07345D}" type="pres">
      <dgm:prSet presAssocID="{0EFAF3FF-EF45-4874-94F6-893A94D3D8D3}" presName="aSpace" presStyleCnt="0"/>
      <dgm:spPr/>
    </dgm:pt>
    <dgm:pt modelId="{A79BE1B5-4AE9-4EF3-8642-30BA3093BFF7}" type="pres">
      <dgm:prSet presAssocID="{06BABC39-422E-424C-BD20-AA8225254315}" presName="aNode" presStyleLbl="fgAcc1" presStyleIdx="1" presStyleCnt="4" custScaleX="1246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83A791-4714-4660-BD0E-B5AF546DC3EA}" type="pres">
      <dgm:prSet presAssocID="{06BABC39-422E-424C-BD20-AA8225254315}" presName="aSpace" presStyleCnt="0"/>
      <dgm:spPr/>
    </dgm:pt>
    <dgm:pt modelId="{5CA92848-33FF-464A-98FB-6CEFD5C97D79}" type="pres">
      <dgm:prSet presAssocID="{036646CF-A346-43B7-8DFC-7299D06CA07A}" presName="aNode" presStyleLbl="fgAcc1" presStyleIdx="2" presStyleCnt="4" custScaleX="1246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74C3CF-D330-4340-88FC-4019F221EC9B}" type="pres">
      <dgm:prSet presAssocID="{036646CF-A346-43B7-8DFC-7299D06CA07A}" presName="aSpace" presStyleCnt="0"/>
      <dgm:spPr/>
    </dgm:pt>
    <dgm:pt modelId="{C577A460-F3B8-4893-91E2-BBFAAB30E3C6}" type="pres">
      <dgm:prSet presAssocID="{AB57145D-F377-4BFC-A023-06736CB07302}" presName="aNode" presStyleLbl="fgAcc1" presStyleIdx="3" presStyleCnt="4" custScaleX="1246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9ECCC8-D12B-4162-B6E2-29FC819C0FEC}" type="pres">
      <dgm:prSet presAssocID="{AB57145D-F377-4BFC-A023-06736CB07302}" presName="aSpace" presStyleCnt="0"/>
      <dgm:spPr/>
    </dgm:pt>
  </dgm:ptLst>
  <dgm:cxnLst>
    <dgm:cxn modelId="{5EB712E1-3823-45AB-8EA7-E7A300E21144}" srcId="{132E9584-73EC-4665-A37E-D8CAE654B56C}" destId="{036646CF-A346-43B7-8DFC-7299D06CA07A}" srcOrd="2" destOrd="0" parTransId="{675A8498-8819-40EE-997F-F7C9C2137609}" sibTransId="{236ECAC7-9E6D-4C9C-B500-8791B3370138}"/>
    <dgm:cxn modelId="{F7B3B552-7ADA-4334-8656-E83E1D81EB36}" type="presOf" srcId="{0EFAF3FF-EF45-4874-94F6-893A94D3D8D3}" destId="{1892594A-BAEC-47E2-88D5-77802B998B48}" srcOrd="0" destOrd="0" presId="urn:microsoft.com/office/officeart/2005/8/layout/pyramid2"/>
    <dgm:cxn modelId="{342EEA3D-2CC0-4A34-AAB0-E8CA71D2F55A}" type="presOf" srcId="{AB57145D-F377-4BFC-A023-06736CB07302}" destId="{C577A460-F3B8-4893-91E2-BBFAAB30E3C6}" srcOrd="0" destOrd="0" presId="urn:microsoft.com/office/officeart/2005/8/layout/pyramid2"/>
    <dgm:cxn modelId="{F70E0539-96DB-4845-88A7-2F434200B56E}" type="presOf" srcId="{132E9584-73EC-4665-A37E-D8CAE654B56C}" destId="{4DFEADD7-360F-4A1C-8233-3EC116F2EEAE}" srcOrd="0" destOrd="0" presId="urn:microsoft.com/office/officeart/2005/8/layout/pyramid2"/>
    <dgm:cxn modelId="{A3DF3DA5-B4AF-494E-A043-043FEC9DD352}" type="presOf" srcId="{06BABC39-422E-424C-BD20-AA8225254315}" destId="{A79BE1B5-4AE9-4EF3-8642-30BA3093BFF7}" srcOrd="0" destOrd="0" presId="urn:microsoft.com/office/officeart/2005/8/layout/pyramid2"/>
    <dgm:cxn modelId="{A0C2FC5F-9382-477E-AD27-3E197E7D3841}" srcId="{132E9584-73EC-4665-A37E-D8CAE654B56C}" destId="{0EFAF3FF-EF45-4874-94F6-893A94D3D8D3}" srcOrd="0" destOrd="0" parTransId="{0B0F9241-8658-4D89-9A4E-6BC73E3BE951}" sibTransId="{61A9BD48-D9F5-40D4-BD2B-E72AD82FB7E3}"/>
    <dgm:cxn modelId="{9D7BEFEA-D85C-4870-A59C-9A14783CA3F2}" srcId="{132E9584-73EC-4665-A37E-D8CAE654B56C}" destId="{06BABC39-422E-424C-BD20-AA8225254315}" srcOrd="1" destOrd="0" parTransId="{23ECC6FE-E46A-42B6-BC57-5CB15D9DC6C3}" sibTransId="{4CA7695A-791B-4B96-A20D-5E7B2FEC9F8B}"/>
    <dgm:cxn modelId="{EB9EE0B8-2BD0-48F6-AF99-B558D59AA228}" type="presOf" srcId="{036646CF-A346-43B7-8DFC-7299D06CA07A}" destId="{5CA92848-33FF-464A-98FB-6CEFD5C97D79}" srcOrd="0" destOrd="0" presId="urn:microsoft.com/office/officeart/2005/8/layout/pyramid2"/>
    <dgm:cxn modelId="{72AED071-CF96-4372-A6A7-37E891D763B7}" srcId="{132E9584-73EC-4665-A37E-D8CAE654B56C}" destId="{AB57145D-F377-4BFC-A023-06736CB07302}" srcOrd="3" destOrd="0" parTransId="{2DA0BA0B-AFB7-4949-BF15-E9ACDA9F02FA}" sibTransId="{2E4C6753-D1FE-4830-BE04-7EC176321F41}"/>
    <dgm:cxn modelId="{98C5C93F-5077-45A3-82D9-3FC62ACB4E1F}" type="presParOf" srcId="{4DFEADD7-360F-4A1C-8233-3EC116F2EEAE}" destId="{A1D6F82B-5B9F-4948-ADAE-B37F5F6D64DB}" srcOrd="0" destOrd="0" presId="urn:microsoft.com/office/officeart/2005/8/layout/pyramid2"/>
    <dgm:cxn modelId="{14FC04AE-C8D1-4AB6-9342-640F1566A9BF}" type="presParOf" srcId="{4DFEADD7-360F-4A1C-8233-3EC116F2EEAE}" destId="{A394B38F-15CB-4354-BD39-0485D8082743}" srcOrd="1" destOrd="0" presId="urn:microsoft.com/office/officeart/2005/8/layout/pyramid2"/>
    <dgm:cxn modelId="{AB9BCEFE-E2EF-4626-9ECE-46F9F48D53BD}" type="presParOf" srcId="{A394B38F-15CB-4354-BD39-0485D8082743}" destId="{1892594A-BAEC-47E2-88D5-77802B998B48}" srcOrd="0" destOrd="0" presId="urn:microsoft.com/office/officeart/2005/8/layout/pyramid2"/>
    <dgm:cxn modelId="{615BF38B-0203-4899-92E0-F50BAE974099}" type="presParOf" srcId="{A394B38F-15CB-4354-BD39-0485D8082743}" destId="{DC57FBB9-11C5-487E-8CBA-22EA0F07345D}" srcOrd="1" destOrd="0" presId="urn:microsoft.com/office/officeart/2005/8/layout/pyramid2"/>
    <dgm:cxn modelId="{F8709352-A85D-4A03-9244-51D893C0A3C9}" type="presParOf" srcId="{A394B38F-15CB-4354-BD39-0485D8082743}" destId="{A79BE1B5-4AE9-4EF3-8642-30BA3093BFF7}" srcOrd="2" destOrd="0" presId="urn:microsoft.com/office/officeart/2005/8/layout/pyramid2"/>
    <dgm:cxn modelId="{D1ACC540-B013-4505-AB81-BA4E1383C363}" type="presParOf" srcId="{A394B38F-15CB-4354-BD39-0485D8082743}" destId="{0583A791-4714-4660-BD0E-B5AF546DC3EA}" srcOrd="3" destOrd="0" presId="urn:microsoft.com/office/officeart/2005/8/layout/pyramid2"/>
    <dgm:cxn modelId="{7DF12021-B553-4357-A2A2-3D2DC9E720FF}" type="presParOf" srcId="{A394B38F-15CB-4354-BD39-0485D8082743}" destId="{5CA92848-33FF-464A-98FB-6CEFD5C97D79}" srcOrd="4" destOrd="0" presId="urn:microsoft.com/office/officeart/2005/8/layout/pyramid2"/>
    <dgm:cxn modelId="{9DAEF945-9AD9-4CC3-9863-022515451323}" type="presParOf" srcId="{A394B38F-15CB-4354-BD39-0485D8082743}" destId="{D574C3CF-D330-4340-88FC-4019F221EC9B}" srcOrd="5" destOrd="0" presId="urn:microsoft.com/office/officeart/2005/8/layout/pyramid2"/>
    <dgm:cxn modelId="{2687BF2A-0B3D-4495-8844-A26FA4081A72}" type="presParOf" srcId="{A394B38F-15CB-4354-BD39-0485D8082743}" destId="{C577A460-F3B8-4893-91E2-BBFAAB30E3C6}" srcOrd="6" destOrd="0" presId="urn:microsoft.com/office/officeart/2005/8/layout/pyramid2"/>
    <dgm:cxn modelId="{97F4F3A0-7CD3-4DD7-AAD5-96913C1B4CC2}" type="presParOf" srcId="{A394B38F-15CB-4354-BD39-0485D8082743}" destId="{E09ECCC8-D12B-4162-B6E2-29FC819C0FEC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E39D6D-5EA8-4F14-885C-0CCF179D303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4FA95E-F274-439F-A05D-A58A76ED78C2}">
      <dgm:prSet phldrT="[Text]"/>
      <dgm:spPr/>
      <dgm:t>
        <a:bodyPr/>
        <a:lstStyle/>
        <a:p>
          <a:r>
            <a:rPr lang="en-US" dirty="0" smtClean="0"/>
            <a:t>Baseline	</a:t>
          </a:r>
          <a:endParaRPr lang="en-US" dirty="0"/>
        </a:p>
      </dgm:t>
    </dgm:pt>
    <dgm:pt modelId="{3F794B82-8B74-422C-80BF-7743C3EAF7CF}" type="parTrans" cxnId="{55432212-CBD3-4CAB-8B18-32872FA8A0E7}">
      <dgm:prSet/>
      <dgm:spPr/>
      <dgm:t>
        <a:bodyPr/>
        <a:lstStyle/>
        <a:p>
          <a:endParaRPr lang="en-US"/>
        </a:p>
      </dgm:t>
    </dgm:pt>
    <dgm:pt modelId="{01DCBC34-9009-48F5-ADAF-A73D9528E055}" type="sibTrans" cxnId="{55432212-CBD3-4CAB-8B18-32872FA8A0E7}">
      <dgm:prSet/>
      <dgm:spPr/>
      <dgm:t>
        <a:bodyPr/>
        <a:lstStyle/>
        <a:p>
          <a:endParaRPr lang="en-US"/>
        </a:p>
      </dgm:t>
    </dgm:pt>
    <dgm:pt modelId="{A6F0586B-2ECB-4B1F-A59D-DAC82D765A3D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Subsystem Baselines</a:t>
          </a:r>
          <a:endParaRPr lang="en-US" dirty="0"/>
        </a:p>
      </dgm:t>
    </dgm:pt>
    <dgm:pt modelId="{52BD1B27-2C14-4A4A-A6B7-ACA0E1CB5F8D}" type="parTrans" cxnId="{8FBBF628-D814-493B-B5C6-7C54B8ADFCAA}">
      <dgm:prSet/>
      <dgm:spPr/>
      <dgm:t>
        <a:bodyPr/>
        <a:lstStyle/>
        <a:p>
          <a:endParaRPr lang="en-US"/>
        </a:p>
      </dgm:t>
    </dgm:pt>
    <dgm:pt modelId="{5DD9597B-B617-472A-8F23-62A2220ABAD3}" type="sibTrans" cxnId="{8FBBF628-D814-493B-B5C6-7C54B8ADFCAA}">
      <dgm:prSet/>
      <dgm:spPr/>
      <dgm:t>
        <a:bodyPr/>
        <a:lstStyle/>
        <a:p>
          <a:endParaRPr lang="en-US"/>
        </a:p>
      </dgm:t>
    </dgm:pt>
    <dgm:pt modelId="{F1461A7C-EA4E-496E-8BD3-BFAC6F22E692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System Baselines</a:t>
          </a:r>
          <a:endParaRPr lang="en-US" dirty="0"/>
        </a:p>
      </dgm:t>
    </dgm:pt>
    <dgm:pt modelId="{630AE37F-DA40-4645-80B4-AE81135066F3}" type="parTrans" cxnId="{5819AA20-8423-449B-8FD8-C328530E7241}">
      <dgm:prSet/>
      <dgm:spPr/>
      <dgm:t>
        <a:bodyPr/>
        <a:lstStyle/>
        <a:p>
          <a:endParaRPr lang="en-US"/>
        </a:p>
      </dgm:t>
    </dgm:pt>
    <dgm:pt modelId="{1794FDB7-536B-45F4-B2E2-DD25DD6CDF43}" type="sibTrans" cxnId="{5819AA20-8423-449B-8FD8-C328530E7241}">
      <dgm:prSet/>
      <dgm:spPr/>
      <dgm:t>
        <a:bodyPr/>
        <a:lstStyle/>
        <a:p>
          <a:endParaRPr lang="en-US"/>
        </a:p>
      </dgm:t>
    </dgm:pt>
    <dgm:pt modelId="{B595F6E9-CC60-4E78-A7BF-347471364281}">
      <dgm:prSet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6F3EE525-1BD9-4FC2-8778-2DB11845F31D}" type="parTrans" cxnId="{9585C071-1A1F-4962-AEB2-104170776B51}">
      <dgm:prSet/>
      <dgm:spPr/>
      <dgm:t>
        <a:bodyPr/>
        <a:lstStyle/>
        <a:p>
          <a:endParaRPr lang="en-US"/>
        </a:p>
      </dgm:t>
    </dgm:pt>
    <dgm:pt modelId="{59667741-ED71-4E40-A512-EC73545E6F32}" type="sibTrans" cxnId="{9585C071-1A1F-4962-AEB2-104170776B51}">
      <dgm:prSet/>
      <dgm:spPr/>
      <dgm:t>
        <a:bodyPr/>
        <a:lstStyle/>
        <a:p>
          <a:endParaRPr lang="en-US"/>
        </a:p>
      </dgm:t>
    </dgm:pt>
    <dgm:pt modelId="{C7DE752A-7514-4DFF-AADB-5B3554222AC4}">
      <dgm:prSet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8513F16B-868F-42E3-97E9-E5BE14815071}" type="parTrans" cxnId="{C7EC40EF-1B82-4481-8978-1BD1DE540805}">
      <dgm:prSet/>
      <dgm:spPr/>
      <dgm:t>
        <a:bodyPr/>
        <a:lstStyle/>
        <a:p>
          <a:endParaRPr lang="en-US"/>
        </a:p>
      </dgm:t>
    </dgm:pt>
    <dgm:pt modelId="{430E359C-C045-44FA-AE02-8A1DA2258245}" type="sibTrans" cxnId="{C7EC40EF-1B82-4481-8978-1BD1DE540805}">
      <dgm:prSet/>
      <dgm:spPr/>
      <dgm:t>
        <a:bodyPr/>
        <a:lstStyle/>
        <a:p>
          <a:endParaRPr lang="en-US"/>
        </a:p>
      </dgm:t>
    </dgm:pt>
    <dgm:pt modelId="{2A656185-DE7F-4E00-A6B7-AEEF23685E37}">
      <dgm:prSet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Source Code, Executable Code</a:t>
          </a:r>
          <a:endParaRPr lang="en-US" dirty="0"/>
        </a:p>
      </dgm:t>
    </dgm:pt>
    <dgm:pt modelId="{F4D3B9B6-4AF3-4B74-8D54-C824170FACDA}" type="parTrans" cxnId="{57157C78-F63A-4D03-BFD5-2FFCB6396D81}">
      <dgm:prSet/>
      <dgm:spPr/>
      <dgm:t>
        <a:bodyPr/>
        <a:lstStyle/>
        <a:p>
          <a:endParaRPr lang="en-US"/>
        </a:p>
      </dgm:t>
    </dgm:pt>
    <dgm:pt modelId="{363ABEAB-BBE1-43DC-89F9-E2091FF12074}" type="sibTrans" cxnId="{57157C78-F63A-4D03-BFD5-2FFCB6396D81}">
      <dgm:prSet/>
      <dgm:spPr/>
      <dgm:t>
        <a:bodyPr/>
        <a:lstStyle/>
        <a:p>
          <a:endParaRPr lang="en-US"/>
        </a:p>
      </dgm:t>
    </dgm:pt>
    <dgm:pt modelId="{5870E297-532F-4BC0-AA09-D574860818FF}">
      <dgm:prSet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User Guide</a:t>
          </a:r>
          <a:endParaRPr lang="en-US" dirty="0"/>
        </a:p>
      </dgm:t>
    </dgm:pt>
    <dgm:pt modelId="{9B4239AE-D654-47F0-B949-EF22AF3BD6A3}" type="parTrans" cxnId="{129A2F77-73A9-453A-9AAE-76B443A8D9F0}">
      <dgm:prSet/>
      <dgm:spPr/>
      <dgm:t>
        <a:bodyPr/>
        <a:lstStyle/>
        <a:p>
          <a:endParaRPr lang="en-US"/>
        </a:p>
      </dgm:t>
    </dgm:pt>
    <dgm:pt modelId="{797CDE0E-93C7-4767-B2BD-FFD1704840A0}" type="sibTrans" cxnId="{129A2F77-73A9-453A-9AAE-76B443A8D9F0}">
      <dgm:prSet/>
      <dgm:spPr/>
      <dgm:t>
        <a:bodyPr/>
        <a:lstStyle/>
        <a:p>
          <a:endParaRPr lang="en-US"/>
        </a:p>
      </dgm:t>
    </dgm:pt>
    <dgm:pt modelId="{D0EB1E01-AAA2-4157-8456-7AED639C7C23}">
      <dgm:prSet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...</a:t>
          </a:r>
          <a:endParaRPr lang="en-US" dirty="0"/>
        </a:p>
      </dgm:t>
    </dgm:pt>
    <dgm:pt modelId="{A4778FC4-0333-4C2A-8557-51DEE03BF2E5}" type="parTrans" cxnId="{90C040C2-2BDE-4868-B8C7-58B3100B3421}">
      <dgm:prSet/>
      <dgm:spPr/>
      <dgm:t>
        <a:bodyPr/>
        <a:lstStyle/>
        <a:p>
          <a:endParaRPr lang="en-US"/>
        </a:p>
      </dgm:t>
    </dgm:pt>
    <dgm:pt modelId="{7EAAC72C-EB11-4BE0-92BC-A663C871A76C}" type="sibTrans" cxnId="{90C040C2-2BDE-4868-B8C7-58B3100B3421}">
      <dgm:prSet/>
      <dgm:spPr/>
      <dgm:t>
        <a:bodyPr/>
        <a:lstStyle/>
        <a:p>
          <a:endParaRPr lang="en-US"/>
        </a:p>
      </dgm:t>
    </dgm:pt>
    <dgm:pt modelId="{E0C7283C-BDC5-4049-84FF-9A5E7247B8DC}" type="pres">
      <dgm:prSet presAssocID="{D3E39D6D-5EA8-4F14-885C-0CCF179D303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2E4253A-1656-4038-B449-48C5E84DE05E}" type="pres">
      <dgm:prSet presAssocID="{D84FA95E-F274-439F-A05D-A58A76ED78C2}" presName="root1" presStyleCnt="0"/>
      <dgm:spPr/>
    </dgm:pt>
    <dgm:pt modelId="{61A7AA6B-41FC-44D8-A21B-F8198F16C46F}" type="pres">
      <dgm:prSet presAssocID="{D84FA95E-F274-439F-A05D-A58A76ED78C2}" presName="LevelOneTextNode" presStyleLbl="node0" presStyleIdx="0" presStyleCnt="1" custScaleX="1480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5334EAC-8D43-4FA9-A467-7583D55536BD}" type="pres">
      <dgm:prSet presAssocID="{D84FA95E-F274-439F-A05D-A58A76ED78C2}" presName="level2hierChild" presStyleCnt="0"/>
      <dgm:spPr/>
    </dgm:pt>
    <dgm:pt modelId="{2AEF6E65-878E-45D1-A6F7-E79003A0282B}" type="pres">
      <dgm:prSet presAssocID="{52BD1B27-2C14-4A4A-A6B7-ACA0E1CB5F8D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DA5F2D81-F285-4247-A74D-84B486B207EF}" type="pres">
      <dgm:prSet presAssocID="{52BD1B27-2C14-4A4A-A6B7-ACA0E1CB5F8D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857CBC9-2826-4427-874F-EFE208CA6826}" type="pres">
      <dgm:prSet presAssocID="{A6F0586B-2ECB-4B1F-A59D-DAC82D765A3D}" presName="root2" presStyleCnt="0"/>
      <dgm:spPr/>
    </dgm:pt>
    <dgm:pt modelId="{9D9D0D62-9D7A-4E29-BB6A-D291BF9C64B7}" type="pres">
      <dgm:prSet presAssocID="{A6F0586B-2ECB-4B1F-A59D-DAC82D765A3D}" presName="LevelTwoTextNode" presStyleLbl="node2" presStyleIdx="0" presStyleCnt="2" custScaleX="1480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795126-E17F-47A2-82B6-9702EFA0882D}" type="pres">
      <dgm:prSet presAssocID="{A6F0586B-2ECB-4B1F-A59D-DAC82D765A3D}" presName="level3hierChild" presStyleCnt="0"/>
      <dgm:spPr/>
    </dgm:pt>
    <dgm:pt modelId="{BF84E65A-B0E5-4CF5-B5B4-1844482AF774}" type="pres">
      <dgm:prSet presAssocID="{6F3EE525-1BD9-4FC2-8778-2DB11845F31D}" presName="conn2-1" presStyleLbl="parChTrans1D3" presStyleIdx="0" presStyleCnt="5"/>
      <dgm:spPr/>
      <dgm:t>
        <a:bodyPr/>
        <a:lstStyle/>
        <a:p>
          <a:endParaRPr lang="en-US"/>
        </a:p>
      </dgm:t>
    </dgm:pt>
    <dgm:pt modelId="{867BD9FD-0B91-442C-A60C-DF917E76D48E}" type="pres">
      <dgm:prSet presAssocID="{6F3EE525-1BD9-4FC2-8778-2DB11845F31D}" presName="connTx" presStyleLbl="parChTrans1D3" presStyleIdx="0" presStyleCnt="5"/>
      <dgm:spPr/>
      <dgm:t>
        <a:bodyPr/>
        <a:lstStyle/>
        <a:p>
          <a:endParaRPr lang="en-US"/>
        </a:p>
      </dgm:t>
    </dgm:pt>
    <dgm:pt modelId="{442EBDA8-61A9-43AE-83FA-AA9E10C28801}" type="pres">
      <dgm:prSet presAssocID="{B595F6E9-CC60-4E78-A7BF-347471364281}" presName="root2" presStyleCnt="0"/>
      <dgm:spPr/>
    </dgm:pt>
    <dgm:pt modelId="{C36EA7D4-0120-4E6D-8ADF-D0440CF1AD56}" type="pres">
      <dgm:prSet presAssocID="{B595F6E9-CC60-4E78-A7BF-347471364281}" presName="LevelTwoTextNode" presStyleLbl="node3" presStyleIdx="0" presStyleCnt="5" custScaleX="1420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8C1C5C-5273-49BA-8FC8-E8E9130C9E46}" type="pres">
      <dgm:prSet presAssocID="{B595F6E9-CC60-4E78-A7BF-347471364281}" presName="level3hierChild" presStyleCnt="0"/>
      <dgm:spPr/>
    </dgm:pt>
    <dgm:pt modelId="{B33C186D-6D34-497C-A838-30756AFC2A33}" type="pres">
      <dgm:prSet presAssocID="{8513F16B-868F-42E3-97E9-E5BE14815071}" presName="conn2-1" presStyleLbl="parChTrans1D3" presStyleIdx="1" presStyleCnt="5"/>
      <dgm:spPr/>
      <dgm:t>
        <a:bodyPr/>
        <a:lstStyle/>
        <a:p>
          <a:endParaRPr lang="en-US"/>
        </a:p>
      </dgm:t>
    </dgm:pt>
    <dgm:pt modelId="{F1A0FA4F-5B2D-4F6D-B4B9-ACFF7128B39C}" type="pres">
      <dgm:prSet presAssocID="{8513F16B-868F-42E3-97E9-E5BE14815071}" presName="connTx" presStyleLbl="parChTrans1D3" presStyleIdx="1" presStyleCnt="5"/>
      <dgm:spPr/>
      <dgm:t>
        <a:bodyPr/>
        <a:lstStyle/>
        <a:p>
          <a:endParaRPr lang="en-US"/>
        </a:p>
      </dgm:t>
    </dgm:pt>
    <dgm:pt modelId="{FC030023-FAEE-475F-8625-198DA6BC2F47}" type="pres">
      <dgm:prSet presAssocID="{C7DE752A-7514-4DFF-AADB-5B3554222AC4}" presName="root2" presStyleCnt="0"/>
      <dgm:spPr/>
    </dgm:pt>
    <dgm:pt modelId="{36DDF8DA-B0EB-412B-BC6D-2E1874F19F40}" type="pres">
      <dgm:prSet presAssocID="{C7DE752A-7514-4DFF-AADB-5B3554222AC4}" presName="LevelTwoTextNode" presStyleLbl="node3" presStyleIdx="1" presStyleCnt="5" custScaleX="1420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79F419-2DE3-471B-B1D5-ACAC3E6B3A91}" type="pres">
      <dgm:prSet presAssocID="{C7DE752A-7514-4DFF-AADB-5B3554222AC4}" presName="level3hierChild" presStyleCnt="0"/>
      <dgm:spPr/>
    </dgm:pt>
    <dgm:pt modelId="{E81CD83F-2D66-47E9-99A6-561D72E64745}" type="pres">
      <dgm:prSet presAssocID="{F4D3B9B6-4AF3-4B74-8D54-C824170FACDA}" presName="conn2-1" presStyleLbl="parChTrans1D3" presStyleIdx="2" presStyleCnt="5"/>
      <dgm:spPr/>
      <dgm:t>
        <a:bodyPr/>
        <a:lstStyle/>
        <a:p>
          <a:endParaRPr lang="en-US"/>
        </a:p>
      </dgm:t>
    </dgm:pt>
    <dgm:pt modelId="{99C368D9-8200-4433-8969-2FB977A75DBD}" type="pres">
      <dgm:prSet presAssocID="{F4D3B9B6-4AF3-4B74-8D54-C824170FACDA}" presName="connTx" presStyleLbl="parChTrans1D3" presStyleIdx="2" presStyleCnt="5"/>
      <dgm:spPr/>
      <dgm:t>
        <a:bodyPr/>
        <a:lstStyle/>
        <a:p>
          <a:endParaRPr lang="en-US"/>
        </a:p>
      </dgm:t>
    </dgm:pt>
    <dgm:pt modelId="{E8274FC8-A923-4D20-AB4E-CFA6D715A921}" type="pres">
      <dgm:prSet presAssocID="{2A656185-DE7F-4E00-A6B7-AEEF23685E37}" presName="root2" presStyleCnt="0"/>
      <dgm:spPr/>
    </dgm:pt>
    <dgm:pt modelId="{161B460C-D319-48EB-A23B-F14B5879111E}" type="pres">
      <dgm:prSet presAssocID="{2A656185-DE7F-4E00-A6B7-AEEF23685E37}" presName="LevelTwoTextNode" presStyleLbl="node3" presStyleIdx="2" presStyleCnt="5" custScaleX="1420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325D23A-DE91-46A6-A13A-FDD51F672E83}" type="pres">
      <dgm:prSet presAssocID="{2A656185-DE7F-4E00-A6B7-AEEF23685E37}" presName="level3hierChild" presStyleCnt="0"/>
      <dgm:spPr/>
    </dgm:pt>
    <dgm:pt modelId="{BCCE2ADB-F80A-4F3E-BC32-C8DE5A354216}" type="pres">
      <dgm:prSet presAssocID="{9B4239AE-D654-47F0-B949-EF22AF3BD6A3}" presName="conn2-1" presStyleLbl="parChTrans1D3" presStyleIdx="3" presStyleCnt="5"/>
      <dgm:spPr/>
      <dgm:t>
        <a:bodyPr/>
        <a:lstStyle/>
        <a:p>
          <a:endParaRPr lang="en-US"/>
        </a:p>
      </dgm:t>
    </dgm:pt>
    <dgm:pt modelId="{74FBCEF5-0A3C-469F-A85C-5D02EA9E8248}" type="pres">
      <dgm:prSet presAssocID="{9B4239AE-D654-47F0-B949-EF22AF3BD6A3}" presName="connTx" presStyleLbl="parChTrans1D3" presStyleIdx="3" presStyleCnt="5"/>
      <dgm:spPr/>
      <dgm:t>
        <a:bodyPr/>
        <a:lstStyle/>
        <a:p>
          <a:endParaRPr lang="en-US"/>
        </a:p>
      </dgm:t>
    </dgm:pt>
    <dgm:pt modelId="{26337DD1-5C6C-4C82-ACF2-5EC6934D2DBD}" type="pres">
      <dgm:prSet presAssocID="{5870E297-532F-4BC0-AA09-D574860818FF}" presName="root2" presStyleCnt="0"/>
      <dgm:spPr/>
    </dgm:pt>
    <dgm:pt modelId="{8A7BFD40-B555-4B7F-B6CC-501F2DFA3EB2}" type="pres">
      <dgm:prSet presAssocID="{5870E297-532F-4BC0-AA09-D574860818FF}" presName="LevelTwoTextNode" presStyleLbl="node3" presStyleIdx="3" presStyleCnt="5" custScaleX="1420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CC0F35-F71D-483C-8110-C7AB3900A1F7}" type="pres">
      <dgm:prSet presAssocID="{5870E297-532F-4BC0-AA09-D574860818FF}" presName="level3hierChild" presStyleCnt="0"/>
      <dgm:spPr/>
    </dgm:pt>
    <dgm:pt modelId="{258EB6C6-2368-497F-806E-DA28A101984E}" type="pres">
      <dgm:prSet presAssocID="{A4778FC4-0333-4C2A-8557-51DEE03BF2E5}" presName="conn2-1" presStyleLbl="parChTrans1D3" presStyleIdx="4" presStyleCnt="5"/>
      <dgm:spPr/>
      <dgm:t>
        <a:bodyPr/>
        <a:lstStyle/>
        <a:p>
          <a:endParaRPr lang="en-US"/>
        </a:p>
      </dgm:t>
    </dgm:pt>
    <dgm:pt modelId="{971D082F-6A6C-481C-BA5F-F850AB6B9ACF}" type="pres">
      <dgm:prSet presAssocID="{A4778FC4-0333-4C2A-8557-51DEE03BF2E5}" presName="connTx" presStyleLbl="parChTrans1D3" presStyleIdx="4" presStyleCnt="5"/>
      <dgm:spPr/>
      <dgm:t>
        <a:bodyPr/>
        <a:lstStyle/>
        <a:p>
          <a:endParaRPr lang="en-US"/>
        </a:p>
      </dgm:t>
    </dgm:pt>
    <dgm:pt modelId="{43DDC974-09BB-450D-9C06-A5CF5BA9CC27}" type="pres">
      <dgm:prSet presAssocID="{D0EB1E01-AAA2-4157-8456-7AED639C7C23}" presName="root2" presStyleCnt="0"/>
      <dgm:spPr/>
    </dgm:pt>
    <dgm:pt modelId="{8B5AFF3A-7228-4CAB-BED8-6F2458FF3A72}" type="pres">
      <dgm:prSet presAssocID="{D0EB1E01-AAA2-4157-8456-7AED639C7C23}" presName="LevelTwoTextNode" presStyleLbl="node3" presStyleIdx="4" presStyleCnt="5" custScaleX="1420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05AF7B-35F5-4B11-B04C-B1CF8F7EAAF9}" type="pres">
      <dgm:prSet presAssocID="{D0EB1E01-AAA2-4157-8456-7AED639C7C23}" presName="level3hierChild" presStyleCnt="0"/>
      <dgm:spPr/>
    </dgm:pt>
    <dgm:pt modelId="{9870BA32-99C2-4455-B1CC-C86FB3382367}" type="pres">
      <dgm:prSet presAssocID="{630AE37F-DA40-4645-80B4-AE81135066F3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977DAB4-AF7D-4BE3-B1D8-1446758B22DA}" type="pres">
      <dgm:prSet presAssocID="{630AE37F-DA40-4645-80B4-AE81135066F3}" presName="connTx" presStyleLbl="parChTrans1D2" presStyleIdx="1" presStyleCnt="2"/>
      <dgm:spPr/>
      <dgm:t>
        <a:bodyPr/>
        <a:lstStyle/>
        <a:p>
          <a:endParaRPr lang="en-US"/>
        </a:p>
      </dgm:t>
    </dgm:pt>
    <dgm:pt modelId="{25DACD78-A241-4223-99A4-B56E9DCA1E1F}" type="pres">
      <dgm:prSet presAssocID="{F1461A7C-EA4E-496E-8BD3-BFAC6F22E692}" presName="root2" presStyleCnt="0"/>
      <dgm:spPr/>
    </dgm:pt>
    <dgm:pt modelId="{29584F8D-DF4F-4790-A577-A21D0A09F5E6}" type="pres">
      <dgm:prSet presAssocID="{F1461A7C-EA4E-496E-8BD3-BFAC6F22E692}" presName="LevelTwoTextNode" presStyleLbl="node2" presStyleIdx="1" presStyleCnt="2" custScaleX="1480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01A8B61-F1A3-4B24-9666-77168D8B61E3}" type="pres">
      <dgm:prSet presAssocID="{F1461A7C-EA4E-496E-8BD3-BFAC6F22E692}" presName="level3hierChild" presStyleCnt="0"/>
      <dgm:spPr/>
    </dgm:pt>
  </dgm:ptLst>
  <dgm:cxnLst>
    <dgm:cxn modelId="{F9D6838B-F057-4DAA-9AD2-C049B13E8A9A}" type="presOf" srcId="{630AE37F-DA40-4645-80B4-AE81135066F3}" destId="{9870BA32-99C2-4455-B1CC-C86FB3382367}" srcOrd="0" destOrd="0" presId="urn:microsoft.com/office/officeart/2005/8/layout/hierarchy2"/>
    <dgm:cxn modelId="{B7CB8A84-FAE5-4AC1-B598-D76C24C9DBBE}" type="presOf" srcId="{8513F16B-868F-42E3-97E9-E5BE14815071}" destId="{B33C186D-6D34-497C-A838-30756AFC2A33}" srcOrd="0" destOrd="0" presId="urn:microsoft.com/office/officeart/2005/8/layout/hierarchy2"/>
    <dgm:cxn modelId="{DECB109A-DB19-41A6-85BA-1045734E0D6C}" type="presOf" srcId="{630AE37F-DA40-4645-80B4-AE81135066F3}" destId="{7977DAB4-AF7D-4BE3-B1D8-1446758B22DA}" srcOrd="1" destOrd="0" presId="urn:microsoft.com/office/officeart/2005/8/layout/hierarchy2"/>
    <dgm:cxn modelId="{BA0C11AA-E3F0-48CC-8D90-0A46DF422465}" type="presOf" srcId="{8513F16B-868F-42E3-97E9-E5BE14815071}" destId="{F1A0FA4F-5B2D-4F6D-B4B9-ACFF7128B39C}" srcOrd="1" destOrd="0" presId="urn:microsoft.com/office/officeart/2005/8/layout/hierarchy2"/>
    <dgm:cxn modelId="{2386342A-9BCF-4DFF-8137-A681C1E8FE9C}" type="presOf" srcId="{F4D3B9B6-4AF3-4B74-8D54-C824170FACDA}" destId="{99C368D9-8200-4433-8969-2FB977A75DBD}" srcOrd="1" destOrd="0" presId="urn:microsoft.com/office/officeart/2005/8/layout/hierarchy2"/>
    <dgm:cxn modelId="{64CB0418-0499-4BEC-9711-E53A49B0A623}" type="presOf" srcId="{D0EB1E01-AAA2-4157-8456-7AED639C7C23}" destId="{8B5AFF3A-7228-4CAB-BED8-6F2458FF3A72}" srcOrd="0" destOrd="0" presId="urn:microsoft.com/office/officeart/2005/8/layout/hierarchy2"/>
    <dgm:cxn modelId="{8DFC8622-3E46-47DA-821A-AF47A6EC541C}" type="presOf" srcId="{9B4239AE-D654-47F0-B949-EF22AF3BD6A3}" destId="{BCCE2ADB-F80A-4F3E-BC32-C8DE5A354216}" srcOrd="0" destOrd="0" presId="urn:microsoft.com/office/officeart/2005/8/layout/hierarchy2"/>
    <dgm:cxn modelId="{39A2EE3F-E19B-41F3-AA0E-E9C3784B2D21}" type="presOf" srcId="{52BD1B27-2C14-4A4A-A6B7-ACA0E1CB5F8D}" destId="{DA5F2D81-F285-4247-A74D-84B486B207EF}" srcOrd="1" destOrd="0" presId="urn:microsoft.com/office/officeart/2005/8/layout/hierarchy2"/>
    <dgm:cxn modelId="{460203DA-BF39-4442-8D63-4D75A9BD76AE}" type="presOf" srcId="{A4778FC4-0333-4C2A-8557-51DEE03BF2E5}" destId="{971D082F-6A6C-481C-BA5F-F850AB6B9ACF}" srcOrd="1" destOrd="0" presId="urn:microsoft.com/office/officeart/2005/8/layout/hierarchy2"/>
    <dgm:cxn modelId="{150BC51D-0917-4B63-A533-D0DAA303593F}" type="presOf" srcId="{6F3EE525-1BD9-4FC2-8778-2DB11845F31D}" destId="{867BD9FD-0B91-442C-A60C-DF917E76D48E}" srcOrd="1" destOrd="0" presId="urn:microsoft.com/office/officeart/2005/8/layout/hierarchy2"/>
    <dgm:cxn modelId="{129A2F77-73A9-453A-9AAE-76B443A8D9F0}" srcId="{A6F0586B-2ECB-4B1F-A59D-DAC82D765A3D}" destId="{5870E297-532F-4BC0-AA09-D574860818FF}" srcOrd="3" destOrd="0" parTransId="{9B4239AE-D654-47F0-B949-EF22AF3BD6A3}" sibTransId="{797CDE0E-93C7-4767-B2BD-FFD1704840A0}"/>
    <dgm:cxn modelId="{646D06C8-4E83-4B89-B5F3-D9B9D260CE49}" type="presOf" srcId="{A6F0586B-2ECB-4B1F-A59D-DAC82D765A3D}" destId="{9D9D0D62-9D7A-4E29-BB6A-D291BF9C64B7}" srcOrd="0" destOrd="0" presId="urn:microsoft.com/office/officeart/2005/8/layout/hierarchy2"/>
    <dgm:cxn modelId="{0A215860-F55C-438E-9489-315A01E1794A}" type="presOf" srcId="{B595F6E9-CC60-4E78-A7BF-347471364281}" destId="{C36EA7D4-0120-4E6D-8ADF-D0440CF1AD56}" srcOrd="0" destOrd="0" presId="urn:microsoft.com/office/officeart/2005/8/layout/hierarchy2"/>
    <dgm:cxn modelId="{A03226F8-CB55-4CE1-A4D6-D9C63F5FBED6}" type="presOf" srcId="{A4778FC4-0333-4C2A-8557-51DEE03BF2E5}" destId="{258EB6C6-2368-497F-806E-DA28A101984E}" srcOrd="0" destOrd="0" presId="urn:microsoft.com/office/officeart/2005/8/layout/hierarchy2"/>
    <dgm:cxn modelId="{199727C9-295F-41C1-B55D-94E7DCE3A19D}" type="presOf" srcId="{C7DE752A-7514-4DFF-AADB-5B3554222AC4}" destId="{36DDF8DA-B0EB-412B-BC6D-2E1874F19F40}" srcOrd="0" destOrd="0" presId="urn:microsoft.com/office/officeart/2005/8/layout/hierarchy2"/>
    <dgm:cxn modelId="{55432212-CBD3-4CAB-8B18-32872FA8A0E7}" srcId="{D3E39D6D-5EA8-4F14-885C-0CCF179D3035}" destId="{D84FA95E-F274-439F-A05D-A58A76ED78C2}" srcOrd="0" destOrd="0" parTransId="{3F794B82-8B74-422C-80BF-7743C3EAF7CF}" sibTransId="{01DCBC34-9009-48F5-ADAF-A73D9528E055}"/>
    <dgm:cxn modelId="{C7EC40EF-1B82-4481-8978-1BD1DE540805}" srcId="{A6F0586B-2ECB-4B1F-A59D-DAC82D765A3D}" destId="{C7DE752A-7514-4DFF-AADB-5B3554222AC4}" srcOrd="1" destOrd="0" parTransId="{8513F16B-868F-42E3-97E9-E5BE14815071}" sibTransId="{430E359C-C045-44FA-AE02-8A1DA2258245}"/>
    <dgm:cxn modelId="{8953BF37-5054-4612-B89F-F569A9F0D82D}" type="presOf" srcId="{6F3EE525-1BD9-4FC2-8778-2DB11845F31D}" destId="{BF84E65A-B0E5-4CF5-B5B4-1844482AF774}" srcOrd="0" destOrd="0" presId="urn:microsoft.com/office/officeart/2005/8/layout/hierarchy2"/>
    <dgm:cxn modelId="{C5E5CD42-456C-495C-90DB-AF97214DF049}" type="presOf" srcId="{F4D3B9B6-4AF3-4B74-8D54-C824170FACDA}" destId="{E81CD83F-2D66-47E9-99A6-561D72E64745}" srcOrd="0" destOrd="0" presId="urn:microsoft.com/office/officeart/2005/8/layout/hierarchy2"/>
    <dgm:cxn modelId="{45F3431E-678C-452A-AF1E-A4CCEE6818FB}" type="presOf" srcId="{2A656185-DE7F-4E00-A6B7-AEEF23685E37}" destId="{161B460C-D319-48EB-A23B-F14B5879111E}" srcOrd="0" destOrd="0" presId="urn:microsoft.com/office/officeart/2005/8/layout/hierarchy2"/>
    <dgm:cxn modelId="{90C040C2-2BDE-4868-B8C7-58B3100B3421}" srcId="{A6F0586B-2ECB-4B1F-A59D-DAC82D765A3D}" destId="{D0EB1E01-AAA2-4157-8456-7AED639C7C23}" srcOrd="4" destOrd="0" parTransId="{A4778FC4-0333-4C2A-8557-51DEE03BF2E5}" sibTransId="{7EAAC72C-EB11-4BE0-92BC-A663C871A76C}"/>
    <dgm:cxn modelId="{EDF2798A-46E3-4CC3-B3F2-9980B462C467}" type="presOf" srcId="{F1461A7C-EA4E-496E-8BD3-BFAC6F22E692}" destId="{29584F8D-DF4F-4790-A577-A21D0A09F5E6}" srcOrd="0" destOrd="0" presId="urn:microsoft.com/office/officeart/2005/8/layout/hierarchy2"/>
    <dgm:cxn modelId="{6F0A5388-467A-4625-B9BB-9020BE795E12}" type="presOf" srcId="{9B4239AE-D654-47F0-B949-EF22AF3BD6A3}" destId="{74FBCEF5-0A3C-469F-A85C-5D02EA9E8248}" srcOrd="1" destOrd="0" presId="urn:microsoft.com/office/officeart/2005/8/layout/hierarchy2"/>
    <dgm:cxn modelId="{231A00A8-8A52-48CD-B5CB-63F760DDFA06}" type="presOf" srcId="{5870E297-532F-4BC0-AA09-D574860818FF}" destId="{8A7BFD40-B555-4B7F-B6CC-501F2DFA3EB2}" srcOrd="0" destOrd="0" presId="urn:microsoft.com/office/officeart/2005/8/layout/hierarchy2"/>
    <dgm:cxn modelId="{9594A7D8-BC58-41ED-9B39-63A125B4D196}" type="presOf" srcId="{D3E39D6D-5EA8-4F14-885C-0CCF179D3035}" destId="{E0C7283C-BDC5-4049-84FF-9A5E7247B8DC}" srcOrd="0" destOrd="0" presId="urn:microsoft.com/office/officeart/2005/8/layout/hierarchy2"/>
    <dgm:cxn modelId="{8FBBF628-D814-493B-B5C6-7C54B8ADFCAA}" srcId="{D84FA95E-F274-439F-A05D-A58A76ED78C2}" destId="{A6F0586B-2ECB-4B1F-A59D-DAC82D765A3D}" srcOrd="0" destOrd="0" parTransId="{52BD1B27-2C14-4A4A-A6B7-ACA0E1CB5F8D}" sibTransId="{5DD9597B-B617-472A-8F23-62A2220ABAD3}"/>
    <dgm:cxn modelId="{8736F154-66F3-4ED0-891A-FB63A204D9A6}" type="presOf" srcId="{D84FA95E-F274-439F-A05D-A58A76ED78C2}" destId="{61A7AA6B-41FC-44D8-A21B-F8198F16C46F}" srcOrd="0" destOrd="0" presId="urn:microsoft.com/office/officeart/2005/8/layout/hierarchy2"/>
    <dgm:cxn modelId="{57157C78-F63A-4D03-BFD5-2FFCB6396D81}" srcId="{A6F0586B-2ECB-4B1F-A59D-DAC82D765A3D}" destId="{2A656185-DE7F-4E00-A6B7-AEEF23685E37}" srcOrd="2" destOrd="0" parTransId="{F4D3B9B6-4AF3-4B74-8D54-C824170FACDA}" sibTransId="{363ABEAB-BBE1-43DC-89F9-E2091FF12074}"/>
    <dgm:cxn modelId="{5819AA20-8423-449B-8FD8-C328530E7241}" srcId="{D84FA95E-F274-439F-A05D-A58A76ED78C2}" destId="{F1461A7C-EA4E-496E-8BD3-BFAC6F22E692}" srcOrd="1" destOrd="0" parTransId="{630AE37F-DA40-4645-80B4-AE81135066F3}" sibTransId="{1794FDB7-536B-45F4-B2E2-DD25DD6CDF43}"/>
    <dgm:cxn modelId="{9585C071-1A1F-4962-AEB2-104170776B51}" srcId="{A6F0586B-2ECB-4B1F-A59D-DAC82D765A3D}" destId="{B595F6E9-CC60-4E78-A7BF-347471364281}" srcOrd="0" destOrd="0" parTransId="{6F3EE525-1BD9-4FC2-8778-2DB11845F31D}" sibTransId="{59667741-ED71-4E40-A512-EC73545E6F32}"/>
    <dgm:cxn modelId="{E82D87EC-FEC5-4D3D-9A4B-B2555E427739}" type="presOf" srcId="{52BD1B27-2C14-4A4A-A6B7-ACA0E1CB5F8D}" destId="{2AEF6E65-878E-45D1-A6F7-E79003A0282B}" srcOrd="0" destOrd="0" presId="urn:microsoft.com/office/officeart/2005/8/layout/hierarchy2"/>
    <dgm:cxn modelId="{BAD79F40-3AFA-408B-8CB2-248F5CF4405F}" type="presParOf" srcId="{E0C7283C-BDC5-4049-84FF-9A5E7247B8DC}" destId="{D2E4253A-1656-4038-B449-48C5E84DE05E}" srcOrd="0" destOrd="0" presId="urn:microsoft.com/office/officeart/2005/8/layout/hierarchy2"/>
    <dgm:cxn modelId="{ECC53B01-A1A5-4435-93A8-E41BB777F480}" type="presParOf" srcId="{D2E4253A-1656-4038-B449-48C5E84DE05E}" destId="{61A7AA6B-41FC-44D8-A21B-F8198F16C46F}" srcOrd="0" destOrd="0" presId="urn:microsoft.com/office/officeart/2005/8/layout/hierarchy2"/>
    <dgm:cxn modelId="{F7F49A0C-3337-41DB-8D33-67FAA63DFD4E}" type="presParOf" srcId="{D2E4253A-1656-4038-B449-48C5E84DE05E}" destId="{45334EAC-8D43-4FA9-A467-7583D55536BD}" srcOrd="1" destOrd="0" presId="urn:microsoft.com/office/officeart/2005/8/layout/hierarchy2"/>
    <dgm:cxn modelId="{9351B0CD-5DCC-4CE4-A3E6-5E7471B12DF3}" type="presParOf" srcId="{45334EAC-8D43-4FA9-A467-7583D55536BD}" destId="{2AEF6E65-878E-45D1-A6F7-E79003A0282B}" srcOrd="0" destOrd="0" presId="urn:microsoft.com/office/officeart/2005/8/layout/hierarchy2"/>
    <dgm:cxn modelId="{BEBE6CC4-D47F-4B52-A9B1-282F7C3D77B5}" type="presParOf" srcId="{2AEF6E65-878E-45D1-A6F7-E79003A0282B}" destId="{DA5F2D81-F285-4247-A74D-84B486B207EF}" srcOrd="0" destOrd="0" presId="urn:microsoft.com/office/officeart/2005/8/layout/hierarchy2"/>
    <dgm:cxn modelId="{7E730965-648F-4351-A658-CFDFBB2B1C3C}" type="presParOf" srcId="{45334EAC-8D43-4FA9-A467-7583D55536BD}" destId="{9857CBC9-2826-4427-874F-EFE208CA6826}" srcOrd="1" destOrd="0" presId="urn:microsoft.com/office/officeart/2005/8/layout/hierarchy2"/>
    <dgm:cxn modelId="{186B91CB-20BF-4282-9AF6-B706D3B560B5}" type="presParOf" srcId="{9857CBC9-2826-4427-874F-EFE208CA6826}" destId="{9D9D0D62-9D7A-4E29-BB6A-D291BF9C64B7}" srcOrd="0" destOrd="0" presId="urn:microsoft.com/office/officeart/2005/8/layout/hierarchy2"/>
    <dgm:cxn modelId="{DD28E966-C7B6-4E42-8B7D-C7C17308D35B}" type="presParOf" srcId="{9857CBC9-2826-4427-874F-EFE208CA6826}" destId="{3A795126-E17F-47A2-82B6-9702EFA0882D}" srcOrd="1" destOrd="0" presId="urn:microsoft.com/office/officeart/2005/8/layout/hierarchy2"/>
    <dgm:cxn modelId="{84EAEF5B-ACE3-40B2-934D-C819472BFF50}" type="presParOf" srcId="{3A795126-E17F-47A2-82B6-9702EFA0882D}" destId="{BF84E65A-B0E5-4CF5-B5B4-1844482AF774}" srcOrd="0" destOrd="0" presId="urn:microsoft.com/office/officeart/2005/8/layout/hierarchy2"/>
    <dgm:cxn modelId="{B532BC83-CA1B-47D6-957B-8A4F1997ACC1}" type="presParOf" srcId="{BF84E65A-B0E5-4CF5-B5B4-1844482AF774}" destId="{867BD9FD-0B91-442C-A60C-DF917E76D48E}" srcOrd="0" destOrd="0" presId="urn:microsoft.com/office/officeart/2005/8/layout/hierarchy2"/>
    <dgm:cxn modelId="{2FF85A5A-6960-4E3F-8A8F-4B02B1404296}" type="presParOf" srcId="{3A795126-E17F-47A2-82B6-9702EFA0882D}" destId="{442EBDA8-61A9-43AE-83FA-AA9E10C28801}" srcOrd="1" destOrd="0" presId="urn:microsoft.com/office/officeart/2005/8/layout/hierarchy2"/>
    <dgm:cxn modelId="{341C64C5-4E4C-45B0-8E4A-86AF5C35700F}" type="presParOf" srcId="{442EBDA8-61A9-43AE-83FA-AA9E10C28801}" destId="{C36EA7D4-0120-4E6D-8ADF-D0440CF1AD56}" srcOrd="0" destOrd="0" presId="urn:microsoft.com/office/officeart/2005/8/layout/hierarchy2"/>
    <dgm:cxn modelId="{9F4533BD-6084-4872-899C-E8FDD93ACD86}" type="presParOf" srcId="{442EBDA8-61A9-43AE-83FA-AA9E10C28801}" destId="{688C1C5C-5273-49BA-8FC8-E8E9130C9E46}" srcOrd="1" destOrd="0" presId="urn:microsoft.com/office/officeart/2005/8/layout/hierarchy2"/>
    <dgm:cxn modelId="{5A6CCEEB-7ACA-47E2-8744-8974DC9CCBAA}" type="presParOf" srcId="{3A795126-E17F-47A2-82B6-9702EFA0882D}" destId="{B33C186D-6D34-497C-A838-30756AFC2A33}" srcOrd="2" destOrd="0" presId="urn:microsoft.com/office/officeart/2005/8/layout/hierarchy2"/>
    <dgm:cxn modelId="{6C045E5A-C486-489E-85C2-CCD09E65EFBC}" type="presParOf" srcId="{B33C186D-6D34-497C-A838-30756AFC2A33}" destId="{F1A0FA4F-5B2D-4F6D-B4B9-ACFF7128B39C}" srcOrd="0" destOrd="0" presId="urn:microsoft.com/office/officeart/2005/8/layout/hierarchy2"/>
    <dgm:cxn modelId="{7B4D42AC-98AD-4408-8EE7-524FB08F0E1E}" type="presParOf" srcId="{3A795126-E17F-47A2-82B6-9702EFA0882D}" destId="{FC030023-FAEE-475F-8625-198DA6BC2F47}" srcOrd="3" destOrd="0" presId="urn:microsoft.com/office/officeart/2005/8/layout/hierarchy2"/>
    <dgm:cxn modelId="{196902E3-E312-4450-A1CB-C520F0F1938A}" type="presParOf" srcId="{FC030023-FAEE-475F-8625-198DA6BC2F47}" destId="{36DDF8DA-B0EB-412B-BC6D-2E1874F19F40}" srcOrd="0" destOrd="0" presId="urn:microsoft.com/office/officeart/2005/8/layout/hierarchy2"/>
    <dgm:cxn modelId="{A9E126BA-69F2-476E-92F5-7A9B8E84C6C0}" type="presParOf" srcId="{FC030023-FAEE-475F-8625-198DA6BC2F47}" destId="{AB79F419-2DE3-471B-B1D5-ACAC3E6B3A91}" srcOrd="1" destOrd="0" presId="urn:microsoft.com/office/officeart/2005/8/layout/hierarchy2"/>
    <dgm:cxn modelId="{9BDF0C7B-316C-485F-9D54-95F42EA5AE17}" type="presParOf" srcId="{3A795126-E17F-47A2-82B6-9702EFA0882D}" destId="{E81CD83F-2D66-47E9-99A6-561D72E64745}" srcOrd="4" destOrd="0" presId="urn:microsoft.com/office/officeart/2005/8/layout/hierarchy2"/>
    <dgm:cxn modelId="{435395EB-3B0E-4537-972C-EBF17DFD7B9B}" type="presParOf" srcId="{E81CD83F-2D66-47E9-99A6-561D72E64745}" destId="{99C368D9-8200-4433-8969-2FB977A75DBD}" srcOrd="0" destOrd="0" presId="urn:microsoft.com/office/officeart/2005/8/layout/hierarchy2"/>
    <dgm:cxn modelId="{69ACD8C2-F0B8-4525-8777-4BC53ED45157}" type="presParOf" srcId="{3A795126-E17F-47A2-82B6-9702EFA0882D}" destId="{E8274FC8-A923-4D20-AB4E-CFA6D715A921}" srcOrd="5" destOrd="0" presId="urn:microsoft.com/office/officeart/2005/8/layout/hierarchy2"/>
    <dgm:cxn modelId="{4077557A-EBDB-49DD-99F1-62F8D4216940}" type="presParOf" srcId="{E8274FC8-A923-4D20-AB4E-CFA6D715A921}" destId="{161B460C-D319-48EB-A23B-F14B5879111E}" srcOrd="0" destOrd="0" presId="urn:microsoft.com/office/officeart/2005/8/layout/hierarchy2"/>
    <dgm:cxn modelId="{0FD67382-D2C6-455A-AB94-CF3FDB282F2D}" type="presParOf" srcId="{E8274FC8-A923-4D20-AB4E-CFA6D715A921}" destId="{5325D23A-DE91-46A6-A13A-FDD51F672E83}" srcOrd="1" destOrd="0" presId="urn:microsoft.com/office/officeart/2005/8/layout/hierarchy2"/>
    <dgm:cxn modelId="{2F51EB48-33F6-4142-80F7-5E9BC429ED0C}" type="presParOf" srcId="{3A795126-E17F-47A2-82B6-9702EFA0882D}" destId="{BCCE2ADB-F80A-4F3E-BC32-C8DE5A354216}" srcOrd="6" destOrd="0" presId="urn:microsoft.com/office/officeart/2005/8/layout/hierarchy2"/>
    <dgm:cxn modelId="{DD151776-A467-41B6-AD73-21F3CAFC6AE0}" type="presParOf" srcId="{BCCE2ADB-F80A-4F3E-BC32-C8DE5A354216}" destId="{74FBCEF5-0A3C-469F-A85C-5D02EA9E8248}" srcOrd="0" destOrd="0" presId="urn:microsoft.com/office/officeart/2005/8/layout/hierarchy2"/>
    <dgm:cxn modelId="{16F68A57-E87C-4417-9C41-962833EAF34B}" type="presParOf" srcId="{3A795126-E17F-47A2-82B6-9702EFA0882D}" destId="{26337DD1-5C6C-4C82-ACF2-5EC6934D2DBD}" srcOrd="7" destOrd="0" presId="urn:microsoft.com/office/officeart/2005/8/layout/hierarchy2"/>
    <dgm:cxn modelId="{99ABB3D8-8FF4-41E9-8A05-2BA62EB65F50}" type="presParOf" srcId="{26337DD1-5C6C-4C82-ACF2-5EC6934D2DBD}" destId="{8A7BFD40-B555-4B7F-B6CC-501F2DFA3EB2}" srcOrd="0" destOrd="0" presId="urn:microsoft.com/office/officeart/2005/8/layout/hierarchy2"/>
    <dgm:cxn modelId="{AD360741-8DB8-46C2-93A2-BD0FD711DE4F}" type="presParOf" srcId="{26337DD1-5C6C-4C82-ACF2-5EC6934D2DBD}" destId="{09CC0F35-F71D-483C-8110-C7AB3900A1F7}" srcOrd="1" destOrd="0" presId="urn:microsoft.com/office/officeart/2005/8/layout/hierarchy2"/>
    <dgm:cxn modelId="{FDDF72C4-0E0A-4BDF-9F29-E0DD03F7F33F}" type="presParOf" srcId="{3A795126-E17F-47A2-82B6-9702EFA0882D}" destId="{258EB6C6-2368-497F-806E-DA28A101984E}" srcOrd="8" destOrd="0" presId="urn:microsoft.com/office/officeart/2005/8/layout/hierarchy2"/>
    <dgm:cxn modelId="{A21E6033-D763-40DB-98B1-71860E1CB098}" type="presParOf" srcId="{258EB6C6-2368-497F-806E-DA28A101984E}" destId="{971D082F-6A6C-481C-BA5F-F850AB6B9ACF}" srcOrd="0" destOrd="0" presId="urn:microsoft.com/office/officeart/2005/8/layout/hierarchy2"/>
    <dgm:cxn modelId="{243FAF47-7949-4252-894E-95AF71A87B95}" type="presParOf" srcId="{3A795126-E17F-47A2-82B6-9702EFA0882D}" destId="{43DDC974-09BB-450D-9C06-A5CF5BA9CC27}" srcOrd="9" destOrd="0" presId="urn:microsoft.com/office/officeart/2005/8/layout/hierarchy2"/>
    <dgm:cxn modelId="{A217E206-8AD4-4350-B2B3-3E528E8C02C5}" type="presParOf" srcId="{43DDC974-09BB-450D-9C06-A5CF5BA9CC27}" destId="{8B5AFF3A-7228-4CAB-BED8-6F2458FF3A72}" srcOrd="0" destOrd="0" presId="urn:microsoft.com/office/officeart/2005/8/layout/hierarchy2"/>
    <dgm:cxn modelId="{1DC8AC64-E1DD-41FD-ABA4-265E45F0CAA7}" type="presParOf" srcId="{43DDC974-09BB-450D-9C06-A5CF5BA9CC27}" destId="{E805AF7B-35F5-4B11-B04C-B1CF8F7EAAF9}" srcOrd="1" destOrd="0" presId="urn:microsoft.com/office/officeart/2005/8/layout/hierarchy2"/>
    <dgm:cxn modelId="{904CC355-A400-4C42-8C36-09D68F57D62F}" type="presParOf" srcId="{45334EAC-8D43-4FA9-A467-7583D55536BD}" destId="{9870BA32-99C2-4455-B1CC-C86FB3382367}" srcOrd="2" destOrd="0" presId="urn:microsoft.com/office/officeart/2005/8/layout/hierarchy2"/>
    <dgm:cxn modelId="{F957D275-8A14-4293-AF1F-5A046058FA1B}" type="presParOf" srcId="{9870BA32-99C2-4455-B1CC-C86FB3382367}" destId="{7977DAB4-AF7D-4BE3-B1D8-1446758B22DA}" srcOrd="0" destOrd="0" presId="urn:microsoft.com/office/officeart/2005/8/layout/hierarchy2"/>
    <dgm:cxn modelId="{E0A0F714-B6D0-4A7E-B4EF-8E2522104F85}" type="presParOf" srcId="{45334EAC-8D43-4FA9-A467-7583D55536BD}" destId="{25DACD78-A241-4223-99A4-B56E9DCA1E1F}" srcOrd="3" destOrd="0" presId="urn:microsoft.com/office/officeart/2005/8/layout/hierarchy2"/>
    <dgm:cxn modelId="{86B9819A-A224-4374-A9EA-2B62390FAC1A}" type="presParOf" srcId="{25DACD78-A241-4223-99A4-B56E9DCA1E1F}" destId="{29584F8D-DF4F-4790-A577-A21D0A09F5E6}" srcOrd="0" destOrd="0" presId="urn:microsoft.com/office/officeart/2005/8/layout/hierarchy2"/>
    <dgm:cxn modelId="{4DF80222-827F-4E06-AD41-527BB45A3999}" type="presParOf" srcId="{25DACD78-A241-4223-99A4-B56E9DCA1E1F}" destId="{E01A8B61-F1A3-4B24-9666-77168D8B61E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8E1C00-7E41-4EEE-B60F-2CFE15D3C21E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50870836-53D3-4848-8252-C294868D9FF4}">
      <dgm:prSet phldrT="[Text]"/>
      <dgm:spPr/>
      <dgm:t>
        <a:bodyPr/>
        <a:lstStyle/>
        <a:p>
          <a:r>
            <a:rPr lang="en-US" dirty="0" smtClean="0"/>
            <a:t>Safer</a:t>
          </a:r>
          <a:endParaRPr lang="en-US" dirty="0"/>
        </a:p>
      </dgm:t>
    </dgm:pt>
    <dgm:pt modelId="{A7BD886B-7705-4A7E-84E4-31BA76E3C426}" type="parTrans" cxnId="{51D91DF5-EE36-4991-A47A-9503F4C5DDE7}">
      <dgm:prSet/>
      <dgm:spPr/>
      <dgm:t>
        <a:bodyPr/>
        <a:lstStyle/>
        <a:p>
          <a:endParaRPr lang="en-US"/>
        </a:p>
      </dgm:t>
    </dgm:pt>
    <dgm:pt modelId="{8836E7C4-EBB4-45C8-ACC1-95C73ADCB27B}" type="sibTrans" cxnId="{51D91DF5-EE36-4991-A47A-9503F4C5DDE7}">
      <dgm:prSet/>
      <dgm:spPr/>
      <dgm:t>
        <a:bodyPr/>
        <a:lstStyle/>
        <a:p>
          <a:endParaRPr lang="en-US"/>
        </a:p>
      </dgm:t>
    </dgm:pt>
    <dgm:pt modelId="{AD45147A-6979-4B8E-97D8-751868D2E7D2}">
      <dgm:prSet phldrT="[Text]"/>
      <dgm:spPr/>
      <dgm:t>
        <a:bodyPr/>
        <a:lstStyle/>
        <a:p>
          <a:r>
            <a:rPr lang="en-US" dirty="0" smtClean="0"/>
            <a:t>Faster</a:t>
          </a:r>
          <a:endParaRPr lang="en-US" dirty="0"/>
        </a:p>
      </dgm:t>
    </dgm:pt>
    <dgm:pt modelId="{70F22543-A3E7-40FA-ACDF-05206898E28A}" type="parTrans" cxnId="{8D461C39-40D6-47BE-86A3-9163CD459AAB}">
      <dgm:prSet/>
      <dgm:spPr/>
      <dgm:t>
        <a:bodyPr/>
        <a:lstStyle/>
        <a:p>
          <a:endParaRPr lang="en-US"/>
        </a:p>
      </dgm:t>
    </dgm:pt>
    <dgm:pt modelId="{473A7220-D0D6-494D-B35A-DE7816BB0E52}" type="sibTrans" cxnId="{8D461C39-40D6-47BE-86A3-9163CD459AAB}">
      <dgm:prSet/>
      <dgm:spPr/>
      <dgm:t>
        <a:bodyPr/>
        <a:lstStyle/>
        <a:p>
          <a:endParaRPr lang="en-US"/>
        </a:p>
      </dgm:t>
    </dgm:pt>
    <dgm:pt modelId="{C49A12B3-88FF-4C5B-A35D-5BE9B4CA98E8}">
      <dgm:prSet phldrT="[Text]"/>
      <dgm:spPr/>
      <dgm:t>
        <a:bodyPr/>
        <a:lstStyle/>
        <a:p>
          <a:r>
            <a:rPr lang="en-US" dirty="0" smtClean="0"/>
            <a:t>Better</a:t>
          </a:r>
          <a:endParaRPr lang="en-US" dirty="0"/>
        </a:p>
      </dgm:t>
    </dgm:pt>
    <dgm:pt modelId="{859A09B1-3322-4B00-8B50-7B7816B30303}" type="parTrans" cxnId="{4BA30612-980A-402F-AFE1-CA37A54EF9B9}">
      <dgm:prSet/>
      <dgm:spPr/>
      <dgm:t>
        <a:bodyPr/>
        <a:lstStyle/>
        <a:p>
          <a:endParaRPr lang="en-US"/>
        </a:p>
      </dgm:t>
    </dgm:pt>
    <dgm:pt modelId="{2ED51CD5-28C7-4BB1-A6FF-47631B68A5EC}" type="sibTrans" cxnId="{4BA30612-980A-402F-AFE1-CA37A54EF9B9}">
      <dgm:prSet/>
      <dgm:spPr/>
      <dgm:t>
        <a:bodyPr/>
        <a:lstStyle/>
        <a:p>
          <a:endParaRPr lang="en-US"/>
        </a:p>
      </dgm:t>
    </dgm:pt>
    <dgm:pt modelId="{B6573339-48B6-43D5-B345-D97CC97474ED}" type="pres">
      <dgm:prSet presAssocID="{328E1C00-7E41-4EEE-B60F-2CFE15D3C21E}" presName="arrowDiagram" presStyleCnt="0">
        <dgm:presLayoutVars>
          <dgm:chMax val="5"/>
          <dgm:dir/>
          <dgm:resizeHandles val="exact"/>
        </dgm:presLayoutVars>
      </dgm:prSet>
      <dgm:spPr/>
    </dgm:pt>
    <dgm:pt modelId="{90B83A35-76AC-4D1D-8D26-7E4098A72B08}" type="pres">
      <dgm:prSet presAssocID="{328E1C00-7E41-4EEE-B60F-2CFE15D3C21E}" presName="arrow" presStyleLbl="bgShp" presStyleIdx="0" presStyleCnt="1" custLinFactNeighborX="25000" custLinFactNeighborY="40000"/>
      <dgm:spPr/>
    </dgm:pt>
    <dgm:pt modelId="{F3C7E06C-C5CD-4C62-BDA0-615D61CE73A7}" type="pres">
      <dgm:prSet presAssocID="{328E1C00-7E41-4EEE-B60F-2CFE15D3C21E}" presName="arrowDiagram3" presStyleCnt="0"/>
      <dgm:spPr/>
    </dgm:pt>
    <dgm:pt modelId="{A32EB359-481C-4BC6-B748-5DC78C95911B}" type="pres">
      <dgm:prSet presAssocID="{50870836-53D3-4848-8252-C294868D9FF4}" presName="bullet3a" presStyleLbl="node1" presStyleIdx="0" presStyleCnt="3"/>
      <dgm:spPr/>
    </dgm:pt>
    <dgm:pt modelId="{F9484B74-8D8B-4270-A1DE-04E4B2C731D4}" type="pres">
      <dgm:prSet presAssocID="{50870836-53D3-4848-8252-C294868D9FF4}" presName="textBox3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3AD5EB-CF4B-458D-9BE9-96448B351A48}" type="pres">
      <dgm:prSet presAssocID="{AD45147A-6979-4B8E-97D8-751868D2E7D2}" presName="bullet3b" presStyleLbl="node1" presStyleIdx="1" presStyleCnt="3"/>
      <dgm:spPr/>
    </dgm:pt>
    <dgm:pt modelId="{00933791-4608-4F30-B7F0-398F093FC1F4}" type="pres">
      <dgm:prSet presAssocID="{AD45147A-6979-4B8E-97D8-751868D2E7D2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7D73AE-6474-44FC-AE16-BC7AEAB0DB89}" type="pres">
      <dgm:prSet presAssocID="{C49A12B3-88FF-4C5B-A35D-5BE9B4CA98E8}" presName="bullet3c" presStyleLbl="node1" presStyleIdx="2" presStyleCnt="3"/>
      <dgm:spPr/>
    </dgm:pt>
    <dgm:pt modelId="{2B2517AE-0671-40C6-B890-329CC26C066F}" type="pres">
      <dgm:prSet presAssocID="{C49A12B3-88FF-4C5B-A35D-5BE9B4CA98E8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461C39-40D6-47BE-86A3-9163CD459AAB}" srcId="{328E1C00-7E41-4EEE-B60F-2CFE15D3C21E}" destId="{AD45147A-6979-4B8E-97D8-751868D2E7D2}" srcOrd="1" destOrd="0" parTransId="{70F22543-A3E7-40FA-ACDF-05206898E28A}" sibTransId="{473A7220-D0D6-494D-B35A-DE7816BB0E52}"/>
    <dgm:cxn modelId="{0EDCA2AA-8074-441D-865E-2DDB10DCF522}" type="presOf" srcId="{AD45147A-6979-4B8E-97D8-751868D2E7D2}" destId="{00933791-4608-4F30-B7F0-398F093FC1F4}" srcOrd="0" destOrd="0" presId="urn:microsoft.com/office/officeart/2005/8/layout/arrow2"/>
    <dgm:cxn modelId="{71C4691C-A153-4332-9B5F-BB3B9737256C}" type="presOf" srcId="{50870836-53D3-4848-8252-C294868D9FF4}" destId="{F9484B74-8D8B-4270-A1DE-04E4B2C731D4}" srcOrd="0" destOrd="0" presId="urn:microsoft.com/office/officeart/2005/8/layout/arrow2"/>
    <dgm:cxn modelId="{723A649C-E0BA-4B38-A866-0C2893667982}" type="presOf" srcId="{C49A12B3-88FF-4C5B-A35D-5BE9B4CA98E8}" destId="{2B2517AE-0671-40C6-B890-329CC26C066F}" srcOrd="0" destOrd="0" presId="urn:microsoft.com/office/officeart/2005/8/layout/arrow2"/>
    <dgm:cxn modelId="{4BA30612-980A-402F-AFE1-CA37A54EF9B9}" srcId="{328E1C00-7E41-4EEE-B60F-2CFE15D3C21E}" destId="{C49A12B3-88FF-4C5B-A35D-5BE9B4CA98E8}" srcOrd="2" destOrd="0" parTransId="{859A09B1-3322-4B00-8B50-7B7816B30303}" sibTransId="{2ED51CD5-28C7-4BB1-A6FF-47631B68A5EC}"/>
    <dgm:cxn modelId="{51D91DF5-EE36-4991-A47A-9503F4C5DDE7}" srcId="{328E1C00-7E41-4EEE-B60F-2CFE15D3C21E}" destId="{50870836-53D3-4848-8252-C294868D9FF4}" srcOrd="0" destOrd="0" parTransId="{A7BD886B-7705-4A7E-84E4-31BA76E3C426}" sibTransId="{8836E7C4-EBB4-45C8-ACC1-95C73ADCB27B}"/>
    <dgm:cxn modelId="{26317697-1169-4A19-9131-D397E276C934}" type="presOf" srcId="{328E1C00-7E41-4EEE-B60F-2CFE15D3C21E}" destId="{B6573339-48B6-43D5-B345-D97CC97474ED}" srcOrd="0" destOrd="0" presId="urn:microsoft.com/office/officeart/2005/8/layout/arrow2"/>
    <dgm:cxn modelId="{8E879412-7E1E-4918-8A53-4EE2A5D7A351}" type="presParOf" srcId="{B6573339-48B6-43D5-B345-D97CC97474ED}" destId="{90B83A35-76AC-4D1D-8D26-7E4098A72B08}" srcOrd="0" destOrd="0" presId="urn:microsoft.com/office/officeart/2005/8/layout/arrow2"/>
    <dgm:cxn modelId="{232647A2-FCC2-4F18-8F3D-42149AD99B31}" type="presParOf" srcId="{B6573339-48B6-43D5-B345-D97CC97474ED}" destId="{F3C7E06C-C5CD-4C62-BDA0-615D61CE73A7}" srcOrd="1" destOrd="0" presId="urn:microsoft.com/office/officeart/2005/8/layout/arrow2"/>
    <dgm:cxn modelId="{ADC2A489-098E-4850-96CA-D9D5FA12FB28}" type="presParOf" srcId="{F3C7E06C-C5CD-4C62-BDA0-615D61CE73A7}" destId="{A32EB359-481C-4BC6-B748-5DC78C95911B}" srcOrd="0" destOrd="0" presId="urn:microsoft.com/office/officeart/2005/8/layout/arrow2"/>
    <dgm:cxn modelId="{E41959D8-9FAF-461E-BB6E-3EA39FBB0C6F}" type="presParOf" srcId="{F3C7E06C-C5CD-4C62-BDA0-615D61CE73A7}" destId="{F9484B74-8D8B-4270-A1DE-04E4B2C731D4}" srcOrd="1" destOrd="0" presId="urn:microsoft.com/office/officeart/2005/8/layout/arrow2"/>
    <dgm:cxn modelId="{9A373928-88E3-414E-8C12-B6ADB3F79125}" type="presParOf" srcId="{F3C7E06C-C5CD-4C62-BDA0-615D61CE73A7}" destId="{773AD5EB-CF4B-458D-9BE9-96448B351A48}" srcOrd="2" destOrd="0" presId="urn:microsoft.com/office/officeart/2005/8/layout/arrow2"/>
    <dgm:cxn modelId="{CE53206B-FE2E-4353-A9B1-78608CFDC49D}" type="presParOf" srcId="{F3C7E06C-C5CD-4C62-BDA0-615D61CE73A7}" destId="{00933791-4608-4F30-B7F0-398F093FC1F4}" srcOrd="3" destOrd="0" presId="urn:microsoft.com/office/officeart/2005/8/layout/arrow2"/>
    <dgm:cxn modelId="{025C0C98-17CF-495E-89CC-466BD4F4E4D8}" type="presParOf" srcId="{F3C7E06C-C5CD-4C62-BDA0-615D61CE73A7}" destId="{267D73AE-6474-44FC-AE16-BC7AEAB0DB89}" srcOrd="4" destOrd="0" presId="urn:microsoft.com/office/officeart/2005/8/layout/arrow2"/>
    <dgm:cxn modelId="{1F427F25-8373-4975-B717-218041BAF256}" type="presParOf" srcId="{F3C7E06C-C5CD-4C62-BDA0-615D61CE73A7}" destId="{2B2517AE-0671-40C6-B890-329CC26C066F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19331A-7B6E-489A-99AE-A1CF6971EBFF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23E21-F768-432F-819F-502F6A13A7A4}">
      <dgm:prSet phldrT="[Text]"/>
      <dgm:spPr/>
      <dgm:t>
        <a:bodyPr/>
        <a:lstStyle/>
        <a:p>
          <a:r>
            <a:rPr lang="en-US" dirty="0" smtClean="0"/>
            <a:t>SCM</a:t>
          </a:r>
          <a:endParaRPr lang="en-US" dirty="0"/>
        </a:p>
      </dgm:t>
    </dgm:pt>
    <dgm:pt modelId="{1EAE7B93-7838-40EA-8E72-7302BB546ABE}" type="parTrans" cxnId="{47887007-AD59-4D04-933A-2AC43361BD3E}">
      <dgm:prSet/>
      <dgm:spPr/>
      <dgm:t>
        <a:bodyPr/>
        <a:lstStyle/>
        <a:p>
          <a:endParaRPr lang="en-US"/>
        </a:p>
      </dgm:t>
    </dgm:pt>
    <dgm:pt modelId="{9ACF2636-4E64-4B3F-A6F5-F9E4AAD68EA4}" type="sibTrans" cxnId="{47887007-AD59-4D04-933A-2AC43361BD3E}">
      <dgm:prSet/>
      <dgm:spPr/>
      <dgm:t>
        <a:bodyPr/>
        <a:lstStyle/>
        <a:p>
          <a:endParaRPr lang="en-US"/>
        </a:p>
      </dgm:t>
    </dgm:pt>
    <dgm:pt modelId="{F20F7965-FA6A-4234-8FEB-43FCD3514B3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000" dirty="0" smtClean="0"/>
            <a:t>Identification</a:t>
          </a:r>
          <a:endParaRPr lang="en-US" sz="2000" dirty="0"/>
        </a:p>
      </dgm:t>
    </dgm:pt>
    <dgm:pt modelId="{746CB13A-4A9F-49AB-B6D9-F43FA9ECBC40}" type="parTrans" cxnId="{5553864A-6E88-4C11-BDCA-8E03A3241151}">
      <dgm:prSet/>
      <dgm:spPr/>
      <dgm:t>
        <a:bodyPr/>
        <a:lstStyle/>
        <a:p>
          <a:endParaRPr lang="en-US"/>
        </a:p>
      </dgm:t>
    </dgm:pt>
    <dgm:pt modelId="{5DACFB27-9CE3-4A03-BC51-302711DE4D85}" type="sibTrans" cxnId="{5553864A-6E88-4C11-BDCA-8E03A3241151}">
      <dgm:prSet/>
      <dgm:spPr/>
      <dgm:t>
        <a:bodyPr/>
        <a:lstStyle/>
        <a:p>
          <a:endParaRPr lang="en-US"/>
        </a:p>
      </dgm:t>
    </dgm:pt>
    <dgm:pt modelId="{CEDFDFD1-C69E-4699-8787-CE65B856750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000" dirty="0" smtClean="0"/>
            <a:t>Control</a:t>
          </a:r>
          <a:endParaRPr lang="en-US" sz="2000" dirty="0"/>
        </a:p>
      </dgm:t>
    </dgm:pt>
    <dgm:pt modelId="{7869CEC6-6FB2-4339-99ED-68B5D9AD8339}" type="parTrans" cxnId="{0AE8F07F-5F09-4793-8EB1-B0FEABDEEB54}">
      <dgm:prSet/>
      <dgm:spPr/>
      <dgm:t>
        <a:bodyPr/>
        <a:lstStyle/>
        <a:p>
          <a:endParaRPr lang="en-US"/>
        </a:p>
      </dgm:t>
    </dgm:pt>
    <dgm:pt modelId="{2FF5DA23-F2DD-4FA5-A0C3-207B5864EF67}" type="sibTrans" cxnId="{0AE8F07F-5F09-4793-8EB1-B0FEABDEEB54}">
      <dgm:prSet/>
      <dgm:spPr/>
      <dgm:t>
        <a:bodyPr/>
        <a:lstStyle/>
        <a:p>
          <a:endParaRPr lang="en-US"/>
        </a:p>
      </dgm:t>
    </dgm:pt>
    <dgm:pt modelId="{024A3F57-E380-451B-A69C-7F947A49D9CC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000" dirty="0" smtClean="0"/>
            <a:t>Status Accounting</a:t>
          </a:r>
          <a:endParaRPr lang="en-US" sz="2000" dirty="0"/>
        </a:p>
      </dgm:t>
    </dgm:pt>
    <dgm:pt modelId="{35AF7F02-A498-403F-85B8-4F1AD44DDF38}" type="parTrans" cxnId="{4FAC0AB1-D910-4E56-A7F8-5A2244FEFBC2}">
      <dgm:prSet/>
      <dgm:spPr/>
      <dgm:t>
        <a:bodyPr/>
        <a:lstStyle/>
        <a:p>
          <a:endParaRPr lang="en-US"/>
        </a:p>
      </dgm:t>
    </dgm:pt>
    <dgm:pt modelId="{225B5442-3952-419F-9F8F-54DCA1CAC820}" type="sibTrans" cxnId="{4FAC0AB1-D910-4E56-A7F8-5A2244FEFBC2}">
      <dgm:prSet/>
      <dgm:spPr/>
      <dgm:t>
        <a:bodyPr/>
        <a:lstStyle/>
        <a:p>
          <a:endParaRPr lang="en-US"/>
        </a:p>
      </dgm:t>
    </dgm:pt>
    <dgm:pt modelId="{8385A720-15A2-4902-AD03-F2FA93DAA321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000" dirty="0" smtClean="0"/>
            <a:t>Audit And Review</a:t>
          </a:r>
          <a:endParaRPr lang="en-US" sz="2000" dirty="0"/>
        </a:p>
      </dgm:t>
    </dgm:pt>
    <dgm:pt modelId="{08D53FA2-9942-4327-9DE7-5846B8AFDE31}" type="parTrans" cxnId="{2B12BF2C-CA60-4E04-B580-3918A332C88C}">
      <dgm:prSet/>
      <dgm:spPr/>
      <dgm:t>
        <a:bodyPr/>
        <a:lstStyle/>
        <a:p>
          <a:endParaRPr lang="en-US"/>
        </a:p>
      </dgm:t>
    </dgm:pt>
    <dgm:pt modelId="{BD9FDC03-8679-49EA-B71F-A63BB13484F2}" type="sibTrans" cxnId="{2B12BF2C-CA60-4E04-B580-3918A332C88C}">
      <dgm:prSet/>
      <dgm:spPr/>
      <dgm:t>
        <a:bodyPr/>
        <a:lstStyle/>
        <a:p>
          <a:endParaRPr lang="en-US"/>
        </a:p>
      </dgm:t>
    </dgm:pt>
    <dgm:pt modelId="{00C1D269-71AB-4F5B-8450-63278124F061}" type="pres">
      <dgm:prSet presAssocID="{5D19331A-7B6E-489A-99AE-A1CF6971EBF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C0872C-7EB7-4717-9BB9-F84CD999930E}" type="pres">
      <dgm:prSet presAssocID="{E9A23E21-F768-432F-819F-502F6A13A7A4}" presName="centerShape" presStyleLbl="node0" presStyleIdx="0" presStyleCnt="1"/>
      <dgm:spPr/>
      <dgm:t>
        <a:bodyPr/>
        <a:lstStyle/>
        <a:p>
          <a:endParaRPr lang="en-US"/>
        </a:p>
      </dgm:t>
    </dgm:pt>
    <dgm:pt modelId="{86DF96D8-402D-443C-B151-FF75CD15F185}" type="pres">
      <dgm:prSet presAssocID="{F20F7965-FA6A-4234-8FEB-43FCD3514B31}" presName="node" presStyleLbl="node1" presStyleIdx="0" presStyleCnt="4" custScaleX="2196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F79374-BA78-45A0-A1BD-4CE48E4A9EC1}" type="pres">
      <dgm:prSet presAssocID="{F20F7965-FA6A-4234-8FEB-43FCD3514B31}" presName="dummy" presStyleCnt="0"/>
      <dgm:spPr/>
    </dgm:pt>
    <dgm:pt modelId="{67D26923-3986-4EAB-9934-5490B28E9ABD}" type="pres">
      <dgm:prSet presAssocID="{5DACFB27-9CE3-4A03-BC51-302711DE4D85}" presName="sibTrans" presStyleLbl="sibTrans2D1" presStyleIdx="0" presStyleCnt="4"/>
      <dgm:spPr/>
      <dgm:t>
        <a:bodyPr/>
        <a:lstStyle/>
        <a:p>
          <a:endParaRPr lang="en-US"/>
        </a:p>
      </dgm:t>
    </dgm:pt>
    <dgm:pt modelId="{4A748D98-607E-4246-9A56-20C01C0EFCCE}" type="pres">
      <dgm:prSet presAssocID="{CEDFDFD1-C69E-4699-8787-CE65B856750D}" presName="node" presStyleLbl="node1" presStyleIdx="1" presStyleCnt="4" custScaleX="1363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4DDDD5-2545-4818-A8AC-5D48DFEBE0FB}" type="pres">
      <dgm:prSet presAssocID="{CEDFDFD1-C69E-4699-8787-CE65B856750D}" presName="dummy" presStyleCnt="0"/>
      <dgm:spPr/>
    </dgm:pt>
    <dgm:pt modelId="{EC9CA6CD-0FF5-4969-97C6-D3BFF4848FB1}" type="pres">
      <dgm:prSet presAssocID="{2FF5DA23-F2DD-4FA5-A0C3-207B5864EF67}" presName="sibTrans" presStyleLbl="sibTrans2D1" presStyleIdx="1" presStyleCnt="4"/>
      <dgm:spPr/>
      <dgm:t>
        <a:bodyPr/>
        <a:lstStyle/>
        <a:p>
          <a:endParaRPr lang="en-US"/>
        </a:p>
      </dgm:t>
    </dgm:pt>
    <dgm:pt modelId="{A5003966-8EF2-4FB6-B615-6D092ACFD28C}" type="pres">
      <dgm:prSet presAssocID="{024A3F57-E380-451B-A69C-7F947A49D9CC}" presName="node" presStyleLbl="node1" presStyleIdx="2" presStyleCnt="4" custScaleX="1943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34598C-F09E-4460-8536-82F4BB9C56AA}" type="pres">
      <dgm:prSet presAssocID="{024A3F57-E380-451B-A69C-7F947A49D9CC}" presName="dummy" presStyleCnt="0"/>
      <dgm:spPr/>
    </dgm:pt>
    <dgm:pt modelId="{81B4EED9-E7D8-4C47-A534-7A90388B251D}" type="pres">
      <dgm:prSet presAssocID="{225B5442-3952-419F-9F8F-54DCA1CAC82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1EE8EAF8-8FF1-4A52-B618-80EA487A9615}" type="pres">
      <dgm:prSet presAssocID="{8385A720-15A2-4902-AD03-F2FA93DAA321}" presName="node" presStyleLbl="node1" presStyleIdx="3" presStyleCnt="4" custScaleX="14853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7E82D0-DDE6-4D9F-B043-AD652042752E}" type="pres">
      <dgm:prSet presAssocID="{8385A720-15A2-4902-AD03-F2FA93DAA321}" presName="dummy" presStyleCnt="0"/>
      <dgm:spPr/>
    </dgm:pt>
    <dgm:pt modelId="{AB3B1C45-DBE6-40D5-B735-900723BD41C9}" type="pres">
      <dgm:prSet presAssocID="{BD9FDC03-8679-49EA-B71F-A63BB13484F2}" presName="sibTrans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D543DA0C-E554-485E-B2E8-88F0DEB33367}" type="presOf" srcId="{024A3F57-E380-451B-A69C-7F947A49D9CC}" destId="{A5003966-8EF2-4FB6-B615-6D092ACFD28C}" srcOrd="0" destOrd="0" presId="urn:microsoft.com/office/officeart/2005/8/layout/radial6"/>
    <dgm:cxn modelId="{93D42824-E896-447E-A620-2EDDA91C7464}" type="presOf" srcId="{225B5442-3952-419F-9F8F-54DCA1CAC820}" destId="{81B4EED9-E7D8-4C47-A534-7A90388B251D}" srcOrd="0" destOrd="0" presId="urn:microsoft.com/office/officeart/2005/8/layout/radial6"/>
    <dgm:cxn modelId="{4FAC0AB1-D910-4E56-A7F8-5A2244FEFBC2}" srcId="{E9A23E21-F768-432F-819F-502F6A13A7A4}" destId="{024A3F57-E380-451B-A69C-7F947A49D9CC}" srcOrd="2" destOrd="0" parTransId="{35AF7F02-A498-403F-85B8-4F1AD44DDF38}" sibTransId="{225B5442-3952-419F-9F8F-54DCA1CAC820}"/>
    <dgm:cxn modelId="{5553864A-6E88-4C11-BDCA-8E03A3241151}" srcId="{E9A23E21-F768-432F-819F-502F6A13A7A4}" destId="{F20F7965-FA6A-4234-8FEB-43FCD3514B31}" srcOrd="0" destOrd="0" parTransId="{746CB13A-4A9F-49AB-B6D9-F43FA9ECBC40}" sibTransId="{5DACFB27-9CE3-4A03-BC51-302711DE4D85}"/>
    <dgm:cxn modelId="{879EEF48-ACE3-4FAA-BB25-5CF1FCFD9AC6}" type="presOf" srcId="{BD9FDC03-8679-49EA-B71F-A63BB13484F2}" destId="{AB3B1C45-DBE6-40D5-B735-900723BD41C9}" srcOrd="0" destOrd="0" presId="urn:microsoft.com/office/officeart/2005/8/layout/radial6"/>
    <dgm:cxn modelId="{A7B4AE91-5FB0-4BB6-B6F2-EC2570D9216E}" type="presOf" srcId="{E9A23E21-F768-432F-819F-502F6A13A7A4}" destId="{FEC0872C-7EB7-4717-9BB9-F84CD999930E}" srcOrd="0" destOrd="0" presId="urn:microsoft.com/office/officeart/2005/8/layout/radial6"/>
    <dgm:cxn modelId="{6B34ED77-FE89-494F-8F1F-66F11A94B066}" type="presOf" srcId="{8385A720-15A2-4902-AD03-F2FA93DAA321}" destId="{1EE8EAF8-8FF1-4A52-B618-80EA487A9615}" srcOrd="0" destOrd="0" presId="urn:microsoft.com/office/officeart/2005/8/layout/radial6"/>
    <dgm:cxn modelId="{68CFF675-289A-46BA-9AD7-63EEFC00964B}" type="presOf" srcId="{F20F7965-FA6A-4234-8FEB-43FCD3514B31}" destId="{86DF96D8-402D-443C-B151-FF75CD15F185}" srcOrd="0" destOrd="0" presId="urn:microsoft.com/office/officeart/2005/8/layout/radial6"/>
    <dgm:cxn modelId="{2B12BF2C-CA60-4E04-B580-3918A332C88C}" srcId="{E9A23E21-F768-432F-819F-502F6A13A7A4}" destId="{8385A720-15A2-4902-AD03-F2FA93DAA321}" srcOrd="3" destOrd="0" parTransId="{08D53FA2-9942-4327-9DE7-5846B8AFDE31}" sibTransId="{BD9FDC03-8679-49EA-B71F-A63BB13484F2}"/>
    <dgm:cxn modelId="{5615A62C-8451-48F1-A687-C73418B4FCF6}" type="presOf" srcId="{5D19331A-7B6E-489A-99AE-A1CF6971EBFF}" destId="{00C1D269-71AB-4F5B-8450-63278124F061}" srcOrd="0" destOrd="0" presId="urn:microsoft.com/office/officeart/2005/8/layout/radial6"/>
    <dgm:cxn modelId="{0AE8F07F-5F09-4793-8EB1-B0FEABDEEB54}" srcId="{E9A23E21-F768-432F-819F-502F6A13A7A4}" destId="{CEDFDFD1-C69E-4699-8787-CE65B856750D}" srcOrd="1" destOrd="0" parTransId="{7869CEC6-6FB2-4339-99ED-68B5D9AD8339}" sibTransId="{2FF5DA23-F2DD-4FA5-A0C3-207B5864EF67}"/>
    <dgm:cxn modelId="{0E2D7425-4D39-457F-87BD-6E9981D0EB55}" type="presOf" srcId="{CEDFDFD1-C69E-4699-8787-CE65B856750D}" destId="{4A748D98-607E-4246-9A56-20C01C0EFCCE}" srcOrd="0" destOrd="0" presId="urn:microsoft.com/office/officeart/2005/8/layout/radial6"/>
    <dgm:cxn modelId="{BCE4BCB3-15C7-441B-9F38-FAA0D106BCF4}" type="presOf" srcId="{5DACFB27-9CE3-4A03-BC51-302711DE4D85}" destId="{67D26923-3986-4EAB-9934-5490B28E9ABD}" srcOrd="0" destOrd="0" presId="urn:microsoft.com/office/officeart/2005/8/layout/radial6"/>
    <dgm:cxn modelId="{CA178BF7-7409-4086-A7CE-4D03FE753D8E}" type="presOf" srcId="{2FF5DA23-F2DD-4FA5-A0C3-207B5864EF67}" destId="{EC9CA6CD-0FF5-4969-97C6-D3BFF4848FB1}" srcOrd="0" destOrd="0" presId="urn:microsoft.com/office/officeart/2005/8/layout/radial6"/>
    <dgm:cxn modelId="{47887007-AD59-4D04-933A-2AC43361BD3E}" srcId="{5D19331A-7B6E-489A-99AE-A1CF6971EBFF}" destId="{E9A23E21-F768-432F-819F-502F6A13A7A4}" srcOrd="0" destOrd="0" parTransId="{1EAE7B93-7838-40EA-8E72-7302BB546ABE}" sibTransId="{9ACF2636-4E64-4B3F-A6F5-F9E4AAD68EA4}"/>
    <dgm:cxn modelId="{848ADA4E-D167-4410-A698-FA88E2414844}" type="presParOf" srcId="{00C1D269-71AB-4F5B-8450-63278124F061}" destId="{FEC0872C-7EB7-4717-9BB9-F84CD999930E}" srcOrd="0" destOrd="0" presId="urn:microsoft.com/office/officeart/2005/8/layout/radial6"/>
    <dgm:cxn modelId="{F36B3E2B-FDC5-40DE-A1D9-0BD37988B56B}" type="presParOf" srcId="{00C1D269-71AB-4F5B-8450-63278124F061}" destId="{86DF96D8-402D-443C-B151-FF75CD15F185}" srcOrd="1" destOrd="0" presId="urn:microsoft.com/office/officeart/2005/8/layout/radial6"/>
    <dgm:cxn modelId="{BAD38D78-97C7-4587-99A9-03A943C183CE}" type="presParOf" srcId="{00C1D269-71AB-4F5B-8450-63278124F061}" destId="{95F79374-BA78-45A0-A1BD-4CE48E4A9EC1}" srcOrd="2" destOrd="0" presId="urn:microsoft.com/office/officeart/2005/8/layout/radial6"/>
    <dgm:cxn modelId="{EE9B9876-DDFC-42C3-BF49-E2407EBB19BA}" type="presParOf" srcId="{00C1D269-71AB-4F5B-8450-63278124F061}" destId="{67D26923-3986-4EAB-9934-5490B28E9ABD}" srcOrd="3" destOrd="0" presId="urn:microsoft.com/office/officeart/2005/8/layout/radial6"/>
    <dgm:cxn modelId="{BB039B86-6D8F-4042-A96A-CFC22490A9E2}" type="presParOf" srcId="{00C1D269-71AB-4F5B-8450-63278124F061}" destId="{4A748D98-607E-4246-9A56-20C01C0EFCCE}" srcOrd="4" destOrd="0" presId="urn:microsoft.com/office/officeart/2005/8/layout/radial6"/>
    <dgm:cxn modelId="{49176997-1E18-4555-9565-F6F75023F76A}" type="presParOf" srcId="{00C1D269-71AB-4F5B-8450-63278124F061}" destId="{044DDDD5-2545-4818-A8AC-5D48DFEBE0FB}" srcOrd="5" destOrd="0" presId="urn:microsoft.com/office/officeart/2005/8/layout/radial6"/>
    <dgm:cxn modelId="{AA22122A-DCA8-4FAE-92C7-459E872904C1}" type="presParOf" srcId="{00C1D269-71AB-4F5B-8450-63278124F061}" destId="{EC9CA6CD-0FF5-4969-97C6-D3BFF4848FB1}" srcOrd="6" destOrd="0" presId="urn:microsoft.com/office/officeart/2005/8/layout/radial6"/>
    <dgm:cxn modelId="{4FF8BBC9-227E-401A-A514-FAABBB83DA58}" type="presParOf" srcId="{00C1D269-71AB-4F5B-8450-63278124F061}" destId="{A5003966-8EF2-4FB6-B615-6D092ACFD28C}" srcOrd="7" destOrd="0" presId="urn:microsoft.com/office/officeart/2005/8/layout/radial6"/>
    <dgm:cxn modelId="{47A038C0-5A24-458A-91DC-90258A4A50C4}" type="presParOf" srcId="{00C1D269-71AB-4F5B-8450-63278124F061}" destId="{BB34598C-F09E-4460-8536-82F4BB9C56AA}" srcOrd="8" destOrd="0" presId="urn:microsoft.com/office/officeart/2005/8/layout/radial6"/>
    <dgm:cxn modelId="{B4170587-9396-4472-AE25-91A5892053B3}" type="presParOf" srcId="{00C1D269-71AB-4F5B-8450-63278124F061}" destId="{81B4EED9-E7D8-4C47-A534-7A90388B251D}" srcOrd="9" destOrd="0" presId="urn:microsoft.com/office/officeart/2005/8/layout/radial6"/>
    <dgm:cxn modelId="{D1A6B938-F0DB-42C5-B649-3620774C4263}" type="presParOf" srcId="{00C1D269-71AB-4F5B-8450-63278124F061}" destId="{1EE8EAF8-8FF1-4A52-B618-80EA487A9615}" srcOrd="10" destOrd="0" presId="urn:microsoft.com/office/officeart/2005/8/layout/radial6"/>
    <dgm:cxn modelId="{10BDBC2A-6DAB-4D4E-9FD5-D7F4F5757DC7}" type="presParOf" srcId="{00C1D269-71AB-4F5B-8450-63278124F061}" destId="{717E82D0-DDE6-4D9F-B043-AD652042752E}" srcOrd="11" destOrd="0" presId="urn:microsoft.com/office/officeart/2005/8/layout/radial6"/>
    <dgm:cxn modelId="{EEE87542-32EF-477B-B682-4621AF08FBEC}" type="presParOf" srcId="{00C1D269-71AB-4F5B-8450-63278124F061}" destId="{AB3B1C45-DBE6-40D5-B735-900723BD41C9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32F64C-EF10-4A8F-87F8-F0963FCFECF1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242275-68D4-48D5-A473-95C257710254}">
      <dgm:prSet phldrT="[Text]" custT="1"/>
      <dgm:spPr/>
      <dgm:t>
        <a:bodyPr/>
        <a:lstStyle/>
        <a:p>
          <a:r>
            <a:rPr lang="en-US" sz="1800" dirty="0" smtClean="0"/>
            <a:t>Develop configuration management strategy</a:t>
          </a:r>
          <a:endParaRPr lang="en-US" sz="1800" dirty="0"/>
        </a:p>
      </dgm:t>
    </dgm:pt>
    <dgm:pt modelId="{07998728-10C6-421D-8591-08DE1C357F9B}" type="parTrans" cxnId="{1CC8121E-9D8E-4331-9F09-9D9EAC117444}">
      <dgm:prSet/>
      <dgm:spPr/>
      <dgm:t>
        <a:bodyPr/>
        <a:lstStyle/>
        <a:p>
          <a:endParaRPr lang="en-US"/>
        </a:p>
      </dgm:t>
    </dgm:pt>
    <dgm:pt modelId="{6A1CACAF-0B26-454A-A907-AD1227CC4CDA}" type="sibTrans" cxnId="{1CC8121E-9D8E-4331-9F09-9D9EAC117444}">
      <dgm:prSet/>
      <dgm:spPr/>
      <dgm:t>
        <a:bodyPr/>
        <a:lstStyle/>
        <a:p>
          <a:endParaRPr lang="en-US"/>
        </a:p>
      </dgm:t>
    </dgm:pt>
    <dgm:pt modelId="{BF6DDA4B-9B7A-453E-9049-3E076216EB38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800" dirty="0" smtClean="0"/>
            <a:t>Establish configuration management system</a:t>
          </a:r>
          <a:endParaRPr lang="en-US" sz="1800" dirty="0"/>
        </a:p>
      </dgm:t>
    </dgm:pt>
    <dgm:pt modelId="{88DEF824-F2F6-479D-906D-88C8B1CD110F}" type="parTrans" cxnId="{E9CC26B9-B37A-4E64-B3E6-0C54C51A311A}">
      <dgm:prSet/>
      <dgm:spPr/>
      <dgm:t>
        <a:bodyPr/>
        <a:lstStyle/>
        <a:p>
          <a:endParaRPr lang="en-US"/>
        </a:p>
      </dgm:t>
    </dgm:pt>
    <dgm:pt modelId="{CE1347A2-A415-47FC-B90D-8A0A8B05A3BF}" type="sibTrans" cxnId="{E9CC26B9-B37A-4E64-B3E6-0C54C51A311A}">
      <dgm:prSet/>
      <dgm:spPr/>
      <dgm:t>
        <a:bodyPr/>
        <a:lstStyle/>
        <a:p>
          <a:endParaRPr lang="en-US"/>
        </a:p>
      </dgm:t>
    </dgm:pt>
    <dgm:pt modelId="{93F5D222-5AA1-4541-9888-9813C9C236B0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800" dirty="0" smtClean="0"/>
            <a:t>Identify configuration items</a:t>
          </a:r>
          <a:endParaRPr lang="en-US" sz="1800" dirty="0"/>
        </a:p>
      </dgm:t>
    </dgm:pt>
    <dgm:pt modelId="{D72C491A-E22A-43C4-B8CD-36212A84770F}" type="parTrans" cxnId="{815CF22F-38C5-4E0B-BBB1-F357CC852810}">
      <dgm:prSet/>
      <dgm:spPr/>
      <dgm:t>
        <a:bodyPr/>
        <a:lstStyle/>
        <a:p>
          <a:endParaRPr lang="en-US"/>
        </a:p>
      </dgm:t>
    </dgm:pt>
    <dgm:pt modelId="{3FB8ED63-40C9-4C62-BA4C-49E942D43A21}" type="sibTrans" cxnId="{815CF22F-38C5-4E0B-BBB1-F357CC852810}">
      <dgm:prSet/>
      <dgm:spPr/>
      <dgm:t>
        <a:bodyPr/>
        <a:lstStyle/>
        <a:p>
          <a:endParaRPr lang="en-US"/>
        </a:p>
      </dgm:t>
    </dgm:pt>
    <dgm:pt modelId="{F71CCE23-8291-4585-83A1-A4CF2A908C6B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1800" dirty="0" smtClean="0"/>
            <a:t>Maintain configuration item description</a:t>
          </a:r>
          <a:endParaRPr lang="en-US" sz="1800" dirty="0"/>
        </a:p>
      </dgm:t>
    </dgm:pt>
    <dgm:pt modelId="{8FED24BA-B9D0-442A-95A7-1F7B05DA20FB}" type="parTrans" cxnId="{3A895598-AB3C-4914-AB94-44BC181BC804}">
      <dgm:prSet/>
      <dgm:spPr/>
      <dgm:t>
        <a:bodyPr/>
        <a:lstStyle/>
        <a:p>
          <a:endParaRPr lang="en-US"/>
        </a:p>
      </dgm:t>
    </dgm:pt>
    <dgm:pt modelId="{7C005BBA-60B0-49BE-B034-D76A89865FC2}" type="sibTrans" cxnId="{3A895598-AB3C-4914-AB94-44BC181BC804}">
      <dgm:prSet/>
      <dgm:spPr/>
      <dgm:t>
        <a:bodyPr/>
        <a:lstStyle/>
        <a:p>
          <a:endParaRPr lang="en-US"/>
        </a:p>
      </dgm:t>
    </dgm:pt>
    <dgm:pt modelId="{0CD68A17-7E2F-426E-99C3-0EB95666AAFD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1800" dirty="0" smtClean="0"/>
            <a:t>Manage changes</a:t>
          </a:r>
          <a:endParaRPr lang="en-US" sz="1800" dirty="0"/>
        </a:p>
      </dgm:t>
    </dgm:pt>
    <dgm:pt modelId="{F0F8F008-64DB-480B-8C88-3F55CFDE9CB0}" type="parTrans" cxnId="{90CD86C8-0FF3-4080-A07C-4F9EA9168C63}">
      <dgm:prSet/>
      <dgm:spPr/>
      <dgm:t>
        <a:bodyPr/>
        <a:lstStyle/>
        <a:p>
          <a:endParaRPr lang="en-US"/>
        </a:p>
      </dgm:t>
    </dgm:pt>
    <dgm:pt modelId="{3029B362-A737-4513-A937-14A8FAA9C109}" type="sibTrans" cxnId="{90CD86C8-0FF3-4080-A07C-4F9EA9168C63}">
      <dgm:prSet/>
      <dgm:spPr/>
      <dgm:t>
        <a:bodyPr/>
        <a:lstStyle/>
        <a:p>
          <a:endParaRPr lang="en-US"/>
        </a:p>
      </dgm:t>
    </dgm:pt>
    <dgm:pt modelId="{BDDFE5A5-B99E-4C61-AAEC-6A6FB0BFEA76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1800" dirty="0" smtClean="0"/>
            <a:t>Manage product releases</a:t>
          </a:r>
          <a:endParaRPr lang="en-US" sz="1800" dirty="0"/>
        </a:p>
      </dgm:t>
    </dgm:pt>
    <dgm:pt modelId="{25BE3E7A-66CA-496A-BCD9-40E68CAA64D4}" type="parTrans" cxnId="{6DD63600-0835-4A77-95D6-4650D47E309B}">
      <dgm:prSet/>
      <dgm:spPr/>
      <dgm:t>
        <a:bodyPr/>
        <a:lstStyle/>
        <a:p>
          <a:endParaRPr lang="en-US"/>
        </a:p>
      </dgm:t>
    </dgm:pt>
    <dgm:pt modelId="{FC729B43-5EB5-4ABA-A360-F07EFB9CCDA5}" type="sibTrans" cxnId="{6DD63600-0835-4A77-95D6-4650D47E309B}">
      <dgm:prSet/>
      <dgm:spPr/>
      <dgm:t>
        <a:bodyPr/>
        <a:lstStyle/>
        <a:p>
          <a:endParaRPr lang="en-US"/>
        </a:p>
      </dgm:t>
    </dgm:pt>
    <dgm:pt modelId="{A4B72221-3304-4747-82E4-BF247C691CBE}">
      <dgm:prSet phldrT="[Text]" custT="1"/>
      <dgm:spPr/>
      <dgm:t>
        <a:bodyPr/>
        <a:lstStyle/>
        <a:p>
          <a:r>
            <a:rPr lang="en-US" sz="1800" dirty="0" smtClean="0"/>
            <a:t>Maintain configuration item history</a:t>
          </a:r>
          <a:endParaRPr lang="en-US" sz="1800" dirty="0"/>
        </a:p>
      </dgm:t>
    </dgm:pt>
    <dgm:pt modelId="{9746A22D-EC47-4D24-8FFF-8F9BA1F8E3A0}" type="parTrans" cxnId="{BC65A69F-4202-41BB-85ED-6DEDCD28D133}">
      <dgm:prSet/>
      <dgm:spPr/>
      <dgm:t>
        <a:bodyPr/>
        <a:lstStyle/>
        <a:p>
          <a:endParaRPr lang="en-US"/>
        </a:p>
      </dgm:t>
    </dgm:pt>
    <dgm:pt modelId="{9E37B60A-E4B3-44DD-A9DA-9102E4676F03}" type="sibTrans" cxnId="{BC65A69F-4202-41BB-85ED-6DEDCD28D133}">
      <dgm:prSet/>
      <dgm:spPr/>
      <dgm:t>
        <a:bodyPr/>
        <a:lstStyle/>
        <a:p>
          <a:endParaRPr lang="en-US"/>
        </a:p>
      </dgm:t>
    </dgm:pt>
    <dgm:pt modelId="{CDC21205-752A-4E3F-AF6E-A4F6FDEFDD6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800" dirty="0" smtClean="0"/>
            <a:t>Report configuration status</a:t>
          </a:r>
          <a:endParaRPr lang="en-US" sz="1800" dirty="0"/>
        </a:p>
      </dgm:t>
    </dgm:pt>
    <dgm:pt modelId="{7D6E1FA2-0DF0-4635-ACA6-437F36AB60CE}" type="parTrans" cxnId="{83EAB124-772D-4AF2-BE7B-8C220B3125E5}">
      <dgm:prSet/>
      <dgm:spPr/>
      <dgm:t>
        <a:bodyPr/>
        <a:lstStyle/>
        <a:p>
          <a:endParaRPr lang="en-US"/>
        </a:p>
      </dgm:t>
    </dgm:pt>
    <dgm:pt modelId="{35EFE3F9-54F9-4420-8890-1AFF157F7D35}" type="sibTrans" cxnId="{83EAB124-772D-4AF2-BE7B-8C220B3125E5}">
      <dgm:prSet/>
      <dgm:spPr/>
      <dgm:t>
        <a:bodyPr/>
        <a:lstStyle/>
        <a:p>
          <a:endParaRPr lang="en-US"/>
        </a:p>
      </dgm:t>
    </dgm:pt>
    <dgm:pt modelId="{1D20E41D-CFB1-4AE8-BF7A-C56DC5CD5A82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800" dirty="0" smtClean="0"/>
            <a:t>Manage the release and delivery of configuration items</a:t>
          </a:r>
          <a:endParaRPr lang="en-US" sz="1800" dirty="0"/>
        </a:p>
      </dgm:t>
    </dgm:pt>
    <dgm:pt modelId="{5C68E5C2-2F6E-463F-979D-31F7845C7381}" type="sibTrans" cxnId="{A8C64243-EA15-4CF6-A722-58F969CAA7B2}">
      <dgm:prSet/>
      <dgm:spPr/>
      <dgm:t>
        <a:bodyPr/>
        <a:lstStyle/>
        <a:p>
          <a:endParaRPr lang="en-US"/>
        </a:p>
      </dgm:t>
    </dgm:pt>
    <dgm:pt modelId="{9B50A86A-B2DE-44A6-A849-FF0D274F5044}" type="parTrans" cxnId="{A8C64243-EA15-4CF6-A722-58F969CAA7B2}">
      <dgm:prSet/>
      <dgm:spPr/>
      <dgm:t>
        <a:bodyPr/>
        <a:lstStyle/>
        <a:p>
          <a:endParaRPr lang="en-US"/>
        </a:p>
      </dgm:t>
    </dgm:pt>
    <dgm:pt modelId="{B3995D33-7527-4B5F-B638-5991F1F2ACE9}" type="pres">
      <dgm:prSet presAssocID="{9332F64C-EF10-4A8F-87F8-F0963FCFECF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8CD64C-04CA-44C5-8618-EB0ACDF415D8}" type="pres">
      <dgm:prSet presAssocID="{B8242275-68D4-48D5-A473-95C257710254}" presName="node" presStyleLbl="node1" presStyleIdx="0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473C7C-CB07-4099-A50A-B6BE6FEFC974}" type="pres">
      <dgm:prSet presAssocID="{6A1CACAF-0B26-454A-A907-AD1227CC4CDA}" presName="sibTrans" presStyleLbl="sibTrans2D1" presStyleIdx="0" presStyleCnt="8"/>
      <dgm:spPr/>
      <dgm:t>
        <a:bodyPr/>
        <a:lstStyle/>
        <a:p>
          <a:endParaRPr lang="en-US"/>
        </a:p>
      </dgm:t>
    </dgm:pt>
    <dgm:pt modelId="{3613D602-DDCE-4F87-9CE4-91DAD6DC6BBD}" type="pres">
      <dgm:prSet presAssocID="{6A1CACAF-0B26-454A-A907-AD1227CC4CDA}" presName="connectorText" presStyleLbl="sibTrans2D1" presStyleIdx="0" presStyleCnt="8"/>
      <dgm:spPr/>
      <dgm:t>
        <a:bodyPr/>
        <a:lstStyle/>
        <a:p>
          <a:endParaRPr lang="en-US"/>
        </a:p>
      </dgm:t>
    </dgm:pt>
    <dgm:pt modelId="{F4DDC11C-D4ED-4794-91AD-7B5BEE5D0D32}" type="pres">
      <dgm:prSet presAssocID="{BF6DDA4B-9B7A-453E-9049-3E076216EB38}" presName="node" presStyleLbl="node1" presStyleIdx="1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C20156-B290-41B5-A28E-EF2AD120EB59}" type="pres">
      <dgm:prSet presAssocID="{CE1347A2-A415-47FC-B90D-8A0A8B05A3BF}" presName="sibTrans" presStyleLbl="sibTrans2D1" presStyleIdx="1" presStyleCnt="8"/>
      <dgm:spPr/>
      <dgm:t>
        <a:bodyPr/>
        <a:lstStyle/>
        <a:p>
          <a:endParaRPr lang="en-US"/>
        </a:p>
      </dgm:t>
    </dgm:pt>
    <dgm:pt modelId="{543E7268-890C-46B2-95D2-A602567200ED}" type="pres">
      <dgm:prSet presAssocID="{CE1347A2-A415-47FC-B90D-8A0A8B05A3BF}" presName="connectorText" presStyleLbl="sibTrans2D1" presStyleIdx="1" presStyleCnt="8"/>
      <dgm:spPr/>
      <dgm:t>
        <a:bodyPr/>
        <a:lstStyle/>
        <a:p>
          <a:endParaRPr lang="en-US"/>
        </a:p>
      </dgm:t>
    </dgm:pt>
    <dgm:pt modelId="{93C8EC2F-481C-483C-A0D4-EB96979A6B37}" type="pres">
      <dgm:prSet presAssocID="{93F5D222-5AA1-4541-9888-9813C9C236B0}" presName="node" presStyleLbl="node1" presStyleIdx="2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F1D0E1-B53E-4B67-84D0-A351083D5D7E}" type="pres">
      <dgm:prSet presAssocID="{3FB8ED63-40C9-4C62-BA4C-49E942D43A21}" presName="sibTrans" presStyleLbl="sibTrans2D1" presStyleIdx="2" presStyleCnt="8"/>
      <dgm:spPr/>
      <dgm:t>
        <a:bodyPr/>
        <a:lstStyle/>
        <a:p>
          <a:endParaRPr lang="en-US"/>
        </a:p>
      </dgm:t>
    </dgm:pt>
    <dgm:pt modelId="{518BE5AC-2EEA-4AB0-A5A9-DFF8C70ED525}" type="pres">
      <dgm:prSet presAssocID="{3FB8ED63-40C9-4C62-BA4C-49E942D43A21}" presName="connectorText" presStyleLbl="sibTrans2D1" presStyleIdx="2" presStyleCnt="8"/>
      <dgm:spPr/>
      <dgm:t>
        <a:bodyPr/>
        <a:lstStyle/>
        <a:p>
          <a:endParaRPr lang="en-US"/>
        </a:p>
      </dgm:t>
    </dgm:pt>
    <dgm:pt modelId="{F692AF0F-655C-44CB-B174-5A282F863121}" type="pres">
      <dgm:prSet presAssocID="{F71CCE23-8291-4585-83A1-A4CF2A908C6B}" presName="node" presStyleLbl="node1" presStyleIdx="3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0CA606-D05B-49E5-9117-ED4CA01CE908}" type="pres">
      <dgm:prSet presAssocID="{7C005BBA-60B0-49BE-B034-D76A89865FC2}" presName="sibTrans" presStyleLbl="sibTrans2D1" presStyleIdx="3" presStyleCnt="8"/>
      <dgm:spPr/>
      <dgm:t>
        <a:bodyPr/>
        <a:lstStyle/>
        <a:p>
          <a:endParaRPr lang="en-US"/>
        </a:p>
      </dgm:t>
    </dgm:pt>
    <dgm:pt modelId="{D56AE83D-4CE7-4F36-AA79-D801077D592B}" type="pres">
      <dgm:prSet presAssocID="{7C005BBA-60B0-49BE-B034-D76A89865FC2}" presName="connectorText" presStyleLbl="sibTrans2D1" presStyleIdx="3" presStyleCnt="8"/>
      <dgm:spPr/>
      <dgm:t>
        <a:bodyPr/>
        <a:lstStyle/>
        <a:p>
          <a:endParaRPr lang="en-US"/>
        </a:p>
      </dgm:t>
    </dgm:pt>
    <dgm:pt modelId="{32A02BA5-1A24-4EEC-BBE5-4A4D4990AA44}" type="pres">
      <dgm:prSet presAssocID="{0CD68A17-7E2F-426E-99C3-0EB95666AAFD}" presName="node" presStyleLbl="node1" presStyleIdx="4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586C8F-7CC4-4589-914C-D39CE72408A7}" type="pres">
      <dgm:prSet presAssocID="{3029B362-A737-4513-A937-14A8FAA9C109}" presName="sibTrans" presStyleLbl="sibTrans2D1" presStyleIdx="4" presStyleCnt="8"/>
      <dgm:spPr/>
      <dgm:t>
        <a:bodyPr/>
        <a:lstStyle/>
        <a:p>
          <a:endParaRPr lang="en-US"/>
        </a:p>
      </dgm:t>
    </dgm:pt>
    <dgm:pt modelId="{AC6A37E6-CDA2-418E-A9CD-56D6E176A81C}" type="pres">
      <dgm:prSet presAssocID="{3029B362-A737-4513-A937-14A8FAA9C109}" presName="connectorText" presStyleLbl="sibTrans2D1" presStyleIdx="4" presStyleCnt="8"/>
      <dgm:spPr/>
      <dgm:t>
        <a:bodyPr/>
        <a:lstStyle/>
        <a:p>
          <a:endParaRPr lang="en-US"/>
        </a:p>
      </dgm:t>
    </dgm:pt>
    <dgm:pt modelId="{D21188B7-189A-4D6D-938F-A9F0DD36C4A4}" type="pres">
      <dgm:prSet presAssocID="{BDDFE5A5-B99E-4C61-AAEC-6A6FB0BFEA76}" presName="node" presStyleLbl="node1" presStyleIdx="5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015D6F-9CF1-47B7-9A50-3671FB2FD082}" type="pres">
      <dgm:prSet presAssocID="{FC729B43-5EB5-4ABA-A360-F07EFB9CCDA5}" presName="sibTrans" presStyleLbl="sibTrans2D1" presStyleIdx="5" presStyleCnt="8"/>
      <dgm:spPr/>
      <dgm:t>
        <a:bodyPr/>
        <a:lstStyle/>
        <a:p>
          <a:endParaRPr lang="en-US"/>
        </a:p>
      </dgm:t>
    </dgm:pt>
    <dgm:pt modelId="{A5471C59-5726-4282-8955-BA44F26C8B95}" type="pres">
      <dgm:prSet presAssocID="{FC729B43-5EB5-4ABA-A360-F07EFB9CCDA5}" presName="connectorText" presStyleLbl="sibTrans2D1" presStyleIdx="5" presStyleCnt="8"/>
      <dgm:spPr/>
      <dgm:t>
        <a:bodyPr/>
        <a:lstStyle/>
        <a:p>
          <a:endParaRPr lang="en-US"/>
        </a:p>
      </dgm:t>
    </dgm:pt>
    <dgm:pt modelId="{880C4693-012A-4D70-9088-3229966D0644}" type="pres">
      <dgm:prSet presAssocID="{A4B72221-3304-4747-82E4-BF247C691CBE}" presName="node" presStyleLbl="node1" presStyleIdx="6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D3B34-01C6-4354-B1D2-74956F9B5D25}" type="pres">
      <dgm:prSet presAssocID="{9E37B60A-E4B3-44DD-A9DA-9102E4676F03}" presName="sibTrans" presStyleLbl="sibTrans2D1" presStyleIdx="6" presStyleCnt="8"/>
      <dgm:spPr/>
      <dgm:t>
        <a:bodyPr/>
        <a:lstStyle/>
        <a:p>
          <a:endParaRPr lang="en-US"/>
        </a:p>
      </dgm:t>
    </dgm:pt>
    <dgm:pt modelId="{9AA8ACF3-658C-44C5-B341-A580C938918D}" type="pres">
      <dgm:prSet presAssocID="{9E37B60A-E4B3-44DD-A9DA-9102E4676F03}" presName="connectorText" presStyleLbl="sibTrans2D1" presStyleIdx="6" presStyleCnt="8"/>
      <dgm:spPr/>
      <dgm:t>
        <a:bodyPr/>
        <a:lstStyle/>
        <a:p>
          <a:endParaRPr lang="en-US"/>
        </a:p>
      </dgm:t>
    </dgm:pt>
    <dgm:pt modelId="{BCD26729-AD92-458B-8B82-AC96B85DCA0F}" type="pres">
      <dgm:prSet presAssocID="{CDC21205-752A-4E3F-AF6E-A4F6FDEFDD61}" presName="node" presStyleLbl="node1" presStyleIdx="7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94B3E6-5082-460E-A032-C82D7E1DE2DF}" type="pres">
      <dgm:prSet presAssocID="{35EFE3F9-54F9-4420-8890-1AFF157F7D35}" presName="sibTrans" presStyleLbl="sibTrans2D1" presStyleIdx="7" presStyleCnt="8"/>
      <dgm:spPr/>
      <dgm:t>
        <a:bodyPr/>
        <a:lstStyle/>
        <a:p>
          <a:endParaRPr lang="en-US"/>
        </a:p>
      </dgm:t>
    </dgm:pt>
    <dgm:pt modelId="{4C97B318-670B-4513-8AE9-DADE5C04C5ED}" type="pres">
      <dgm:prSet presAssocID="{35EFE3F9-54F9-4420-8890-1AFF157F7D35}" presName="connectorText" presStyleLbl="sibTrans2D1" presStyleIdx="7" presStyleCnt="8"/>
      <dgm:spPr/>
      <dgm:t>
        <a:bodyPr/>
        <a:lstStyle/>
        <a:p>
          <a:endParaRPr lang="en-US"/>
        </a:p>
      </dgm:t>
    </dgm:pt>
    <dgm:pt modelId="{CDB9BD2F-555A-42A9-89AF-8FD10AA4307F}" type="pres">
      <dgm:prSet presAssocID="{1D20E41D-CFB1-4AE8-BF7A-C56DC5CD5A82}" presName="node" presStyleLbl="node1" presStyleIdx="8" presStyleCnt="9" custScaleX="114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058AF2-B34C-4F99-9086-B835D2E72AC3}" type="presOf" srcId="{CDC21205-752A-4E3F-AF6E-A4F6FDEFDD61}" destId="{BCD26729-AD92-458B-8B82-AC96B85DCA0F}" srcOrd="0" destOrd="0" presId="urn:microsoft.com/office/officeart/2005/8/layout/process5"/>
    <dgm:cxn modelId="{EF0FC952-D4B6-4BD0-80BC-1B2F2164969B}" type="presOf" srcId="{3029B362-A737-4513-A937-14A8FAA9C109}" destId="{BA586C8F-7CC4-4589-914C-D39CE72408A7}" srcOrd="0" destOrd="0" presId="urn:microsoft.com/office/officeart/2005/8/layout/process5"/>
    <dgm:cxn modelId="{ADFC84F7-BDCD-4F58-9FB3-E2E85ECC333B}" type="presOf" srcId="{A4B72221-3304-4747-82E4-BF247C691CBE}" destId="{880C4693-012A-4D70-9088-3229966D0644}" srcOrd="0" destOrd="0" presId="urn:microsoft.com/office/officeart/2005/8/layout/process5"/>
    <dgm:cxn modelId="{9243DA88-C70C-4335-B25F-A147603D2152}" type="presOf" srcId="{93F5D222-5AA1-4541-9888-9813C9C236B0}" destId="{93C8EC2F-481C-483C-A0D4-EB96979A6B37}" srcOrd="0" destOrd="0" presId="urn:microsoft.com/office/officeart/2005/8/layout/process5"/>
    <dgm:cxn modelId="{90CD86C8-0FF3-4080-A07C-4F9EA9168C63}" srcId="{9332F64C-EF10-4A8F-87F8-F0963FCFECF1}" destId="{0CD68A17-7E2F-426E-99C3-0EB95666AAFD}" srcOrd="4" destOrd="0" parTransId="{F0F8F008-64DB-480B-8C88-3F55CFDE9CB0}" sibTransId="{3029B362-A737-4513-A937-14A8FAA9C109}"/>
    <dgm:cxn modelId="{7622BCA7-BB2E-44F3-9C54-3E2E8628FFDC}" type="presOf" srcId="{9332F64C-EF10-4A8F-87F8-F0963FCFECF1}" destId="{B3995D33-7527-4B5F-B638-5991F1F2ACE9}" srcOrd="0" destOrd="0" presId="urn:microsoft.com/office/officeart/2005/8/layout/process5"/>
    <dgm:cxn modelId="{815CF22F-38C5-4E0B-BBB1-F357CC852810}" srcId="{9332F64C-EF10-4A8F-87F8-F0963FCFECF1}" destId="{93F5D222-5AA1-4541-9888-9813C9C236B0}" srcOrd="2" destOrd="0" parTransId="{D72C491A-E22A-43C4-B8CD-36212A84770F}" sibTransId="{3FB8ED63-40C9-4C62-BA4C-49E942D43A21}"/>
    <dgm:cxn modelId="{CD652B7F-70F8-4E49-9397-E4E87E29D0A8}" type="presOf" srcId="{35EFE3F9-54F9-4420-8890-1AFF157F7D35}" destId="{4C97B318-670B-4513-8AE9-DADE5C04C5ED}" srcOrd="1" destOrd="0" presId="urn:microsoft.com/office/officeart/2005/8/layout/process5"/>
    <dgm:cxn modelId="{1CC8121E-9D8E-4331-9F09-9D9EAC117444}" srcId="{9332F64C-EF10-4A8F-87F8-F0963FCFECF1}" destId="{B8242275-68D4-48D5-A473-95C257710254}" srcOrd="0" destOrd="0" parTransId="{07998728-10C6-421D-8591-08DE1C357F9B}" sibTransId="{6A1CACAF-0B26-454A-A907-AD1227CC4CDA}"/>
    <dgm:cxn modelId="{BC65A69F-4202-41BB-85ED-6DEDCD28D133}" srcId="{9332F64C-EF10-4A8F-87F8-F0963FCFECF1}" destId="{A4B72221-3304-4747-82E4-BF247C691CBE}" srcOrd="6" destOrd="0" parTransId="{9746A22D-EC47-4D24-8FFF-8F9BA1F8E3A0}" sibTransId="{9E37B60A-E4B3-44DD-A9DA-9102E4676F03}"/>
    <dgm:cxn modelId="{E9CC26B9-B37A-4E64-B3E6-0C54C51A311A}" srcId="{9332F64C-EF10-4A8F-87F8-F0963FCFECF1}" destId="{BF6DDA4B-9B7A-453E-9049-3E076216EB38}" srcOrd="1" destOrd="0" parTransId="{88DEF824-F2F6-479D-906D-88C8B1CD110F}" sibTransId="{CE1347A2-A415-47FC-B90D-8A0A8B05A3BF}"/>
    <dgm:cxn modelId="{9EF8AC35-8573-4B8A-9864-5D44ABF6CEF1}" type="presOf" srcId="{F71CCE23-8291-4585-83A1-A4CF2A908C6B}" destId="{F692AF0F-655C-44CB-B174-5A282F863121}" srcOrd="0" destOrd="0" presId="urn:microsoft.com/office/officeart/2005/8/layout/process5"/>
    <dgm:cxn modelId="{A44BF7E0-4D48-4802-9EB5-86D3AD79CCE0}" type="presOf" srcId="{7C005BBA-60B0-49BE-B034-D76A89865FC2}" destId="{D40CA606-D05B-49E5-9117-ED4CA01CE908}" srcOrd="0" destOrd="0" presId="urn:microsoft.com/office/officeart/2005/8/layout/process5"/>
    <dgm:cxn modelId="{3040A39E-5198-4D8A-B0E7-CBADE937BF47}" type="presOf" srcId="{BDDFE5A5-B99E-4C61-AAEC-6A6FB0BFEA76}" destId="{D21188B7-189A-4D6D-938F-A9F0DD36C4A4}" srcOrd="0" destOrd="0" presId="urn:microsoft.com/office/officeart/2005/8/layout/process5"/>
    <dgm:cxn modelId="{C38C3347-18BE-4476-B568-75AA2D6B8CA2}" type="presOf" srcId="{BF6DDA4B-9B7A-453E-9049-3E076216EB38}" destId="{F4DDC11C-D4ED-4794-91AD-7B5BEE5D0D32}" srcOrd="0" destOrd="0" presId="urn:microsoft.com/office/officeart/2005/8/layout/process5"/>
    <dgm:cxn modelId="{6A6D4E42-3996-4C60-9BEB-43939A991EAD}" type="presOf" srcId="{3FB8ED63-40C9-4C62-BA4C-49E942D43A21}" destId="{2AF1D0E1-B53E-4B67-84D0-A351083D5D7E}" srcOrd="0" destOrd="0" presId="urn:microsoft.com/office/officeart/2005/8/layout/process5"/>
    <dgm:cxn modelId="{7C7797AE-D893-4062-92FE-26A0DE8D101E}" type="presOf" srcId="{B8242275-68D4-48D5-A473-95C257710254}" destId="{878CD64C-04CA-44C5-8618-EB0ACDF415D8}" srcOrd="0" destOrd="0" presId="urn:microsoft.com/office/officeart/2005/8/layout/process5"/>
    <dgm:cxn modelId="{A8C64243-EA15-4CF6-A722-58F969CAA7B2}" srcId="{9332F64C-EF10-4A8F-87F8-F0963FCFECF1}" destId="{1D20E41D-CFB1-4AE8-BF7A-C56DC5CD5A82}" srcOrd="8" destOrd="0" parTransId="{9B50A86A-B2DE-44A6-A849-FF0D274F5044}" sibTransId="{5C68E5C2-2F6E-463F-979D-31F7845C7381}"/>
    <dgm:cxn modelId="{88E60958-DF3A-4E61-94B0-78CEDB11DA6F}" type="presOf" srcId="{6A1CACAF-0B26-454A-A907-AD1227CC4CDA}" destId="{67473C7C-CB07-4099-A50A-B6BE6FEFC974}" srcOrd="0" destOrd="0" presId="urn:microsoft.com/office/officeart/2005/8/layout/process5"/>
    <dgm:cxn modelId="{5C386069-9D05-4170-946E-055E01667715}" type="presOf" srcId="{0CD68A17-7E2F-426E-99C3-0EB95666AAFD}" destId="{32A02BA5-1A24-4EEC-BBE5-4A4D4990AA44}" srcOrd="0" destOrd="0" presId="urn:microsoft.com/office/officeart/2005/8/layout/process5"/>
    <dgm:cxn modelId="{FBED8656-E659-4327-A1AE-6ABFA66594DD}" type="presOf" srcId="{9E37B60A-E4B3-44DD-A9DA-9102E4676F03}" destId="{540D3B34-01C6-4354-B1D2-74956F9B5D25}" srcOrd="0" destOrd="0" presId="urn:microsoft.com/office/officeart/2005/8/layout/process5"/>
    <dgm:cxn modelId="{ECAC3AE1-26A1-41E3-AD46-59DEE5D6A7CF}" type="presOf" srcId="{9E37B60A-E4B3-44DD-A9DA-9102E4676F03}" destId="{9AA8ACF3-658C-44C5-B341-A580C938918D}" srcOrd="1" destOrd="0" presId="urn:microsoft.com/office/officeart/2005/8/layout/process5"/>
    <dgm:cxn modelId="{211120AC-1AEE-48CC-AC30-46A8E26088F7}" type="presOf" srcId="{7C005BBA-60B0-49BE-B034-D76A89865FC2}" destId="{D56AE83D-4CE7-4F36-AA79-D801077D592B}" srcOrd="1" destOrd="0" presId="urn:microsoft.com/office/officeart/2005/8/layout/process5"/>
    <dgm:cxn modelId="{3A895598-AB3C-4914-AB94-44BC181BC804}" srcId="{9332F64C-EF10-4A8F-87F8-F0963FCFECF1}" destId="{F71CCE23-8291-4585-83A1-A4CF2A908C6B}" srcOrd="3" destOrd="0" parTransId="{8FED24BA-B9D0-442A-95A7-1F7B05DA20FB}" sibTransId="{7C005BBA-60B0-49BE-B034-D76A89865FC2}"/>
    <dgm:cxn modelId="{A8B7905E-5FA3-40DB-9AFE-C2F3F6BAF530}" type="presOf" srcId="{CE1347A2-A415-47FC-B90D-8A0A8B05A3BF}" destId="{5EC20156-B290-41B5-A28E-EF2AD120EB59}" srcOrd="0" destOrd="0" presId="urn:microsoft.com/office/officeart/2005/8/layout/process5"/>
    <dgm:cxn modelId="{40A0E2CB-D86F-440E-8374-FC1F8446E8F8}" type="presOf" srcId="{3FB8ED63-40C9-4C62-BA4C-49E942D43A21}" destId="{518BE5AC-2EEA-4AB0-A5A9-DFF8C70ED525}" srcOrd="1" destOrd="0" presId="urn:microsoft.com/office/officeart/2005/8/layout/process5"/>
    <dgm:cxn modelId="{83EAB124-772D-4AF2-BE7B-8C220B3125E5}" srcId="{9332F64C-EF10-4A8F-87F8-F0963FCFECF1}" destId="{CDC21205-752A-4E3F-AF6E-A4F6FDEFDD61}" srcOrd="7" destOrd="0" parTransId="{7D6E1FA2-0DF0-4635-ACA6-437F36AB60CE}" sibTransId="{35EFE3F9-54F9-4420-8890-1AFF157F7D35}"/>
    <dgm:cxn modelId="{6DD63600-0835-4A77-95D6-4650D47E309B}" srcId="{9332F64C-EF10-4A8F-87F8-F0963FCFECF1}" destId="{BDDFE5A5-B99E-4C61-AAEC-6A6FB0BFEA76}" srcOrd="5" destOrd="0" parTransId="{25BE3E7A-66CA-496A-BCD9-40E68CAA64D4}" sibTransId="{FC729B43-5EB5-4ABA-A360-F07EFB9CCDA5}"/>
    <dgm:cxn modelId="{29140036-C60C-406F-AF06-8DEDC2D5B5C3}" type="presOf" srcId="{CE1347A2-A415-47FC-B90D-8A0A8B05A3BF}" destId="{543E7268-890C-46B2-95D2-A602567200ED}" srcOrd="1" destOrd="0" presId="urn:microsoft.com/office/officeart/2005/8/layout/process5"/>
    <dgm:cxn modelId="{E9907614-6427-4E4F-97E8-B2BBF48D4AAB}" type="presOf" srcId="{35EFE3F9-54F9-4420-8890-1AFF157F7D35}" destId="{A094B3E6-5082-460E-A032-C82D7E1DE2DF}" srcOrd="0" destOrd="0" presId="urn:microsoft.com/office/officeart/2005/8/layout/process5"/>
    <dgm:cxn modelId="{9C148050-5E67-48E2-9587-56C62F40F553}" type="presOf" srcId="{3029B362-A737-4513-A937-14A8FAA9C109}" destId="{AC6A37E6-CDA2-418E-A9CD-56D6E176A81C}" srcOrd="1" destOrd="0" presId="urn:microsoft.com/office/officeart/2005/8/layout/process5"/>
    <dgm:cxn modelId="{19659C1A-C690-4E08-BD2F-813C431E6A1B}" type="presOf" srcId="{1D20E41D-CFB1-4AE8-BF7A-C56DC5CD5A82}" destId="{CDB9BD2F-555A-42A9-89AF-8FD10AA4307F}" srcOrd="0" destOrd="0" presId="urn:microsoft.com/office/officeart/2005/8/layout/process5"/>
    <dgm:cxn modelId="{F73C40EB-5CD5-49C6-B776-C4DA3CA00C82}" type="presOf" srcId="{FC729B43-5EB5-4ABA-A360-F07EFB9CCDA5}" destId="{58015D6F-9CF1-47B7-9A50-3671FB2FD082}" srcOrd="0" destOrd="0" presId="urn:microsoft.com/office/officeart/2005/8/layout/process5"/>
    <dgm:cxn modelId="{76325FA5-953E-48FE-AFBF-2CA30276E528}" type="presOf" srcId="{6A1CACAF-0B26-454A-A907-AD1227CC4CDA}" destId="{3613D602-DDCE-4F87-9CE4-91DAD6DC6BBD}" srcOrd="1" destOrd="0" presId="urn:microsoft.com/office/officeart/2005/8/layout/process5"/>
    <dgm:cxn modelId="{B7A9CC1E-3D81-4A3E-ACAE-A0A9F7D705F0}" type="presOf" srcId="{FC729B43-5EB5-4ABA-A360-F07EFB9CCDA5}" destId="{A5471C59-5726-4282-8955-BA44F26C8B95}" srcOrd="1" destOrd="0" presId="urn:microsoft.com/office/officeart/2005/8/layout/process5"/>
    <dgm:cxn modelId="{06187933-1B99-46AE-8E4E-24F49673675C}" type="presParOf" srcId="{B3995D33-7527-4B5F-B638-5991F1F2ACE9}" destId="{878CD64C-04CA-44C5-8618-EB0ACDF415D8}" srcOrd="0" destOrd="0" presId="urn:microsoft.com/office/officeart/2005/8/layout/process5"/>
    <dgm:cxn modelId="{98A08898-ABEB-49E3-BE54-A6B47B4DE5C1}" type="presParOf" srcId="{B3995D33-7527-4B5F-B638-5991F1F2ACE9}" destId="{67473C7C-CB07-4099-A50A-B6BE6FEFC974}" srcOrd="1" destOrd="0" presId="urn:microsoft.com/office/officeart/2005/8/layout/process5"/>
    <dgm:cxn modelId="{F021042F-133C-44BC-94A2-4353CFE5FDDB}" type="presParOf" srcId="{67473C7C-CB07-4099-A50A-B6BE6FEFC974}" destId="{3613D602-DDCE-4F87-9CE4-91DAD6DC6BBD}" srcOrd="0" destOrd="0" presId="urn:microsoft.com/office/officeart/2005/8/layout/process5"/>
    <dgm:cxn modelId="{36DD919A-A9AF-4283-BAF5-B7D381B781C7}" type="presParOf" srcId="{B3995D33-7527-4B5F-B638-5991F1F2ACE9}" destId="{F4DDC11C-D4ED-4794-91AD-7B5BEE5D0D32}" srcOrd="2" destOrd="0" presId="urn:microsoft.com/office/officeart/2005/8/layout/process5"/>
    <dgm:cxn modelId="{1974EA76-8D0F-4C15-9EB2-96EBB70A60F0}" type="presParOf" srcId="{B3995D33-7527-4B5F-B638-5991F1F2ACE9}" destId="{5EC20156-B290-41B5-A28E-EF2AD120EB59}" srcOrd="3" destOrd="0" presId="urn:microsoft.com/office/officeart/2005/8/layout/process5"/>
    <dgm:cxn modelId="{818C8931-FCC2-45B8-BA3E-4C374E0B4FA4}" type="presParOf" srcId="{5EC20156-B290-41B5-A28E-EF2AD120EB59}" destId="{543E7268-890C-46B2-95D2-A602567200ED}" srcOrd="0" destOrd="0" presId="urn:microsoft.com/office/officeart/2005/8/layout/process5"/>
    <dgm:cxn modelId="{E7CA98A2-0F91-4F4F-A487-77995603B826}" type="presParOf" srcId="{B3995D33-7527-4B5F-B638-5991F1F2ACE9}" destId="{93C8EC2F-481C-483C-A0D4-EB96979A6B37}" srcOrd="4" destOrd="0" presId="urn:microsoft.com/office/officeart/2005/8/layout/process5"/>
    <dgm:cxn modelId="{29278BA4-5362-42E4-AAA8-6B8C85D200A5}" type="presParOf" srcId="{B3995D33-7527-4B5F-B638-5991F1F2ACE9}" destId="{2AF1D0E1-B53E-4B67-84D0-A351083D5D7E}" srcOrd="5" destOrd="0" presId="urn:microsoft.com/office/officeart/2005/8/layout/process5"/>
    <dgm:cxn modelId="{7C6B457E-526B-4F4D-BAD0-F5998F8AAECA}" type="presParOf" srcId="{2AF1D0E1-B53E-4B67-84D0-A351083D5D7E}" destId="{518BE5AC-2EEA-4AB0-A5A9-DFF8C70ED525}" srcOrd="0" destOrd="0" presId="urn:microsoft.com/office/officeart/2005/8/layout/process5"/>
    <dgm:cxn modelId="{BF1B6B03-104F-4C61-BFEA-2F6F0EB7A637}" type="presParOf" srcId="{B3995D33-7527-4B5F-B638-5991F1F2ACE9}" destId="{F692AF0F-655C-44CB-B174-5A282F863121}" srcOrd="6" destOrd="0" presId="urn:microsoft.com/office/officeart/2005/8/layout/process5"/>
    <dgm:cxn modelId="{6988FB0E-9C75-4A17-9387-97917B02A4C4}" type="presParOf" srcId="{B3995D33-7527-4B5F-B638-5991F1F2ACE9}" destId="{D40CA606-D05B-49E5-9117-ED4CA01CE908}" srcOrd="7" destOrd="0" presId="urn:microsoft.com/office/officeart/2005/8/layout/process5"/>
    <dgm:cxn modelId="{AEE348BC-7AC1-439B-8920-0E5CADA17302}" type="presParOf" srcId="{D40CA606-D05B-49E5-9117-ED4CA01CE908}" destId="{D56AE83D-4CE7-4F36-AA79-D801077D592B}" srcOrd="0" destOrd="0" presId="urn:microsoft.com/office/officeart/2005/8/layout/process5"/>
    <dgm:cxn modelId="{7FAF6F50-150B-4276-9481-4DEA0C881CD6}" type="presParOf" srcId="{B3995D33-7527-4B5F-B638-5991F1F2ACE9}" destId="{32A02BA5-1A24-4EEC-BBE5-4A4D4990AA44}" srcOrd="8" destOrd="0" presId="urn:microsoft.com/office/officeart/2005/8/layout/process5"/>
    <dgm:cxn modelId="{4D833683-6CA0-47A5-8236-CF89AC3BA189}" type="presParOf" srcId="{B3995D33-7527-4B5F-B638-5991F1F2ACE9}" destId="{BA586C8F-7CC4-4589-914C-D39CE72408A7}" srcOrd="9" destOrd="0" presId="urn:microsoft.com/office/officeart/2005/8/layout/process5"/>
    <dgm:cxn modelId="{B11FC2ED-2CD9-431E-832D-818E92423D93}" type="presParOf" srcId="{BA586C8F-7CC4-4589-914C-D39CE72408A7}" destId="{AC6A37E6-CDA2-418E-A9CD-56D6E176A81C}" srcOrd="0" destOrd="0" presId="urn:microsoft.com/office/officeart/2005/8/layout/process5"/>
    <dgm:cxn modelId="{0303F995-AA60-424A-9D3A-0EE2BFEE8C49}" type="presParOf" srcId="{B3995D33-7527-4B5F-B638-5991F1F2ACE9}" destId="{D21188B7-189A-4D6D-938F-A9F0DD36C4A4}" srcOrd="10" destOrd="0" presId="urn:microsoft.com/office/officeart/2005/8/layout/process5"/>
    <dgm:cxn modelId="{62B8B8BD-FCF2-40C0-AB3A-8696513E3BC2}" type="presParOf" srcId="{B3995D33-7527-4B5F-B638-5991F1F2ACE9}" destId="{58015D6F-9CF1-47B7-9A50-3671FB2FD082}" srcOrd="11" destOrd="0" presId="urn:microsoft.com/office/officeart/2005/8/layout/process5"/>
    <dgm:cxn modelId="{AA665066-968C-4A8A-BFF8-3E6EA42A50CF}" type="presParOf" srcId="{58015D6F-9CF1-47B7-9A50-3671FB2FD082}" destId="{A5471C59-5726-4282-8955-BA44F26C8B95}" srcOrd="0" destOrd="0" presId="urn:microsoft.com/office/officeart/2005/8/layout/process5"/>
    <dgm:cxn modelId="{13DE4EC5-0F84-44BE-8FB0-3CEA1D5AF63D}" type="presParOf" srcId="{B3995D33-7527-4B5F-B638-5991F1F2ACE9}" destId="{880C4693-012A-4D70-9088-3229966D0644}" srcOrd="12" destOrd="0" presId="urn:microsoft.com/office/officeart/2005/8/layout/process5"/>
    <dgm:cxn modelId="{E18EBAF1-6A04-4B0C-B875-C7B0344D19C6}" type="presParOf" srcId="{B3995D33-7527-4B5F-B638-5991F1F2ACE9}" destId="{540D3B34-01C6-4354-B1D2-74956F9B5D25}" srcOrd="13" destOrd="0" presId="urn:microsoft.com/office/officeart/2005/8/layout/process5"/>
    <dgm:cxn modelId="{4563E3F6-1DCD-4152-B6CA-0706654ED957}" type="presParOf" srcId="{540D3B34-01C6-4354-B1D2-74956F9B5D25}" destId="{9AA8ACF3-658C-44C5-B341-A580C938918D}" srcOrd="0" destOrd="0" presId="urn:microsoft.com/office/officeart/2005/8/layout/process5"/>
    <dgm:cxn modelId="{59CC5EEC-0D84-46AA-AB2E-17A3D0BE312D}" type="presParOf" srcId="{B3995D33-7527-4B5F-B638-5991F1F2ACE9}" destId="{BCD26729-AD92-458B-8B82-AC96B85DCA0F}" srcOrd="14" destOrd="0" presId="urn:microsoft.com/office/officeart/2005/8/layout/process5"/>
    <dgm:cxn modelId="{B46A62E6-DD00-4984-98AB-DA65E1B976C2}" type="presParOf" srcId="{B3995D33-7527-4B5F-B638-5991F1F2ACE9}" destId="{A094B3E6-5082-460E-A032-C82D7E1DE2DF}" srcOrd="15" destOrd="0" presId="urn:microsoft.com/office/officeart/2005/8/layout/process5"/>
    <dgm:cxn modelId="{679DA190-5DDA-4B91-B67E-68B8AA398C21}" type="presParOf" srcId="{A094B3E6-5082-460E-A032-C82D7E1DE2DF}" destId="{4C97B318-670B-4513-8AE9-DADE5C04C5ED}" srcOrd="0" destOrd="0" presId="urn:microsoft.com/office/officeart/2005/8/layout/process5"/>
    <dgm:cxn modelId="{0BFF7344-921F-4BE0-BDD5-0472C11F90D1}" type="presParOf" srcId="{B3995D33-7527-4B5F-B638-5991F1F2ACE9}" destId="{CDB9BD2F-555A-42A9-89AF-8FD10AA4307F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8778FF-EEAB-48FC-B23F-E30BFAA8B46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D7F991-B5AE-44A4-B7C4-8780AE2C7566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Identification</a:t>
          </a:r>
          <a:endParaRPr lang="en-US" dirty="0"/>
        </a:p>
      </dgm:t>
    </dgm:pt>
    <dgm:pt modelId="{22EE7BB6-5833-43EA-9EDE-7E5A741B9252}" type="parTrans" cxnId="{BE5B4EF2-801A-4DCF-8675-0680E4DF6443}">
      <dgm:prSet/>
      <dgm:spPr/>
      <dgm:t>
        <a:bodyPr/>
        <a:lstStyle/>
        <a:p>
          <a:endParaRPr lang="en-US"/>
        </a:p>
      </dgm:t>
    </dgm:pt>
    <dgm:pt modelId="{F5A359FC-8616-4D77-A5FB-06914926DF30}" type="sibTrans" cxnId="{BE5B4EF2-801A-4DCF-8675-0680E4DF6443}">
      <dgm:prSet/>
      <dgm:spPr/>
      <dgm:t>
        <a:bodyPr/>
        <a:lstStyle/>
        <a:p>
          <a:endParaRPr lang="en-US"/>
        </a:p>
      </dgm:t>
    </dgm:pt>
    <dgm:pt modelId="{B651893E-AB76-4BE5-AA47-B6B26FCACAFD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identifying components, structure</a:t>
          </a:r>
          <a:endParaRPr lang="en-US" sz="1800" dirty="0"/>
        </a:p>
      </dgm:t>
    </dgm:pt>
    <dgm:pt modelId="{6AD6ED9A-A808-41FD-BD71-BC31930C8EDE}" type="parTrans" cxnId="{431A244A-D750-4615-8885-E3D616585DF4}">
      <dgm:prSet/>
      <dgm:spPr/>
      <dgm:t>
        <a:bodyPr/>
        <a:lstStyle/>
        <a:p>
          <a:endParaRPr lang="en-US"/>
        </a:p>
      </dgm:t>
    </dgm:pt>
    <dgm:pt modelId="{71936E57-E328-46B5-9B52-E3CD5FB56EC9}" type="sibTrans" cxnId="{431A244A-D750-4615-8885-E3D616585DF4}">
      <dgm:prSet/>
      <dgm:spPr/>
      <dgm:t>
        <a:bodyPr/>
        <a:lstStyle/>
        <a:p>
          <a:endParaRPr lang="en-US"/>
        </a:p>
      </dgm:t>
    </dgm:pt>
    <dgm:pt modelId="{0B79EDBA-267D-4A79-90E4-89909F5F29A5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>
              <a:latin typeface="+mj-lt"/>
            </a:rPr>
            <a:t>Control</a:t>
          </a:r>
          <a:endParaRPr lang="en-US" dirty="0"/>
        </a:p>
      </dgm:t>
    </dgm:pt>
    <dgm:pt modelId="{2B99832E-FCB3-48CA-BE46-344F0520AE16}" type="parTrans" cxnId="{9C7500E2-A1A0-43E8-8F00-B8CED782FE2F}">
      <dgm:prSet/>
      <dgm:spPr/>
      <dgm:t>
        <a:bodyPr/>
        <a:lstStyle/>
        <a:p>
          <a:endParaRPr lang="en-US"/>
        </a:p>
      </dgm:t>
    </dgm:pt>
    <dgm:pt modelId="{6ECE6357-CD94-4504-AC3A-A7EF98B21D52}" type="sibTrans" cxnId="{9C7500E2-A1A0-43E8-8F00-B8CED782FE2F}">
      <dgm:prSet/>
      <dgm:spPr/>
      <dgm:t>
        <a:bodyPr/>
        <a:lstStyle/>
        <a:p>
          <a:endParaRPr lang="en-US"/>
        </a:p>
      </dgm:t>
    </dgm:pt>
    <dgm:pt modelId="{F8B8468C-3083-4B7D-AF55-EC0D70EF036A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controlling releases and changes</a:t>
          </a:r>
          <a:endParaRPr lang="en-US" sz="1800" dirty="0"/>
        </a:p>
      </dgm:t>
    </dgm:pt>
    <dgm:pt modelId="{6C4184D2-816A-44E6-8F4A-F945B3DF5B17}" type="parTrans" cxnId="{6F8C6327-689D-4308-A991-BBF123D41B44}">
      <dgm:prSet/>
      <dgm:spPr/>
      <dgm:t>
        <a:bodyPr/>
        <a:lstStyle/>
        <a:p>
          <a:endParaRPr lang="en-US"/>
        </a:p>
      </dgm:t>
    </dgm:pt>
    <dgm:pt modelId="{93892AAD-E6ED-461D-BC1F-E39A4E1A8433}" type="sibTrans" cxnId="{6F8C6327-689D-4308-A991-BBF123D41B44}">
      <dgm:prSet/>
      <dgm:spPr/>
      <dgm:t>
        <a:bodyPr/>
        <a:lstStyle/>
        <a:p>
          <a:endParaRPr lang="en-US"/>
        </a:p>
      </dgm:t>
    </dgm:pt>
    <dgm:pt modelId="{837A06BC-1E68-43D0-9FB7-16689EEC33B4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>
              <a:latin typeface="+mj-lt"/>
            </a:rPr>
            <a:t>Status accounting</a:t>
          </a:r>
          <a:endParaRPr lang="en-US" dirty="0"/>
        </a:p>
      </dgm:t>
    </dgm:pt>
    <dgm:pt modelId="{460B5066-BD2A-4692-B1E3-1177974C0EC2}" type="parTrans" cxnId="{5558C147-0F25-49E3-B509-9845E2F0FBC6}">
      <dgm:prSet/>
      <dgm:spPr/>
      <dgm:t>
        <a:bodyPr/>
        <a:lstStyle/>
        <a:p>
          <a:endParaRPr lang="en-US"/>
        </a:p>
      </dgm:t>
    </dgm:pt>
    <dgm:pt modelId="{40AE1BBC-01FA-4504-AD48-199DE2EB3D73}" type="sibTrans" cxnId="{5558C147-0F25-49E3-B509-9845E2F0FBC6}">
      <dgm:prSet/>
      <dgm:spPr/>
      <dgm:t>
        <a:bodyPr/>
        <a:lstStyle/>
        <a:p>
          <a:endParaRPr lang="en-US"/>
        </a:p>
      </dgm:t>
    </dgm:pt>
    <dgm:pt modelId="{02F2B786-B077-47A9-84FD-5B4F5F26D7CE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recording, reporting status</a:t>
          </a:r>
          <a:endParaRPr lang="en-US" sz="1800" dirty="0"/>
        </a:p>
      </dgm:t>
    </dgm:pt>
    <dgm:pt modelId="{05F42CF3-CC37-4785-9854-D57A884B2A3F}" type="parTrans" cxnId="{3434C662-462B-41CB-99B6-6E6E9CF6FA92}">
      <dgm:prSet/>
      <dgm:spPr/>
      <dgm:t>
        <a:bodyPr/>
        <a:lstStyle/>
        <a:p>
          <a:endParaRPr lang="en-US"/>
        </a:p>
      </dgm:t>
    </dgm:pt>
    <dgm:pt modelId="{4382268D-1BE8-44BA-B02F-B18626E5466F}" type="sibTrans" cxnId="{3434C662-462B-41CB-99B6-6E6E9CF6FA92}">
      <dgm:prSet/>
      <dgm:spPr/>
      <dgm:t>
        <a:bodyPr/>
        <a:lstStyle/>
        <a:p>
          <a:endParaRPr lang="en-US"/>
        </a:p>
      </dgm:t>
    </dgm:pt>
    <dgm:pt modelId="{E47DCE18-159E-4F6B-9171-8A973E6CDE35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>
              <a:latin typeface="+mj-lt"/>
            </a:rPr>
            <a:t>Audit and review</a:t>
          </a:r>
          <a:endParaRPr lang="en-US" dirty="0"/>
        </a:p>
      </dgm:t>
    </dgm:pt>
    <dgm:pt modelId="{B65E648A-4C3E-4975-9B4B-AD80C4483871}" type="parTrans" cxnId="{3B91A8D9-D7B0-474A-993A-2C8CCC55A869}">
      <dgm:prSet/>
      <dgm:spPr/>
      <dgm:t>
        <a:bodyPr/>
        <a:lstStyle/>
        <a:p>
          <a:endParaRPr lang="en-US"/>
        </a:p>
      </dgm:t>
    </dgm:pt>
    <dgm:pt modelId="{D58A7A9E-3604-4A81-A89B-65F78C800E10}" type="sibTrans" cxnId="{3B91A8D9-D7B0-474A-993A-2C8CCC55A869}">
      <dgm:prSet/>
      <dgm:spPr/>
      <dgm:t>
        <a:bodyPr/>
        <a:lstStyle/>
        <a:p>
          <a:endParaRPr lang="en-US"/>
        </a:p>
      </dgm:t>
    </dgm:pt>
    <dgm:pt modelId="{8CDB075B-5512-4681-A63B-F2F7721CACEF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validating completeness</a:t>
          </a:r>
          <a:endParaRPr lang="en-US" sz="1800" dirty="0"/>
        </a:p>
      </dgm:t>
    </dgm:pt>
    <dgm:pt modelId="{E450DCDB-1D15-4663-A94B-0C46D8DD18CA}" type="parTrans" cxnId="{C870B4E7-A63C-4069-86FF-5397D938E3B1}">
      <dgm:prSet/>
      <dgm:spPr/>
      <dgm:t>
        <a:bodyPr/>
        <a:lstStyle/>
        <a:p>
          <a:endParaRPr lang="en-US"/>
        </a:p>
      </dgm:t>
    </dgm:pt>
    <dgm:pt modelId="{5AC1EDF7-1B00-43B4-BC7C-BE73B653B2BA}" type="sibTrans" cxnId="{C870B4E7-A63C-4069-86FF-5397D938E3B1}">
      <dgm:prSet/>
      <dgm:spPr/>
      <dgm:t>
        <a:bodyPr/>
        <a:lstStyle/>
        <a:p>
          <a:endParaRPr lang="en-US"/>
        </a:p>
      </dgm:t>
    </dgm:pt>
    <dgm:pt modelId="{0A6D17A0-1C50-46FF-BF27-375324DA3E8A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What version of the file is this?</a:t>
          </a:r>
          <a:endParaRPr lang="en-US" sz="1800" dirty="0"/>
        </a:p>
      </dgm:t>
    </dgm:pt>
    <dgm:pt modelId="{987580A4-7428-4C49-B48D-7DD7295EF055}" type="parTrans" cxnId="{F38B05E9-3670-480E-8D07-DD07ED33C423}">
      <dgm:prSet/>
      <dgm:spPr/>
      <dgm:t>
        <a:bodyPr/>
        <a:lstStyle/>
        <a:p>
          <a:endParaRPr lang="en-US"/>
        </a:p>
      </dgm:t>
    </dgm:pt>
    <dgm:pt modelId="{19149B50-E380-4289-88F1-3833D141000E}" type="sibTrans" cxnId="{F38B05E9-3670-480E-8D07-DD07ED33C423}">
      <dgm:prSet/>
      <dgm:spPr/>
      <dgm:t>
        <a:bodyPr/>
        <a:lstStyle/>
        <a:p>
          <a:endParaRPr lang="en-US"/>
        </a:p>
      </dgm:t>
    </dgm:pt>
    <dgm:pt modelId="{7CB63D49-83A9-4B36-A83E-6B1345C5AF2B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What changes went into the latest version of this product?</a:t>
          </a:r>
          <a:endParaRPr lang="en-US" sz="1800" dirty="0"/>
        </a:p>
      </dgm:t>
    </dgm:pt>
    <dgm:pt modelId="{35431BDA-AB0D-4715-8611-9350074B28B7}" type="parTrans" cxnId="{D0F02EDD-31C6-4038-BE93-F64D2C34A143}">
      <dgm:prSet/>
      <dgm:spPr/>
      <dgm:t>
        <a:bodyPr/>
        <a:lstStyle/>
        <a:p>
          <a:endParaRPr lang="en-US"/>
        </a:p>
      </dgm:t>
    </dgm:pt>
    <dgm:pt modelId="{A460D09F-F6F4-47ED-A501-18839B7CC176}" type="sibTrans" cxnId="{D0F02EDD-31C6-4038-BE93-F64D2C34A143}">
      <dgm:prSet/>
      <dgm:spPr/>
      <dgm:t>
        <a:bodyPr/>
        <a:lstStyle/>
        <a:p>
          <a:endParaRPr lang="en-US"/>
        </a:p>
      </dgm:t>
    </dgm:pt>
    <dgm:pt modelId="{241E6F04-2C3D-4BEC-9FB7-725957CFAA8E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How many files were affected by fixing this one bug?</a:t>
          </a:r>
          <a:endParaRPr lang="en-US" sz="1800" dirty="0"/>
        </a:p>
      </dgm:t>
    </dgm:pt>
    <dgm:pt modelId="{6F6C7957-8CAF-44FF-92F5-5DACA25467A8}" type="parTrans" cxnId="{1B39B6D5-5848-4A38-A6AA-14AA86858433}">
      <dgm:prSet/>
      <dgm:spPr/>
      <dgm:t>
        <a:bodyPr/>
        <a:lstStyle/>
        <a:p>
          <a:endParaRPr lang="en-US"/>
        </a:p>
      </dgm:t>
    </dgm:pt>
    <dgm:pt modelId="{8717ADF5-61BF-4F30-B91F-5744CD92F545}" type="sibTrans" cxnId="{1B39B6D5-5848-4A38-A6AA-14AA86858433}">
      <dgm:prSet/>
      <dgm:spPr/>
      <dgm:t>
        <a:bodyPr/>
        <a:lstStyle/>
        <a:p>
          <a:endParaRPr lang="en-US"/>
        </a:p>
      </dgm:t>
    </dgm:pt>
    <dgm:pt modelId="{44D3E5B3-F801-4F1B-AB37-8040DC338ED4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Are all the correct versions of files used in this current release?</a:t>
          </a:r>
          <a:endParaRPr lang="en-US" sz="1800" dirty="0"/>
        </a:p>
      </dgm:t>
    </dgm:pt>
    <dgm:pt modelId="{DEBD7859-D318-4152-B7F3-705E4DF5D4F7}" type="parTrans" cxnId="{4292D059-FF72-42F5-ACED-4FB0A30BC2BA}">
      <dgm:prSet/>
      <dgm:spPr/>
      <dgm:t>
        <a:bodyPr/>
        <a:lstStyle/>
        <a:p>
          <a:endParaRPr lang="en-US"/>
        </a:p>
      </dgm:t>
    </dgm:pt>
    <dgm:pt modelId="{0E637DD1-6B2C-4A34-83CC-9314A37BECA2}" type="sibTrans" cxnId="{4292D059-FF72-42F5-ACED-4FB0A30BC2BA}">
      <dgm:prSet/>
      <dgm:spPr/>
      <dgm:t>
        <a:bodyPr/>
        <a:lstStyle/>
        <a:p>
          <a:endParaRPr lang="en-US"/>
        </a:p>
      </dgm:t>
    </dgm:pt>
    <dgm:pt modelId="{DAC36E1B-2EFD-4A61-A766-780F5368D433}" type="pres">
      <dgm:prSet presAssocID="{9D8778FF-EEAB-48FC-B23F-E30BFAA8B46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ECE94B-5C8A-4FE8-B011-4D7E393336B6}" type="pres">
      <dgm:prSet presAssocID="{4DD7F991-B5AE-44A4-B7C4-8780AE2C7566}" presName="linNode" presStyleCnt="0"/>
      <dgm:spPr/>
    </dgm:pt>
    <dgm:pt modelId="{DE069798-423A-46C3-A644-04EE2BFE74E0}" type="pres">
      <dgm:prSet presAssocID="{4DD7F991-B5AE-44A4-B7C4-8780AE2C7566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0416C-9F2D-44F8-BC28-D56989EC9BB2}" type="pres">
      <dgm:prSet presAssocID="{4DD7F991-B5AE-44A4-B7C4-8780AE2C7566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A946EB-00F9-4F1E-A7F2-6D220D526B9C}" type="pres">
      <dgm:prSet presAssocID="{F5A359FC-8616-4D77-A5FB-06914926DF30}" presName="sp" presStyleCnt="0"/>
      <dgm:spPr/>
    </dgm:pt>
    <dgm:pt modelId="{7778194B-1972-4FFC-AAFD-A642DE6DB0EA}" type="pres">
      <dgm:prSet presAssocID="{0B79EDBA-267D-4A79-90E4-89909F5F29A5}" presName="linNode" presStyleCnt="0"/>
      <dgm:spPr/>
    </dgm:pt>
    <dgm:pt modelId="{258A4CD7-AC6A-42D5-9397-DD87805DCE6C}" type="pres">
      <dgm:prSet presAssocID="{0B79EDBA-267D-4A79-90E4-89909F5F29A5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E71582-D616-4880-ADE9-CC4CD265610A}" type="pres">
      <dgm:prSet presAssocID="{0B79EDBA-267D-4A79-90E4-89909F5F29A5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67CE1E-6AA4-46F9-A9F1-5A23CAA5E5BE}" type="pres">
      <dgm:prSet presAssocID="{6ECE6357-CD94-4504-AC3A-A7EF98B21D52}" presName="sp" presStyleCnt="0"/>
      <dgm:spPr/>
    </dgm:pt>
    <dgm:pt modelId="{D6AE54B9-9006-417C-9E72-2F4E656C6C84}" type="pres">
      <dgm:prSet presAssocID="{837A06BC-1E68-43D0-9FB7-16689EEC33B4}" presName="linNode" presStyleCnt="0"/>
      <dgm:spPr/>
    </dgm:pt>
    <dgm:pt modelId="{1CCFC096-763E-456B-9B2D-DFD321AA2FE0}" type="pres">
      <dgm:prSet presAssocID="{837A06BC-1E68-43D0-9FB7-16689EEC33B4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6B1941-E3D6-4466-8401-E8879100240B}" type="pres">
      <dgm:prSet presAssocID="{837A06BC-1E68-43D0-9FB7-16689EEC33B4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C0DA8A-4E2F-491A-93A7-5DD37F8271C7}" type="pres">
      <dgm:prSet presAssocID="{40AE1BBC-01FA-4504-AD48-199DE2EB3D73}" presName="sp" presStyleCnt="0"/>
      <dgm:spPr/>
    </dgm:pt>
    <dgm:pt modelId="{98E7B221-CFDC-49CB-8617-E5EFE0DE0A71}" type="pres">
      <dgm:prSet presAssocID="{E47DCE18-159E-4F6B-9171-8A973E6CDE35}" presName="linNode" presStyleCnt="0"/>
      <dgm:spPr/>
    </dgm:pt>
    <dgm:pt modelId="{A0A0E0AE-1C6E-4E63-BC05-25BA784D2062}" type="pres">
      <dgm:prSet presAssocID="{E47DCE18-159E-4F6B-9171-8A973E6CDE35}" presName="parentText" presStyleLbl="node1" presStyleIdx="3" presStyleCnt="4" custLinFactNeighborX="-1953" custLinFactNeighborY="414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16746A-A445-4AF3-B986-5F9DA1CC948B}" type="pres">
      <dgm:prSet presAssocID="{E47DCE18-159E-4F6B-9171-8A973E6CDE35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EA9E0A5-E66F-4E7F-A2EA-37419112BF2F}" type="presOf" srcId="{F8B8468C-3083-4B7D-AF55-EC0D70EF036A}" destId="{47E71582-D616-4880-ADE9-CC4CD265610A}" srcOrd="0" destOrd="0" presId="urn:microsoft.com/office/officeart/2005/8/layout/vList5"/>
    <dgm:cxn modelId="{BE5B4EF2-801A-4DCF-8675-0680E4DF6443}" srcId="{9D8778FF-EEAB-48FC-B23F-E30BFAA8B464}" destId="{4DD7F991-B5AE-44A4-B7C4-8780AE2C7566}" srcOrd="0" destOrd="0" parTransId="{22EE7BB6-5833-43EA-9EDE-7E5A741B9252}" sibTransId="{F5A359FC-8616-4D77-A5FB-06914926DF30}"/>
    <dgm:cxn modelId="{715CC84C-EAE9-4CB1-8F2B-709A5E052749}" type="presOf" srcId="{B651893E-AB76-4BE5-AA47-B6B26FCACAFD}" destId="{84E0416C-9F2D-44F8-BC28-D56989EC9BB2}" srcOrd="0" destOrd="0" presId="urn:microsoft.com/office/officeart/2005/8/layout/vList5"/>
    <dgm:cxn modelId="{1B39B6D5-5848-4A38-A6AA-14AA86858433}" srcId="{837A06BC-1E68-43D0-9FB7-16689EEC33B4}" destId="{241E6F04-2C3D-4BEC-9FB7-725957CFAA8E}" srcOrd="1" destOrd="0" parTransId="{6F6C7957-8CAF-44FF-92F5-5DACA25467A8}" sibTransId="{8717ADF5-61BF-4F30-B91F-5744CD92F545}"/>
    <dgm:cxn modelId="{431A244A-D750-4615-8885-E3D616585DF4}" srcId="{4DD7F991-B5AE-44A4-B7C4-8780AE2C7566}" destId="{B651893E-AB76-4BE5-AA47-B6B26FCACAFD}" srcOrd="0" destOrd="0" parTransId="{6AD6ED9A-A808-41FD-BD71-BC31930C8EDE}" sibTransId="{71936E57-E328-46B5-9B52-E3CD5FB56EC9}"/>
    <dgm:cxn modelId="{83977C3D-25A9-48C8-92A8-E964E8E4F412}" type="presOf" srcId="{4DD7F991-B5AE-44A4-B7C4-8780AE2C7566}" destId="{DE069798-423A-46C3-A644-04EE2BFE74E0}" srcOrd="0" destOrd="0" presId="urn:microsoft.com/office/officeart/2005/8/layout/vList5"/>
    <dgm:cxn modelId="{D0F02EDD-31C6-4038-BE93-F64D2C34A143}" srcId="{0B79EDBA-267D-4A79-90E4-89909F5F29A5}" destId="{7CB63D49-83A9-4B36-A83E-6B1345C5AF2B}" srcOrd="1" destOrd="0" parTransId="{35431BDA-AB0D-4715-8611-9350074B28B7}" sibTransId="{A460D09F-F6F4-47ED-A501-18839B7CC176}"/>
    <dgm:cxn modelId="{76389F75-5948-4BC1-8DEC-DD9B0657F327}" type="presOf" srcId="{8CDB075B-5512-4681-A63B-F2F7721CACEF}" destId="{2716746A-A445-4AF3-B986-5F9DA1CC948B}" srcOrd="0" destOrd="0" presId="urn:microsoft.com/office/officeart/2005/8/layout/vList5"/>
    <dgm:cxn modelId="{DBA2E269-36B3-4D91-BFDB-605B481FFF40}" type="presOf" srcId="{02F2B786-B077-47A9-84FD-5B4F5F26D7CE}" destId="{936B1941-E3D6-4466-8401-E8879100240B}" srcOrd="0" destOrd="0" presId="urn:microsoft.com/office/officeart/2005/8/layout/vList5"/>
    <dgm:cxn modelId="{D40DA3A7-7D71-4927-A81C-53C0854740E4}" type="presOf" srcId="{0B79EDBA-267D-4A79-90E4-89909F5F29A5}" destId="{258A4CD7-AC6A-42D5-9397-DD87805DCE6C}" srcOrd="0" destOrd="0" presId="urn:microsoft.com/office/officeart/2005/8/layout/vList5"/>
    <dgm:cxn modelId="{0F38588B-08CE-4D7A-B9FB-16154B225E04}" type="presOf" srcId="{9D8778FF-EEAB-48FC-B23F-E30BFAA8B464}" destId="{DAC36E1B-2EFD-4A61-A766-780F5368D433}" srcOrd="0" destOrd="0" presId="urn:microsoft.com/office/officeart/2005/8/layout/vList5"/>
    <dgm:cxn modelId="{DA44E96A-E0CE-489B-8D56-E75715FB1DB8}" type="presOf" srcId="{44D3E5B3-F801-4F1B-AB37-8040DC338ED4}" destId="{2716746A-A445-4AF3-B986-5F9DA1CC948B}" srcOrd="0" destOrd="1" presId="urn:microsoft.com/office/officeart/2005/8/layout/vList5"/>
    <dgm:cxn modelId="{3CBAE685-78D0-440A-92ED-C04D56B65549}" type="presOf" srcId="{0A6D17A0-1C50-46FF-BF27-375324DA3E8A}" destId="{84E0416C-9F2D-44F8-BC28-D56989EC9BB2}" srcOrd="0" destOrd="1" presId="urn:microsoft.com/office/officeart/2005/8/layout/vList5"/>
    <dgm:cxn modelId="{90377FAA-45CF-4877-A93F-4539685A6AA4}" type="presOf" srcId="{7CB63D49-83A9-4B36-A83E-6B1345C5AF2B}" destId="{47E71582-D616-4880-ADE9-CC4CD265610A}" srcOrd="0" destOrd="1" presId="urn:microsoft.com/office/officeart/2005/8/layout/vList5"/>
    <dgm:cxn modelId="{5558C147-0F25-49E3-B509-9845E2F0FBC6}" srcId="{9D8778FF-EEAB-48FC-B23F-E30BFAA8B464}" destId="{837A06BC-1E68-43D0-9FB7-16689EEC33B4}" srcOrd="2" destOrd="0" parTransId="{460B5066-BD2A-4692-B1E3-1177974C0EC2}" sibTransId="{40AE1BBC-01FA-4504-AD48-199DE2EB3D73}"/>
    <dgm:cxn modelId="{A3AE995F-9DDD-420C-8583-C9F368F985CD}" type="presOf" srcId="{E47DCE18-159E-4F6B-9171-8A973E6CDE35}" destId="{A0A0E0AE-1C6E-4E63-BC05-25BA784D2062}" srcOrd="0" destOrd="0" presId="urn:microsoft.com/office/officeart/2005/8/layout/vList5"/>
    <dgm:cxn modelId="{EF262CCF-0C80-4F08-B14B-4E89AED1F54A}" type="presOf" srcId="{241E6F04-2C3D-4BEC-9FB7-725957CFAA8E}" destId="{936B1941-E3D6-4466-8401-E8879100240B}" srcOrd="0" destOrd="1" presId="urn:microsoft.com/office/officeart/2005/8/layout/vList5"/>
    <dgm:cxn modelId="{C870B4E7-A63C-4069-86FF-5397D938E3B1}" srcId="{E47DCE18-159E-4F6B-9171-8A973E6CDE35}" destId="{8CDB075B-5512-4681-A63B-F2F7721CACEF}" srcOrd="0" destOrd="0" parTransId="{E450DCDB-1D15-4663-A94B-0C46D8DD18CA}" sibTransId="{5AC1EDF7-1B00-43B4-BC7C-BE73B653B2BA}"/>
    <dgm:cxn modelId="{A88B1621-2448-4047-8AE7-D7093AD69A54}" type="presOf" srcId="{837A06BC-1E68-43D0-9FB7-16689EEC33B4}" destId="{1CCFC096-763E-456B-9B2D-DFD321AA2FE0}" srcOrd="0" destOrd="0" presId="urn:microsoft.com/office/officeart/2005/8/layout/vList5"/>
    <dgm:cxn modelId="{9C7500E2-A1A0-43E8-8F00-B8CED782FE2F}" srcId="{9D8778FF-EEAB-48FC-B23F-E30BFAA8B464}" destId="{0B79EDBA-267D-4A79-90E4-89909F5F29A5}" srcOrd="1" destOrd="0" parTransId="{2B99832E-FCB3-48CA-BE46-344F0520AE16}" sibTransId="{6ECE6357-CD94-4504-AC3A-A7EF98B21D52}"/>
    <dgm:cxn modelId="{4292D059-FF72-42F5-ACED-4FB0A30BC2BA}" srcId="{E47DCE18-159E-4F6B-9171-8A973E6CDE35}" destId="{44D3E5B3-F801-4F1B-AB37-8040DC338ED4}" srcOrd="1" destOrd="0" parTransId="{DEBD7859-D318-4152-B7F3-705E4DF5D4F7}" sibTransId="{0E637DD1-6B2C-4A34-83CC-9314A37BECA2}"/>
    <dgm:cxn modelId="{F38B05E9-3670-480E-8D07-DD07ED33C423}" srcId="{4DD7F991-B5AE-44A4-B7C4-8780AE2C7566}" destId="{0A6D17A0-1C50-46FF-BF27-375324DA3E8A}" srcOrd="1" destOrd="0" parTransId="{987580A4-7428-4C49-B48D-7DD7295EF055}" sibTransId="{19149B50-E380-4289-88F1-3833D141000E}"/>
    <dgm:cxn modelId="{3434C662-462B-41CB-99B6-6E6E9CF6FA92}" srcId="{837A06BC-1E68-43D0-9FB7-16689EEC33B4}" destId="{02F2B786-B077-47A9-84FD-5B4F5F26D7CE}" srcOrd="0" destOrd="0" parTransId="{05F42CF3-CC37-4785-9854-D57A884B2A3F}" sibTransId="{4382268D-1BE8-44BA-B02F-B18626E5466F}"/>
    <dgm:cxn modelId="{6F8C6327-689D-4308-A991-BBF123D41B44}" srcId="{0B79EDBA-267D-4A79-90E4-89909F5F29A5}" destId="{F8B8468C-3083-4B7D-AF55-EC0D70EF036A}" srcOrd="0" destOrd="0" parTransId="{6C4184D2-816A-44E6-8F4A-F945B3DF5B17}" sibTransId="{93892AAD-E6ED-461D-BC1F-E39A4E1A8433}"/>
    <dgm:cxn modelId="{3B91A8D9-D7B0-474A-993A-2C8CCC55A869}" srcId="{9D8778FF-EEAB-48FC-B23F-E30BFAA8B464}" destId="{E47DCE18-159E-4F6B-9171-8A973E6CDE35}" srcOrd="3" destOrd="0" parTransId="{B65E648A-4C3E-4975-9B4B-AD80C4483871}" sibTransId="{D58A7A9E-3604-4A81-A89B-65F78C800E10}"/>
    <dgm:cxn modelId="{E64670CA-258B-4A67-AA82-FD4C4FDCE4F3}" type="presParOf" srcId="{DAC36E1B-2EFD-4A61-A766-780F5368D433}" destId="{58ECE94B-5C8A-4FE8-B011-4D7E393336B6}" srcOrd="0" destOrd="0" presId="urn:microsoft.com/office/officeart/2005/8/layout/vList5"/>
    <dgm:cxn modelId="{E986B562-3302-4B43-A3F4-6A2C91007906}" type="presParOf" srcId="{58ECE94B-5C8A-4FE8-B011-4D7E393336B6}" destId="{DE069798-423A-46C3-A644-04EE2BFE74E0}" srcOrd="0" destOrd="0" presId="urn:microsoft.com/office/officeart/2005/8/layout/vList5"/>
    <dgm:cxn modelId="{5A9D4E75-66AC-4516-B37E-182901544C4B}" type="presParOf" srcId="{58ECE94B-5C8A-4FE8-B011-4D7E393336B6}" destId="{84E0416C-9F2D-44F8-BC28-D56989EC9BB2}" srcOrd="1" destOrd="0" presId="urn:microsoft.com/office/officeart/2005/8/layout/vList5"/>
    <dgm:cxn modelId="{CB978D7C-CA9B-41F3-B89C-06B10D269033}" type="presParOf" srcId="{DAC36E1B-2EFD-4A61-A766-780F5368D433}" destId="{34A946EB-00F9-4F1E-A7F2-6D220D526B9C}" srcOrd="1" destOrd="0" presId="urn:microsoft.com/office/officeart/2005/8/layout/vList5"/>
    <dgm:cxn modelId="{A141B873-B597-4952-84E2-CFB11F684A9A}" type="presParOf" srcId="{DAC36E1B-2EFD-4A61-A766-780F5368D433}" destId="{7778194B-1972-4FFC-AAFD-A642DE6DB0EA}" srcOrd="2" destOrd="0" presId="urn:microsoft.com/office/officeart/2005/8/layout/vList5"/>
    <dgm:cxn modelId="{5CB70E44-BF5E-4474-AE7A-1E7FB613DF72}" type="presParOf" srcId="{7778194B-1972-4FFC-AAFD-A642DE6DB0EA}" destId="{258A4CD7-AC6A-42D5-9397-DD87805DCE6C}" srcOrd="0" destOrd="0" presId="urn:microsoft.com/office/officeart/2005/8/layout/vList5"/>
    <dgm:cxn modelId="{662500D1-E67D-41FF-90BA-EE049A314591}" type="presParOf" srcId="{7778194B-1972-4FFC-AAFD-A642DE6DB0EA}" destId="{47E71582-D616-4880-ADE9-CC4CD265610A}" srcOrd="1" destOrd="0" presId="urn:microsoft.com/office/officeart/2005/8/layout/vList5"/>
    <dgm:cxn modelId="{E8E70C5E-DA35-4EDD-8617-B90133AE4784}" type="presParOf" srcId="{DAC36E1B-2EFD-4A61-A766-780F5368D433}" destId="{D267CE1E-6AA4-46F9-A9F1-5A23CAA5E5BE}" srcOrd="3" destOrd="0" presId="urn:microsoft.com/office/officeart/2005/8/layout/vList5"/>
    <dgm:cxn modelId="{FDCA98BA-41A5-4505-B99E-ABDAE8BC5E78}" type="presParOf" srcId="{DAC36E1B-2EFD-4A61-A766-780F5368D433}" destId="{D6AE54B9-9006-417C-9E72-2F4E656C6C84}" srcOrd="4" destOrd="0" presId="urn:microsoft.com/office/officeart/2005/8/layout/vList5"/>
    <dgm:cxn modelId="{34EFF60E-B97F-4500-99C2-E3A475C3B074}" type="presParOf" srcId="{D6AE54B9-9006-417C-9E72-2F4E656C6C84}" destId="{1CCFC096-763E-456B-9B2D-DFD321AA2FE0}" srcOrd="0" destOrd="0" presId="urn:microsoft.com/office/officeart/2005/8/layout/vList5"/>
    <dgm:cxn modelId="{98670491-0555-41EB-89C9-817AD20BC75C}" type="presParOf" srcId="{D6AE54B9-9006-417C-9E72-2F4E656C6C84}" destId="{936B1941-E3D6-4466-8401-E8879100240B}" srcOrd="1" destOrd="0" presId="urn:microsoft.com/office/officeart/2005/8/layout/vList5"/>
    <dgm:cxn modelId="{8B910508-1A58-431D-85A4-9C52266674C7}" type="presParOf" srcId="{DAC36E1B-2EFD-4A61-A766-780F5368D433}" destId="{08C0DA8A-4E2F-491A-93A7-5DD37F8271C7}" srcOrd="5" destOrd="0" presId="urn:microsoft.com/office/officeart/2005/8/layout/vList5"/>
    <dgm:cxn modelId="{7A7BD826-CC4D-431C-9D3E-6EE4A2A61F56}" type="presParOf" srcId="{DAC36E1B-2EFD-4A61-A766-780F5368D433}" destId="{98E7B221-CFDC-49CB-8617-E5EFE0DE0A71}" srcOrd="6" destOrd="0" presId="urn:microsoft.com/office/officeart/2005/8/layout/vList5"/>
    <dgm:cxn modelId="{48C334EE-493E-49E5-9877-7C7C252EA7F3}" type="presParOf" srcId="{98E7B221-CFDC-49CB-8617-E5EFE0DE0A71}" destId="{A0A0E0AE-1C6E-4E63-BC05-25BA784D2062}" srcOrd="0" destOrd="0" presId="urn:microsoft.com/office/officeart/2005/8/layout/vList5"/>
    <dgm:cxn modelId="{5AFC3339-DEDD-45E4-8ABA-A3707035F8BE}" type="presParOf" srcId="{98E7B221-CFDC-49CB-8617-E5EFE0DE0A71}" destId="{2716746A-A445-4AF3-B986-5F9DA1CC94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A9AAE21-91A9-45F1-AEBA-0031163949D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D47881-DF65-4CAF-8F7D-9082F6105DE7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Manufacture</a:t>
          </a:r>
          <a:endParaRPr lang="en-US" dirty="0"/>
        </a:p>
      </dgm:t>
    </dgm:pt>
    <dgm:pt modelId="{86B3AC27-00D6-40E6-BBAE-33A868F926E9}" type="parTrans" cxnId="{A3F76BEC-EF2A-4C91-A481-12E38D380E34}">
      <dgm:prSet/>
      <dgm:spPr/>
      <dgm:t>
        <a:bodyPr/>
        <a:lstStyle/>
        <a:p>
          <a:endParaRPr lang="en-US"/>
        </a:p>
      </dgm:t>
    </dgm:pt>
    <dgm:pt modelId="{705B7A54-F5DC-4937-9736-54970952337D}" type="sibTrans" cxnId="{A3F76BEC-EF2A-4C91-A481-12E38D380E34}">
      <dgm:prSet/>
      <dgm:spPr/>
      <dgm:t>
        <a:bodyPr/>
        <a:lstStyle/>
        <a:p>
          <a:endParaRPr lang="en-US"/>
        </a:p>
      </dgm:t>
    </dgm:pt>
    <dgm:pt modelId="{3F5AC746-C6B0-41C8-A72B-901CAB0768A5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managing construction, building</a:t>
          </a:r>
          <a:endParaRPr lang="en-US" sz="1800" dirty="0"/>
        </a:p>
      </dgm:t>
    </dgm:pt>
    <dgm:pt modelId="{69B4529B-1E5B-40CE-A571-B2AC924774D2}" type="parTrans" cxnId="{2C1A0D4C-9457-4C3B-AC6D-8A1686DC93AD}">
      <dgm:prSet/>
      <dgm:spPr/>
      <dgm:t>
        <a:bodyPr/>
        <a:lstStyle/>
        <a:p>
          <a:endParaRPr lang="en-US"/>
        </a:p>
      </dgm:t>
    </dgm:pt>
    <dgm:pt modelId="{D78C507B-AA09-4836-9CBD-42D671654AD0}" type="sibTrans" cxnId="{2C1A0D4C-9457-4C3B-AC6D-8A1686DC93AD}">
      <dgm:prSet/>
      <dgm:spPr/>
      <dgm:t>
        <a:bodyPr/>
        <a:lstStyle/>
        <a:p>
          <a:endParaRPr lang="en-US"/>
        </a:p>
      </dgm:t>
    </dgm:pt>
    <dgm:pt modelId="{E160E1B4-23A5-44BC-BFD8-A5F9BD40B2CE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What versions of files and tools were used to generate this latest release?</a:t>
          </a:r>
          <a:endParaRPr lang="en-US" sz="1800" dirty="0"/>
        </a:p>
      </dgm:t>
    </dgm:pt>
    <dgm:pt modelId="{1F340A94-FFA3-4487-9EE7-68B0F7149D82}" type="parTrans" cxnId="{712F48BE-87A6-4FD1-9687-039C5CD9075C}">
      <dgm:prSet/>
      <dgm:spPr/>
      <dgm:t>
        <a:bodyPr/>
        <a:lstStyle/>
        <a:p>
          <a:endParaRPr lang="en-US"/>
        </a:p>
      </dgm:t>
    </dgm:pt>
    <dgm:pt modelId="{F7F76927-8FF9-4352-B606-F5A3D4FD40D5}" type="sibTrans" cxnId="{712F48BE-87A6-4FD1-9687-039C5CD9075C}">
      <dgm:prSet/>
      <dgm:spPr/>
      <dgm:t>
        <a:bodyPr/>
        <a:lstStyle/>
        <a:p>
          <a:endParaRPr lang="en-US"/>
        </a:p>
      </dgm:t>
    </dgm:pt>
    <dgm:pt modelId="{9C3FEC77-D12B-435D-83C8-1027707748D2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>
              <a:latin typeface="+mj-lt"/>
            </a:rPr>
            <a:t>Process modelling</a:t>
          </a:r>
          <a:endParaRPr lang="en-US" dirty="0"/>
        </a:p>
      </dgm:t>
    </dgm:pt>
    <dgm:pt modelId="{3EC4B179-6278-4314-A156-D5DCA763C0E4}" type="parTrans" cxnId="{9414952A-2E48-4417-8532-C3BCBE57EF68}">
      <dgm:prSet/>
      <dgm:spPr/>
      <dgm:t>
        <a:bodyPr/>
        <a:lstStyle/>
        <a:p>
          <a:endParaRPr lang="en-US"/>
        </a:p>
      </dgm:t>
    </dgm:pt>
    <dgm:pt modelId="{8B3D2B51-70C4-4EDE-8828-C45EE53C4530}" type="sibTrans" cxnId="{9414952A-2E48-4417-8532-C3BCBE57EF68}">
      <dgm:prSet/>
      <dgm:spPr/>
      <dgm:t>
        <a:bodyPr/>
        <a:lstStyle/>
        <a:p>
          <a:endParaRPr lang="en-US"/>
        </a:p>
      </dgm:t>
    </dgm:pt>
    <dgm:pt modelId="{3D35A256-1EE6-4006-9285-34AEE6E6AFD3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ensuring life-cycle model</a:t>
          </a:r>
          <a:endParaRPr lang="en-US" sz="1800" dirty="0"/>
        </a:p>
      </dgm:t>
    </dgm:pt>
    <dgm:pt modelId="{9FA55DDE-D875-43B4-A676-326D74F6C8A7}" type="parTrans" cxnId="{27F91D6B-043D-4CAE-A0BB-DBE0E96AE37C}">
      <dgm:prSet/>
      <dgm:spPr/>
      <dgm:t>
        <a:bodyPr/>
        <a:lstStyle/>
        <a:p>
          <a:endParaRPr lang="en-US"/>
        </a:p>
      </dgm:t>
    </dgm:pt>
    <dgm:pt modelId="{100BB375-1F24-4BAF-807B-0228FFF40375}" type="sibTrans" cxnId="{27F91D6B-043D-4CAE-A0BB-DBE0E96AE37C}">
      <dgm:prSet/>
      <dgm:spPr/>
      <dgm:t>
        <a:bodyPr/>
        <a:lstStyle/>
        <a:p>
          <a:endParaRPr lang="en-US"/>
        </a:p>
      </dgm:t>
    </dgm:pt>
    <dgm:pt modelId="{733F7D00-04E9-4C29-8502-1AE39A408ACC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Were all the files tested and checked for quality before being released to the customer?</a:t>
          </a:r>
          <a:endParaRPr lang="en-US" sz="1800" dirty="0"/>
        </a:p>
      </dgm:t>
    </dgm:pt>
    <dgm:pt modelId="{730D282F-98CA-46C7-A331-C4F20EA76BAF}" type="parTrans" cxnId="{3E91B66B-453D-4752-80B0-5853061AF83A}">
      <dgm:prSet/>
      <dgm:spPr/>
      <dgm:t>
        <a:bodyPr/>
        <a:lstStyle/>
        <a:p>
          <a:endParaRPr lang="en-US"/>
        </a:p>
      </dgm:t>
    </dgm:pt>
    <dgm:pt modelId="{0B13DA70-36A7-4338-9A2F-6E7F2721E985}" type="sibTrans" cxnId="{3E91B66B-453D-4752-80B0-5853061AF83A}">
      <dgm:prSet/>
      <dgm:spPr/>
      <dgm:t>
        <a:bodyPr/>
        <a:lstStyle/>
        <a:p>
          <a:endParaRPr lang="en-US"/>
        </a:p>
      </dgm:t>
    </dgm:pt>
    <dgm:pt modelId="{28895B5E-3520-4DAD-BA3F-EF602DB4F038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>
              <a:latin typeface="+mj-lt"/>
            </a:rPr>
            <a:t>Team work</a:t>
          </a:r>
          <a:endParaRPr lang="en-US" dirty="0"/>
        </a:p>
      </dgm:t>
    </dgm:pt>
    <dgm:pt modelId="{84E8F9E4-87B7-4430-95B4-D30C58E28297}" type="parTrans" cxnId="{75F830C2-E32C-49B4-9577-9570CD4C3B6D}">
      <dgm:prSet/>
      <dgm:spPr/>
      <dgm:t>
        <a:bodyPr/>
        <a:lstStyle/>
        <a:p>
          <a:endParaRPr lang="en-US"/>
        </a:p>
      </dgm:t>
    </dgm:pt>
    <dgm:pt modelId="{D001240E-B9F8-4FDC-A1CC-2CC4158B3C2D}" type="sibTrans" cxnId="{75F830C2-E32C-49B4-9577-9570CD4C3B6D}">
      <dgm:prSet/>
      <dgm:spPr/>
      <dgm:t>
        <a:bodyPr/>
        <a:lstStyle/>
        <a:p>
          <a:endParaRPr lang="en-US"/>
        </a:p>
      </dgm:t>
    </dgm:pt>
    <dgm:pt modelId="{D9854924-7621-456A-B578-3133C1DD5CB3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controlling team interactions</a:t>
          </a:r>
          <a:endParaRPr lang="en-US" sz="1800" dirty="0"/>
        </a:p>
      </dgm:t>
    </dgm:pt>
    <dgm:pt modelId="{A9AB6E6F-C1BD-4CB3-A4A6-C24C303BC964}" type="parTrans" cxnId="{6F661CEA-7986-47CC-BD45-B17F88260CE0}">
      <dgm:prSet/>
      <dgm:spPr/>
      <dgm:t>
        <a:bodyPr/>
        <a:lstStyle/>
        <a:p>
          <a:endParaRPr lang="en-US"/>
        </a:p>
      </dgm:t>
    </dgm:pt>
    <dgm:pt modelId="{9258103B-99CD-4AA9-91A9-E9F67A72F99F}" type="sibTrans" cxnId="{6F661CEA-7986-47CC-BD45-B17F88260CE0}">
      <dgm:prSet/>
      <dgm:spPr/>
      <dgm:t>
        <a:bodyPr/>
        <a:lstStyle/>
        <a:p>
          <a:endParaRPr lang="en-US"/>
        </a:p>
      </dgm:t>
    </dgm:pt>
    <dgm:pt modelId="{E6B88A1A-9FA4-4A87-A036-F4307BB81C8C}">
      <dgm:prSet phldrT="[Text]" custT="1"/>
      <dgm:spPr/>
      <dgm:t>
        <a:bodyPr/>
        <a:lstStyle/>
        <a:p>
          <a:r>
            <a:rPr lang="en-US" sz="1800" dirty="0" smtClean="0">
              <a:latin typeface="+mj-lt"/>
            </a:rPr>
            <a:t>Were all the locally made changes of the programmers merged into the last release of the product?</a:t>
          </a:r>
          <a:endParaRPr lang="en-US" sz="1800" dirty="0"/>
        </a:p>
      </dgm:t>
    </dgm:pt>
    <dgm:pt modelId="{4C6BCFFC-423D-44D3-AF85-C8AA678224CF}" type="parTrans" cxnId="{C0733280-1D7F-4F85-BA09-42B491FE32CE}">
      <dgm:prSet/>
      <dgm:spPr/>
      <dgm:t>
        <a:bodyPr/>
        <a:lstStyle/>
        <a:p>
          <a:endParaRPr lang="en-US"/>
        </a:p>
      </dgm:t>
    </dgm:pt>
    <dgm:pt modelId="{FAFAE019-955D-45ED-90C1-ABFB2F83E4C9}" type="sibTrans" cxnId="{C0733280-1D7F-4F85-BA09-42B491FE32CE}">
      <dgm:prSet/>
      <dgm:spPr/>
      <dgm:t>
        <a:bodyPr/>
        <a:lstStyle/>
        <a:p>
          <a:endParaRPr lang="en-US"/>
        </a:p>
      </dgm:t>
    </dgm:pt>
    <dgm:pt modelId="{462BA60F-B1F0-417F-A41A-8DACB979B111}" type="pres">
      <dgm:prSet presAssocID="{FA9AAE21-91A9-45F1-AEBA-0031163949D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8FD3A7B-3530-4595-B785-5A94DA18D382}" type="pres">
      <dgm:prSet presAssocID="{39D47881-DF65-4CAF-8F7D-9082F6105DE7}" presName="linNode" presStyleCnt="0"/>
      <dgm:spPr/>
    </dgm:pt>
    <dgm:pt modelId="{4D100238-C095-4B10-932B-76098E079C3D}" type="pres">
      <dgm:prSet presAssocID="{39D47881-DF65-4CAF-8F7D-9082F6105DE7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66AB71-D9D6-4AB0-B104-AFB8422C5E19}" type="pres">
      <dgm:prSet presAssocID="{39D47881-DF65-4CAF-8F7D-9082F6105DE7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84881E-ACA0-4C93-8270-64BE6DA7A4D9}" type="pres">
      <dgm:prSet presAssocID="{705B7A54-F5DC-4937-9736-54970952337D}" presName="sp" presStyleCnt="0"/>
      <dgm:spPr/>
    </dgm:pt>
    <dgm:pt modelId="{FD6EBB09-3010-4374-BC81-C352B6E1469B}" type="pres">
      <dgm:prSet presAssocID="{9C3FEC77-D12B-435D-83C8-1027707748D2}" presName="linNode" presStyleCnt="0"/>
      <dgm:spPr/>
    </dgm:pt>
    <dgm:pt modelId="{B76D2C56-13A3-4040-A570-7181502979DD}" type="pres">
      <dgm:prSet presAssocID="{9C3FEC77-D12B-435D-83C8-1027707748D2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9C1A86-292A-47F9-B70E-CBC5E5C15CEB}" type="pres">
      <dgm:prSet presAssocID="{9C3FEC77-D12B-435D-83C8-1027707748D2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5BED54-EB3C-4F34-9C3C-43EDB89357F6}" type="pres">
      <dgm:prSet presAssocID="{8B3D2B51-70C4-4EDE-8828-C45EE53C4530}" presName="sp" presStyleCnt="0"/>
      <dgm:spPr/>
    </dgm:pt>
    <dgm:pt modelId="{202D66E9-E9AD-4310-9BC2-EE1B2EE4DC6E}" type="pres">
      <dgm:prSet presAssocID="{28895B5E-3520-4DAD-BA3F-EF602DB4F038}" presName="linNode" presStyleCnt="0"/>
      <dgm:spPr/>
    </dgm:pt>
    <dgm:pt modelId="{15B9C925-53D2-4C9C-B802-E6664F9636B6}" type="pres">
      <dgm:prSet presAssocID="{28895B5E-3520-4DAD-BA3F-EF602DB4F038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AD79E7-EF1C-4D99-AF76-94BE5A845E6A}" type="pres">
      <dgm:prSet presAssocID="{28895B5E-3520-4DAD-BA3F-EF602DB4F038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29482E6-778E-48AE-BAF5-12E0F548F46A}" type="presOf" srcId="{39D47881-DF65-4CAF-8F7D-9082F6105DE7}" destId="{4D100238-C095-4B10-932B-76098E079C3D}" srcOrd="0" destOrd="0" presId="urn:microsoft.com/office/officeart/2005/8/layout/vList5"/>
    <dgm:cxn modelId="{27F91D6B-043D-4CAE-A0BB-DBE0E96AE37C}" srcId="{9C3FEC77-D12B-435D-83C8-1027707748D2}" destId="{3D35A256-1EE6-4006-9285-34AEE6E6AFD3}" srcOrd="0" destOrd="0" parTransId="{9FA55DDE-D875-43B4-A676-326D74F6C8A7}" sibTransId="{100BB375-1F24-4BAF-807B-0228FFF40375}"/>
    <dgm:cxn modelId="{DD178898-FA3A-4F27-9F8E-542896E09182}" type="presOf" srcId="{28895B5E-3520-4DAD-BA3F-EF602DB4F038}" destId="{15B9C925-53D2-4C9C-B802-E6664F9636B6}" srcOrd="0" destOrd="0" presId="urn:microsoft.com/office/officeart/2005/8/layout/vList5"/>
    <dgm:cxn modelId="{62F244D3-A05A-4666-9BDF-A7B54E92EECC}" type="presOf" srcId="{3F5AC746-C6B0-41C8-A72B-901CAB0768A5}" destId="{D066AB71-D9D6-4AB0-B104-AFB8422C5E19}" srcOrd="0" destOrd="0" presId="urn:microsoft.com/office/officeart/2005/8/layout/vList5"/>
    <dgm:cxn modelId="{C020DEAE-93D9-495F-BAE5-0B364817C8CB}" type="presOf" srcId="{9C3FEC77-D12B-435D-83C8-1027707748D2}" destId="{B76D2C56-13A3-4040-A570-7181502979DD}" srcOrd="0" destOrd="0" presId="urn:microsoft.com/office/officeart/2005/8/layout/vList5"/>
    <dgm:cxn modelId="{694F7413-B164-40EA-AC38-12F3A99904B7}" type="presOf" srcId="{FA9AAE21-91A9-45F1-AEBA-0031163949DF}" destId="{462BA60F-B1F0-417F-A41A-8DACB979B111}" srcOrd="0" destOrd="0" presId="urn:microsoft.com/office/officeart/2005/8/layout/vList5"/>
    <dgm:cxn modelId="{4B255CE0-C4A6-403F-B7B2-511E4A648920}" type="presOf" srcId="{E160E1B4-23A5-44BC-BFD8-A5F9BD40B2CE}" destId="{D066AB71-D9D6-4AB0-B104-AFB8422C5E19}" srcOrd="0" destOrd="1" presId="urn:microsoft.com/office/officeart/2005/8/layout/vList5"/>
    <dgm:cxn modelId="{2466A3F2-5351-479D-90E1-6D8A8D677817}" type="presOf" srcId="{E6B88A1A-9FA4-4A87-A036-F4307BB81C8C}" destId="{4AAD79E7-EF1C-4D99-AF76-94BE5A845E6A}" srcOrd="0" destOrd="1" presId="urn:microsoft.com/office/officeart/2005/8/layout/vList5"/>
    <dgm:cxn modelId="{2C1A0D4C-9457-4C3B-AC6D-8A1686DC93AD}" srcId="{39D47881-DF65-4CAF-8F7D-9082F6105DE7}" destId="{3F5AC746-C6B0-41C8-A72B-901CAB0768A5}" srcOrd="0" destOrd="0" parTransId="{69B4529B-1E5B-40CE-A571-B2AC924774D2}" sibTransId="{D78C507B-AA09-4836-9CBD-42D671654AD0}"/>
    <dgm:cxn modelId="{6F661CEA-7986-47CC-BD45-B17F88260CE0}" srcId="{28895B5E-3520-4DAD-BA3F-EF602DB4F038}" destId="{D9854924-7621-456A-B578-3133C1DD5CB3}" srcOrd="0" destOrd="0" parTransId="{A9AB6E6F-C1BD-4CB3-A4A6-C24C303BC964}" sibTransId="{9258103B-99CD-4AA9-91A9-E9F67A72F99F}"/>
    <dgm:cxn modelId="{C0733280-1D7F-4F85-BA09-42B491FE32CE}" srcId="{28895B5E-3520-4DAD-BA3F-EF602DB4F038}" destId="{E6B88A1A-9FA4-4A87-A036-F4307BB81C8C}" srcOrd="1" destOrd="0" parTransId="{4C6BCFFC-423D-44D3-AF85-C8AA678224CF}" sibTransId="{FAFAE019-955D-45ED-90C1-ABFB2F83E4C9}"/>
    <dgm:cxn modelId="{FABD77AE-AB3B-4803-BA7E-FD5C81E91272}" type="presOf" srcId="{733F7D00-04E9-4C29-8502-1AE39A408ACC}" destId="{379C1A86-292A-47F9-B70E-CBC5E5C15CEB}" srcOrd="0" destOrd="1" presId="urn:microsoft.com/office/officeart/2005/8/layout/vList5"/>
    <dgm:cxn modelId="{3E91B66B-453D-4752-80B0-5853061AF83A}" srcId="{9C3FEC77-D12B-435D-83C8-1027707748D2}" destId="{733F7D00-04E9-4C29-8502-1AE39A408ACC}" srcOrd="1" destOrd="0" parTransId="{730D282F-98CA-46C7-A331-C4F20EA76BAF}" sibTransId="{0B13DA70-36A7-4338-9A2F-6E7F2721E985}"/>
    <dgm:cxn modelId="{A3F76BEC-EF2A-4C91-A481-12E38D380E34}" srcId="{FA9AAE21-91A9-45F1-AEBA-0031163949DF}" destId="{39D47881-DF65-4CAF-8F7D-9082F6105DE7}" srcOrd="0" destOrd="0" parTransId="{86B3AC27-00D6-40E6-BBAE-33A868F926E9}" sibTransId="{705B7A54-F5DC-4937-9736-54970952337D}"/>
    <dgm:cxn modelId="{9414952A-2E48-4417-8532-C3BCBE57EF68}" srcId="{FA9AAE21-91A9-45F1-AEBA-0031163949DF}" destId="{9C3FEC77-D12B-435D-83C8-1027707748D2}" srcOrd="1" destOrd="0" parTransId="{3EC4B179-6278-4314-A156-D5DCA763C0E4}" sibTransId="{8B3D2B51-70C4-4EDE-8828-C45EE53C4530}"/>
    <dgm:cxn modelId="{A34D70AB-B573-4910-BC02-351CA834CD04}" type="presOf" srcId="{D9854924-7621-456A-B578-3133C1DD5CB3}" destId="{4AAD79E7-EF1C-4D99-AF76-94BE5A845E6A}" srcOrd="0" destOrd="0" presId="urn:microsoft.com/office/officeart/2005/8/layout/vList5"/>
    <dgm:cxn modelId="{712F48BE-87A6-4FD1-9687-039C5CD9075C}" srcId="{39D47881-DF65-4CAF-8F7D-9082F6105DE7}" destId="{E160E1B4-23A5-44BC-BFD8-A5F9BD40B2CE}" srcOrd="1" destOrd="0" parTransId="{1F340A94-FFA3-4487-9EE7-68B0F7149D82}" sibTransId="{F7F76927-8FF9-4352-B606-F5A3D4FD40D5}"/>
    <dgm:cxn modelId="{75F830C2-E32C-49B4-9577-9570CD4C3B6D}" srcId="{FA9AAE21-91A9-45F1-AEBA-0031163949DF}" destId="{28895B5E-3520-4DAD-BA3F-EF602DB4F038}" srcOrd="2" destOrd="0" parTransId="{84E8F9E4-87B7-4430-95B4-D30C58E28297}" sibTransId="{D001240E-B9F8-4FDC-A1CC-2CC4158B3C2D}"/>
    <dgm:cxn modelId="{7E1B3486-365A-449E-A806-21197638B5C3}" type="presOf" srcId="{3D35A256-1EE6-4006-9285-34AEE6E6AFD3}" destId="{379C1A86-292A-47F9-B70E-CBC5E5C15CEB}" srcOrd="0" destOrd="0" presId="urn:microsoft.com/office/officeart/2005/8/layout/vList5"/>
    <dgm:cxn modelId="{681843F1-0BF1-4565-A9E4-7CC3AC37875D}" type="presParOf" srcId="{462BA60F-B1F0-417F-A41A-8DACB979B111}" destId="{A8FD3A7B-3530-4595-B785-5A94DA18D382}" srcOrd="0" destOrd="0" presId="urn:microsoft.com/office/officeart/2005/8/layout/vList5"/>
    <dgm:cxn modelId="{1F40B8C9-FD8A-40FE-A0FE-724E14EC2FE4}" type="presParOf" srcId="{A8FD3A7B-3530-4595-B785-5A94DA18D382}" destId="{4D100238-C095-4B10-932B-76098E079C3D}" srcOrd="0" destOrd="0" presId="urn:microsoft.com/office/officeart/2005/8/layout/vList5"/>
    <dgm:cxn modelId="{5D2217D3-0892-4504-922B-0B9DF071E251}" type="presParOf" srcId="{A8FD3A7B-3530-4595-B785-5A94DA18D382}" destId="{D066AB71-D9D6-4AB0-B104-AFB8422C5E19}" srcOrd="1" destOrd="0" presId="urn:microsoft.com/office/officeart/2005/8/layout/vList5"/>
    <dgm:cxn modelId="{029424D7-BAD7-41D4-B646-A961381D1EFD}" type="presParOf" srcId="{462BA60F-B1F0-417F-A41A-8DACB979B111}" destId="{B384881E-ACA0-4C93-8270-64BE6DA7A4D9}" srcOrd="1" destOrd="0" presId="urn:microsoft.com/office/officeart/2005/8/layout/vList5"/>
    <dgm:cxn modelId="{C733AB7A-E3D2-4EBB-A557-E81BD54210A5}" type="presParOf" srcId="{462BA60F-B1F0-417F-A41A-8DACB979B111}" destId="{FD6EBB09-3010-4374-BC81-C352B6E1469B}" srcOrd="2" destOrd="0" presId="urn:microsoft.com/office/officeart/2005/8/layout/vList5"/>
    <dgm:cxn modelId="{A8716BCE-A80D-4B04-9846-77A761C101DC}" type="presParOf" srcId="{FD6EBB09-3010-4374-BC81-C352B6E1469B}" destId="{B76D2C56-13A3-4040-A570-7181502979DD}" srcOrd="0" destOrd="0" presId="urn:microsoft.com/office/officeart/2005/8/layout/vList5"/>
    <dgm:cxn modelId="{C22BB8B4-F581-4BAA-8253-616B7A729918}" type="presParOf" srcId="{FD6EBB09-3010-4374-BC81-C352B6E1469B}" destId="{379C1A86-292A-47F9-B70E-CBC5E5C15CEB}" srcOrd="1" destOrd="0" presId="urn:microsoft.com/office/officeart/2005/8/layout/vList5"/>
    <dgm:cxn modelId="{5CC56AAD-652D-4C50-AFFA-B77BD6C98DE1}" type="presParOf" srcId="{462BA60F-B1F0-417F-A41A-8DACB979B111}" destId="{765BED54-EB3C-4F34-9C3C-43EDB89357F6}" srcOrd="3" destOrd="0" presId="urn:microsoft.com/office/officeart/2005/8/layout/vList5"/>
    <dgm:cxn modelId="{7BD0D934-B781-4F87-901B-25D9188128E5}" type="presParOf" srcId="{462BA60F-B1F0-417F-A41A-8DACB979B111}" destId="{202D66E9-E9AD-4310-9BC2-EE1B2EE4DC6E}" srcOrd="4" destOrd="0" presId="urn:microsoft.com/office/officeart/2005/8/layout/vList5"/>
    <dgm:cxn modelId="{DF96F22A-0198-494A-8F16-14D99C877B0F}" type="presParOf" srcId="{202D66E9-E9AD-4310-9BC2-EE1B2EE4DC6E}" destId="{15B9C925-53D2-4C9C-B802-E6664F9636B6}" srcOrd="0" destOrd="0" presId="urn:microsoft.com/office/officeart/2005/8/layout/vList5"/>
    <dgm:cxn modelId="{33AAED2A-BB23-4879-99CC-06B980A87A41}" type="presParOf" srcId="{202D66E9-E9AD-4310-9BC2-EE1B2EE4DC6E}" destId="{4AAD79E7-EF1C-4D99-AF76-94BE5A845E6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9EF94CC-92EC-49D5-88F9-5DAC4BBA4E44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56AC95-F23F-49E8-8C47-5353902B7C30}">
      <dgm:prSet phldrT="[Text]"/>
      <dgm:spPr/>
      <dgm:t>
        <a:bodyPr/>
        <a:lstStyle/>
        <a:p>
          <a:r>
            <a:rPr lang="en-US" dirty="0" smtClean="0"/>
            <a:t>CM</a:t>
          </a:r>
          <a:endParaRPr lang="en-US" dirty="0"/>
        </a:p>
      </dgm:t>
    </dgm:pt>
    <dgm:pt modelId="{52054FE4-55EE-4548-9E18-43FB52D8038F}" type="parTrans" cxnId="{52FA1CB8-7ED9-4B9B-BF7A-9428DE368A75}">
      <dgm:prSet/>
      <dgm:spPr/>
      <dgm:t>
        <a:bodyPr/>
        <a:lstStyle/>
        <a:p>
          <a:endParaRPr lang="en-US"/>
        </a:p>
      </dgm:t>
    </dgm:pt>
    <dgm:pt modelId="{C17B8DAE-215E-4BFE-A3B3-B91669B2C3FA}" type="sibTrans" cxnId="{52FA1CB8-7ED9-4B9B-BF7A-9428DE368A75}">
      <dgm:prSet/>
      <dgm:spPr/>
      <dgm:t>
        <a:bodyPr/>
        <a:lstStyle/>
        <a:p>
          <a:endParaRPr lang="en-US"/>
        </a:p>
      </dgm:t>
    </dgm:pt>
    <dgm:pt modelId="{EE652E8D-CB69-4C1C-B71E-70B6DE6A65AE}">
      <dgm:prSet phldrT="[Text]"/>
      <dgm:spPr/>
      <dgm:t>
        <a:bodyPr/>
        <a:lstStyle/>
        <a:p>
          <a:r>
            <a:rPr lang="en-US" dirty="0" smtClean="0"/>
            <a:t>Software development environment</a:t>
          </a:r>
          <a:endParaRPr lang="en-US" dirty="0"/>
        </a:p>
      </dgm:t>
    </dgm:pt>
    <dgm:pt modelId="{D1472E3C-15A6-47A9-87FC-33AB8D91966E}" type="parTrans" cxnId="{72608294-8076-4D95-BF84-DEED562C13DF}">
      <dgm:prSet/>
      <dgm:spPr/>
      <dgm:t>
        <a:bodyPr/>
        <a:lstStyle/>
        <a:p>
          <a:endParaRPr lang="en-US"/>
        </a:p>
      </dgm:t>
    </dgm:pt>
    <dgm:pt modelId="{8A5F9E5A-19E8-459B-8AF8-43FFE6B3ABA9}" type="sibTrans" cxnId="{72608294-8076-4D95-BF84-DEED562C13DF}">
      <dgm:prSet/>
      <dgm:spPr/>
      <dgm:t>
        <a:bodyPr/>
        <a:lstStyle/>
        <a:p>
          <a:endParaRPr lang="en-US"/>
        </a:p>
      </dgm:t>
    </dgm:pt>
    <dgm:pt modelId="{7AEA9F3A-50ED-470E-94E8-F688A8E6BCC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Software process model</a:t>
          </a:r>
          <a:endParaRPr lang="en-US" dirty="0"/>
        </a:p>
      </dgm:t>
    </dgm:pt>
    <dgm:pt modelId="{192F9FE1-80CF-4569-8738-0AFB185318AE}" type="parTrans" cxnId="{9A3A38CA-F5FE-4E5B-AD1D-DD31F5994B0B}">
      <dgm:prSet/>
      <dgm:spPr/>
      <dgm:t>
        <a:bodyPr/>
        <a:lstStyle/>
        <a:p>
          <a:endParaRPr lang="en-US"/>
        </a:p>
      </dgm:t>
    </dgm:pt>
    <dgm:pt modelId="{25E5BB16-1972-41D6-9C0E-B7EA30BBC0B8}" type="sibTrans" cxnId="{9A3A38CA-F5FE-4E5B-AD1D-DD31F5994B0B}">
      <dgm:prSet/>
      <dgm:spPr/>
      <dgm:t>
        <a:bodyPr/>
        <a:lstStyle/>
        <a:p>
          <a:endParaRPr lang="en-US"/>
        </a:p>
      </dgm:t>
    </dgm:pt>
    <dgm:pt modelId="{89C9A86B-CD3E-4071-AFD4-427C77E27B13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Quality of software product</a:t>
          </a:r>
          <a:endParaRPr lang="en-US" dirty="0"/>
        </a:p>
      </dgm:t>
    </dgm:pt>
    <dgm:pt modelId="{352D0E5C-8A67-4C97-B3B9-421A4EB4AC5E}" type="parTrans" cxnId="{EC0E1893-9B2E-474C-956C-ECF5D72BC133}">
      <dgm:prSet/>
      <dgm:spPr/>
      <dgm:t>
        <a:bodyPr/>
        <a:lstStyle/>
        <a:p>
          <a:endParaRPr lang="en-US"/>
        </a:p>
      </dgm:t>
    </dgm:pt>
    <dgm:pt modelId="{7289660E-323F-4CCB-B6D0-1F532F7CE464}" type="sibTrans" cxnId="{EC0E1893-9B2E-474C-956C-ECF5D72BC133}">
      <dgm:prSet/>
      <dgm:spPr/>
      <dgm:t>
        <a:bodyPr/>
        <a:lstStyle/>
        <a:p>
          <a:endParaRPr lang="en-US"/>
        </a:p>
      </dgm:t>
    </dgm:pt>
    <dgm:pt modelId="{4D02CF91-3EE3-4090-ABA4-4C55A8824DA2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User’s organization</a:t>
          </a:r>
          <a:endParaRPr lang="en-US" dirty="0"/>
        </a:p>
      </dgm:t>
    </dgm:pt>
    <dgm:pt modelId="{A5A19D91-6B59-4F64-9383-EB347A3F8212}" type="parTrans" cxnId="{DBBC3D44-8C63-4F9D-9BCF-AC348140A649}">
      <dgm:prSet/>
      <dgm:spPr/>
      <dgm:t>
        <a:bodyPr/>
        <a:lstStyle/>
        <a:p>
          <a:endParaRPr lang="en-US"/>
        </a:p>
      </dgm:t>
    </dgm:pt>
    <dgm:pt modelId="{53A78F27-6D1D-4B7E-8BB2-E39F3E919F31}" type="sibTrans" cxnId="{DBBC3D44-8C63-4F9D-9BCF-AC348140A649}">
      <dgm:prSet/>
      <dgm:spPr/>
      <dgm:t>
        <a:bodyPr/>
        <a:lstStyle/>
        <a:p>
          <a:endParaRPr lang="en-US"/>
        </a:p>
      </dgm:t>
    </dgm:pt>
    <dgm:pt modelId="{A98596A4-D324-4CE6-88AA-99EEEA7722F7}" type="pres">
      <dgm:prSet presAssocID="{99EF94CC-92EC-49D5-88F9-5DAC4BBA4E44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E9ADD0-BB73-4F1B-A794-659007EF07E8}" type="pres">
      <dgm:prSet presAssocID="{99EF94CC-92EC-49D5-88F9-5DAC4BBA4E44}" presName="matrix" presStyleCnt="0"/>
      <dgm:spPr/>
    </dgm:pt>
    <dgm:pt modelId="{3AD491AB-AC4A-4515-9A63-011309683E91}" type="pres">
      <dgm:prSet presAssocID="{99EF94CC-92EC-49D5-88F9-5DAC4BBA4E44}" presName="tile1" presStyleLbl="node1" presStyleIdx="0" presStyleCnt="4"/>
      <dgm:spPr/>
      <dgm:t>
        <a:bodyPr/>
        <a:lstStyle/>
        <a:p>
          <a:endParaRPr lang="en-US"/>
        </a:p>
      </dgm:t>
    </dgm:pt>
    <dgm:pt modelId="{9E70F0E5-6735-4533-9589-C4F7E3C7A73E}" type="pres">
      <dgm:prSet presAssocID="{99EF94CC-92EC-49D5-88F9-5DAC4BBA4E4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17C492-4CA1-48F6-B567-C49B5E041C06}" type="pres">
      <dgm:prSet presAssocID="{99EF94CC-92EC-49D5-88F9-5DAC4BBA4E44}" presName="tile2" presStyleLbl="node1" presStyleIdx="1" presStyleCnt="4"/>
      <dgm:spPr/>
      <dgm:t>
        <a:bodyPr/>
        <a:lstStyle/>
        <a:p>
          <a:endParaRPr lang="en-US"/>
        </a:p>
      </dgm:t>
    </dgm:pt>
    <dgm:pt modelId="{8A8D5101-8D46-45F5-8A99-13AF30298FF3}" type="pres">
      <dgm:prSet presAssocID="{99EF94CC-92EC-49D5-88F9-5DAC4BBA4E4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BF9F5E-380F-40F7-B029-61FE95A1C299}" type="pres">
      <dgm:prSet presAssocID="{99EF94CC-92EC-49D5-88F9-5DAC4BBA4E44}" presName="tile3" presStyleLbl="node1" presStyleIdx="2" presStyleCnt="4"/>
      <dgm:spPr/>
      <dgm:t>
        <a:bodyPr/>
        <a:lstStyle/>
        <a:p>
          <a:endParaRPr lang="en-US"/>
        </a:p>
      </dgm:t>
    </dgm:pt>
    <dgm:pt modelId="{369E1856-F84D-4B0B-8C30-5655D6B2B906}" type="pres">
      <dgm:prSet presAssocID="{99EF94CC-92EC-49D5-88F9-5DAC4BBA4E4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11AE5B-DBA2-4F43-A464-34FB3857B474}" type="pres">
      <dgm:prSet presAssocID="{99EF94CC-92EC-49D5-88F9-5DAC4BBA4E44}" presName="tile4" presStyleLbl="node1" presStyleIdx="3" presStyleCnt="4"/>
      <dgm:spPr/>
      <dgm:t>
        <a:bodyPr/>
        <a:lstStyle/>
        <a:p>
          <a:endParaRPr lang="en-US"/>
        </a:p>
      </dgm:t>
    </dgm:pt>
    <dgm:pt modelId="{5CCD338A-BE30-4130-80CB-D8845B01C71C}" type="pres">
      <dgm:prSet presAssocID="{99EF94CC-92EC-49D5-88F9-5DAC4BBA4E4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C85707-5FA8-406D-97BA-14EDAD8F28AA}" type="pres">
      <dgm:prSet presAssocID="{99EF94CC-92EC-49D5-88F9-5DAC4BBA4E44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3ADFF383-CA65-4917-835F-C348FA30B2FB}" type="presOf" srcId="{EE652E8D-CB69-4C1C-B71E-70B6DE6A65AE}" destId="{3AD491AB-AC4A-4515-9A63-011309683E91}" srcOrd="0" destOrd="0" presId="urn:microsoft.com/office/officeart/2005/8/layout/matrix1"/>
    <dgm:cxn modelId="{52FA1CB8-7ED9-4B9B-BF7A-9428DE368A75}" srcId="{99EF94CC-92EC-49D5-88F9-5DAC4BBA4E44}" destId="{A956AC95-F23F-49E8-8C47-5353902B7C30}" srcOrd="0" destOrd="0" parTransId="{52054FE4-55EE-4548-9E18-43FB52D8038F}" sibTransId="{C17B8DAE-215E-4BFE-A3B3-B91669B2C3FA}"/>
    <dgm:cxn modelId="{9A3A38CA-F5FE-4E5B-AD1D-DD31F5994B0B}" srcId="{A956AC95-F23F-49E8-8C47-5353902B7C30}" destId="{7AEA9F3A-50ED-470E-94E8-F688A8E6BCC3}" srcOrd="1" destOrd="0" parTransId="{192F9FE1-80CF-4569-8738-0AFB185318AE}" sibTransId="{25E5BB16-1972-41D6-9C0E-B7EA30BBC0B8}"/>
    <dgm:cxn modelId="{DBC50368-FDE9-4F85-ABD7-3D6A8CB3EB44}" type="presOf" srcId="{EE652E8D-CB69-4C1C-B71E-70B6DE6A65AE}" destId="{9E70F0E5-6735-4533-9589-C4F7E3C7A73E}" srcOrd="1" destOrd="0" presId="urn:microsoft.com/office/officeart/2005/8/layout/matrix1"/>
    <dgm:cxn modelId="{FC384D1B-CB30-4C8A-8226-B599E97CA0F6}" type="presOf" srcId="{89C9A86B-CD3E-4071-AFD4-427C77E27B13}" destId="{97BF9F5E-380F-40F7-B029-61FE95A1C299}" srcOrd="0" destOrd="0" presId="urn:microsoft.com/office/officeart/2005/8/layout/matrix1"/>
    <dgm:cxn modelId="{1BD4A0F0-DA3D-4D1F-824E-FD811EA08289}" type="presOf" srcId="{89C9A86B-CD3E-4071-AFD4-427C77E27B13}" destId="{369E1856-F84D-4B0B-8C30-5655D6B2B906}" srcOrd="1" destOrd="0" presId="urn:microsoft.com/office/officeart/2005/8/layout/matrix1"/>
    <dgm:cxn modelId="{DBBC3D44-8C63-4F9D-9BCF-AC348140A649}" srcId="{A956AC95-F23F-49E8-8C47-5353902B7C30}" destId="{4D02CF91-3EE3-4090-ABA4-4C55A8824DA2}" srcOrd="3" destOrd="0" parTransId="{A5A19D91-6B59-4F64-9383-EB347A3F8212}" sibTransId="{53A78F27-6D1D-4B7E-8BB2-E39F3E919F31}"/>
    <dgm:cxn modelId="{5E835FD7-6B15-414F-A21D-AB0AB948FBA2}" type="presOf" srcId="{99EF94CC-92EC-49D5-88F9-5DAC4BBA4E44}" destId="{A98596A4-D324-4CE6-88AA-99EEEA7722F7}" srcOrd="0" destOrd="0" presId="urn:microsoft.com/office/officeart/2005/8/layout/matrix1"/>
    <dgm:cxn modelId="{5305E582-219A-49ED-BA5D-945D41519CFD}" type="presOf" srcId="{4D02CF91-3EE3-4090-ABA4-4C55A8824DA2}" destId="{5CCD338A-BE30-4130-80CB-D8845B01C71C}" srcOrd="1" destOrd="0" presId="urn:microsoft.com/office/officeart/2005/8/layout/matrix1"/>
    <dgm:cxn modelId="{90B78595-8128-4637-A2FC-2FF90D00F0DF}" type="presOf" srcId="{7AEA9F3A-50ED-470E-94E8-F688A8E6BCC3}" destId="{8A8D5101-8D46-45F5-8A99-13AF30298FF3}" srcOrd="1" destOrd="0" presId="urn:microsoft.com/office/officeart/2005/8/layout/matrix1"/>
    <dgm:cxn modelId="{6F3F3F34-F599-4A46-AE49-BC9B15E02C61}" type="presOf" srcId="{4D02CF91-3EE3-4090-ABA4-4C55A8824DA2}" destId="{3F11AE5B-DBA2-4F43-A464-34FB3857B474}" srcOrd="0" destOrd="0" presId="urn:microsoft.com/office/officeart/2005/8/layout/matrix1"/>
    <dgm:cxn modelId="{EC0E1893-9B2E-474C-956C-ECF5D72BC133}" srcId="{A956AC95-F23F-49E8-8C47-5353902B7C30}" destId="{89C9A86B-CD3E-4071-AFD4-427C77E27B13}" srcOrd="2" destOrd="0" parTransId="{352D0E5C-8A67-4C97-B3B9-421A4EB4AC5E}" sibTransId="{7289660E-323F-4CCB-B6D0-1F532F7CE464}"/>
    <dgm:cxn modelId="{7B2251AB-DA60-456E-AAE4-F11D3A51B915}" type="presOf" srcId="{7AEA9F3A-50ED-470E-94E8-F688A8E6BCC3}" destId="{4817C492-4CA1-48F6-B567-C49B5E041C06}" srcOrd="0" destOrd="0" presId="urn:microsoft.com/office/officeart/2005/8/layout/matrix1"/>
    <dgm:cxn modelId="{72608294-8076-4D95-BF84-DEED562C13DF}" srcId="{A956AC95-F23F-49E8-8C47-5353902B7C30}" destId="{EE652E8D-CB69-4C1C-B71E-70B6DE6A65AE}" srcOrd="0" destOrd="0" parTransId="{D1472E3C-15A6-47A9-87FC-33AB8D91966E}" sibTransId="{8A5F9E5A-19E8-459B-8AF8-43FFE6B3ABA9}"/>
    <dgm:cxn modelId="{81F872CB-DA9F-4A46-A272-616F5499BCF2}" type="presOf" srcId="{A956AC95-F23F-49E8-8C47-5353902B7C30}" destId="{87C85707-5FA8-406D-97BA-14EDAD8F28AA}" srcOrd="0" destOrd="0" presId="urn:microsoft.com/office/officeart/2005/8/layout/matrix1"/>
    <dgm:cxn modelId="{CD131FA2-4DFB-4764-A225-8EC20FACA561}" type="presParOf" srcId="{A98596A4-D324-4CE6-88AA-99EEEA7722F7}" destId="{79E9ADD0-BB73-4F1B-A794-659007EF07E8}" srcOrd="0" destOrd="0" presId="urn:microsoft.com/office/officeart/2005/8/layout/matrix1"/>
    <dgm:cxn modelId="{5FBB5BE3-38BD-4E27-90C9-16255D1396F6}" type="presParOf" srcId="{79E9ADD0-BB73-4F1B-A794-659007EF07E8}" destId="{3AD491AB-AC4A-4515-9A63-011309683E91}" srcOrd="0" destOrd="0" presId="urn:microsoft.com/office/officeart/2005/8/layout/matrix1"/>
    <dgm:cxn modelId="{631BAE02-8D44-42C4-AD74-2BEE98FC081A}" type="presParOf" srcId="{79E9ADD0-BB73-4F1B-A794-659007EF07E8}" destId="{9E70F0E5-6735-4533-9589-C4F7E3C7A73E}" srcOrd="1" destOrd="0" presId="urn:microsoft.com/office/officeart/2005/8/layout/matrix1"/>
    <dgm:cxn modelId="{E3656E2E-0CCE-416D-955F-50FDBD65F93A}" type="presParOf" srcId="{79E9ADD0-BB73-4F1B-A794-659007EF07E8}" destId="{4817C492-4CA1-48F6-B567-C49B5E041C06}" srcOrd="2" destOrd="0" presId="urn:microsoft.com/office/officeart/2005/8/layout/matrix1"/>
    <dgm:cxn modelId="{4612E0E7-0D5C-4554-B975-54428B5A99A8}" type="presParOf" srcId="{79E9ADD0-BB73-4F1B-A794-659007EF07E8}" destId="{8A8D5101-8D46-45F5-8A99-13AF30298FF3}" srcOrd="3" destOrd="0" presId="urn:microsoft.com/office/officeart/2005/8/layout/matrix1"/>
    <dgm:cxn modelId="{E7A4E22C-F5A2-4164-B9E8-B06DCE5AC0FD}" type="presParOf" srcId="{79E9ADD0-BB73-4F1B-A794-659007EF07E8}" destId="{97BF9F5E-380F-40F7-B029-61FE95A1C299}" srcOrd="4" destOrd="0" presId="urn:microsoft.com/office/officeart/2005/8/layout/matrix1"/>
    <dgm:cxn modelId="{D913C91B-8803-4DD7-A7B9-02731AE90566}" type="presParOf" srcId="{79E9ADD0-BB73-4F1B-A794-659007EF07E8}" destId="{369E1856-F84D-4B0B-8C30-5655D6B2B906}" srcOrd="5" destOrd="0" presId="urn:microsoft.com/office/officeart/2005/8/layout/matrix1"/>
    <dgm:cxn modelId="{FE4531DD-B891-45FA-B6FB-5FC8DBD2848E}" type="presParOf" srcId="{79E9ADD0-BB73-4F1B-A794-659007EF07E8}" destId="{3F11AE5B-DBA2-4F43-A464-34FB3857B474}" srcOrd="6" destOrd="0" presId="urn:microsoft.com/office/officeart/2005/8/layout/matrix1"/>
    <dgm:cxn modelId="{B95FC6DB-1D1E-492E-9399-73DBD4978660}" type="presParOf" srcId="{79E9ADD0-BB73-4F1B-A794-659007EF07E8}" destId="{5CCD338A-BE30-4130-80CB-D8845B01C71C}" srcOrd="7" destOrd="0" presId="urn:microsoft.com/office/officeart/2005/8/layout/matrix1"/>
    <dgm:cxn modelId="{99014D76-653D-4970-8E1D-6FA9BA098FE1}" type="presParOf" srcId="{A98596A4-D324-4CE6-88AA-99EEEA7722F7}" destId="{87C85707-5FA8-406D-97BA-14EDAD8F28AA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9F8C089-4E68-433E-AE98-55A8815F6B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43905C-64F1-4C36-BE23-747668EB0950}">
      <dgm:prSet phldrT="[Text]"/>
      <dgm:spPr/>
      <dgm:t>
        <a:bodyPr/>
        <a:lstStyle/>
        <a:p>
          <a:r>
            <a:rPr lang="en-US" dirty="0" smtClean="0"/>
            <a:t>Planning</a:t>
          </a:r>
          <a:endParaRPr lang="en-US" dirty="0"/>
        </a:p>
      </dgm:t>
    </dgm:pt>
    <dgm:pt modelId="{D73B4CD5-5EBB-40CC-B834-833752D09A38}" type="parTrans" cxnId="{CDB460C0-C907-4B4A-A046-05F58CC037ED}">
      <dgm:prSet/>
      <dgm:spPr/>
      <dgm:t>
        <a:bodyPr/>
        <a:lstStyle/>
        <a:p>
          <a:endParaRPr lang="en-US"/>
        </a:p>
      </dgm:t>
    </dgm:pt>
    <dgm:pt modelId="{12F21FEB-0EE0-4B06-A305-8868EFC81366}" type="sibTrans" cxnId="{CDB460C0-C907-4B4A-A046-05F58CC037ED}">
      <dgm:prSet/>
      <dgm:spPr/>
      <dgm:t>
        <a:bodyPr/>
        <a:lstStyle/>
        <a:p>
          <a:endParaRPr lang="en-US"/>
        </a:p>
      </dgm:t>
    </dgm:pt>
    <dgm:pt modelId="{933889F4-E4D3-459F-9E1D-46179347C8A9}">
      <dgm:prSet phldrT="[Text]" custT="1"/>
      <dgm:spPr/>
      <dgm:t>
        <a:bodyPr/>
        <a:lstStyle/>
        <a:p>
          <a:r>
            <a:rPr lang="en-US" sz="1800" dirty="0" smtClean="0"/>
            <a:t>Capturing all the important aspects about doing CM</a:t>
          </a:r>
          <a:endParaRPr lang="en-US" sz="1800" dirty="0"/>
        </a:p>
      </dgm:t>
    </dgm:pt>
    <dgm:pt modelId="{310CD864-99CF-4F06-BAC4-C39F97F1D503}" type="parTrans" cxnId="{B5CF623C-AE7E-44A7-95B8-42C068E53ECD}">
      <dgm:prSet/>
      <dgm:spPr/>
      <dgm:t>
        <a:bodyPr/>
        <a:lstStyle/>
        <a:p>
          <a:endParaRPr lang="en-US"/>
        </a:p>
      </dgm:t>
    </dgm:pt>
    <dgm:pt modelId="{D183F34C-30CF-4086-8C28-316C6D247E0B}" type="sibTrans" cxnId="{B5CF623C-AE7E-44A7-95B8-42C068E53ECD}">
      <dgm:prSet/>
      <dgm:spPr/>
      <dgm:t>
        <a:bodyPr/>
        <a:lstStyle/>
        <a:p>
          <a:endParaRPr lang="en-US"/>
        </a:p>
      </dgm:t>
    </dgm:pt>
    <dgm:pt modelId="{65075A92-24FB-44B0-9876-FEBAC7CE210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Defining a process</a:t>
          </a:r>
          <a:endParaRPr lang="en-US" dirty="0"/>
        </a:p>
      </dgm:t>
    </dgm:pt>
    <dgm:pt modelId="{76A77D36-B06A-4A48-95FC-D32E589CE1D8}" type="parTrans" cxnId="{5643B0AB-0875-4FE1-8594-5077A2D40253}">
      <dgm:prSet/>
      <dgm:spPr/>
      <dgm:t>
        <a:bodyPr/>
        <a:lstStyle/>
        <a:p>
          <a:endParaRPr lang="en-US"/>
        </a:p>
      </dgm:t>
    </dgm:pt>
    <dgm:pt modelId="{5B2FE9AA-9D28-4720-9053-757BCC7C0863}" type="sibTrans" cxnId="{5643B0AB-0875-4FE1-8594-5077A2D40253}">
      <dgm:prSet/>
      <dgm:spPr/>
      <dgm:t>
        <a:bodyPr/>
        <a:lstStyle/>
        <a:p>
          <a:endParaRPr lang="en-US"/>
        </a:p>
      </dgm:t>
    </dgm:pt>
    <dgm:pt modelId="{0FA1DCA4-1A27-42EC-BE78-2651AB8F5D05}">
      <dgm:prSet phldrT="[Text]" custT="1"/>
      <dgm:spPr/>
      <dgm:t>
        <a:bodyPr/>
        <a:lstStyle/>
        <a:p>
          <a:r>
            <a:rPr lang="en-US" sz="1800" dirty="0" smtClean="0"/>
            <a:t>Capturing all the steps, tasks, and associated policies and procedures needed for doing CM</a:t>
          </a:r>
          <a:endParaRPr lang="en-US" sz="1800" dirty="0"/>
        </a:p>
      </dgm:t>
    </dgm:pt>
    <dgm:pt modelId="{17BF11FE-B02A-4225-A3ED-EA6E975839D4}" type="parTrans" cxnId="{E3A7F321-6266-453A-B630-7129DC000477}">
      <dgm:prSet/>
      <dgm:spPr/>
      <dgm:t>
        <a:bodyPr/>
        <a:lstStyle/>
        <a:p>
          <a:endParaRPr lang="en-US"/>
        </a:p>
      </dgm:t>
    </dgm:pt>
    <dgm:pt modelId="{71EF5E64-9575-4750-9242-C2403B3C2E4A}" type="sibTrans" cxnId="{E3A7F321-6266-453A-B630-7129DC000477}">
      <dgm:prSet/>
      <dgm:spPr/>
      <dgm:t>
        <a:bodyPr/>
        <a:lstStyle/>
        <a:p>
          <a:endParaRPr lang="en-US"/>
        </a:p>
      </dgm:t>
    </dgm:pt>
    <dgm:pt modelId="{06C46478-FFDE-4E29-9CC0-81E3460FDD0C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Dealing with people</a:t>
          </a:r>
          <a:endParaRPr lang="en-US" dirty="0"/>
        </a:p>
      </dgm:t>
    </dgm:pt>
    <dgm:pt modelId="{A1AF0192-6E1C-4735-A0C6-016BB0611184}" type="parTrans" cxnId="{C89CB1C9-4007-4F90-B678-AF1C110DB309}">
      <dgm:prSet/>
      <dgm:spPr/>
      <dgm:t>
        <a:bodyPr/>
        <a:lstStyle/>
        <a:p>
          <a:endParaRPr lang="en-US"/>
        </a:p>
      </dgm:t>
    </dgm:pt>
    <dgm:pt modelId="{7AF52613-760F-4448-AF39-22B6697D1A29}" type="sibTrans" cxnId="{C89CB1C9-4007-4F90-B678-AF1C110DB309}">
      <dgm:prSet/>
      <dgm:spPr/>
      <dgm:t>
        <a:bodyPr/>
        <a:lstStyle/>
        <a:p>
          <a:endParaRPr lang="en-US"/>
        </a:p>
      </dgm:t>
    </dgm:pt>
    <dgm:pt modelId="{8D156F80-87C4-4082-A9DA-B10A92B9393C}">
      <dgm:prSet phldrT="[Text]" custT="1"/>
      <dgm:spPr/>
      <dgm:t>
        <a:bodyPr/>
        <a:lstStyle/>
        <a:p>
          <a:r>
            <a:rPr lang="en-US" sz="1800" dirty="0" smtClean="0"/>
            <a:t>Catering for different user roles that exist in the organization</a:t>
          </a:r>
          <a:endParaRPr lang="en-US" sz="1800" dirty="0"/>
        </a:p>
      </dgm:t>
    </dgm:pt>
    <dgm:pt modelId="{21B5BF29-D6E6-4F76-9EE2-E547BE29DA27}" type="parTrans" cxnId="{931EAF2C-42BC-4F53-986F-7926AEF46FEC}">
      <dgm:prSet/>
      <dgm:spPr/>
      <dgm:t>
        <a:bodyPr/>
        <a:lstStyle/>
        <a:p>
          <a:endParaRPr lang="en-US"/>
        </a:p>
      </dgm:t>
    </dgm:pt>
    <dgm:pt modelId="{57B81195-2C8B-4944-B303-408A3E7CE2A7}" type="sibTrans" cxnId="{931EAF2C-42BC-4F53-986F-7926AEF46FEC}">
      <dgm:prSet/>
      <dgm:spPr/>
      <dgm:t>
        <a:bodyPr/>
        <a:lstStyle/>
        <a:p>
          <a:endParaRPr lang="en-US"/>
        </a:p>
      </dgm:t>
    </dgm:pt>
    <dgm:pt modelId="{E4D3D903-1EE8-47ED-ABB3-E98A34A0873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Automating</a:t>
          </a:r>
        </a:p>
        <a:p>
          <a:r>
            <a:rPr lang="en-US" dirty="0" smtClean="0"/>
            <a:t>support</a:t>
          </a:r>
          <a:endParaRPr lang="en-US" dirty="0"/>
        </a:p>
      </dgm:t>
    </dgm:pt>
    <dgm:pt modelId="{0B1E7329-B96E-4AB3-8733-B380F4CA031D}" type="parTrans" cxnId="{C22B1D33-649F-4A23-9B6B-7570E56C0BDE}">
      <dgm:prSet/>
      <dgm:spPr/>
      <dgm:t>
        <a:bodyPr/>
        <a:lstStyle/>
        <a:p>
          <a:endParaRPr lang="en-US"/>
        </a:p>
      </dgm:t>
    </dgm:pt>
    <dgm:pt modelId="{9954A524-441D-481B-AB30-43A475F56534}" type="sibTrans" cxnId="{C22B1D33-649F-4A23-9B6B-7570E56C0BDE}">
      <dgm:prSet/>
      <dgm:spPr/>
      <dgm:t>
        <a:bodyPr/>
        <a:lstStyle/>
        <a:p>
          <a:endParaRPr lang="en-US"/>
        </a:p>
      </dgm:t>
    </dgm:pt>
    <dgm:pt modelId="{70BB4985-581E-4FC1-9ED8-20489E860EE9}">
      <dgm:prSet phldrT="[Text]" custT="1"/>
      <dgm:spPr/>
      <dgm:t>
        <a:bodyPr/>
        <a:lstStyle/>
        <a:p>
          <a:r>
            <a:rPr lang="en-US" sz="1800" dirty="0" smtClean="0"/>
            <a:t>Helping with maintaining integrity and quality of the process and product</a:t>
          </a:r>
          <a:endParaRPr lang="en-US" sz="1800" dirty="0"/>
        </a:p>
      </dgm:t>
    </dgm:pt>
    <dgm:pt modelId="{34D1B940-A979-44E0-9257-B9E78BC64622}" type="parTrans" cxnId="{CAEC3310-D73B-474C-8CCA-6A7120D387D2}">
      <dgm:prSet/>
      <dgm:spPr/>
      <dgm:t>
        <a:bodyPr/>
        <a:lstStyle/>
        <a:p>
          <a:endParaRPr lang="en-US"/>
        </a:p>
      </dgm:t>
    </dgm:pt>
    <dgm:pt modelId="{3FC3B9FB-821B-44BB-88C8-64D384FB1331}" type="sibTrans" cxnId="{CAEC3310-D73B-474C-8CCA-6A7120D387D2}">
      <dgm:prSet/>
      <dgm:spPr/>
      <dgm:t>
        <a:bodyPr/>
        <a:lstStyle/>
        <a:p>
          <a:endParaRPr lang="en-US"/>
        </a:p>
      </dgm:t>
    </dgm:pt>
    <dgm:pt modelId="{3501E351-DD1C-4D31-97A0-F9DA160B761C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 smtClean="0"/>
            <a:t>Making management decisions</a:t>
          </a:r>
          <a:endParaRPr lang="en-US" dirty="0"/>
        </a:p>
      </dgm:t>
    </dgm:pt>
    <dgm:pt modelId="{75B9BFBA-7ECE-4751-9DC5-7312C0C652D1}" type="parTrans" cxnId="{CE67812F-3297-48D8-805D-21120DF14EEC}">
      <dgm:prSet/>
      <dgm:spPr/>
      <dgm:t>
        <a:bodyPr/>
        <a:lstStyle/>
        <a:p>
          <a:endParaRPr lang="en-US"/>
        </a:p>
      </dgm:t>
    </dgm:pt>
    <dgm:pt modelId="{B088FD23-0D5A-4250-A655-3A039D657CE3}" type="sibTrans" cxnId="{CE67812F-3297-48D8-805D-21120DF14EEC}">
      <dgm:prSet/>
      <dgm:spPr/>
      <dgm:t>
        <a:bodyPr/>
        <a:lstStyle/>
        <a:p>
          <a:endParaRPr lang="en-US"/>
        </a:p>
      </dgm:t>
    </dgm:pt>
    <dgm:pt modelId="{E11C3452-F5F3-4ED4-9A1A-4DC859D36F1E}">
      <dgm:prSet phldrT="[Text]" custT="1"/>
      <dgm:spPr/>
      <dgm:t>
        <a:bodyPr/>
        <a:lstStyle/>
        <a:p>
          <a:r>
            <a:rPr lang="en-US" sz="1800" dirty="0" smtClean="0"/>
            <a:t>Deciding when to start using CM, whether to buy or build a CM system and how to best perform technology transition for the CM system</a:t>
          </a:r>
          <a:endParaRPr lang="en-US" sz="1800" dirty="0"/>
        </a:p>
      </dgm:t>
    </dgm:pt>
    <dgm:pt modelId="{B2EE0E50-1DC8-44AC-9AC1-D597F6969C1C}" type="parTrans" cxnId="{01157A35-912A-4B94-9BA8-A626031AD3D2}">
      <dgm:prSet/>
      <dgm:spPr/>
      <dgm:t>
        <a:bodyPr/>
        <a:lstStyle/>
        <a:p>
          <a:endParaRPr lang="en-US"/>
        </a:p>
      </dgm:t>
    </dgm:pt>
    <dgm:pt modelId="{57A2F19C-4845-4BEE-8C4A-571E8702F0FF}" type="sibTrans" cxnId="{01157A35-912A-4B94-9BA8-A626031AD3D2}">
      <dgm:prSet/>
      <dgm:spPr/>
      <dgm:t>
        <a:bodyPr/>
        <a:lstStyle/>
        <a:p>
          <a:endParaRPr lang="en-US"/>
        </a:p>
      </dgm:t>
    </dgm:pt>
    <dgm:pt modelId="{3C677E93-0CD9-4342-87F9-9E25B7362C70}" type="pres">
      <dgm:prSet presAssocID="{39F8C089-4E68-433E-AE98-55A8815F6BB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3784F37-B72D-432D-A95B-5D73023B4A0F}" type="pres">
      <dgm:prSet presAssocID="{6443905C-64F1-4C36-BE23-747668EB0950}" presName="linNode" presStyleCnt="0"/>
      <dgm:spPr/>
    </dgm:pt>
    <dgm:pt modelId="{22B81848-21ED-4A3C-8A1A-DDFA779C47BB}" type="pres">
      <dgm:prSet presAssocID="{6443905C-64F1-4C36-BE23-747668EB0950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B92DAE-78C9-4FFA-8076-FBC6DEDD5092}" type="pres">
      <dgm:prSet presAssocID="{6443905C-64F1-4C36-BE23-747668EB0950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996E4-5100-453C-994A-16CFCA9EFA11}" type="pres">
      <dgm:prSet presAssocID="{12F21FEB-0EE0-4B06-A305-8868EFC81366}" presName="sp" presStyleCnt="0"/>
      <dgm:spPr/>
    </dgm:pt>
    <dgm:pt modelId="{375BDC3F-E45F-48D3-B787-6A00A158697A}" type="pres">
      <dgm:prSet presAssocID="{65075A92-24FB-44B0-9876-FEBAC7CE2103}" presName="linNode" presStyleCnt="0"/>
      <dgm:spPr/>
    </dgm:pt>
    <dgm:pt modelId="{3D04EFB0-B37E-4639-B39F-F2F2E81317D2}" type="pres">
      <dgm:prSet presAssocID="{65075A92-24FB-44B0-9876-FEBAC7CE2103}" presName="parentText" presStyleLbl="node1" presStyleIdx="1" presStyleCnt="5" custScaleX="10323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4C399C-75FC-432A-A74A-A05FB22CB196}" type="pres">
      <dgm:prSet presAssocID="{65075A92-24FB-44B0-9876-FEBAC7CE2103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6BB9D7-AB3C-473E-89A8-A6E8C008C239}" type="pres">
      <dgm:prSet presAssocID="{5B2FE9AA-9D28-4720-9053-757BCC7C0863}" presName="sp" presStyleCnt="0"/>
      <dgm:spPr/>
    </dgm:pt>
    <dgm:pt modelId="{913ECDBE-6771-4EBF-99D1-7FBB26FCAC9D}" type="pres">
      <dgm:prSet presAssocID="{06C46478-FFDE-4E29-9CC0-81E3460FDD0C}" presName="linNode" presStyleCnt="0"/>
      <dgm:spPr/>
    </dgm:pt>
    <dgm:pt modelId="{8222B1AB-DE13-4C25-8296-1B55FE705B70}" type="pres">
      <dgm:prSet presAssocID="{06C46478-FFDE-4E29-9CC0-81E3460FDD0C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314642-6440-467B-82ED-24F11DD87B0B}" type="pres">
      <dgm:prSet presAssocID="{06C46478-FFDE-4E29-9CC0-81E3460FDD0C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B361D9-CAA0-46EE-83C1-FA1310F77048}" type="pres">
      <dgm:prSet presAssocID="{7AF52613-760F-4448-AF39-22B6697D1A29}" presName="sp" presStyleCnt="0"/>
      <dgm:spPr/>
    </dgm:pt>
    <dgm:pt modelId="{591D7475-9DA5-4551-B5B0-BE98B3E1BAA5}" type="pres">
      <dgm:prSet presAssocID="{E4D3D903-1EE8-47ED-ABB3-E98A34A0873F}" presName="linNode" presStyleCnt="0"/>
      <dgm:spPr/>
    </dgm:pt>
    <dgm:pt modelId="{EEA7DC1A-B5B8-4675-B3DF-BFA61F940C5A}" type="pres">
      <dgm:prSet presAssocID="{E4D3D903-1EE8-47ED-ABB3-E98A34A0873F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8C8227-BE09-40DD-B0B6-3518222A3C7D}" type="pres">
      <dgm:prSet presAssocID="{E4D3D903-1EE8-47ED-ABB3-E98A34A0873F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E207CE-6D54-46C6-826F-E70122A3F23A}" type="pres">
      <dgm:prSet presAssocID="{9954A524-441D-481B-AB30-43A475F56534}" presName="sp" presStyleCnt="0"/>
      <dgm:spPr/>
    </dgm:pt>
    <dgm:pt modelId="{871E737A-F368-4F83-9497-D3EEB4F1500A}" type="pres">
      <dgm:prSet presAssocID="{3501E351-DD1C-4D31-97A0-F9DA160B761C}" presName="linNode" presStyleCnt="0"/>
      <dgm:spPr/>
    </dgm:pt>
    <dgm:pt modelId="{0E0C17A7-4FDB-4A7E-8205-F6AADAD2B594}" type="pres">
      <dgm:prSet presAssocID="{3501E351-DD1C-4D31-97A0-F9DA160B761C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7EF04D-FEA1-4418-9DC7-632D02869944}" type="pres">
      <dgm:prSet presAssocID="{3501E351-DD1C-4D31-97A0-F9DA160B761C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CF623C-AE7E-44A7-95B8-42C068E53ECD}" srcId="{6443905C-64F1-4C36-BE23-747668EB0950}" destId="{933889F4-E4D3-459F-9E1D-46179347C8A9}" srcOrd="0" destOrd="0" parTransId="{310CD864-99CF-4F06-BAC4-C39F97F1D503}" sibTransId="{D183F34C-30CF-4086-8C28-316C6D247E0B}"/>
    <dgm:cxn modelId="{CE67812F-3297-48D8-805D-21120DF14EEC}" srcId="{39F8C089-4E68-433E-AE98-55A8815F6BB0}" destId="{3501E351-DD1C-4D31-97A0-F9DA160B761C}" srcOrd="4" destOrd="0" parTransId="{75B9BFBA-7ECE-4751-9DC5-7312C0C652D1}" sibTransId="{B088FD23-0D5A-4250-A655-3A039D657CE3}"/>
    <dgm:cxn modelId="{A2D418D1-F550-42BC-A76C-49DA04DE1FB9}" type="presOf" srcId="{70BB4985-581E-4FC1-9ED8-20489E860EE9}" destId="{A48C8227-BE09-40DD-B0B6-3518222A3C7D}" srcOrd="0" destOrd="0" presId="urn:microsoft.com/office/officeart/2005/8/layout/vList5"/>
    <dgm:cxn modelId="{90744536-FDEB-4F39-BD27-C610662554D9}" type="presOf" srcId="{6443905C-64F1-4C36-BE23-747668EB0950}" destId="{22B81848-21ED-4A3C-8A1A-DDFA779C47BB}" srcOrd="0" destOrd="0" presId="urn:microsoft.com/office/officeart/2005/8/layout/vList5"/>
    <dgm:cxn modelId="{22880CE6-84D7-43D2-94A9-3257DE9E7582}" type="presOf" srcId="{39F8C089-4E68-433E-AE98-55A8815F6BB0}" destId="{3C677E93-0CD9-4342-87F9-9E25B7362C70}" srcOrd="0" destOrd="0" presId="urn:microsoft.com/office/officeart/2005/8/layout/vList5"/>
    <dgm:cxn modelId="{01157A35-912A-4B94-9BA8-A626031AD3D2}" srcId="{3501E351-DD1C-4D31-97A0-F9DA160B761C}" destId="{E11C3452-F5F3-4ED4-9A1A-4DC859D36F1E}" srcOrd="0" destOrd="0" parTransId="{B2EE0E50-1DC8-44AC-9AC1-D597F6969C1C}" sibTransId="{57A2F19C-4845-4BEE-8C4A-571E8702F0FF}"/>
    <dgm:cxn modelId="{C22B1D33-649F-4A23-9B6B-7570E56C0BDE}" srcId="{39F8C089-4E68-433E-AE98-55A8815F6BB0}" destId="{E4D3D903-1EE8-47ED-ABB3-E98A34A0873F}" srcOrd="3" destOrd="0" parTransId="{0B1E7329-B96E-4AB3-8733-B380F4CA031D}" sibTransId="{9954A524-441D-481B-AB30-43A475F56534}"/>
    <dgm:cxn modelId="{83BF2CA7-7FDA-4B66-8831-82C1F60E4A6E}" type="presOf" srcId="{3501E351-DD1C-4D31-97A0-F9DA160B761C}" destId="{0E0C17A7-4FDB-4A7E-8205-F6AADAD2B594}" srcOrd="0" destOrd="0" presId="urn:microsoft.com/office/officeart/2005/8/layout/vList5"/>
    <dgm:cxn modelId="{CAEC3310-D73B-474C-8CCA-6A7120D387D2}" srcId="{E4D3D903-1EE8-47ED-ABB3-E98A34A0873F}" destId="{70BB4985-581E-4FC1-9ED8-20489E860EE9}" srcOrd="0" destOrd="0" parTransId="{34D1B940-A979-44E0-9257-B9E78BC64622}" sibTransId="{3FC3B9FB-821B-44BB-88C8-64D384FB1331}"/>
    <dgm:cxn modelId="{F80640AD-EBA6-4560-A994-C5E8663C5F5A}" type="presOf" srcId="{8D156F80-87C4-4082-A9DA-B10A92B9393C}" destId="{5C314642-6440-467B-82ED-24F11DD87B0B}" srcOrd="0" destOrd="0" presId="urn:microsoft.com/office/officeart/2005/8/layout/vList5"/>
    <dgm:cxn modelId="{FFA99EAF-98CB-47AB-AA69-E77EBB95CA38}" type="presOf" srcId="{0FA1DCA4-1A27-42EC-BE78-2651AB8F5D05}" destId="{254C399C-75FC-432A-A74A-A05FB22CB196}" srcOrd="0" destOrd="0" presId="urn:microsoft.com/office/officeart/2005/8/layout/vList5"/>
    <dgm:cxn modelId="{931EAF2C-42BC-4F53-986F-7926AEF46FEC}" srcId="{06C46478-FFDE-4E29-9CC0-81E3460FDD0C}" destId="{8D156F80-87C4-4082-A9DA-B10A92B9393C}" srcOrd="0" destOrd="0" parTransId="{21B5BF29-D6E6-4F76-9EE2-E547BE29DA27}" sibTransId="{57B81195-2C8B-4944-B303-408A3E7CE2A7}"/>
    <dgm:cxn modelId="{C89CB1C9-4007-4F90-B678-AF1C110DB309}" srcId="{39F8C089-4E68-433E-AE98-55A8815F6BB0}" destId="{06C46478-FFDE-4E29-9CC0-81E3460FDD0C}" srcOrd="2" destOrd="0" parTransId="{A1AF0192-6E1C-4735-A0C6-016BB0611184}" sibTransId="{7AF52613-760F-4448-AF39-22B6697D1A29}"/>
    <dgm:cxn modelId="{CDB460C0-C907-4B4A-A046-05F58CC037ED}" srcId="{39F8C089-4E68-433E-AE98-55A8815F6BB0}" destId="{6443905C-64F1-4C36-BE23-747668EB0950}" srcOrd="0" destOrd="0" parTransId="{D73B4CD5-5EBB-40CC-B834-833752D09A38}" sibTransId="{12F21FEB-0EE0-4B06-A305-8868EFC81366}"/>
    <dgm:cxn modelId="{E3A7F321-6266-453A-B630-7129DC000477}" srcId="{65075A92-24FB-44B0-9876-FEBAC7CE2103}" destId="{0FA1DCA4-1A27-42EC-BE78-2651AB8F5D05}" srcOrd="0" destOrd="0" parTransId="{17BF11FE-B02A-4225-A3ED-EA6E975839D4}" sibTransId="{71EF5E64-9575-4750-9242-C2403B3C2E4A}"/>
    <dgm:cxn modelId="{5643B0AB-0875-4FE1-8594-5077A2D40253}" srcId="{39F8C089-4E68-433E-AE98-55A8815F6BB0}" destId="{65075A92-24FB-44B0-9876-FEBAC7CE2103}" srcOrd="1" destOrd="0" parTransId="{76A77D36-B06A-4A48-95FC-D32E589CE1D8}" sibTransId="{5B2FE9AA-9D28-4720-9053-757BCC7C0863}"/>
    <dgm:cxn modelId="{8D5616DC-DC96-4BEE-9A29-333D89F90198}" type="presOf" srcId="{65075A92-24FB-44B0-9876-FEBAC7CE2103}" destId="{3D04EFB0-B37E-4639-B39F-F2F2E81317D2}" srcOrd="0" destOrd="0" presId="urn:microsoft.com/office/officeart/2005/8/layout/vList5"/>
    <dgm:cxn modelId="{BC0DBEE2-BCF1-4FCC-8A2A-73A86D0FCE46}" type="presOf" srcId="{E4D3D903-1EE8-47ED-ABB3-E98A34A0873F}" destId="{EEA7DC1A-B5B8-4675-B3DF-BFA61F940C5A}" srcOrd="0" destOrd="0" presId="urn:microsoft.com/office/officeart/2005/8/layout/vList5"/>
    <dgm:cxn modelId="{69EBB02D-AD71-4343-A9BA-358FC0E132A5}" type="presOf" srcId="{06C46478-FFDE-4E29-9CC0-81E3460FDD0C}" destId="{8222B1AB-DE13-4C25-8296-1B55FE705B70}" srcOrd="0" destOrd="0" presId="urn:microsoft.com/office/officeart/2005/8/layout/vList5"/>
    <dgm:cxn modelId="{6EF3E011-6589-4B0C-B45F-624B39807BEF}" type="presOf" srcId="{933889F4-E4D3-459F-9E1D-46179347C8A9}" destId="{64B92DAE-78C9-4FFA-8076-FBC6DEDD5092}" srcOrd="0" destOrd="0" presId="urn:microsoft.com/office/officeart/2005/8/layout/vList5"/>
    <dgm:cxn modelId="{894E1F52-86FA-4E0B-8119-983BA4B72A8F}" type="presOf" srcId="{E11C3452-F5F3-4ED4-9A1A-4DC859D36F1E}" destId="{A27EF04D-FEA1-4418-9DC7-632D02869944}" srcOrd="0" destOrd="0" presId="urn:microsoft.com/office/officeart/2005/8/layout/vList5"/>
    <dgm:cxn modelId="{661B8EE5-2742-49B0-8853-403AB4E76B50}" type="presParOf" srcId="{3C677E93-0CD9-4342-87F9-9E25B7362C70}" destId="{03784F37-B72D-432D-A95B-5D73023B4A0F}" srcOrd="0" destOrd="0" presId="urn:microsoft.com/office/officeart/2005/8/layout/vList5"/>
    <dgm:cxn modelId="{46E05062-9193-44E6-B427-6F902B4E00D9}" type="presParOf" srcId="{03784F37-B72D-432D-A95B-5D73023B4A0F}" destId="{22B81848-21ED-4A3C-8A1A-DDFA779C47BB}" srcOrd="0" destOrd="0" presId="urn:microsoft.com/office/officeart/2005/8/layout/vList5"/>
    <dgm:cxn modelId="{DB61361A-FDC4-4A21-BDF1-F7BBC9167EBD}" type="presParOf" srcId="{03784F37-B72D-432D-A95B-5D73023B4A0F}" destId="{64B92DAE-78C9-4FFA-8076-FBC6DEDD5092}" srcOrd="1" destOrd="0" presId="urn:microsoft.com/office/officeart/2005/8/layout/vList5"/>
    <dgm:cxn modelId="{641BAA26-951B-495B-8124-B05D369015AF}" type="presParOf" srcId="{3C677E93-0CD9-4342-87F9-9E25B7362C70}" destId="{19F996E4-5100-453C-994A-16CFCA9EFA11}" srcOrd="1" destOrd="0" presId="urn:microsoft.com/office/officeart/2005/8/layout/vList5"/>
    <dgm:cxn modelId="{19B94172-C9D7-4E88-BBC2-1DCF48DD1B34}" type="presParOf" srcId="{3C677E93-0CD9-4342-87F9-9E25B7362C70}" destId="{375BDC3F-E45F-48D3-B787-6A00A158697A}" srcOrd="2" destOrd="0" presId="urn:microsoft.com/office/officeart/2005/8/layout/vList5"/>
    <dgm:cxn modelId="{6702CA51-B811-4DF5-AF19-6FB6EFCB1871}" type="presParOf" srcId="{375BDC3F-E45F-48D3-B787-6A00A158697A}" destId="{3D04EFB0-B37E-4639-B39F-F2F2E81317D2}" srcOrd="0" destOrd="0" presId="urn:microsoft.com/office/officeart/2005/8/layout/vList5"/>
    <dgm:cxn modelId="{A6D9250B-382B-4355-8E59-0C3B2B8D203F}" type="presParOf" srcId="{375BDC3F-E45F-48D3-B787-6A00A158697A}" destId="{254C399C-75FC-432A-A74A-A05FB22CB196}" srcOrd="1" destOrd="0" presId="urn:microsoft.com/office/officeart/2005/8/layout/vList5"/>
    <dgm:cxn modelId="{DC1F64CF-1205-4332-AB5F-9FBED348E518}" type="presParOf" srcId="{3C677E93-0CD9-4342-87F9-9E25B7362C70}" destId="{4B6BB9D7-AB3C-473E-89A8-A6E8C008C239}" srcOrd="3" destOrd="0" presId="urn:microsoft.com/office/officeart/2005/8/layout/vList5"/>
    <dgm:cxn modelId="{13268595-88E8-4E33-BC21-FB83A1B86673}" type="presParOf" srcId="{3C677E93-0CD9-4342-87F9-9E25B7362C70}" destId="{913ECDBE-6771-4EBF-99D1-7FBB26FCAC9D}" srcOrd="4" destOrd="0" presId="urn:microsoft.com/office/officeart/2005/8/layout/vList5"/>
    <dgm:cxn modelId="{BD9CC7D9-D3CE-4EA5-896D-EC03FFC4720B}" type="presParOf" srcId="{913ECDBE-6771-4EBF-99D1-7FBB26FCAC9D}" destId="{8222B1AB-DE13-4C25-8296-1B55FE705B70}" srcOrd="0" destOrd="0" presId="urn:microsoft.com/office/officeart/2005/8/layout/vList5"/>
    <dgm:cxn modelId="{E9996506-45E7-4A0A-884B-99C926210ED1}" type="presParOf" srcId="{913ECDBE-6771-4EBF-99D1-7FBB26FCAC9D}" destId="{5C314642-6440-467B-82ED-24F11DD87B0B}" srcOrd="1" destOrd="0" presId="urn:microsoft.com/office/officeart/2005/8/layout/vList5"/>
    <dgm:cxn modelId="{95540085-223A-4051-A7C8-3D135AE8F40F}" type="presParOf" srcId="{3C677E93-0CD9-4342-87F9-9E25B7362C70}" destId="{B4B361D9-CAA0-46EE-83C1-FA1310F77048}" srcOrd="5" destOrd="0" presId="urn:microsoft.com/office/officeart/2005/8/layout/vList5"/>
    <dgm:cxn modelId="{26B4FB07-8F83-4D3E-90F7-FC0352295276}" type="presParOf" srcId="{3C677E93-0CD9-4342-87F9-9E25B7362C70}" destId="{591D7475-9DA5-4551-B5B0-BE98B3E1BAA5}" srcOrd="6" destOrd="0" presId="urn:microsoft.com/office/officeart/2005/8/layout/vList5"/>
    <dgm:cxn modelId="{A24FD862-7FD9-4758-9083-85E8BCC4F37F}" type="presParOf" srcId="{591D7475-9DA5-4551-B5B0-BE98B3E1BAA5}" destId="{EEA7DC1A-B5B8-4675-B3DF-BFA61F940C5A}" srcOrd="0" destOrd="0" presId="urn:microsoft.com/office/officeart/2005/8/layout/vList5"/>
    <dgm:cxn modelId="{2E2A9474-06EB-4D79-8AB1-65D530919654}" type="presParOf" srcId="{591D7475-9DA5-4551-B5B0-BE98B3E1BAA5}" destId="{A48C8227-BE09-40DD-B0B6-3518222A3C7D}" srcOrd="1" destOrd="0" presId="urn:microsoft.com/office/officeart/2005/8/layout/vList5"/>
    <dgm:cxn modelId="{1AFE306B-3DD3-443C-B763-1675EEA100B7}" type="presParOf" srcId="{3C677E93-0CD9-4342-87F9-9E25B7362C70}" destId="{6EE207CE-6D54-46C6-826F-E70122A3F23A}" srcOrd="7" destOrd="0" presId="urn:microsoft.com/office/officeart/2005/8/layout/vList5"/>
    <dgm:cxn modelId="{5BB7B99B-D60D-4BD2-B0CD-1800D1D7B08F}" type="presParOf" srcId="{3C677E93-0CD9-4342-87F9-9E25B7362C70}" destId="{871E737A-F368-4F83-9497-D3EEB4F1500A}" srcOrd="8" destOrd="0" presId="urn:microsoft.com/office/officeart/2005/8/layout/vList5"/>
    <dgm:cxn modelId="{3C0AD8C1-401D-465A-AD82-1C817FFCD73F}" type="presParOf" srcId="{871E737A-F368-4F83-9497-D3EEB4F1500A}" destId="{0E0C17A7-4FDB-4A7E-8205-F6AADAD2B594}" srcOrd="0" destOrd="0" presId="urn:microsoft.com/office/officeart/2005/8/layout/vList5"/>
    <dgm:cxn modelId="{392A31A1-1C17-405B-B9F3-9C753108F3D6}" type="presParOf" srcId="{871E737A-F368-4F83-9497-D3EEB4F1500A}" destId="{A27EF04D-FEA1-4418-9DC7-632D0286994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9F8C089-4E68-433E-AE98-55A8815F6B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43905C-64F1-4C36-BE23-747668EB0950}">
      <dgm:prSet phldrT="[Text]"/>
      <dgm:spPr/>
      <dgm:t>
        <a:bodyPr/>
        <a:lstStyle/>
        <a:p>
          <a:r>
            <a:rPr lang="en-US" dirty="0" smtClean="0"/>
            <a:t>Corporate</a:t>
          </a:r>
          <a:endParaRPr lang="en-US" dirty="0"/>
        </a:p>
      </dgm:t>
    </dgm:pt>
    <dgm:pt modelId="{D73B4CD5-5EBB-40CC-B834-833752D09A38}" type="parTrans" cxnId="{CDB460C0-C907-4B4A-A046-05F58CC037ED}">
      <dgm:prSet/>
      <dgm:spPr/>
      <dgm:t>
        <a:bodyPr/>
        <a:lstStyle/>
        <a:p>
          <a:endParaRPr lang="en-US"/>
        </a:p>
      </dgm:t>
    </dgm:pt>
    <dgm:pt modelId="{12F21FEB-0EE0-4B06-A305-8868EFC81366}" type="sibTrans" cxnId="{CDB460C0-C907-4B4A-A046-05F58CC037ED}">
      <dgm:prSet/>
      <dgm:spPr/>
      <dgm:t>
        <a:bodyPr/>
        <a:lstStyle/>
        <a:p>
          <a:endParaRPr lang="en-US"/>
        </a:p>
      </dgm:t>
    </dgm:pt>
    <dgm:pt modelId="{933889F4-E4D3-459F-9E1D-46179347C8A9}">
      <dgm:prSet phldrT="[Text]"/>
      <dgm:spPr/>
      <dgm:t>
        <a:bodyPr/>
        <a:lstStyle/>
        <a:p>
          <a:r>
            <a:rPr lang="en-US" dirty="0" smtClean="0"/>
            <a:t>organization’s view and process of CM</a:t>
          </a:r>
          <a:endParaRPr lang="en-US" dirty="0"/>
        </a:p>
      </dgm:t>
    </dgm:pt>
    <dgm:pt modelId="{310CD864-99CF-4F06-BAC4-C39F97F1D503}" type="parTrans" cxnId="{B5CF623C-AE7E-44A7-95B8-42C068E53ECD}">
      <dgm:prSet/>
      <dgm:spPr/>
      <dgm:t>
        <a:bodyPr/>
        <a:lstStyle/>
        <a:p>
          <a:endParaRPr lang="en-US"/>
        </a:p>
      </dgm:t>
    </dgm:pt>
    <dgm:pt modelId="{D183F34C-30CF-4086-8C28-316C6D247E0B}" type="sibTrans" cxnId="{B5CF623C-AE7E-44A7-95B8-42C068E53ECD}">
      <dgm:prSet/>
      <dgm:spPr/>
      <dgm:t>
        <a:bodyPr/>
        <a:lstStyle/>
        <a:p>
          <a:endParaRPr lang="en-US"/>
        </a:p>
      </dgm:t>
    </dgm:pt>
    <dgm:pt modelId="{65075A92-24FB-44B0-9876-FEBAC7CE210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Project</a:t>
          </a:r>
          <a:endParaRPr lang="en-US" dirty="0"/>
        </a:p>
      </dgm:t>
    </dgm:pt>
    <dgm:pt modelId="{76A77D36-B06A-4A48-95FC-D32E589CE1D8}" type="parTrans" cxnId="{5643B0AB-0875-4FE1-8594-5077A2D40253}">
      <dgm:prSet/>
      <dgm:spPr/>
      <dgm:t>
        <a:bodyPr/>
        <a:lstStyle/>
        <a:p>
          <a:endParaRPr lang="en-US"/>
        </a:p>
      </dgm:t>
    </dgm:pt>
    <dgm:pt modelId="{5B2FE9AA-9D28-4720-9053-757BCC7C0863}" type="sibTrans" cxnId="{5643B0AB-0875-4FE1-8594-5077A2D40253}">
      <dgm:prSet/>
      <dgm:spPr/>
      <dgm:t>
        <a:bodyPr/>
        <a:lstStyle/>
        <a:p>
          <a:endParaRPr lang="en-US"/>
        </a:p>
      </dgm:t>
    </dgm:pt>
    <dgm:pt modelId="{0FA1DCA4-1A27-42EC-BE78-2651AB8F5D05}">
      <dgm:prSet phldrT="[Text]"/>
      <dgm:spPr/>
      <dgm:t>
        <a:bodyPr/>
        <a:lstStyle/>
        <a:p>
          <a:r>
            <a:rPr lang="en-US" dirty="0" smtClean="0"/>
            <a:t>each project group may use a different CM system</a:t>
          </a:r>
          <a:endParaRPr lang="en-US" dirty="0"/>
        </a:p>
      </dgm:t>
    </dgm:pt>
    <dgm:pt modelId="{17BF11FE-B02A-4225-A3ED-EA6E975839D4}" type="parTrans" cxnId="{E3A7F321-6266-453A-B630-7129DC000477}">
      <dgm:prSet/>
      <dgm:spPr/>
      <dgm:t>
        <a:bodyPr/>
        <a:lstStyle/>
        <a:p>
          <a:endParaRPr lang="en-US"/>
        </a:p>
      </dgm:t>
    </dgm:pt>
    <dgm:pt modelId="{71EF5E64-9575-4750-9242-C2403B3C2E4A}" type="sibTrans" cxnId="{E3A7F321-6266-453A-B630-7129DC000477}">
      <dgm:prSet/>
      <dgm:spPr/>
      <dgm:t>
        <a:bodyPr/>
        <a:lstStyle/>
        <a:p>
          <a:endParaRPr lang="en-US"/>
        </a:p>
      </dgm:t>
    </dgm:pt>
    <dgm:pt modelId="{06C46478-FFDE-4E29-9CC0-81E3460FDD0C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Developer</a:t>
          </a:r>
          <a:endParaRPr lang="en-US" dirty="0"/>
        </a:p>
      </dgm:t>
    </dgm:pt>
    <dgm:pt modelId="{A1AF0192-6E1C-4735-A0C6-016BB0611184}" type="parTrans" cxnId="{C89CB1C9-4007-4F90-B678-AF1C110DB309}">
      <dgm:prSet/>
      <dgm:spPr/>
      <dgm:t>
        <a:bodyPr/>
        <a:lstStyle/>
        <a:p>
          <a:endParaRPr lang="en-US"/>
        </a:p>
      </dgm:t>
    </dgm:pt>
    <dgm:pt modelId="{7AF52613-760F-4448-AF39-22B6697D1A29}" type="sibTrans" cxnId="{C89CB1C9-4007-4F90-B678-AF1C110DB309}">
      <dgm:prSet/>
      <dgm:spPr/>
      <dgm:t>
        <a:bodyPr/>
        <a:lstStyle/>
        <a:p>
          <a:endParaRPr lang="en-US"/>
        </a:p>
      </dgm:t>
    </dgm:pt>
    <dgm:pt modelId="{8D156F80-87C4-4082-A9DA-B10A92B9393C}">
      <dgm:prSet phldrT="[Text]"/>
      <dgm:spPr/>
      <dgm:t>
        <a:bodyPr/>
        <a:lstStyle/>
        <a:p>
          <a:r>
            <a:rPr lang="en-US" dirty="0" smtClean="0"/>
            <a:t>entails the specific functionality provided by a CM system</a:t>
          </a:r>
          <a:endParaRPr lang="en-US" dirty="0"/>
        </a:p>
      </dgm:t>
    </dgm:pt>
    <dgm:pt modelId="{21B5BF29-D6E6-4F76-9EE2-E547BE29DA27}" type="parTrans" cxnId="{931EAF2C-42BC-4F53-986F-7926AEF46FEC}">
      <dgm:prSet/>
      <dgm:spPr/>
      <dgm:t>
        <a:bodyPr/>
        <a:lstStyle/>
        <a:p>
          <a:endParaRPr lang="en-US"/>
        </a:p>
      </dgm:t>
    </dgm:pt>
    <dgm:pt modelId="{57B81195-2C8B-4944-B303-408A3E7CE2A7}" type="sibTrans" cxnId="{931EAF2C-42BC-4F53-986F-7926AEF46FEC}">
      <dgm:prSet/>
      <dgm:spPr/>
      <dgm:t>
        <a:bodyPr/>
        <a:lstStyle/>
        <a:p>
          <a:endParaRPr lang="en-US"/>
        </a:p>
      </dgm:t>
    </dgm:pt>
    <dgm:pt modelId="{E4D3D903-1EE8-47ED-ABB3-E98A34A0873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Application</a:t>
          </a:r>
          <a:endParaRPr lang="en-US" dirty="0"/>
        </a:p>
      </dgm:t>
    </dgm:pt>
    <dgm:pt modelId="{0B1E7329-B96E-4AB3-8733-B380F4CA031D}" type="parTrans" cxnId="{C22B1D33-649F-4A23-9B6B-7570E56C0BDE}">
      <dgm:prSet/>
      <dgm:spPr/>
      <dgm:t>
        <a:bodyPr/>
        <a:lstStyle/>
        <a:p>
          <a:endParaRPr lang="en-US"/>
        </a:p>
      </dgm:t>
    </dgm:pt>
    <dgm:pt modelId="{9954A524-441D-481B-AB30-43A475F56534}" type="sibTrans" cxnId="{C22B1D33-649F-4A23-9B6B-7570E56C0BDE}">
      <dgm:prSet/>
      <dgm:spPr/>
      <dgm:t>
        <a:bodyPr/>
        <a:lstStyle/>
        <a:p>
          <a:endParaRPr lang="en-US"/>
        </a:p>
      </dgm:t>
    </dgm:pt>
    <dgm:pt modelId="{70BB4985-581E-4FC1-9ED8-20489E860EE9}">
      <dgm:prSet phldrT="[Text]"/>
      <dgm:spPr/>
      <dgm:t>
        <a:bodyPr/>
        <a:lstStyle/>
        <a:p>
          <a:r>
            <a:rPr lang="en-US" dirty="0" smtClean="0"/>
            <a:t>how CM is applied to a specific problem</a:t>
          </a:r>
          <a:endParaRPr lang="en-US" dirty="0"/>
        </a:p>
      </dgm:t>
    </dgm:pt>
    <dgm:pt modelId="{34D1B940-A979-44E0-9257-B9E78BC64622}" type="parTrans" cxnId="{CAEC3310-D73B-474C-8CCA-6A7120D387D2}">
      <dgm:prSet/>
      <dgm:spPr/>
      <dgm:t>
        <a:bodyPr/>
        <a:lstStyle/>
        <a:p>
          <a:endParaRPr lang="en-US"/>
        </a:p>
      </dgm:t>
    </dgm:pt>
    <dgm:pt modelId="{3FC3B9FB-821B-44BB-88C8-64D384FB1331}" type="sibTrans" cxnId="{CAEC3310-D73B-474C-8CCA-6A7120D387D2}">
      <dgm:prSet/>
      <dgm:spPr/>
      <dgm:t>
        <a:bodyPr/>
        <a:lstStyle/>
        <a:p>
          <a:endParaRPr lang="en-US"/>
        </a:p>
      </dgm:t>
    </dgm:pt>
    <dgm:pt modelId="{3C677E93-0CD9-4342-87F9-9E25B7362C70}" type="pres">
      <dgm:prSet presAssocID="{39F8C089-4E68-433E-AE98-55A8815F6BB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3784F37-B72D-432D-A95B-5D73023B4A0F}" type="pres">
      <dgm:prSet presAssocID="{6443905C-64F1-4C36-BE23-747668EB0950}" presName="linNode" presStyleCnt="0"/>
      <dgm:spPr/>
    </dgm:pt>
    <dgm:pt modelId="{22B81848-21ED-4A3C-8A1A-DDFA779C47BB}" type="pres">
      <dgm:prSet presAssocID="{6443905C-64F1-4C36-BE23-747668EB0950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B92DAE-78C9-4FFA-8076-FBC6DEDD5092}" type="pres">
      <dgm:prSet presAssocID="{6443905C-64F1-4C36-BE23-747668EB0950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996E4-5100-453C-994A-16CFCA9EFA11}" type="pres">
      <dgm:prSet presAssocID="{12F21FEB-0EE0-4B06-A305-8868EFC81366}" presName="sp" presStyleCnt="0"/>
      <dgm:spPr/>
    </dgm:pt>
    <dgm:pt modelId="{375BDC3F-E45F-48D3-B787-6A00A158697A}" type="pres">
      <dgm:prSet presAssocID="{65075A92-24FB-44B0-9876-FEBAC7CE2103}" presName="linNode" presStyleCnt="0"/>
      <dgm:spPr/>
    </dgm:pt>
    <dgm:pt modelId="{3D04EFB0-B37E-4639-B39F-F2F2E81317D2}" type="pres">
      <dgm:prSet presAssocID="{65075A92-24FB-44B0-9876-FEBAC7CE2103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4C399C-75FC-432A-A74A-A05FB22CB196}" type="pres">
      <dgm:prSet presAssocID="{65075A92-24FB-44B0-9876-FEBAC7CE2103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6BB9D7-AB3C-473E-89A8-A6E8C008C239}" type="pres">
      <dgm:prSet presAssocID="{5B2FE9AA-9D28-4720-9053-757BCC7C0863}" presName="sp" presStyleCnt="0"/>
      <dgm:spPr/>
    </dgm:pt>
    <dgm:pt modelId="{913ECDBE-6771-4EBF-99D1-7FBB26FCAC9D}" type="pres">
      <dgm:prSet presAssocID="{06C46478-FFDE-4E29-9CC0-81E3460FDD0C}" presName="linNode" presStyleCnt="0"/>
      <dgm:spPr/>
    </dgm:pt>
    <dgm:pt modelId="{8222B1AB-DE13-4C25-8296-1B55FE705B70}" type="pres">
      <dgm:prSet presAssocID="{06C46478-FFDE-4E29-9CC0-81E3460FDD0C}" presName="parentText" presStyleLbl="node1" presStyleIdx="2" presStyleCnt="4" custLinFactNeighborY="-48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314642-6440-467B-82ED-24F11DD87B0B}" type="pres">
      <dgm:prSet presAssocID="{06C46478-FFDE-4E29-9CC0-81E3460FDD0C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B361D9-CAA0-46EE-83C1-FA1310F77048}" type="pres">
      <dgm:prSet presAssocID="{7AF52613-760F-4448-AF39-22B6697D1A29}" presName="sp" presStyleCnt="0"/>
      <dgm:spPr/>
    </dgm:pt>
    <dgm:pt modelId="{591D7475-9DA5-4551-B5B0-BE98B3E1BAA5}" type="pres">
      <dgm:prSet presAssocID="{E4D3D903-1EE8-47ED-ABB3-E98A34A0873F}" presName="linNode" presStyleCnt="0"/>
      <dgm:spPr/>
    </dgm:pt>
    <dgm:pt modelId="{EEA7DC1A-B5B8-4675-B3DF-BFA61F940C5A}" type="pres">
      <dgm:prSet presAssocID="{E4D3D903-1EE8-47ED-ABB3-E98A34A0873F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8C8227-BE09-40DD-B0B6-3518222A3C7D}" type="pres">
      <dgm:prSet presAssocID="{E4D3D903-1EE8-47ED-ABB3-E98A34A0873F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397253-68AA-49D7-A20C-840E1ADC314B}" type="presOf" srcId="{39F8C089-4E68-433E-AE98-55A8815F6BB0}" destId="{3C677E93-0CD9-4342-87F9-9E25B7362C70}" srcOrd="0" destOrd="0" presId="urn:microsoft.com/office/officeart/2005/8/layout/vList5"/>
    <dgm:cxn modelId="{175E6907-AC71-4057-A4CD-65B7D55CE1ED}" type="presOf" srcId="{E4D3D903-1EE8-47ED-ABB3-E98A34A0873F}" destId="{EEA7DC1A-B5B8-4675-B3DF-BFA61F940C5A}" srcOrd="0" destOrd="0" presId="urn:microsoft.com/office/officeart/2005/8/layout/vList5"/>
    <dgm:cxn modelId="{5643B0AB-0875-4FE1-8594-5077A2D40253}" srcId="{39F8C089-4E68-433E-AE98-55A8815F6BB0}" destId="{65075A92-24FB-44B0-9876-FEBAC7CE2103}" srcOrd="1" destOrd="0" parTransId="{76A77D36-B06A-4A48-95FC-D32E589CE1D8}" sibTransId="{5B2FE9AA-9D28-4720-9053-757BCC7C0863}"/>
    <dgm:cxn modelId="{CDB460C0-C907-4B4A-A046-05F58CC037ED}" srcId="{39F8C089-4E68-433E-AE98-55A8815F6BB0}" destId="{6443905C-64F1-4C36-BE23-747668EB0950}" srcOrd="0" destOrd="0" parTransId="{D73B4CD5-5EBB-40CC-B834-833752D09A38}" sibTransId="{12F21FEB-0EE0-4B06-A305-8868EFC81366}"/>
    <dgm:cxn modelId="{A7D12CE2-DC5E-4FD7-8447-0127EFE0514D}" type="presOf" srcId="{70BB4985-581E-4FC1-9ED8-20489E860EE9}" destId="{A48C8227-BE09-40DD-B0B6-3518222A3C7D}" srcOrd="0" destOrd="0" presId="urn:microsoft.com/office/officeart/2005/8/layout/vList5"/>
    <dgm:cxn modelId="{ABC47C83-F2D2-4F08-9E02-E5F92E9260B9}" type="presOf" srcId="{0FA1DCA4-1A27-42EC-BE78-2651AB8F5D05}" destId="{254C399C-75FC-432A-A74A-A05FB22CB196}" srcOrd="0" destOrd="0" presId="urn:microsoft.com/office/officeart/2005/8/layout/vList5"/>
    <dgm:cxn modelId="{CAEC3310-D73B-474C-8CCA-6A7120D387D2}" srcId="{E4D3D903-1EE8-47ED-ABB3-E98A34A0873F}" destId="{70BB4985-581E-4FC1-9ED8-20489E860EE9}" srcOrd="0" destOrd="0" parTransId="{34D1B940-A979-44E0-9257-B9E78BC64622}" sibTransId="{3FC3B9FB-821B-44BB-88C8-64D384FB1331}"/>
    <dgm:cxn modelId="{931EAF2C-42BC-4F53-986F-7926AEF46FEC}" srcId="{06C46478-FFDE-4E29-9CC0-81E3460FDD0C}" destId="{8D156F80-87C4-4082-A9DA-B10A92B9393C}" srcOrd="0" destOrd="0" parTransId="{21B5BF29-D6E6-4F76-9EE2-E547BE29DA27}" sibTransId="{57B81195-2C8B-4944-B303-408A3E7CE2A7}"/>
    <dgm:cxn modelId="{782FC457-3D0D-40D3-9B6E-567F9A5D1E90}" type="presOf" srcId="{8D156F80-87C4-4082-A9DA-B10A92B9393C}" destId="{5C314642-6440-467B-82ED-24F11DD87B0B}" srcOrd="0" destOrd="0" presId="urn:microsoft.com/office/officeart/2005/8/layout/vList5"/>
    <dgm:cxn modelId="{184F3779-A2B1-44AF-852C-755286C21DD3}" type="presOf" srcId="{933889F4-E4D3-459F-9E1D-46179347C8A9}" destId="{64B92DAE-78C9-4FFA-8076-FBC6DEDD5092}" srcOrd="0" destOrd="0" presId="urn:microsoft.com/office/officeart/2005/8/layout/vList5"/>
    <dgm:cxn modelId="{66407F99-77D6-4747-859D-B93F9604173C}" type="presOf" srcId="{6443905C-64F1-4C36-BE23-747668EB0950}" destId="{22B81848-21ED-4A3C-8A1A-DDFA779C47BB}" srcOrd="0" destOrd="0" presId="urn:microsoft.com/office/officeart/2005/8/layout/vList5"/>
    <dgm:cxn modelId="{C89CB1C9-4007-4F90-B678-AF1C110DB309}" srcId="{39F8C089-4E68-433E-AE98-55A8815F6BB0}" destId="{06C46478-FFDE-4E29-9CC0-81E3460FDD0C}" srcOrd="2" destOrd="0" parTransId="{A1AF0192-6E1C-4735-A0C6-016BB0611184}" sibTransId="{7AF52613-760F-4448-AF39-22B6697D1A29}"/>
    <dgm:cxn modelId="{6EEDB544-3982-4FBC-B5DD-9BEB4A357B8B}" type="presOf" srcId="{65075A92-24FB-44B0-9876-FEBAC7CE2103}" destId="{3D04EFB0-B37E-4639-B39F-F2F2E81317D2}" srcOrd="0" destOrd="0" presId="urn:microsoft.com/office/officeart/2005/8/layout/vList5"/>
    <dgm:cxn modelId="{B5CF623C-AE7E-44A7-95B8-42C068E53ECD}" srcId="{6443905C-64F1-4C36-BE23-747668EB0950}" destId="{933889F4-E4D3-459F-9E1D-46179347C8A9}" srcOrd="0" destOrd="0" parTransId="{310CD864-99CF-4F06-BAC4-C39F97F1D503}" sibTransId="{D183F34C-30CF-4086-8C28-316C6D247E0B}"/>
    <dgm:cxn modelId="{C22B1D33-649F-4A23-9B6B-7570E56C0BDE}" srcId="{39F8C089-4E68-433E-AE98-55A8815F6BB0}" destId="{E4D3D903-1EE8-47ED-ABB3-E98A34A0873F}" srcOrd="3" destOrd="0" parTransId="{0B1E7329-B96E-4AB3-8733-B380F4CA031D}" sibTransId="{9954A524-441D-481B-AB30-43A475F56534}"/>
    <dgm:cxn modelId="{E3A7F321-6266-453A-B630-7129DC000477}" srcId="{65075A92-24FB-44B0-9876-FEBAC7CE2103}" destId="{0FA1DCA4-1A27-42EC-BE78-2651AB8F5D05}" srcOrd="0" destOrd="0" parTransId="{17BF11FE-B02A-4225-A3ED-EA6E975839D4}" sibTransId="{71EF5E64-9575-4750-9242-C2403B3C2E4A}"/>
    <dgm:cxn modelId="{C16E9271-0677-4864-9A5A-857C63A41172}" type="presOf" srcId="{06C46478-FFDE-4E29-9CC0-81E3460FDD0C}" destId="{8222B1AB-DE13-4C25-8296-1B55FE705B70}" srcOrd="0" destOrd="0" presId="urn:microsoft.com/office/officeart/2005/8/layout/vList5"/>
    <dgm:cxn modelId="{ED63FAB8-7B04-4B77-B9D2-0F0F5CBE5423}" type="presParOf" srcId="{3C677E93-0CD9-4342-87F9-9E25B7362C70}" destId="{03784F37-B72D-432D-A95B-5D73023B4A0F}" srcOrd="0" destOrd="0" presId="urn:microsoft.com/office/officeart/2005/8/layout/vList5"/>
    <dgm:cxn modelId="{6C4787AD-F1D4-4D6B-86CB-9EA26F771C86}" type="presParOf" srcId="{03784F37-B72D-432D-A95B-5D73023B4A0F}" destId="{22B81848-21ED-4A3C-8A1A-DDFA779C47BB}" srcOrd="0" destOrd="0" presId="urn:microsoft.com/office/officeart/2005/8/layout/vList5"/>
    <dgm:cxn modelId="{FB76E0EF-0625-45E9-815F-7709F0B55911}" type="presParOf" srcId="{03784F37-B72D-432D-A95B-5D73023B4A0F}" destId="{64B92DAE-78C9-4FFA-8076-FBC6DEDD5092}" srcOrd="1" destOrd="0" presId="urn:microsoft.com/office/officeart/2005/8/layout/vList5"/>
    <dgm:cxn modelId="{FFA75B23-3904-49F6-8972-B8FB04A7766D}" type="presParOf" srcId="{3C677E93-0CD9-4342-87F9-9E25B7362C70}" destId="{19F996E4-5100-453C-994A-16CFCA9EFA11}" srcOrd="1" destOrd="0" presId="urn:microsoft.com/office/officeart/2005/8/layout/vList5"/>
    <dgm:cxn modelId="{36EFB720-EC39-486E-A892-8A9DF832B364}" type="presParOf" srcId="{3C677E93-0CD9-4342-87F9-9E25B7362C70}" destId="{375BDC3F-E45F-48D3-B787-6A00A158697A}" srcOrd="2" destOrd="0" presId="urn:microsoft.com/office/officeart/2005/8/layout/vList5"/>
    <dgm:cxn modelId="{3EF5BDD9-2004-43E3-9531-A7B89076EDC8}" type="presParOf" srcId="{375BDC3F-E45F-48D3-B787-6A00A158697A}" destId="{3D04EFB0-B37E-4639-B39F-F2F2E81317D2}" srcOrd="0" destOrd="0" presId="urn:microsoft.com/office/officeart/2005/8/layout/vList5"/>
    <dgm:cxn modelId="{708B1B3A-F885-4437-A3E6-AC3F4A16AF4D}" type="presParOf" srcId="{375BDC3F-E45F-48D3-B787-6A00A158697A}" destId="{254C399C-75FC-432A-A74A-A05FB22CB196}" srcOrd="1" destOrd="0" presId="urn:microsoft.com/office/officeart/2005/8/layout/vList5"/>
    <dgm:cxn modelId="{E8EDE65E-4193-4395-8CF6-77556D86038D}" type="presParOf" srcId="{3C677E93-0CD9-4342-87F9-9E25B7362C70}" destId="{4B6BB9D7-AB3C-473E-89A8-A6E8C008C239}" srcOrd="3" destOrd="0" presId="urn:microsoft.com/office/officeart/2005/8/layout/vList5"/>
    <dgm:cxn modelId="{0CBC051D-EF7C-42E2-9422-CEB8AEBFFB23}" type="presParOf" srcId="{3C677E93-0CD9-4342-87F9-9E25B7362C70}" destId="{913ECDBE-6771-4EBF-99D1-7FBB26FCAC9D}" srcOrd="4" destOrd="0" presId="urn:microsoft.com/office/officeart/2005/8/layout/vList5"/>
    <dgm:cxn modelId="{FF2665E1-0880-475A-9385-D49E50866447}" type="presParOf" srcId="{913ECDBE-6771-4EBF-99D1-7FBB26FCAC9D}" destId="{8222B1AB-DE13-4C25-8296-1B55FE705B70}" srcOrd="0" destOrd="0" presId="urn:microsoft.com/office/officeart/2005/8/layout/vList5"/>
    <dgm:cxn modelId="{7A7106AB-5847-4EC0-99C4-F58D751C0F42}" type="presParOf" srcId="{913ECDBE-6771-4EBF-99D1-7FBB26FCAC9D}" destId="{5C314642-6440-467B-82ED-24F11DD87B0B}" srcOrd="1" destOrd="0" presId="urn:microsoft.com/office/officeart/2005/8/layout/vList5"/>
    <dgm:cxn modelId="{D2D8942F-5D29-4CE7-AE59-93C43124A17D}" type="presParOf" srcId="{3C677E93-0CD9-4342-87F9-9E25B7362C70}" destId="{B4B361D9-CAA0-46EE-83C1-FA1310F77048}" srcOrd="5" destOrd="0" presId="urn:microsoft.com/office/officeart/2005/8/layout/vList5"/>
    <dgm:cxn modelId="{935B06DB-1F9B-4BAC-B2C7-7A5D0E6913C0}" type="presParOf" srcId="{3C677E93-0CD9-4342-87F9-9E25B7362C70}" destId="{591D7475-9DA5-4551-B5B0-BE98B3E1BAA5}" srcOrd="6" destOrd="0" presId="urn:microsoft.com/office/officeart/2005/8/layout/vList5"/>
    <dgm:cxn modelId="{B507F1CB-C0AC-4C75-B894-5D01EFE111C9}" type="presParOf" srcId="{591D7475-9DA5-4551-B5B0-BE98B3E1BAA5}" destId="{EEA7DC1A-B5B8-4675-B3DF-BFA61F940C5A}" srcOrd="0" destOrd="0" presId="urn:microsoft.com/office/officeart/2005/8/layout/vList5"/>
    <dgm:cxn modelId="{7F9A65CF-F21A-49E4-918B-E5D5471BB190}" type="presParOf" srcId="{591D7475-9DA5-4551-B5B0-BE98B3E1BAA5}" destId="{A48C8227-BE09-40DD-B0B6-3518222A3C7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1756633-39A6-43CF-A7F5-430FC1FBD7EF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E7C8C0-A210-4C7A-85A6-4AA94BDB69B1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Manual procedures and policies</a:t>
          </a:r>
          <a:endParaRPr lang="en-US" dirty="0"/>
        </a:p>
      </dgm:t>
    </dgm:pt>
    <dgm:pt modelId="{DBB8CD9A-ADCB-438B-9622-5354D033B164}" type="parTrans" cxnId="{3C1E63E5-EEBB-4451-80A5-2E97E6343ED3}">
      <dgm:prSet/>
      <dgm:spPr/>
      <dgm:t>
        <a:bodyPr/>
        <a:lstStyle/>
        <a:p>
          <a:endParaRPr lang="en-US"/>
        </a:p>
      </dgm:t>
    </dgm:pt>
    <dgm:pt modelId="{32B9D833-2F6A-4793-B612-A75270D241EA}" type="sibTrans" cxnId="{3C1E63E5-EEBB-4451-80A5-2E97E6343ED3}">
      <dgm:prSet/>
      <dgm:spPr/>
      <dgm:t>
        <a:bodyPr/>
        <a:lstStyle/>
        <a:p>
          <a:endParaRPr lang="en-US"/>
        </a:p>
      </dgm:t>
    </dgm:pt>
    <dgm:pt modelId="{53DC7B3F-AAED-4031-8A16-24F29FD65D6C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Compiling code</a:t>
          </a:r>
          <a:endParaRPr lang="en-US" dirty="0"/>
        </a:p>
      </dgm:t>
    </dgm:pt>
    <dgm:pt modelId="{C477A91D-93A4-4CE6-B2B6-AE6D4BCF8394}" type="parTrans" cxnId="{DA6BD380-EAD7-492A-B66B-3CA455E91E78}">
      <dgm:prSet/>
      <dgm:spPr/>
      <dgm:t>
        <a:bodyPr/>
        <a:lstStyle/>
        <a:p>
          <a:endParaRPr lang="en-US"/>
        </a:p>
      </dgm:t>
    </dgm:pt>
    <dgm:pt modelId="{6BABEA6A-BC08-46C8-A0E5-8DF7DD8516A0}" type="sibTrans" cxnId="{DA6BD380-EAD7-492A-B66B-3CA455E91E78}">
      <dgm:prSet/>
      <dgm:spPr/>
      <dgm:t>
        <a:bodyPr/>
        <a:lstStyle/>
        <a:p>
          <a:endParaRPr lang="en-US"/>
        </a:p>
      </dgm:t>
    </dgm:pt>
    <dgm:pt modelId="{EA831277-42A8-4798-8806-6978EAEA7DD5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Tracking</a:t>
          </a:r>
        </a:p>
        <a:p>
          <a:r>
            <a:rPr lang="en-US" dirty="0" smtClean="0"/>
            <a:t>and dealing with bugs</a:t>
          </a:r>
          <a:endParaRPr lang="en-US" dirty="0"/>
        </a:p>
      </dgm:t>
    </dgm:pt>
    <dgm:pt modelId="{80962806-0044-4B98-9E42-326F8E945575}" type="parTrans" cxnId="{438178A0-5B0D-4515-9D21-C821E4E77593}">
      <dgm:prSet/>
      <dgm:spPr/>
      <dgm:t>
        <a:bodyPr/>
        <a:lstStyle/>
        <a:p>
          <a:endParaRPr lang="en-US"/>
        </a:p>
      </dgm:t>
    </dgm:pt>
    <dgm:pt modelId="{1B85E279-C6C6-4F3C-9EDD-E84969CFE95C}" type="sibTrans" cxnId="{438178A0-5B0D-4515-9D21-C821E4E77593}">
      <dgm:prSet/>
      <dgm:spPr/>
      <dgm:t>
        <a:bodyPr/>
        <a:lstStyle/>
        <a:p>
          <a:endParaRPr lang="en-US"/>
        </a:p>
      </dgm:t>
    </dgm:pt>
    <dgm:pt modelId="{DF4A9AFD-888E-40B8-AEC2-FAFA22D578C9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Version control</a:t>
          </a:r>
          <a:endParaRPr lang="en-US" dirty="0"/>
        </a:p>
      </dgm:t>
    </dgm:pt>
    <dgm:pt modelId="{E81D4ED3-8293-422B-8B20-73CCCEB6E420}" type="parTrans" cxnId="{7ADEF97E-703B-4783-9F05-6201496C35E6}">
      <dgm:prSet/>
      <dgm:spPr/>
      <dgm:t>
        <a:bodyPr/>
        <a:lstStyle/>
        <a:p>
          <a:endParaRPr lang="en-US"/>
        </a:p>
      </dgm:t>
    </dgm:pt>
    <dgm:pt modelId="{F427B88F-255A-4C5E-80E9-AB5F88137C89}" type="sibTrans" cxnId="{7ADEF97E-703B-4783-9F05-6201496C35E6}">
      <dgm:prSet/>
      <dgm:spPr/>
      <dgm:t>
        <a:bodyPr/>
        <a:lstStyle/>
        <a:p>
          <a:endParaRPr lang="en-US"/>
        </a:p>
      </dgm:t>
    </dgm:pt>
    <dgm:pt modelId="{1FB1E1BB-FECB-4F0B-B1A6-FF50CE92A55D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Third-party solutions?</a:t>
          </a:r>
          <a:endParaRPr lang="en-US" dirty="0"/>
        </a:p>
      </dgm:t>
    </dgm:pt>
    <dgm:pt modelId="{400CE5FA-C45F-42DF-B302-95E2A97F348D}" type="sibTrans" cxnId="{0C712AA9-4675-41DB-8A4B-0D04DFC7CF46}">
      <dgm:prSet/>
      <dgm:spPr/>
      <dgm:t>
        <a:bodyPr/>
        <a:lstStyle/>
        <a:p>
          <a:endParaRPr lang="en-US"/>
        </a:p>
      </dgm:t>
    </dgm:pt>
    <dgm:pt modelId="{CBCC1401-17FF-4FB0-A3E6-544C3CA58DED}" type="parTrans" cxnId="{0C712AA9-4675-41DB-8A4B-0D04DFC7CF46}">
      <dgm:prSet/>
      <dgm:spPr/>
      <dgm:t>
        <a:bodyPr/>
        <a:lstStyle/>
        <a:p>
          <a:endParaRPr lang="en-US"/>
        </a:p>
      </dgm:t>
    </dgm:pt>
    <dgm:pt modelId="{5DD8446D-62F2-4666-9939-4C1FD5C63F81}" type="pres">
      <dgm:prSet presAssocID="{A1756633-39A6-43CF-A7F5-430FC1FBD7E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4AE96F9-DFCB-4BB3-A75A-5530DE6098F4}" type="pres">
      <dgm:prSet presAssocID="{88E7C8C0-A210-4C7A-85A6-4AA94BDB69B1}" presName="vertOne" presStyleCnt="0"/>
      <dgm:spPr/>
    </dgm:pt>
    <dgm:pt modelId="{952A887E-7457-43E2-BC3A-D43459F29505}" type="pres">
      <dgm:prSet presAssocID="{88E7C8C0-A210-4C7A-85A6-4AA94BDB69B1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277E8B-9AA1-4F9A-9B4E-E91A2686DF30}" type="pres">
      <dgm:prSet presAssocID="{88E7C8C0-A210-4C7A-85A6-4AA94BDB69B1}" presName="parTransOne" presStyleCnt="0"/>
      <dgm:spPr/>
    </dgm:pt>
    <dgm:pt modelId="{718F4185-1B20-4A77-BC7B-886334698623}" type="pres">
      <dgm:prSet presAssocID="{88E7C8C0-A210-4C7A-85A6-4AA94BDB69B1}" presName="horzOne" presStyleCnt="0"/>
      <dgm:spPr/>
    </dgm:pt>
    <dgm:pt modelId="{F74AE779-991D-4805-8252-4B038A5AB8A4}" type="pres">
      <dgm:prSet presAssocID="{53DC7B3F-AAED-4031-8A16-24F29FD65D6C}" presName="vertTwo" presStyleCnt="0"/>
      <dgm:spPr/>
    </dgm:pt>
    <dgm:pt modelId="{654C652F-21F6-48EA-95CC-9372A04A694E}" type="pres">
      <dgm:prSet presAssocID="{53DC7B3F-AAED-4031-8A16-24F29FD65D6C}" presName="txTwo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CB76AB2-D9E1-454C-9651-B7D7843EE765}" type="pres">
      <dgm:prSet presAssocID="{53DC7B3F-AAED-4031-8A16-24F29FD65D6C}" presName="horzTwo" presStyleCnt="0"/>
      <dgm:spPr/>
    </dgm:pt>
    <dgm:pt modelId="{7DE90019-9577-4C94-81DB-F221114EBCE5}" type="pres">
      <dgm:prSet presAssocID="{6BABEA6A-BC08-46C8-A0E5-8DF7DD8516A0}" presName="sibSpaceTwo" presStyleCnt="0"/>
      <dgm:spPr/>
    </dgm:pt>
    <dgm:pt modelId="{5E0319DD-774F-411F-BCFF-E70DEE7EF182}" type="pres">
      <dgm:prSet presAssocID="{EA831277-42A8-4798-8806-6978EAEA7DD5}" presName="vertTwo" presStyleCnt="0"/>
      <dgm:spPr/>
    </dgm:pt>
    <dgm:pt modelId="{1E6D09C1-BC4A-4C75-906F-7D1EBEE5B32C}" type="pres">
      <dgm:prSet presAssocID="{EA831277-42A8-4798-8806-6978EAEA7DD5}" presName="txTwo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89F89E-233F-4324-BCF6-8E8DD54E1E20}" type="pres">
      <dgm:prSet presAssocID="{EA831277-42A8-4798-8806-6978EAEA7DD5}" presName="horzTwo" presStyleCnt="0"/>
      <dgm:spPr/>
    </dgm:pt>
    <dgm:pt modelId="{6AD42AD8-EA20-4E68-A1B1-88DDE389F747}" type="pres">
      <dgm:prSet presAssocID="{1B85E279-C6C6-4F3C-9EDD-E84969CFE95C}" presName="sibSpaceTwo" presStyleCnt="0"/>
      <dgm:spPr/>
    </dgm:pt>
    <dgm:pt modelId="{CF38ABC7-013E-4860-B399-945358AF0FAC}" type="pres">
      <dgm:prSet presAssocID="{DF4A9AFD-888E-40B8-AEC2-FAFA22D578C9}" presName="vertTwo" presStyleCnt="0"/>
      <dgm:spPr/>
    </dgm:pt>
    <dgm:pt modelId="{A865AF24-5BB5-41FA-BC6A-F55FE5E60189}" type="pres">
      <dgm:prSet presAssocID="{DF4A9AFD-888E-40B8-AEC2-FAFA22D578C9}" presName="txTwo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46F08A-DED0-47EE-AF88-2AE52270575E}" type="pres">
      <dgm:prSet presAssocID="{DF4A9AFD-888E-40B8-AEC2-FAFA22D578C9}" presName="horzTwo" presStyleCnt="0"/>
      <dgm:spPr/>
    </dgm:pt>
    <dgm:pt modelId="{DA335286-2919-4EEB-BCE7-9362E872B624}" type="pres">
      <dgm:prSet presAssocID="{F427B88F-255A-4C5E-80E9-AB5F88137C89}" presName="sibSpaceTwo" presStyleCnt="0"/>
      <dgm:spPr/>
    </dgm:pt>
    <dgm:pt modelId="{5B7CC981-742B-41AF-9B3F-252933CD7DAE}" type="pres">
      <dgm:prSet presAssocID="{1FB1E1BB-FECB-4F0B-B1A6-FF50CE92A55D}" presName="vertTwo" presStyleCnt="0"/>
      <dgm:spPr/>
    </dgm:pt>
    <dgm:pt modelId="{26F80AE5-84F8-47B5-AACA-66743A9F6659}" type="pres">
      <dgm:prSet presAssocID="{1FB1E1BB-FECB-4F0B-B1A6-FF50CE92A55D}" presName="txTwo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EC2588-DC6C-490F-9B8D-DBC10E90FF59}" type="pres">
      <dgm:prSet presAssocID="{1FB1E1BB-FECB-4F0B-B1A6-FF50CE92A55D}" presName="horzTwo" presStyleCnt="0"/>
      <dgm:spPr/>
    </dgm:pt>
  </dgm:ptLst>
  <dgm:cxnLst>
    <dgm:cxn modelId="{7CE9D6AD-9179-473C-AA52-1E1D9F94BDE8}" type="presOf" srcId="{1FB1E1BB-FECB-4F0B-B1A6-FF50CE92A55D}" destId="{26F80AE5-84F8-47B5-AACA-66743A9F6659}" srcOrd="0" destOrd="0" presId="urn:microsoft.com/office/officeart/2005/8/layout/hierarchy4"/>
    <dgm:cxn modelId="{3C1E63E5-EEBB-4451-80A5-2E97E6343ED3}" srcId="{A1756633-39A6-43CF-A7F5-430FC1FBD7EF}" destId="{88E7C8C0-A210-4C7A-85A6-4AA94BDB69B1}" srcOrd="0" destOrd="0" parTransId="{DBB8CD9A-ADCB-438B-9622-5354D033B164}" sibTransId="{32B9D833-2F6A-4793-B612-A75270D241EA}"/>
    <dgm:cxn modelId="{CA8F5BBB-7DA1-4B7C-959E-36008BB7D6B1}" type="presOf" srcId="{88E7C8C0-A210-4C7A-85A6-4AA94BDB69B1}" destId="{952A887E-7457-43E2-BC3A-D43459F29505}" srcOrd="0" destOrd="0" presId="urn:microsoft.com/office/officeart/2005/8/layout/hierarchy4"/>
    <dgm:cxn modelId="{9A288E2C-B458-40EE-81FB-9B9A3BC10CF3}" type="presOf" srcId="{DF4A9AFD-888E-40B8-AEC2-FAFA22D578C9}" destId="{A865AF24-5BB5-41FA-BC6A-F55FE5E60189}" srcOrd="0" destOrd="0" presId="urn:microsoft.com/office/officeart/2005/8/layout/hierarchy4"/>
    <dgm:cxn modelId="{2DABDB17-790E-4079-A9F9-D27377A78DE9}" type="presOf" srcId="{53DC7B3F-AAED-4031-8A16-24F29FD65D6C}" destId="{654C652F-21F6-48EA-95CC-9372A04A694E}" srcOrd="0" destOrd="0" presId="urn:microsoft.com/office/officeart/2005/8/layout/hierarchy4"/>
    <dgm:cxn modelId="{DA6BD380-EAD7-492A-B66B-3CA455E91E78}" srcId="{88E7C8C0-A210-4C7A-85A6-4AA94BDB69B1}" destId="{53DC7B3F-AAED-4031-8A16-24F29FD65D6C}" srcOrd="0" destOrd="0" parTransId="{C477A91D-93A4-4CE6-B2B6-AE6D4BCF8394}" sibTransId="{6BABEA6A-BC08-46C8-A0E5-8DF7DD8516A0}"/>
    <dgm:cxn modelId="{0C712AA9-4675-41DB-8A4B-0D04DFC7CF46}" srcId="{88E7C8C0-A210-4C7A-85A6-4AA94BDB69B1}" destId="{1FB1E1BB-FECB-4F0B-B1A6-FF50CE92A55D}" srcOrd="3" destOrd="0" parTransId="{CBCC1401-17FF-4FB0-A3E6-544C3CA58DED}" sibTransId="{400CE5FA-C45F-42DF-B302-95E2A97F348D}"/>
    <dgm:cxn modelId="{7ADEF97E-703B-4783-9F05-6201496C35E6}" srcId="{88E7C8C0-A210-4C7A-85A6-4AA94BDB69B1}" destId="{DF4A9AFD-888E-40B8-AEC2-FAFA22D578C9}" srcOrd="2" destOrd="0" parTransId="{E81D4ED3-8293-422B-8B20-73CCCEB6E420}" sibTransId="{F427B88F-255A-4C5E-80E9-AB5F88137C89}"/>
    <dgm:cxn modelId="{B4B75F07-30FE-4B3D-8226-FFE892CEA0FD}" type="presOf" srcId="{A1756633-39A6-43CF-A7F5-430FC1FBD7EF}" destId="{5DD8446D-62F2-4666-9939-4C1FD5C63F81}" srcOrd="0" destOrd="0" presId="urn:microsoft.com/office/officeart/2005/8/layout/hierarchy4"/>
    <dgm:cxn modelId="{438178A0-5B0D-4515-9D21-C821E4E77593}" srcId="{88E7C8C0-A210-4C7A-85A6-4AA94BDB69B1}" destId="{EA831277-42A8-4798-8806-6978EAEA7DD5}" srcOrd="1" destOrd="0" parTransId="{80962806-0044-4B98-9E42-326F8E945575}" sibTransId="{1B85E279-C6C6-4F3C-9EDD-E84969CFE95C}"/>
    <dgm:cxn modelId="{319B29EE-9BF6-4404-9C78-62CAEECF9014}" type="presOf" srcId="{EA831277-42A8-4798-8806-6978EAEA7DD5}" destId="{1E6D09C1-BC4A-4C75-906F-7D1EBEE5B32C}" srcOrd="0" destOrd="0" presId="urn:microsoft.com/office/officeart/2005/8/layout/hierarchy4"/>
    <dgm:cxn modelId="{51860E63-584E-4B15-9112-3393B7CC250E}" type="presParOf" srcId="{5DD8446D-62F2-4666-9939-4C1FD5C63F81}" destId="{C4AE96F9-DFCB-4BB3-A75A-5530DE6098F4}" srcOrd="0" destOrd="0" presId="urn:microsoft.com/office/officeart/2005/8/layout/hierarchy4"/>
    <dgm:cxn modelId="{8896EECE-1457-4FF4-B76D-A1AD03D6FEB9}" type="presParOf" srcId="{C4AE96F9-DFCB-4BB3-A75A-5530DE6098F4}" destId="{952A887E-7457-43E2-BC3A-D43459F29505}" srcOrd="0" destOrd="0" presId="urn:microsoft.com/office/officeart/2005/8/layout/hierarchy4"/>
    <dgm:cxn modelId="{ABDC6347-3CEB-4D28-A1FA-5C861AD86178}" type="presParOf" srcId="{C4AE96F9-DFCB-4BB3-A75A-5530DE6098F4}" destId="{E8277E8B-9AA1-4F9A-9B4E-E91A2686DF30}" srcOrd="1" destOrd="0" presId="urn:microsoft.com/office/officeart/2005/8/layout/hierarchy4"/>
    <dgm:cxn modelId="{D4C07CDB-D0E5-42F5-B1F1-0FB47A479008}" type="presParOf" srcId="{C4AE96F9-DFCB-4BB3-A75A-5530DE6098F4}" destId="{718F4185-1B20-4A77-BC7B-886334698623}" srcOrd="2" destOrd="0" presId="urn:microsoft.com/office/officeart/2005/8/layout/hierarchy4"/>
    <dgm:cxn modelId="{8C96AD93-0920-49AF-8135-62E27A1867EF}" type="presParOf" srcId="{718F4185-1B20-4A77-BC7B-886334698623}" destId="{F74AE779-991D-4805-8252-4B038A5AB8A4}" srcOrd="0" destOrd="0" presId="urn:microsoft.com/office/officeart/2005/8/layout/hierarchy4"/>
    <dgm:cxn modelId="{2FE4FEE4-D4E8-4905-8D34-304B622347B9}" type="presParOf" srcId="{F74AE779-991D-4805-8252-4B038A5AB8A4}" destId="{654C652F-21F6-48EA-95CC-9372A04A694E}" srcOrd="0" destOrd="0" presId="urn:microsoft.com/office/officeart/2005/8/layout/hierarchy4"/>
    <dgm:cxn modelId="{D66F3FE2-EB80-40D3-9D39-1160B335A25A}" type="presParOf" srcId="{F74AE779-991D-4805-8252-4B038A5AB8A4}" destId="{1CB76AB2-D9E1-454C-9651-B7D7843EE765}" srcOrd="1" destOrd="0" presId="urn:microsoft.com/office/officeart/2005/8/layout/hierarchy4"/>
    <dgm:cxn modelId="{58E8AF84-F4E3-428D-AF48-B1B2872099F8}" type="presParOf" srcId="{718F4185-1B20-4A77-BC7B-886334698623}" destId="{7DE90019-9577-4C94-81DB-F221114EBCE5}" srcOrd="1" destOrd="0" presId="urn:microsoft.com/office/officeart/2005/8/layout/hierarchy4"/>
    <dgm:cxn modelId="{E7F20652-CAC1-464E-B7CD-D00FB3261779}" type="presParOf" srcId="{718F4185-1B20-4A77-BC7B-886334698623}" destId="{5E0319DD-774F-411F-BCFF-E70DEE7EF182}" srcOrd="2" destOrd="0" presId="urn:microsoft.com/office/officeart/2005/8/layout/hierarchy4"/>
    <dgm:cxn modelId="{B3B31AD3-95D9-48C0-BCCA-AFD6504CE699}" type="presParOf" srcId="{5E0319DD-774F-411F-BCFF-E70DEE7EF182}" destId="{1E6D09C1-BC4A-4C75-906F-7D1EBEE5B32C}" srcOrd="0" destOrd="0" presId="urn:microsoft.com/office/officeart/2005/8/layout/hierarchy4"/>
    <dgm:cxn modelId="{5BB8666A-9670-44F2-9A5A-7BBFA85E0F7D}" type="presParOf" srcId="{5E0319DD-774F-411F-BCFF-E70DEE7EF182}" destId="{EF89F89E-233F-4324-BCF6-8E8DD54E1E20}" srcOrd="1" destOrd="0" presId="urn:microsoft.com/office/officeart/2005/8/layout/hierarchy4"/>
    <dgm:cxn modelId="{44053867-64C4-44E7-A309-F6474A0E44EE}" type="presParOf" srcId="{718F4185-1B20-4A77-BC7B-886334698623}" destId="{6AD42AD8-EA20-4E68-A1B1-88DDE389F747}" srcOrd="3" destOrd="0" presId="urn:microsoft.com/office/officeart/2005/8/layout/hierarchy4"/>
    <dgm:cxn modelId="{6F864AFB-A66A-4417-A7A9-55AAC6075FD4}" type="presParOf" srcId="{718F4185-1B20-4A77-BC7B-886334698623}" destId="{CF38ABC7-013E-4860-B399-945358AF0FAC}" srcOrd="4" destOrd="0" presId="urn:microsoft.com/office/officeart/2005/8/layout/hierarchy4"/>
    <dgm:cxn modelId="{89C301CD-A977-4707-A03D-639FE1DE4202}" type="presParOf" srcId="{CF38ABC7-013E-4860-B399-945358AF0FAC}" destId="{A865AF24-5BB5-41FA-BC6A-F55FE5E60189}" srcOrd="0" destOrd="0" presId="urn:microsoft.com/office/officeart/2005/8/layout/hierarchy4"/>
    <dgm:cxn modelId="{00B821AE-044C-42CE-8FC6-CCF494653179}" type="presParOf" srcId="{CF38ABC7-013E-4860-B399-945358AF0FAC}" destId="{8846F08A-DED0-47EE-AF88-2AE52270575E}" srcOrd="1" destOrd="0" presId="urn:microsoft.com/office/officeart/2005/8/layout/hierarchy4"/>
    <dgm:cxn modelId="{C80F1173-96CD-450F-A63C-A37135030053}" type="presParOf" srcId="{718F4185-1B20-4A77-BC7B-886334698623}" destId="{DA335286-2919-4EEB-BCE7-9362E872B624}" srcOrd="5" destOrd="0" presId="urn:microsoft.com/office/officeart/2005/8/layout/hierarchy4"/>
    <dgm:cxn modelId="{7300934A-2005-48A9-B475-4CA28EAD5D2D}" type="presParOf" srcId="{718F4185-1B20-4A77-BC7B-886334698623}" destId="{5B7CC981-742B-41AF-9B3F-252933CD7DAE}" srcOrd="6" destOrd="0" presId="urn:microsoft.com/office/officeart/2005/8/layout/hierarchy4"/>
    <dgm:cxn modelId="{F5F634A3-EE07-4FC0-BE25-F7CBF3EFA7BC}" type="presParOf" srcId="{5B7CC981-742B-41AF-9B3F-252933CD7DAE}" destId="{26F80AE5-84F8-47B5-AACA-66743A9F6659}" srcOrd="0" destOrd="0" presId="urn:microsoft.com/office/officeart/2005/8/layout/hierarchy4"/>
    <dgm:cxn modelId="{7797D5DD-4F94-486C-98A8-D61F22020A5C}" type="presParOf" srcId="{5B7CC981-742B-41AF-9B3F-252933CD7DAE}" destId="{CDEC2588-DC6C-490F-9B8D-DBC10E90FF5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1756633-39A6-43CF-A7F5-430FC1FBD7EF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2C2777-D5BF-4C52-8EF6-4BD7530AA96C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CM concepts</a:t>
          </a:r>
          <a:endParaRPr lang="en-US" dirty="0"/>
        </a:p>
      </dgm:t>
    </dgm:pt>
    <dgm:pt modelId="{6E8B59DB-37FA-4C80-92F9-3E7280BF4E32}" type="parTrans" cxnId="{5C646F57-1B06-4723-B5AE-1DA8D8A7CA19}">
      <dgm:prSet/>
      <dgm:spPr/>
      <dgm:t>
        <a:bodyPr/>
        <a:lstStyle/>
        <a:p>
          <a:endParaRPr lang="en-US"/>
        </a:p>
      </dgm:t>
    </dgm:pt>
    <dgm:pt modelId="{3CC50331-FCF4-4D77-9E73-46B174609A04}" type="sibTrans" cxnId="{5C646F57-1B06-4723-B5AE-1DA8D8A7CA19}">
      <dgm:prSet/>
      <dgm:spPr/>
      <dgm:t>
        <a:bodyPr/>
        <a:lstStyle/>
        <a:p>
          <a:endParaRPr lang="en-US"/>
        </a:p>
      </dgm:t>
    </dgm:pt>
    <dgm:pt modelId="{53DC7B3F-AAED-4031-8A16-24F29FD65D6C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Management</a:t>
          </a:r>
          <a:endParaRPr lang="en-US" dirty="0"/>
        </a:p>
      </dgm:t>
    </dgm:pt>
    <dgm:pt modelId="{C477A91D-93A4-4CE6-B2B6-AE6D4BCF8394}" type="parTrans" cxnId="{DA6BD380-EAD7-492A-B66B-3CA455E91E78}">
      <dgm:prSet/>
      <dgm:spPr/>
      <dgm:t>
        <a:bodyPr/>
        <a:lstStyle/>
        <a:p>
          <a:endParaRPr lang="en-US"/>
        </a:p>
      </dgm:t>
    </dgm:pt>
    <dgm:pt modelId="{6BABEA6A-BC08-46C8-A0E5-8DF7DD8516A0}" type="sibTrans" cxnId="{DA6BD380-EAD7-492A-B66B-3CA455E91E78}">
      <dgm:prSet/>
      <dgm:spPr/>
      <dgm:t>
        <a:bodyPr/>
        <a:lstStyle/>
        <a:p>
          <a:endParaRPr lang="en-US"/>
        </a:p>
      </dgm:t>
    </dgm:pt>
    <dgm:pt modelId="{EA831277-42A8-4798-8806-6978EAEA7DD5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Political</a:t>
          </a:r>
          <a:endParaRPr lang="en-US" dirty="0"/>
        </a:p>
      </dgm:t>
    </dgm:pt>
    <dgm:pt modelId="{80962806-0044-4B98-9E42-326F8E945575}" type="parTrans" cxnId="{438178A0-5B0D-4515-9D21-C821E4E77593}">
      <dgm:prSet/>
      <dgm:spPr/>
      <dgm:t>
        <a:bodyPr/>
        <a:lstStyle/>
        <a:p>
          <a:endParaRPr lang="en-US"/>
        </a:p>
      </dgm:t>
    </dgm:pt>
    <dgm:pt modelId="{1B85E279-C6C6-4F3C-9EDD-E84969CFE95C}" type="sibTrans" cxnId="{438178A0-5B0D-4515-9D21-C821E4E77593}">
      <dgm:prSet/>
      <dgm:spPr/>
      <dgm:t>
        <a:bodyPr/>
        <a:lstStyle/>
        <a:p>
          <a:endParaRPr lang="en-US"/>
        </a:p>
      </dgm:t>
    </dgm:pt>
    <dgm:pt modelId="{DF4A9AFD-888E-40B8-AEC2-FAFA22D578C9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Process orientation</a:t>
          </a:r>
          <a:endParaRPr lang="en-US" dirty="0"/>
        </a:p>
      </dgm:t>
    </dgm:pt>
    <dgm:pt modelId="{E81D4ED3-8293-422B-8B20-73CCCEB6E420}" type="parTrans" cxnId="{7ADEF97E-703B-4783-9F05-6201496C35E6}">
      <dgm:prSet/>
      <dgm:spPr/>
      <dgm:t>
        <a:bodyPr/>
        <a:lstStyle/>
        <a:p>
          <a:endParaRPr lang="en-US"/>
        </a:p>
      </dgm:t>
    </dgm:pt>
    <dgm:pt modelId="{F427B88F-255A-4C5E-80E9-AB5F88137C89}" type="sibTrans" cxnId="{7ADEF97E-703B-4783-9F05-6201496C35E6}">
      <dgm:prSet/>
      <dgm:spPr/>
      <dgm:t>
        <a:bodyPr/>
        <a:lstStyle/>
        <a:p>
          <a:endParaRPr lang="en-US"/>
        </a:p>
      </dgm:t>
    </dgm:pt>
    <dgm:pt modelId="{1FB1E1BB-FECB-4F0B-B1A6-FF50CE92A55D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Standardization</a:t>
          </a:r>
          <a:endParaRPr lang="en-US" dirty="0"/>
        </a:p>
      </dgm:t>
    </dgm:pt>
    <dgm:pt modelId="{400CE5FA-C45F-42DF-B302-95E2A97F348D}" type="sibTrans" cxnId="{0C712AA9-4675-41DB-8A4B-0D04DFC7CF46}">
      <dgm:prSet/>
      <dgm:spPr/>
      <dgm:t>
        <a:bodyPr/>
        <a:lstStyle/>
        <a:p>
          <a:endParaRPr lang="en-US"/>
        </a:p>
      </dgm:t>
    </dgm:pt>
    <dgm:pt modelId="{CBCC1401-17FF-4FB0-A3E6-544C3CA58DED}" type="parTrans" cxnId="{0C712AA9-4675-41DB-8A4B-0D04DFC7CF46}">
      <dgm:prSet/>
      <dgm:spPr/>
      <dgm:t>
        <a:bodyPr/>
        <a:lstStyle/>
        <a:p>
          <a:endParaRPr lang="en-US"/>
        </a:p>
      </dgm:t>
    </dgm:pt>
    <dgm:pt modelId="{5DD8446D-62F2-4666-9939-4C1FD5C63F81}" type="pres">
      <dgm:prSet presAssocID="{A1756633-39A6-43CF-A7F5-430FC1FBD7E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681C1F7-4066-4334-B2AB-3379FA5D6085}" type="pres">
      <dgm:prSet presAssocID="{A82C2777-D5BF-4C52-8EF6-4BD7530AA96C}" presName="vertOne" presStyleCnt="0"/>
      <dgm:spPr/>
    </dgm:pt>
    <dgm:pt modelId="{A887C24F-CE14-4915-A456-28D42E6717F1}" type="pres">
      <dgm:prSet presAssocID="{A82C2777-D5BF-4C52-8EF6-4BD7530AA96C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E6166D9-7541-480B-9904-123F5F2E33F2}" type="pres">
      <dgm:prSet presAssocID="{A82C2777-D5BF-4C52-8EF6-4BD7530AA96C}" presName="parTransOne" presStyleCnt="0"/>
      <dgm:spPr/>
    </dgm:pt>
    <dgm:pt modelId="{856E9541-868B-4811-9E8F-CC1988023B30}" type="pres">
      <dgm:prSet presAssocID="{A82C2777-D5BF-4C52-8EF6-4BD7530AA96C}" presName="horzOne" presStyleCnt="0"/>
      <dgm:spPr/>
    </dgm:pt>
    <dgm:pt modelId="{F15CB484-65B9-4953-863C-E1E149E5A32E}" type="pres">
      <dgm:prSet presAssocID="{53DC7B3F-AAED-4031-8A16-24F29FD65D6C}" presName="vertTwo" presStyleCnt="0"/>
      <dgm:spPr/>
    </dgm:pt>
    <dgm:pt modelId="{ADDDE372-D11A-4D1A-AB0E-3D38FB56CE85}" type="pres">
      <dgm:prSet presAssocID="{53DC7B3F-AAED-4031-8A16-24F29FD65D6C}" presName="txTwo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623B8E-CDAF-4328-A49E-172B6CA9EC38}" type="pres">
      <dgm:prSet presAssocID="{53DC7B3F-AAED-4031-8A16-24F29FD65D6C}" presName="horzTwo" presStyleCnt="0"/>
      <dgm:spPr/>
    </dgm:pt>
    <dgm:pt modelId="{077561C4-E269-4883-9B0A-4AFD2F812011}" type="pres">
      <dgm:prSet presAssocID="{6BABEA6A-BC08-46C8-A0E5-8DF7DD8516A0}" presName="sibSpaceTwo" presStyleCnt="0"/>
      <dgm:spPr/>
    </dgm:pt>
    <dgm:pt modelId="{BA14922B-F45A-4134-91BB-E7428FFD3BC9}" type="pres">
      <dgm:prSet presAssocID="{EA831277-42A8-4798-8806-6978EAEA7DD5}" presName="vertTwo" presStyleCnt="0"/>
      <dgm:spPr/>
    </dgm:pt>
    <dgm:pt modelId="{CD509024-24E2-4646-B0B9-7BFCF9D24271}" type="pres">
      <dgm:prSet presAssocID="{EA831277-42A8-4798-8806-6978EAEA7DD5}" presName="txTwo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C41929-086C-4C74-89E1-AF4B81437320}" type="pres">
      <dgm:prSet presAssocID="{EA831277-42A8-4798-8806-6978EAEA7DD5}" presName="horzTwo" presStyleCnt="0"/>
      <dgm:spPr/>
    </dgm:pt>
    <dgm:pt modelId="{152B80E7-6FFE-4D75-BE43-171F1C3534C7}" type="pres">
      <dgm:prSet presAssocID="{1B85E279-C6C6-4F3C-9EDD-E84969CFE95C}" presName="sibSpaceTwo" presStyleCnt="0"/>
      <dgm:spPr/>
    </dgm:pt>
    <dgm:pt modelId="{CF38ABC7-013E-4860-B399-945358AF0FAC}" type="pres">
      <dgm:prSet presAssocID="{DF4A9AFD-888E-40B8-AEC2-FAFA22D578C9}" presName="vertTwo" presStyleCnt="0"/>
      <dgm:spPr/>
    </dgm:pt>
    <dgm:pt modelId="{A865AF24-5BB5-41FA-BC6A-F55FE5E60189}" type="pres">
      <dgm:prSet presAssocID="{DF4A9AFD-888E-40B8-AEC2-FAFA22D578C9}" presName="txTwo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46F08A-DED0-47EE-AF88-2AE52270575E}" type="pres">
      <dgm:prSet presAssocID="{DF4A9AFD-888E-40B8-AEC2-FAFA22D578C9}" presName="horzTwo" presStyleCnt="0"/>
      <dgm:spPr/>
    </dgm:pt>
    <dgm:pt modelId="{34A040CE-7A14-4C27-959A-3DC078958D97}" type="pres">
      <dgm:prSet presAssocID="{F427B88F-255A-4C5E-80E9-AB5F88137C89}" presName="sibSpaceTwo" presStyleCnt="0"/>
      <dgm:spPr/>
    </dgm:pt>
    <dgm:pt modelId="{235824A2-B239-4C33-A7E7-44F17D419D3B}" type="pres">
      <dgm:prSet presAssocID="{1FB1E1BB-FECB-4F0B-B1A6-FF50CE92A55D}" presName="vertTwo" presStyleCnt="0"/>
      <dgm:spPr/>
    </dgm:pt>
    <dgm:pt modelId="{D225ECCF-9ADC-4C25-BCBB-BFCC36617936}" type="pres">
      <dgm:prSet presAssocID="{1FB1E1BB-FECB-4F0B-B1A6-FF50CE92A55D}" presName="txTwo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8328D1-CCC5-499B-A3AA-49E7B440476E}" type="pres">
      <dgm:prSet presAssocID="{1FB1E1BB-FECB-4F0B-B1A6-FF50CE92A55D}" presName="horzTwo" presStyleCnt="0"/>
      <dgm:spPr/>
    </dgm:pt>
  </dgm:ptLst>
  <dgm:cxnLst>
    <dgm:cxn modelId="{5C646F57-1B06-4723-B5AE-1DA8D8A7CA19}" srcId="{A1756633-39A6-43CF-A7F5-430FC1FBD7EF}" destId="{A82C2777-D5BF-4C52-8EF6-4BD7530AA96C}" srcOrd="0" destOrd="0" parTransId="{6E8B59DB-37FA-4C80-92F9-3E7280BF4E32}" sibTransId="{3CC50331-FCF4-4D77-9E73-46B174609A04}"/>
    <dgm:cxn modelId="{FEC9D42F-95B6-40DE-BF13-013401753959}" type="presOf" srcId="{EA831277-42A8-4798-8806-6978EAEA7DD5}" destId="{CD509024-24E2-4646-B0B9-7BFCF9D24271}" srcOrd="0" destOrd="0" presId="urn:microsoft.com/office/officeart/2005/8/layout/hierarchy4"/>
    <dgm:cxn modelId="{D569322E-6631-4FAA-9666-B6C4A0EA21AD}" type="presOf" srcId="{1FB1E1BB-FECB-4F0B-B1A6-FF50CE92A55D}" destId="{D225ECCF-9ADC-4C25-BCBB-BFCC36617936}" srcOrd="0" destOrd="0" presId="urn:microsoft.com/office/officeart/2005/8/layout/hierarchy4"/>
    <dgm:cxn modelId="{B03E645E-EC9D-47CC-A168-BB0620DD0EF2}" type="presOf" srcId="{53DC7B3F-AAED-4031-8A16-24F29FD65D6C}" destId="{ADDDE372-D11A-4D1A-AB0E-3D38FB56CE85}" srcOrd="0" destOrd="0" presId="urn:microsoft.com/office/officeart/2005/8/layout/hierarchy4"/>
    <dgm:cxn modelId="{DA6BD380-EAD7-492A-B66B-3CA455E91E78}" srcId="{A82C2777-D5BF-4C52-8EF6-4BD7530AA96C}" destId="{53DC7B3F-AAED-4031-8A16-24F29FD65D6C}" srcOrd="0" destOrd="0" parTransId="{C477A91D-93A4-4CE6-B2B6-AE6D4BCF8394}" sibTransId="{6BABEA6A-BC08-46C8-A0E5-8DF7DD8516A0}"/>
    <dgm:cxn modelId="{0C712AA9-4675-41DB-8A4B-0D04DFC7CF46}" srcId="{A82C2777-D5BF-4C52-8EF6-4BD7530AA96C}" destId="{1FB1E1BB-FECB-4F0B-B1A6-FF50CE92A55D}" srcOrd="3" destOrd="0" parTransId="{CBCC1401-17FF-4FB0-A3E6-544C3CA58DED}" sibTransId="{400CE5FA-C45F-42DF-B302-95E2A97F348D}"/>
    <dgm:cxn modelId="{ADDCD9ED-ABE2-482D-9008-297F38AE6C85}" type="presOf" srcId="{A1756633-39A6-43CF-A7F5-430FC1FBD7EF}" destId="{5DD8446D-62F2-4666-9939-4C1FD5C63F81}" srcOrd="0" destOrd="0" presId="urn:microsoft.com/office/officeart/2005/8/layout/hierarchy4"/>
    <dgm:cxn modelId="{7ADEF97E-703B-4783-9F05-6201496C35E6}" srcId="{A82C2777-D5BF-4C52-8EF6-4BD7530AA96C}" destId="{DF4A9AFD-888E-40B8-AEC2-FAFA22D578C9}" srcOrd="2" destOrd="0" parTransId="{E81D4ED3-8293-422B-8B20-73CCCEB6E420}" sibTransId="{F427B88F-255A-4C5E-80E9-AB5F88137C89}"/>
    <dgm:cxn modelId="{7020653D-DD90-44BC-80D6-A95680B87E55}" type="presOf" srcId="{DF4A9AFD-888E-40B8-AEC2-FAFA22D578C9}" destId="{A865AF24-5BB5-41FA-BC6A-F55FE5E60189}" srcOrd="0" destOrd="0" presId="urn:microsoft.com/office/officeart/2005/8/layout/hierarchy4"/>
    <dgm:cxn modelId="{FEBE0580-F705-4462-8429-3E452E6B3B2E}" type="presOf" srcId="{A82C2777-D5BF-4C52-8EF6-4BD7530AA96C}" destId="{A887C24F-CE14-4915-A456-28D42E6717F1}" srcOrd="0" destOrd="0" presId="urn:microsoft.com/office/officeart/2005/8/layout/hierarchy4"/>
    <dgm:cxn modelId="{438178A0-5B0D-4515-9D21-C821E4E77593}" srcId="{A82C2777-D5BF-4C52-8EF6-4BD7530AA96C}" destId="{EA831277-42A8-4798-8806-6978EAEA7DD5}" srcOrd="1" destOrd="0" parTransId="{80962806-0044-4B98-9E42-326F8E945575}" sibTransId="{1B85E279-C6C6-4F3C-9EDD-E84969CFE95C}"/>
    <dgm:cxn modelId="{608B1655-AEF3-4ADB-B3F5-247A1D448277}" type="presParOf" srcId="{5DD8446D-62F2-4666-9939-4C1FD5C63F81}" destId="{1681C1F7-4066-4334-B2AB-3379FA5D6085}" srcOrd="0" destOrd="0" presId="urn:microsoft.com/office/officeart/2005/8/layout/hierarchy4"/>
    <dgm:cxn modelId="{1E0B8B0B-4EFD-410E-B2DE-C9682E6193E2}" type="presParOf" srcId="{1681C1F7-4066-4334-B2AB-3379FA5D6085}" destId="{A887C24F-CE14-4915-A456-28D42E6717F1}" srcOrd="0" destOrd="0" presId="urn:microsoft.com/office/officeart/2005/8/layout/hierarchy4"/>
    <dgm:cxn modelId="{F6561FB7-B051-498A-BEE1-F1743BDE68B5}" type="presParOf" srcId="{1681C1F7-4066-4334-B2AB-3379FA5D6085}" destId="{2E6166D9-7541-480B-9904-123F5F2E33F2}" srcOrd="1" destOrd="0" presId="urn:microsoft.com/office/officeart/2005/8/layout/hierarchy4"/>
    <dgm:cxn modelId="{33F78B0F-EF6E-4EED-B65E-050B1E7B42BB}" type="presParOf" srcId="{1681C1F7-4066-4334-B2AB-3379FA5D6085}" destId="{856E9541-868B-4811-9E8F-CC1988023B30}" srcOrd="2" destOrd="0" presId="urn:microsoft.com/office/officeart/2005/8/layout/hierarchy4"/>
    <dgm:cxn modelId="{A932DA20-47DB-4CAA-A53A-CF9157915E7B}" type="presParOf" srcId="{856E9541-868B-4811-9E8F-CC1988023B30}" destId="{F15CB484-65B9-4953-863C-E1E149E5A32E}" srcOrd="0" destOrd="0" presId="urn:microsoft.com/office/officeart/2005/8/layout/hierarchy4"/>
    <dgm:cxn modelId="{25873BB1-5FC0-4D53-B84E-F8746B18F49C}" type="presParOf" srcId="{F15CB484-65B9-4953-863C-E1E149E5A32E}" destId="{ADDDE372-D11A-4D1A-AB0E-3D38FB56CE85}" srcOrd="0" destOrd="0" presId="urn:microsoft.com/office/officeart/2005/8/layout/hierarchy4"/>
    <dgm:cxn modelId="{92E54844-691F-4E8F-BDBD-CBBF8B4FC61D}" type="presParOf" srcId="{F15CB484-65B9-4953-863C-E1E149E5A32E}" destId="{61623B8E-CDAF-4328-A49E-172B6CA9EC38}" srcOrd="1" destOrd="0" presId="urn:microsoft.com/office/officeart/2005/8/layout/hierarchy4"/>
    <dgm:cxn modelId="{A51CBE01-F113-4EBC-874B-9763C6177A01}" type="presParOf" srcId="{856E9541-868B-4811-9E8F-CC1988023B30}" destId="{077561C4-E269-4883-9B0A-4AFD2F812011}" srcOrd="1" destOrd="0" presId="urn:microsoft.com/office/officeart/2005/8/layout/hierarchy4"/>
    <dgm:cxn modelId="{79DCA93B-C05E-41D9-B56A-7EB3AC0D2B88}" type="presParOf" srcId="{856E9541-868B-4811-9E8F-CC1988023B30}" destId="{BA14922B-F45A-4134-91BB-E7428FFD3BC9}" srcOrd="2" destOrd="0" presId="urn:microsoft.com/office/officeart/2005/8/layout/hierarchy4"/>
    <dgm:cxn modelId="{DE119ED7-21A5-459C-B1B4-3D39E0860546}" type="presParOf" srcId="{BA14922B-F45A-4134-91BB-E7428FFD3BC9}" destId="{CD509024-24E2-4646-B0B9-7BFCF9D24271}" srcOrd="0" destOrd="0" presId="urn:microsoft.com/office/officeart/2005/8/layout/hierarchy4"/>
    <dgm:cxn modelId="{999BA9B7-844E-449B-AD4B-4BE4E8730C50}" type="presParOf" srcId="{BA14922B-F45A-4134-91BB-E7428FFD3BC9}" destId="{6FC41929-086C-4C74-89E1-AF4B81437320}" srcOrd="1" destOrd="0" presId="urn:microsoft.com/office/officeart/2005/8/layout/hierarchy4"/>
    <dgm:cxn modelId="{4CF2B9FC-CA10-4027-AF6D-82E7ECDE5378}" type="presParOf" srcId="{856E9541-868B-4811-9E8F-CC1988023B30}" destId="{152B80E7-6FFE-4D75-BE43-171F1C3534C7}" srcOrd="3" destOrd="0" presId="urn:microsoft.com/office/officeart/2005/8/layout/hierarchy4"/>
    <dgm:cxn modelId="{68D3DA1A-3299-4DAA-9460-7F7ACD7E3CA2}" type="presParOf" srcId="{856E9541-868B-4811-9E8F-CC1988023B30}" destId="{CF38ABC7-013E-4860-B399-945358AF0FAC}" srcOrd="4" destOrd="0" presId="urn:microsoft.com/office/officeart/2005/8/layout/hierarchy4"/>
    <dgm:cxn modelId="{D5399DB8-FD7B-4187-B5B8-ACD8B4F5BFCA}" type="presParOf" srcId="{CF38ABC7-013E-4860-B399-945358AF0FAC}" destId="{A865AF24-5BB5-41FA-BC6A-F55FE5E60189}" srcOrd="0" destOrd="0" presId="urn:microsoft.com/office/officeart/2005/8/layout/hierarchy4"/>
    <dgm:cxn modelId="{CB726B1B-CA5C-4080-8C69-2F4D607D44A7}" type="presParOf" srcId="{CF38ABC7-013E-4860-B399-945358AF0FAC}" destId="{8846F08A-DED0-47EE-AF88-2AE52270575E}" srcOrd="1" destOrd="0" presId="urn:microsoft.com/office/officeart/2005/8/layout/hierarchy4"/>
    <dgm:cxn modelId="{570B938B-4E1D-4439-9526-8C113A32DB0E}" type="presParOf" srcId="{856E9541-868B-4811-9E8F-CC1988023B30}" destId="{34A040CE-7A14-4C27-959A-3DC078958D97}" srcOrd="5" destOrd="0" presId="urn:microsoft.com/office/officeart/2005/8/layout/hierarchy4"/>
    <dgm:cxn modelId="{566BB3A4-0BCF-4C25-82DE-C2708FBE2713}" type="presParOf" srcId="{856E9541-868B-4811-9E8F-CC1988023B30}" destId="{235824A2-B239-4C33-A7E7-44F17D419D3B}" srcOrd="6" destOrd="0" presId="urn:microsoft.com/office/officeart/2005/8/layout/hierarchy4"/>
    <dgm:cxn modelId="{666C7A4A-8743-4604-A048-DE6E030A19C2}" type="presParOf" srcId="{235824A2-B239-4C33-A7E7-44F17D419D3B}" destId="{D225ECCF-9ADC-4C25-BCBB-BFCC36617936}" srcOrd="0" destOrd="0" presId="urn:microsoft.com/office/officeart/2005/8/layout/hierarchy4"/>
    <dgm:cxn modelId="{F4D61E6D-40B8-4A09-891F-20FA572ADE0B}" type="presParOf" srcId="{235824A2-B239-4C33-A7E7-44F17D419D3B}" destId="{3C8328D1-CCC5-499B-A3AA-49E7B440476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1756633-39A6-43CF-A7F5-430FC1FBD7EF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E7C8C0-A210-4C7A-85A6-4AA94BDB69B1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The Power of Information</a:t>
          </a:r>
          <a:endParaRPr lang="en-US" dirty="0"/>
        </a:p>
      </dgm:t>
    </dgm:pt>
    <dgm:pt modelId="{DBB8CD9A-ADCB-438B-9622-5354D033B164}" type="parTrans" cxnId="{3C1E63E5-EEBB-4451-80A5-2E97E6343ED3}">
      <dgm:prSet/>
      <dgm:spPr/>
      <dgm:t>
        <a:bodyPr/>
        <a:lstStyle/>
        <a:p>
          <a:endParaRPr lang="en-US"/>
        </a:p>
      </dgm:t>
    </dgm:pt>
    <dgm:pt modelId="{32B9D833-2F6A-4793-B612-A75270D241EA}" type="sibTrans" cxnId="{3C1E63E5-EEBB-4451-80A5-2E97E6343ED3}">
      <dgm:prSet/>
      <dgm:spPr/>
      <dgm:t>
        <a:bodyPr/>
        <a:lstStyle/>
        <a:p>
          <a:endParaRPr lang="en-US"/>
        </a:p>
      </dgm:t>
    </dgm:pt>
    <dgm:pt modelId="{53DC7B3F-AAED-4031-8A16-24F29FD65D6C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Workflow</a:t>
          </a:r>
          <a:endParaRPr lang="en-US" dirty="0"/>
        </a:p>
      </dgm:t>
    </dgm:pt>
    <dgm:pt modelId="{C477A91D-93A4-4CE6-B2B6-AE6D4BCF8394}" type="parTrans" cxnId="{DA6BD380-EAD7-492A-B66B-3CA455E91E78}">
      <dgm:prSet/>
      <dgm:spPr/>
      <dgm:t>
        <a:bodyPr/>
        <a:lstStyle/>
        <a:p>
          <a:endParaRPr lang="en-US"/>
        </a:p>
      </dgm:t>
    </dgm:pt>
    <dgm:pt modelId="{6BABEA6A-BC08-46C8-A0E5-8DF7DD8516A0}" type="sibTrans" cxnId="{DA6BD380-EAD7-492A-B66B-3CA455E91E78}">
      <dgm:prSet/>
      <dgm:spPr/>
      <dgm:t>
        <a:bodyPr/>
        <a:lstStyle/>
        <a:p>
          <a:endParaRPr lang="en-US"/>
        </a:p>
      </dgm:t>
    </dgm:pt>
    <dgm:pt modelId="{EA831277-42A8-4798-8806-6978EAEA7DD5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Automation</a:t>
          </a:r>
          <a:endParaRPr lang="en-US" dirty="0"/>
        </a:p>
      </dgm:t>
    </dgm:pt>
    <dgm:pt modelId="{80962806-0044-4B98-9E42-326F8E945575}" type="parTrans" cxnId="{438178A0-5B0D-4515-9D21-C821E4E77593}">
      <dgm:prSet/>
      <dgm:spPr/>
      <dgm:t>
        <a:bodyPr/>
        <a:lstStyle/>
        <a:p>
          <a:endParaRPr lang="en-US"/>
        </a:p>
      </dgm:t>
    </dgm:pt>
    <dgm:pt modelId="{1B85E279-C6C6-4F3C-9EDD-E84969CFE95C}" type="sibTrans" cxnId="{438178A0-5B0D-4515-9D21-C821E4E77593}">
      <dgm:prSet/>
      <dgm:spPr/>
      <dgm:t>
        <a:bodyPr/>
        <a:lstStyle/>
        <a:p>
          <a:endParaRPr lang="en-US"/>
        </a:p>
      </dgm:t>
    </dgm:pt>
    <dgm:pt modelId="{DF4A9AFD-888E-40B8-AEC2-FAFA22D578C9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A Branch too Far</a:t>
          </a:r>
          <a:endParaRPr lang="en-US" dirty="0"/>
        </a:p>
      </dgm:t>
    </dgm:pt>
    <dgm:pt modelId="{E81D4ED3-8293-422B-8B20-73CCCEB6E420}" type="parTrans" cxnId="{7ADEF97E-703B-4783-9F05-6201496C35E6}">
      <dgm:prSet/>
      <dgm:spPr/>
      <dgm:t>
        <a:bodyPr/>
        <a:lstStyle/>
        <a:p>
          <a:endParaRPr lang="en-US"/>
        </a:p>
      </dgm:t>
    </dgm:pt>
    <dgm:pt modelId="{F427B88F-255A-4C5E-80E9-AB5F88137C89}" type="sibTrans" cxnId="{7ADEF97E-703B-4783-9F05-6201496C35E6}">
      <dgm:prSet/>
      <dgm:spPr/>
      <dgm:t>
        <a:bodyPr/>
        <a:lstStyle/>
        <a:p>
          <a:endParaRPr lang="en-US"/>
        </a:p>
      </dgm:t>
    </dgm:pt>
    <dgm:pt modelId="{5DD8446D-62F2-4666-9939-4C1FD5C63F81}" type="pres">
      <dgm:prSet presAssocID="{A1756633-39A6-43CF-A7F5-430FC1FBD7E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258755A-883A-48FC-A841-CBC2B6665028}" type="pres">
      <dgm:prSet presAssocID="{88E7C8C0-A210-4C7A-85A6-4AA94BDB69B1}" presName="vertOne" presStyleCnt="0"/>
      <dgm:spPr/>
    </dgm:pt>
    <dgm:pt modelId="{326E7D4F-6B5A-49D6-A41B-EA0EF31C4810}" type="pres">
      <dgm:prSet presAssocID="{88E7C8C0-A210-4C7A-85A6-4AA94BDB69B1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AD3AC8-BB72-4A85-9451-0AB908EBCE02}" type="pres">
      <dgm:prSet presAssocID="{88E7C8C0-A210-4C7A-85A6-4AA94BDB69B1}" presName="parTransOne" presStyleCnt="0"/>
      <dgm:spPr/>
    </dgm:pt>
    <dgm:pt modelId="{AD694B02-76F3-4E2A-8620-77AD952D6A40}" type="pres">
      <dgm:prSet presAssocID="{88E7C8C0-A210-4C7A-85A6-4AA94BDB69B1}" presName="horzOne" presStyleCnt="0"/>
      <dgm:spPr/>
    </dgm:pt>
    <dgm:pt modelId="{09AF8A11-36AE-461A-B6DC-0E59A2E2544B}" type="pres">
      <dgm:prSet presAssocID="{53DC7B3F-AAED-4031-8A16-24F29FD65D6C}" presName="vertTwo" presStyleCnt="0"/>
      <dgm:spPr/>
    </dgm:pt>
    <dgm:pt modelId="{B82A8CEF-A71E-42C6-A9B9-A7ABF782449E}" type="pres">
      <dgm:prSet presAssocID="{53DC7B3F-AAED-4031-8A16-24F29FD65D6C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EA506F8-05C1-4903-B4EF-DCEAC3A3229A}" type="pres">
      <dgm:prSet presAssocID="{53DC7B3F-AAED-4031-8A16-24F29FD65D6C}" presName="horzTwo" presStyleCnt="0"/>
      <dgm:spPr/>
    </dgm:pt>
    <dgm:pt modelId="{388D2822-A6AB-4D8A-B366-F01B8F96C3A2}" type="pres">
      <dgm:prSet presAssocID="{6BABEA6A-BC08-46C8-A0E5-8DF7DD8516A0}" presName="sibSpaceTwo" presStyleCnt="0"/>
      <dgm:spPr/>
    </dgm:pt>
    <dgm:pt modelId="{71D3C7BD-CDB5-4DEF-92E4-D512951F77D8}" type="pres">
      <dgm:prSet presAssocID="{EA831277-42A8-4798-8806-6978EAEA7DD5}" presName="vertTwo" presStyleCnt="0"/>
      <dgm:spPr/>
    </dgm:pt>
    <dgm:pt modelId="{55E8B27E-AA64-4B0E-81F7-A23B6CB3384E}" type="pres">
      <dgm:prSet presAssocID="{EA831277-42A8-4798-8806-6978EAEA7DD5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3D7BAB-6378-4D27-BDB1-09E8620AFBD5}" type="pres">
      <dgm:prSet presAssocID="{EA831277-42A8-4798-8806-6978EAEA7DD5}" presName="horzTwo" presStyleCnt="0"/>
      <dgm:spPr/>
    </dgm:pt>
    <dgm:pt modelId="{82D4FF15-963D-46EC-AFA9-46B7F315DEEE}" type="pres">
      <dgm:prSet presAssocID="{1B85E279-C6C6-4F3C-9EDD-E84969CFE95C}" presName="sibSpaceTwo" presStyleCnt="0"/>
      <dgm:spPr/>
    </dgm:pt>
    <dgm:pt modelId="{CF38ABC7-013E-4860-B399-945358AF0FAC}" type="pres">
      <dgm:prSet presAssocID="{DF4A9AFD-888E-40B8-AEC2-FAFA22D578C9}" presName="vertTwo" presStyleCnt="0"/>
      <dgm:spPr/>
    </dgm:pt>
    <dgm:pt modelId="{A865AF24-5BB5-41FA-BC6A-F55FE5E60189}" type="pres">
      <dgm:prSet presAssocID="{DF4A9AFD-888E-40B8-AEC2-FAFA22D578C9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46F08A-DED0-47EE-AF88-2AE52270575E}" type="pres">
      <dgm:prSet presAssocID="{DF4A9AFD-888E-40B8-AEC2-FAFA22D578C9}" presName="horzTwo" presStyleCnt="0"/>
      <dgm:spPr/>
    </dgm:pt>
  </dgm:ptLst>
  <dgm:cxnLst>
    <dgm:cxn modelId="{7ADEF97E-703B-4783-9F05-6201496C35E6}" srcId="{88E7C8C0-A210-4C7A-85A6-4AA94BDB69B1}" destId="{DF4A9AFD-888E-40B8-AEC2-FAFA22D578C9}" srcOrd="2" destOrd="0" parTransId="{E81D4ED3-8293-422B-8B20-73CCCEB6E420}" sibTransId="{F427B88F-255A-4C5E-80E9-AB5F88137C89}"/>
    <dgm:cxn modelId="{3C1E63E5-EEBB-4451-80A5-2E97E6343ED3}" srcId="{A1756633-39A6-43CF-A7F5-430FC1FBD7EF}" destId="{88E7C8C0-A210-4C7A-85A6-4AA94BDB69B1}" srcOrd="0" destOrd="0" parTransId="{DBB8CD9A-ADCB-438B-9622-5354D033B164}" sibTransId="{32B9D833-2F6A-4793-B612-A75270D241EA}"/>
    <dgm:cxn modelId="{467A851B-B7FB-47DF-977F-85FEA22BBD5C}" type="presOf" srcId="{53DC7B3F-AAED-4031-8A16-24F29FD65D6C}" destId="{B82A8CEF-A71E-42C6-A9B9-A7ABF782449E}" srcOrd="0" destOrd="0" presId="urn:microsoft.com/office/officeart/2005/8/layout/hierarchy4"/>
    <dgm:cxn modelId="{4037BB82-0A4D-46A7-868D-1BF398512DB0}" type="presOf" srcId="{88E7C8C0-A210-4C7A-85A6-4AA94BDB69B1}" destId="{326E7D4F-6B5A-49D6-A41B-EA0EF31C4810}" srcOrd="0" destOrd="0" presId="urn:microsoft.com/office/officeart/2005/8/layout/hierarchy4"/>
    <dgm:cxn modelId="{438178A0-5B0D-4515-9D21-C821E4E77593}" srcId="{88E7C8C0-A210-4C7A-85A6-4AA94BDB69B1}" destId="{EA831277-42A8-4798-8806-6978EAEA7DD5}" srcOrd="1" destOrd="0" parTransId="{80962806-0044-4B98-9E42-326F8E945575}" sibTransId="{1B85E279-C6C6-4F3C-9EDD-E84969CFE95C}"/>
    <dgm:cxn modelId="{6A3A49BC-EC24-4860-8DF2-83FA19E7048A}" type="presOf" srcId="{A1756633-39A6-43CF-A7F5-430FC1FBD7EF}" destId="{5DD8446D-62F2-4666-9939-4C1FD5C63F81}" srcOrd="0" destOrd="0" presId="urn:microsoft.com/office/officeart/2005/8/layout/hierarchy4"/>
    <dgm:cxn modelId="{DA6BD380-EAD7-492A-B66B-3CA455E91E78}" srcId="{88E7C8C0-A210-4C7A-85A6-4AA94BDB69B1}" destId="{53DC7B3F-AAED-4031-8A16-24F29FD65D6C}" srcOrd="0" destOrd="0" parTransId="{C477A91D-93A4-4CE6-B2B6-AE6D4BCF8394}" sibTransId="{6BABEA6A-BC08-46C8-A0E5-8DF7DD8516A0}"/>
    <dgm:cxn modelId="{5E946847-40CF-4FA2-8647-44E3A176F429}" type="presOf" srcId="{EA831277-42A8-4798-8806-6978EAEA7DD5}" destId="{55E8B27E-AA64-4B0E-81F7-A23B6CB3384E}" srcOrd="0" destOrd="0" presId="urn:microsoft.com/office/officeart/2005/8/layout/hierarchy4"/>
    <dgm:cxn modelId="{39C5F784-462D-4C9B-9D07-FC92621FA497}" type="presOf" srcId="{DF4A9AFD-888E-40B8-AEC2-FAFA22D578C9}" destId="{A865AF24-5BB5-41FA-BC6A-F55FE5E60189}" srcOrd="0" destOrd="0" presId="urn:microsoft.com/office/officeart/2005/8/layout/hierarchy4"/>
    <dgm:cxn modelId="{D99C89AD-8DC1-4499-8B5C-FA7FCA89902D}" type="presParOf" srcId="{5DD8446D-62F2-4666-9939-4C1FD5C63F81}" destId="{2258755A-883A-48FC-A841-CBC2B6665028}" srcOrd="0" destOrd="0" presId="urn:microsoft.com/office/officeart/2005/8/layout/hierarchy4"/>
    <dgm:cxn modelId="{25C16C5F-7389-4A53-818C-A3C38F1D256E}" type="presParOf" srcId="{2258755A-883A-48FC-A841-CBC2B6665028}" destId="{326E7D4F-6B5A-49D6-A41B-EA0EF31C4810}" srcOrd="0" destOrd="0" presId="urn:microsoft.com/office/officeart/2005/8/layout/hierarchy4"/>
    <dgm:cxn modelId="{90880489-22CD-4DB1-8368-DEF3F2E52C6B}" type="presParOf" srcId="{2258755A-883A-48FC-A841-CBC2B6665028}" destId="{A1AD3AC8-BB72-4A85-9451-0AB908EBCE02}" srcOrd="1" destOrd="0" presId="urn:microsoft.com/office/officeart/2005/8/layout/hierarchy4"/>
    <dgm:cxn modelId="{AE0696B8-793D-41B6-814A-1D42CFBBD2C7}" type="presParOf" srcId="{2258755A-883A-48FC-A841-CBC2B6665028}" destId="{AD694B02-76F3-4E2A-8620-77AD952D6A40}" srcOrd="2" destOrd="0" presId="urn:microsoft.com/office/officeart/2005/8/layout/hierarchy4"/>
    <dgm:cxn modelId="{3EAD7FAE-9612-41A7-B83D-590EC90547D7}" type="presParOf" srcId="{AD694B02-76F3-4E2A-8620-77AD952D6A40}" destId="{09AF8A11-36AE-461A-B6DC-0E59A2E2544B}" srcOrd="0" destOrd="0" presId="urn:microsoft.com/office/officeart/2005/8/layout/hierarchy4"/>
    <dgm:cxn modelId="{E82725BD-6FCE-444F-BEF5-1F4ED852D4B5}" type="presParOf" srcId="{09AF8A11-36AE-461A-B6DC-0E59A2E2544B}" destId="{B82A8CEF-A71E-42C6-A9B9-A7ABF782449E}" srcOrd="0" destOrd="0" presId="urn:microsoft.com/office/officeart/2005/8/layout/hierarchy4"/>
    <dgm:cxn modelId="{81BC8915-FD96-4E48-952B-27D42BCA8B85}" type="presParOf" srcId="{09AF8A11-36AE-461A-B6DC-0E59A2E2544B}" destId="{8EA506F8-05C1-4903-B4EF-DCEAC3A3229A}" srcOrd="1" destOrd="0" presId="urn:microsoft.com/office/officeart/2005/8/layout/hierarchy4"/>
    <dgm:cxn modelId="{A7479C7C-3483-4730-8AC9-49ABF510CBE9}" type="presParOf" srcId="{AD694B02-76F3-4E2A-8620-77AD952D6A40}" destId="{388D2822-A6AB-4D8A-B366-F01B8F96C3A2}" srcOrd="1" destOrd="0" presId="urn:microsoft.com/office/officeart/2005/8/layout/hierarchy4"/>
    <dgm:cxn modelId="{E29A0D44-847A-47D3-BE6C-AC9CEB0642D3}" type="presParOf" srcId="{AD694B02-76F3-4E2A-8620-77AD952D6A40}" destId="{71D3C7BD-CDB5-4DEF-92E4-D512951F77D8}" srcOrd="2" destOrd="0" presId="urn:microsoft.com/office/officeart/2005/8/layout/hierarchy4"/>
    <dgm:cxn modelId="{28BDB1EE-8F73-4940-BD85-D3EC112BFC6A}" type="presParOf" srcId="{71D3C7BD-CDB5-4DEF-92E4-D512951F77D8}" destId="{55E8B27E-AA64-4B0E-81F7-A23B6CB3384E}" srcOrd="0" destOrd="0" presId="urn:microsoft.com/office/officeart/2005/8/layout/hierarchy4"/>
    <dgm:cxn modelId="{2F006933-8FEF-47A8-8679-5F620A04C6AF}" type="presParOf" srcId="{71D3C7BD-CDB5-4DEF-92E4-D512951F77D8}" destId="{DD3D7BAB-6378-4D27-BDB1-09E8620AFBD5}" srcOrd="1" destOrd="0" presId="urn:microsoft.com/office/officeart/2005/8/layout/hierarchy4"/>
    <dgm:cxn modelId="{1A493294-47A0-414A-B104-5249D534FADA}" type="presParOf" srcId="{AD694B02-76F3-4E2A-8620-77AD952D6A40}" destId="{82D4FF15-963D-46EC-AFA9-46B7F315DEEE}" srcOrd="3" destOrd="0" presId="urn:microsoft.com/office/officeart/2005/8/layout/hierarchy4"/>
    <dgm:cxn modelId="{2C254794-8081-485F-A490-CE559AF975D8}" type="presParOf" srcId="{AD694B02-76F3-4E2A-8620-77AD952D6A40}" destId="{CF38ABC7-013E-4860-B399-945358AF0FAC}" srcOrd="4" destOrd="0" presId="urn:microsoft.com/office/officeart/2005/8/layout/hierarchy4"/>
    <dgm:cxn modelId="{71223600-343D-44AA-95E7-7EB9C99D58E4}" type="presParOf" srcId="{CF38ABC7-013E-4860-B399-945358AF0FAC}" destId="{A865AF24-5BB5-41FA-BC6A-F55FE5E60189}" srcOrd="0" destOrd="0" presId="urn:microsoft.com/office/officeart/2005/8/layout/hierarchy4"/>
    <dgm:cxn modelId="{A9A7193A-BF13-4F69-A174-D75A61096C5F}" type="presParOf" srcId="{CF38ABC7-013E-4860-B399-945358AF0FAC}" destId="{8846F08A-DED0-47EE-AF88-2AE52270575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26E7D4F-6B5A-49D6-A41B-EA0EF31C4810}">
      <dsp:nvSpPr>
        <dsp:cNvPr id="0" name=""/>
        <dsp:cNvSpPr/>
      </dsp:nvSpPr>
      <dsp:spPr>
        <a:xfrm>
          <a:off x="2957" y="1469"/>
          <a:ext cx="8223684" cy="2428378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 smtClean="0"/>
            <a:t>The Power of Information</a:t>
          </a:r>
          <a:endParaRPr lang="en-US" sz="6400" kern="1200" dirty="0"/>
        </a:p>
      </dsp:txBody>
      <dsp:txXfrm>
        <a:off x="2957" y="1469"/>
        <a:ext cx="8223684" cy="2428378"/>
      </dsp:txXfrm>
    </dsp:sp>
    <dsp:sp modelId="{B82A8CEF-A71E-42C6-A9B9-A7ABF782449E}">
      <dsp:nvSpPr>
        <dsp:cNvPr id="0" name=""/>
        <dsp:cNvSpPr/>
      </dsp:nvSpPr>
      <dsp:spPr>
        <a:xfrm>
          <a:off x="2957" y="2650151"/>
          <a:ext cx="2595860" cy="2428378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Workflow</a:t>
          </a:r>
          <a:endParaRPr lang="en-US" sz="3500" kern="1200" dirty="0"/>
        </a:p>
      </dsp:txBody>
      <dsp:txXfrm>
        <a:off x="2957" y="2650151"/>
        <a:ext cx="2595860" cy="2428378"/>
      </dsp:txXfrm>
    </dsp:sp>
    <dsp:sp modelId="{55E8B27E-AA64-4B0E-81F7-A23B6CB3384E}">
      <dsp:nvSpPr>
        <dsp:cNvPr id="0" name=""/>
        <dsp:cNvSpPr/>
      </dsp:nvSpPr>
      <dsp:spPr>
        <a:xfrm>
          <a:off x="2816869" y="2650151"/>
          <a:ext cx="2595860" cy="2428378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Automation</a:t>
          </a:r>
          <a:endParaRPr lang="en-US" sz="3500" kern="1200" dirty="0"/>
        </a:p>
      </dsp:txBody>
      <dsp:txXfrm>
        <a:off x="2816869" y="2650151"/>
        <a:ext cx="2595860" cy="2428378"/>
      </dsp:txXfrm>
    </dsp:sp>
    <dsp:sp modelId="{A865AF24-5BB5-41FA-BC6A-F55FE5E60189}">
      <dsp:nvSpPr>
        <dsp:cNvPr id="0" name=""/>
        <dsp:cNvSpPr/>
      </dsp:nvSpPr>
      <dsp:spPr>
        <a:xfrm>
          <a:off x="5630782" y="2650151"/>
          <a:ext cx="2595860" cy="2428378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A Branch too Far</a:t>
          </a:r>
          <a:endParaRPr lang="en-US" sz="3500" kern="1200" dirty="0"/>
        </a:p>
      </dsp:txBody>
      <dsp:txXfrm>
        <a:off x="5630782" y="2650151"/>
        <a:ext cx="2595860" cy="2428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C8C43-33CF-43AB-819E-E7E4F75E482B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EBEB2-C671-4E60-B1DE-A4D52A5A6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gmail" TargetMode="External"/><Relationship Id="rId3" Type="http://schemas.openxmlformats.org/officeDocument/2006/relationships/hyperlink" Target="https://zoom.us/" TargetMode="External"/><Relationship Id="rId7" Type="http://schemas.openxmlformats.org/officeDocument/2006/relationships/hyperlink" Target="https://web.telegram.org/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iber.com/en/" TargetMode="External"/><Relationship Id="rId5" Type="http://schemas.openxmlformats.org/officeDocument/2006/relationships/hyperlink" Target="https://discordapp.com/" TargetMode="External"/><Relationship Id="rId10" Type="http://schemas.openxmlformats.org/officeDocument/2006/relationships/hyperlink" Target="https://slack.com/" TargetMode="External"/><Relationship Id="rId4" Type="http://schemas.openxmlformats.org/officeDocument/2006/relationships/hyperlink" Target="https://www.skype.com/en/" TargetMode="External"/><Relationship Id="rId9" Type="http://schemas.openxmlformats.org/officeDocument/2006/relationships/hyperlink" Target="https://outlook.office365.com/mail/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heets/about/" TargetMode="External"/><Relationship Id="rId2" Type="http://schemas.openxmlformats.org/officeDocument/2006/relationships/hyperlink" Target="https://www.atlassian.com/software/conflu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sana.com/" TargetMode="External"/><Relationship Id="rId2" Type="http://schemas.openxmlformats.org/officeDocument/2006/relationships/hyperlink" Target="https://trell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hyperlink" Target="https://app.clickup.com/" TargetMode="External"/><Relationship Id="rId4" Type="http://schemas.openxmlformats.org/officeDocument/2006/relationships/hyperlink" Target="https://www.atlassian.com/software/free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" TargetMode="External"/><Relationship Id="rId3" Type="http://schemas.openxmlformats.org/officeDocument/2006/relationships/hyperlink" Target="https://about.gitlab.com/" TargetMode="External"/><Relationship Id="rId7" Type="http://schemas.openxmlformats.org/officeDocument/2006/relationships/hyperlink" Target="https://tortoisesvn.net/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isualsvn.com/server/" TargetMode="External"/><Relationship Id="rId5" Type="http://schemas.openxmlformats.org/officeDocument/2006/relationships/hyperlink" Target="https://subversion.apache.org/" TargetMode="External"/><Relationship Id="rId10" Type="http://schemas.openxmlformats.org/officeDocument/2006/relationships/image" Target="../media/image49.jpeg"/><Relationship Id="rId4" Type="http://schemas.openxmlformats.org/officeDocument/2006/relationships/hyperlink" Target="https://git-scm.com/" TargetMode="External"/><Relationship Id="rId9" Type="http://schemas.openxmlformats.org/officeDocument/2006/relationships/hyperlink" Target="https://www.atlassian.com/software/confluence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www.atlassian.com/continuous-delivery/ci-vs-ci-vs-cd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lab.com/ee/ci/" TargetMode="External"/><Relationship Id="rId7" Type="http://schemas.openxmlformats.org/officeDocument/2006/relationships/image" Target="../media/image49.jpeg"/><Relationship Id="rId2" Type="http://schemas.openxmlformats.org/officeDocument/2006/relationships/hyperlink" Target="https://github.com/features/action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pple.com/xcode-cloud/" TargetMode="External"/><Relationship Id="rId5" Type="http://schemas.openxmlformats.org/officeDocument/2006/relationships/hyperlink" Target="http://hudson-ci.org/" TargetMode="External"/><Relationship Id="rId4" Type="http://schemas.openxmlformats.org/officeDocument/2006/relationships/hyperlink" Target="https://circleci.com/docs/getting-started/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" TargetMode="External"/><Relationship Id="rId7" Type="http://schemas.openxmlformats.org/officeDocument/2006/relationships/image" Target="../media/image49.jpeg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gios.org/" TargetMode="External"/><Relationship Id="rId5" Type="http://schemas.openxmlformats.org/officeDocument/2006/relationships/hyperlink" Target="https://www.ansible.com/" TargetMode="External"/><Relationship Id="rId4" Type="http://schemas.openxmlformats.org/officeDocument/2006/relationships/hyperlink" Target="https://www.chef.io/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ugzilla.readthedocs.io/en/latest/installing/" TargetMode="External"/><Relationship Id="rId2" Type="http://schemas.openxmlformats.org/officeDocument/2006/relationships/hyperlink" Target="https://www.atlassian.com/software/jir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hyperlink" Target="https://mantisbt.org/download.php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toggl.com/" TargetMode="External"/><Relationship Id="rId2" Type="http://schemas.openxmlformats.org/officeDocument/2006/relationships/hyperlink" Target="https://clockify.m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reenpresso.com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gi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Configuration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3812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562600" cy="4191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perform configuration management </a:t>
            </a:r>
            <a:r>
              <a:rPr lang="en-US" sz="2400" i="1" dirty="0" smtClean="0">
                <a:solidFill>
                  <a:srgbClr val="C00000"/>
                </a:solidFill>
              </a:rPr>
              <a:t>activities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configuration management </a:t>
            </a:r>
            <a:r>
              <a:rPr lang="en-US" sz="2400" i="1" dirty="0" smtClean="0">
                <a:solidFill>
                  <a:srgbClr val="C00000"/>
                </a:solidFill>
              </a:rPr>
              <a:t>plan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Configuration management terminologies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Configuration management activities 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Configuration management roles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Configuration management plan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Configuration management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Jessica Keyes (2004). Software Configuration Management. </a:t>
            </a:r>
            <a:r>
              <a:rPr lang="en-US" sz="2400" dirty="0" err="1" smtClean="0">
                <a:latin typeface="+mj-lt"/>
              </a:rPr>
              <a:t>Auerbach</a:t>
            </a:r>
            <a:r>
              <a:rPr lang="en-US" sz="2400" dirty="0" smtClean="0">
                <a:latin typeface="+mj-lt"/>
              </a:rPr>
              <a:t> Publications.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Anne </a:t>
            </a:r>
            <a:r>
              <a:rPr lang="en-US" sz="2400" dirty="0" err="1" smtClean="0">
                <a:latin typeface="+mj-lt"/>
              </a:rPr>
              <a:t>Mette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Jonassen</a:t>
            </a:r>
            <a:r>
              <a:rPr lang="en-US" sz="2400" dirty="0" smtClean="0">
                <a:latin typeface="+mj-lt"/>
              </a:rPr>
              <a:t> Hass (2002). Configuration Management Principles and Practice. </a:t>
            </a:r>
            <a:r>
              <a:rPr lang="en-US" sz="2400" dirty="0" smtClean="0"/>
              <a:t>Addison Wesley.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Roger S. Pressman (2010). Software Engineering : A Practitioner’s Approach.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Susan A. Dart (1992). The Past, Present, and Future of Configuration Management.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Year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438400"/>
            <a:ext cx="492442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Year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752600"/>
            <a:ext cx="50101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Third Year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828800"/>
            <a:ext cx="50577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Fourth Year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450" y="1447800"/>
            <a:ext cx="5162550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096000" y="5029200"/>
            <a:ext cx="259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Consolas" pitchFamily="49" charset="0"/>
              </a:rPr>
              <a:t>Software systems are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very complex</a:t>
            </a:r>
            <a:r>
              <a:rPr lang="en-US" sz="2400" dirty="0" smtClean="0">
                <a:latin typeface="Consolas" pitchFamily="49" charset="0"/>
              </a:rPr>
              <a:t>.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828800"/>
            <a:ext cx="2336800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600" y="1305342"/>
            <a:ext cx="2667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Project vision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Statement of 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Project schedule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Resource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752600"/>
            <a:ext cx="2133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Specs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System design</a:t>
            </a:r>
            <a:endParaRPr lang="en-US" sz="24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29400" y="4114800"/>
            <a:ext cx="2133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Visual studio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MS Visio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MS Word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latin typeface="+mj-lt"/>
              </a:rPr>
              <a:t>NUnit</a:t>
            </a:r>
            <a:endParaRPr lang="en-US" sz="2400" dirty="0" smtClean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" y="4343400"/>
            <a:ext cx="1676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Test plan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Test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9800" y="5791200"/>
            <a:ext cx="396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Source code,  setup package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057400"/>
            <a:ext cx="3764280" cy="3710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CM?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i="1" dirty="0" smtClean="0">
                <a:solidFill>
                  <a:srgbClr val="C00000"/>
                </a:solidFill>
              </a:rPr>
              <a:t>Software configuration management</a:t>
            </a:r>
            <a:r>
              <a:rPr lang="en-US" sz="1800" dirty="0" smtClean="0"/>
              <a:t> (SCM, or just plain CM) is an organizational framework — that is, a discipline — for managing the </a:t>
            </a:r>
            <a:r>
              <a:rPr lang="en-US" sz="1800" u="sng" dirty="0" smtClean="0"/>
              <a:t>evolution of computer systems</a:t>
            </a:r>
            <a:r>
              <a:rPr lang="en-US" sz="1800" dirty="0" smtClean="0"/>
              <a:t> throughout </a:t>
            </a:r>
            <a:r>
              <a:rPr lang="en-US" sz="1800" u="sng" dirty="0" smtClean="0"/>
              <a:t>all stages</a:t>
            </a:r>
            <a:r>
              <a:rPr lang="en-US" sz="1800" dirty="0" smtClean="0"/>
              <a:t> of systems development. </a:t>
            </a:r>
          </a:p>
          <a:p>
            <a:endParaRPr 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5502" y="2858161"/>
            <a:ext cx="6995498" cy="3542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Item [2]</a:t>
            </a:r>
            <a:endParaRPr lang="en-US" dirty="0"/>
          </a:p>
        </p:txBody>
      </p:sp>
      <p:sp>
        <p:nvSpPr>
          <p:cNvPr id="11266" name="AutoShape 2" descr="graphics/01fig02.gif"/>
          <p:cNvSpPr>
            <a:spLocks noChangeAspect="1" noChangeArrowheads="1"/>
          </p:cNvSpPr>
          <p:nvPr/>
        </p:nvSpPr>
        <p:spPr bwMode="auto">
          <a:xfrm>
            <a:off x="155575" y="-1119188"/>
            <a:ext cx="4762500" cy="2343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268" name="AutoShape 4" descr="graphics/01fig02.gif"/>
          <p:cNvSpPr>
            <a:spLocks noChangeAspect="1" noChangeArrowheads="1"/>
          </p:cNvSpPr>
          <p:nvPr/>
        </p:nvSpPr>
        <p:spPr bwMode="auto">
          <a:xfrm>
            <a:off x="155575" y="-1119188"/>
            <a:ext cx="4762500" cy="2343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270" name="AutoShape 6" descr="graphics/01fig02.gif"/>
          <p:cNvSpPr>
            <a:spLocks noChangeAspect="1" noChangeArrowheads="1"/>
          </p:cNvSpPr>
          <p:nvPr/>
        </p:nvSpPr>
        <p:spPr bwMode="auto">
          <a:xfrm>
            <a:off x="155575" y="-1119188"/>
            <a:ext cx="4762500" cy="2343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272" name="AutoShape 8" descr="mk:@MSITStore:D:\Teaching\Configuration%20Management\Books\Configuration%20Management%20Principles%20and%20Practice.chm::/FILES/01fig02.gif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274" name="AutoShape 10" descr="mk:@MSITStore:D:\Teaching\Configuration%20Management\Books\Configuration%20Management%20Principles%20and%20Practice.chm::/FILES/01fig02.gif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62250"/>
            <a:ext cx="476250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77" name="AutoShape 13" descr="mk:@MSITStore:D:\Teaching\Configuration%20Management\Books\Configuration%20Management%20Principles%20and%20Practice.chm::/FILES/01fig03.gif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5100" y="5305425"/>
            <a:ext cx="47625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4343400" y="3124200"/>
            <a:ext cx="3200400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Configuration Item Class</a:t>
            </a:r>
            <a:endParaRPr lang="en-US" sz="2400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67000" y="6167735"/>
            <a:ext cx="4806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The Life of a Configuration Item Class</a:t>
            </a:r>
            <a:endParaRPr lang="en-US" sz="2400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3400" y="1330404"/>
            <a:ext cx="807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configuration item</a:t>
            </a:r>
            <a:r>
              <a:rPr lang="en-US" sz="2400" dirty="0" smtClean="0">
                <a:latin typeface="+mj-lt"/>
              </a:rPr>
              <a:t> is </a:t>
            </a:r>
            <a:r>
              <a:rPr lang="en-US" sz="2400" u="sng" dirty="0" smtClean="0">
                <a:latin typeface="+mj-lt"/>
              </a:rPr>
              <a:t>any</a:t>
            </a:r>
            <a:r>
              <a:rPr lang="en-US" sz="2400" dirty="0" smtClean="0">
                <a:latin typeface="+mj-lt"/>
              </a:rPr>
              <a:t> possible part of the development or delivery of a system or product that it's necessary to identify, produce, store, use, and change individually.</a:t>
            </a:r>
            <a:endParaRPr lang="en-US" sz="24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91200" y="4419600"/>
            <a:ext cx="2209800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Instantiations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Electronic Objects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3600" y="4759404"/>
            <a:ext cx="25146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Copies may be in either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electronic or physical</a:t>
            </a:r>
            <a:r>
              <a:rPr lang="en-US" sz="2200" dirty="0" smtClean="0">
                <a:latin typeface="+mj-lt"/>
              </a:rPr>
              <a:t> form.</a:t>
            </a:r>
            <a:endParaRPr lang="en-US" sz="22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4911804"/>
            <a:ext cx="259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It must be stored electronically.</a:t>
            </a:r>
            <a:endParaRPr lang="en-US" sz="22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24200" y="4759404"/>
            <a:ext cx="2743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An unlimited number of copies may be easily produced.</a:t>
            </a:r>
            <a:endParaRPr lang="en-US" sz="2200" dirty="0">
              <a:latin typeface="+mj-lt"/>
            </a:endParaRPr>
          </a:p>
        </p:txBody>
      </p:sp>
      <p:pic>
        <p:nvPicPr>
          <p:cNvPr id="4506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940004"/>
            <a:ext cx="15240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066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940004"/>
            <a:ext cx="300037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067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2016204"/>
            <a:ext cx="23050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Objects</a:t>
            </a:r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733550"/>
            <a:ext cx="238125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9025" y="2057400"/>
            <a:ext cx="239077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1981200"/>
            <a:ext cx="156210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048000" y="4343400"/>
            <a:ext cx="25908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When a copy of the object is delivered, the number of available copies is reduced.</a:t>
            </a:r>
            <a:endParaRPr lang="en-US" sz="22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0" y="4343400"/>
            <a:ext cx="3124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Most traditional configuration management tools cannot handle a physical object without 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proxy-object</a:t>
            </a:r>
            <a:r>
              <a:rPr lang="en-US" sz="2200" dirty="0" smtClean="0">
                <a:latin typeface="+mj-lt"/>
              </a:rPr>
              <a:t> in electronic form.</a:t>
            </a:r>
            <a:endParaRPr lang="en-US" sz="2200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23622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It cannot be stored on a computer but must be stored in 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physical place</a:t>
            </a:r>
            <a:r>
              <a:rPr lang="en-US" sz="2200" dirty="0" smtClean="0">
                <a:latin typeface="+mj-lt"/>
              </a:rPr>
              <a:t>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 of a Product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90600" y="5105400"/>
            <a:ext cx="2971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Hardware – Network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76400"/>
            <a:ext cx="304800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4724400" y="4495800"/>
            <a:ext cx="4038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Procedure descriptions, service agreements or contracts, training material (computer-assisted training material, teacher's manual, slides) or user manuals.</a:t>
            </a:r>
          </a:p>
        </p:txBody>
      </p:sp>
      <p:pic>
        <p:nvPicPr>
          <p:cNvPr id="72706" name="Picture 2" descr="http://contracts.uslegal.com/files/2009/11/Contract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676400"/>
            <a:ext cx="3943350" cy="2762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Item Metadata [2]</a:t>
            </a:r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081213"/>
            <a:ext cx="47625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733800" y="5105400"/>
            <a:ext cx="198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Metadata for Unique Identification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1200" y="1828800"/>
            <a:ext cx="2057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Metadata for Authorization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0" y="1752600"/>
            <a:ext cx="2667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Metadata for Relations to Other Configuration Items</a:t>
            </a:r>
            <a:endParaRPr lang="en-US" sz="24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52599" y="4572000"/>
            <a:ext cx="1828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Metadata for Distribution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Baseline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specification</a:t>
            </a:r>
            <a:r>
              <a:rPr lang="en-US" sz="2000" dirty="0" smtClean="0"/>
              <a:t> or </a:t>
            </a:r>
            <a:r>
              <a:rPr lang="en-US" sz="2000" i="1" dirty="0" smtClean="0">
                <a:solidFill>
                  <a:srgbClr val="C00000"/>
                </a:solidFill>
              </a:rPr>
              <a:t>product</a:t>
            </a:r>
            <a:r>
              <a:rPr lang="en-US" sz="2000" dirty="0" smtClean="0"/>
              <a:t> that has been </a:t>
            </a:r>
            <a:r>
              <a:rPr lang="en-US" sz="2000" u="sng" dirty="0" smtClean="0"/>
              <a:t>formally reviewed</a:t>
            </a:r>
            <a:r>
              <a:rPr lang="en-US" sz="2000" dirty="0" smtClean="0"/>
              <a:t> and </a:t>
            </a:r>
            <a:r>
              <a:rPr lang="en-US" sz="2000" u="sng" dirty="0" smtClean="0"/>
              <a:t>agreed upon</a:t>
            </a:r>
            <a:r>
              <a:rPr lang="en-US" sz="2000" dirty="0" smtClean="0"/>
              <a:t>, that thereafter serves as the basis for further development, and that can be changed only through formal change control procedures.</a:t>
            </a:r>
          </a:p>
          <a:p>
            <a:endParaRPr lang="en-US" sz="20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667000"/>
            <a:ext cx="5889625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Deliveries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Deliveries</a:t>
            </a:r>
            <a:r>
              <a:rPr lang="en-US" sz="2200" dirty="0" smtClean="0"/>
              <a:t> are </a:t>
            </a:r>
            <a:r>
              <a:rPr lang="en-US" sz="2200" u="sng" dirty="0" smtClean="0"/>
              <a:t>hierarchies of configuration items</a:t>
            </a:r>
            <a:r>
              <a:rPr lang="en-US" sz="2200" dirty="0" smtClean="0"/>
              <a:t> and may be constructed of other deliveries in a ramified hierarchy.</a:t>
            </a:r>
          </a:p>
          <a:p>
            <a:endParaRPr 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617113"/>
            <a:ext cx="301942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617113"/>
            <a:ext cx="4762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04800" y="5436513"/>
            <a:ext cx="41937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Requirement Specification Delivery</a:t>
            </a:r>
            <a:endParaRPr lang="en-US" sz="22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4979313"/>
            <a:ext cx="325736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Hardware-Related Delivery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1" y="2438400"/>
          <a:ext cx="8534399" cy="4293562"/>
        </p:xfrm>
        <a:graphic>
          <a:graphicData uri="http://schemas.openxmlformats.org/drawingml/2006/table">
            <a:tbl>
              <a:tblPr/>
              <a:tblGrid>
                <a:gridCol w="2164649"/>
                <a:gridCol w="1415348"/>
                <a:gridCol w="1498603"/>
                <a:gridCol w="1498603"/>
                <a:gridCol w="1957196"/>
              </a:tblGrid>
              <a:tr h="887562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latin typeface="+mj-lt"/>
                        </a:rPr>
                        <a:t>Included </a:t>
                      </a:r>
                      <a:r>
                        <a:rPr lang="en-US" sz="2200" b="1" dirty="0" smtClean="0">
                          <a:latin typeface="+mj-lt"/>
                        </a:rPr>
                        <a:t>CIs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L="3325" marR="3325" marT="3325" marB="33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>
                          <a:latin typeface="+mj-lt"/>
                        </a:rPr>
                        <a:t>01/10/2011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L="3325" marR="3325" marT="3325" marB="33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>
                          <a:latin typeface="+mj-lt"/>
                        </a:rPr>
                        <a:t>03/15/2011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L="3325" marR="3325" marT="3325" marB="33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>
                          <a:latin typeface="+mj-lt"/>
                        </a:rPr>
                        <a:t>04/30/2011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L="3325" marR="3325" marT="3325" marB="33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>
                          <a:latin typeface="+mj-lt"/>
                        </a:rPr>
                        <a:t>06/30/2011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L="3325" marR="3325" marT="3325" marB="33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713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Project plan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1.0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3.0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4.1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4.1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2798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Requirement specification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1.0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1.3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1.6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1.6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525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Architectural design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1.2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1.3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1.3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713"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Detailed design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1.0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1.2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1.3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713"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User manual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1.1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1.1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713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Complete system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1.0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1.1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713"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Release note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—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1.0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713">
                <a:tc gridSpan="5">
                  <a:txBody>
                    <a:bodyPr/>
                    <a:lstStyle/>
                    <a:p>
                      <a:r>
                        <a:rPr lang="en-US" sz="2200" i="1" u="sng" dirty="0">
                          <a:effectLst/>
                          <a:latin typeface="+mj-lt"/>
                        </a:rPr>
                        <a:t>A dash indicates that the configuration item is not part of the delivery.</a:t>
                      </a:r>
                    </a:p>
                  </a:txBody>
                  <a:tcPr marL="3325" marR="3325" marT="3325" marB="33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Milestone</a:t>
            </a:r>
            <a:endParaRPr 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219200"/>
            <a:ext cx="3581400" cy="1510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" y="1447800"/>
            <a:ext cx="4800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A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milestone</a:t>
            </a:r>
            <a:r>
              <a:rPr lang="en-US" sz="2000" dirty="0" smtClean="0">
                <a:latin typeface="+mj-lt"/>
              </a:rPr>
              <a:t> is a </a:t>
            </a:r>
            <a:r>
              <a:rPr lang="en-US" sz="2000" u="sng" dirty="0" smtClean="0">
                <a:latin typeface="+mj-lt"/>
              </a:rPr>
              <a:t>specific point</a:t>
            </a:r>
            <a:r>
              <a:rPr lang="en-US" sz="2000" dirty="0" smtClean="0">
                <a:latin typeface="+mj-lt"/>
              </a:rPr>
              <a:t> with a </a:t>
            </a:r>
            <a:r>
              <a:rPr lang="en-US" sz="2000" u="sng" dirty="0" smtClean="0">
                <a:latin typeface="+mj-lt"/>
              </a:rPr>
              <a:t>specified outcome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Milestones are used to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track progress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u="sng" dirty="0" smtClean="0">
                <a:latin typeface="+mj-lt"/>
              </a:rPr>
              <a:t>toward</a:t>
            </a:r>
            <a:r>
              <a:rPr lang="en-US" sz="2000" dirty="0" smtClean="0">
                <a:latin typeface="+mj-lt"/>
              </a:rPr>
              <a:t> a </a:t>
            </a:r>
            <a:r>
              <a:rPr lang="en-US" sz="2000" u="sng" dirty="0" smtClean="0">
                <a:latin typeface="+mj-lt"/>
              </a:rPr>
              <a:t>specific goal</a:t>
            </a:r>
            <a:r>
              <a:rPr lang="en-US" sz="2000" dirty="0" smtClean="0">
                <a:latin typeface="+mj-lt"/>
              </a:rPr>
              <a:t> or </a:t>
            </a:r>
            <a:r>
              <a:rPr lang="en-US" sz="2000" u="sng" dirty="0" smtClean="0">
                <a:latin typeface="+mj-lt"/>
              </a:rPr>
              <a:t>event</a:t>
            </a:r>
            <a:r>
              <a:rPr lang="en-US" sz="2000" dirty="0" smtClean="0">
                <a:latin typeface="+mj-lt"/>
              </a:rPr>
              <a:t>.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Release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7772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software release</a:t>
            </a:r>
            <a:r>
              <a:rPr lang="en-US" sz="2200" dirty="0" smtClean="0">
                <a:latin typeface="+mj-lt"/>
              </a:rPr>
              <a:t> is the </a:t>
            </a:r>
            <a:r>
              <a:rPr lang="en-US" sz="2200" u="sng" dirty="0" smtClean="0">
                <a:latin typeface="+mj-lt"/>
              </a:rPr>
              <a:t>distribution of</a:t>
            </a:r>
            <a:r>
              <a:rPr lang="en-US" sz="2200" dirty="0" smtClean="0">
                <a:latin typeface="+mj-lt"/>
              </a:rPr>
              <a:t> an initial or upgraded version of a computer software </a:t>
            </a:r>
            <a:r>
              <a:rPr lang="en-US" sz="2200" u="sng" dirty="0" smtClean="0">
                <a:latin typeface="+mj-lt"/>
              </a:rPr>
              <a:t>product</a:t>
            </a:r>
            <a:r>
              <a:rPr lang="en-US" sz="2200" dirty="0" smtClean="0">
                <a:latin typeface="+mj-lt"/>
              </a:rPr>
              <a:t>. For example, executable program, documentation, release notes, and configuration data.</a:t>
            </a:r>
            <a:endParaRPr lang="en-US" sz="2200" dirty="0">
              <a:latin typeface="+mj-lt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533400" y="2514600"/>
          <a:ext cx="8153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val 8"/>
          <p:cNvSpPr/>
          <p:nvPr/>
        </p:nvSpPr>
        <p:spPr>
          <a:xfrm>
            <a:off x="3733800" y="31242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TP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886200" y="5105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CTP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81200" y="2667000"/>
            <a:ext cx="2438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Techinal Previews</a:t>
            </a:r>
            <a:endParaRPr lang="en-US" sz="2200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3000" y="6172200"/>
            <a:ext cx="4191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 smtClean="0">
                <a:latin typeface="+mj-lt"/>
              </a:rPr>
              <a:t>Community Technology Previews</a:t>
            </a:r>
            <a:endParaRPr lang="en-US" sz="2300" dirty="0">
              <a:latin typeface="+mj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62800" y="31242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RTM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7086600" y="5105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GA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858000" y="2209800"/>
            <a:ext cx="1981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Release To Marketing,</a:t>
            </a:r>
          </a:p>
          <a:p>
            <a:r>
              <a:rPr lang="en-US" dirty="0" smtClean="0">
                <a:latin typeface="+mj-lt"/>
              </a:rPr>
              <a:t>Manufacture</a:t>
            </a:r>
            <a:endParaRPr lang="en-US" dirty="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29400" y="6248400"/>
            <a:ext cx="2514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General Availability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at Home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Read slides</a:t>
            </a: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	 Focus on</a:t>
            </a:r>
            <a:r>
              <a:rPr lang="en-US" sz="2400" dirty="0" smtClean="0"/>
              <a:t> tools and systems.</a:t>
            </a: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	 Register accounts.</a:t>
            </a: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	 Prepare </a:t>
            </a:r>
            <a:r>
              <a:rPr lang="en-US" sz="2400" dirty="0" smtClean="0"/>
              <a:t>slides and artifacts based on your project.</a:t>
            </a: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	</a:t>
            </a:r>
            <a:r>
              <a:rPr lang="en-US" sz="2400" dirty="0" smtClean="0"/>
              <a:t> Make a presentation.</a:t>
            </a:r>
          </a:p>
        </p:txBody>
      </p:sp>
      <p:pic>
        <p:nvPicPr>
          <p:cNvPr id="15362" name="Picture 2" descr="https://assets.nst.com.my/images/articles/12nthomework_149204620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191000"/>
            <a:ext cx="2857500" cy="1901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Baselines (Main Artifacts / Products)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File Name: Vietnamese / English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Directory Structure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Communication Tools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Tracking Tools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Build Automation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??.</a:t>
            </a:r>
          </a:p>
          <a:p>
            <a:r>
              <a:rPr lang="en-US" sz="2000" dirty="0" smtClean="0"/>
              <a:t>Continuous Integration: Source code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Emails/SMS</a:t>
            </a:r>
          </a:p>
          <a:p>
            <a:r>
              <a:rPr lang="en-US" sz="2000" dirty="0" smtClean="0"/>
              <a:t>Continuous Delivery: Source code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👤 | (Yes)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URL (</a:t>
            </a:r>
            <a:r>
              <a:rPr lang="en-US" sz="2000" dirty="0" err="1" smtClean="0"/>
              <a:t>Heroku</a:t>
            </a:r>
            <a:r>
              <a:rPr lang="en-US" sz="2000" dirty="0" smtClean="0"/>
              <a:t>), Emails/SMS </a:t>
            </a:r>
            <a:r>
              <a:rPr lang="en-US" sz="2000" dirty="0" smtClean="0">
                <a:sym typeface="Wingdings" pitchFamily="2" charset="2"/>
              </a:rPr>
              <a:t> ??</a:t>
            </a:r>
            <a:endParaRPr lang="en-US" sz="2000" dirty="0" smtClean="0"/>
          </a:p>
          <a:p>
            <a:r>
              <a:rPr lang="en-US" sz="2000" dirty="0" smtClean="0"/>
              <a:t>Continuous Deployment: Source code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URL (</a:t>
            </a:r>
            <a:r>
              <a:rPr lang="en-US" sz="2000" dirty="0" err="1" smtClean="0"/>
              <a:t>Heroku</a:t>
            </a:r>
            <a:r>
              <a:rPr lang="en-US" sz="2000" dirty="0" smtClean="0"/>
              <a:t>), Emails/SMS </a:t>
            </a:r>
            <a:r>
              <a:rPr lang="en-US" sz="2000" dirty="0" smtClean="0">
                <a:sym typeface="Wingdings" pitchFamily="2" charset="2"/>
              </a:rPr>
              <a:t> ??</a:t>
            </a:r>
            <a:endParaRPr lang="en-US" sz="2000" dirty="0" smtClean="0"/>
          </a:p>
          <a:p>
            <a:r>
              <a:rPr lang="en-US" sz="2000" dirty="0" smtClean="0"/>
              <a:t>Changes: Informal Process / Informal Procedure, Status Reporting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Releases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Audit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  <a:p>
            <a:r>
              <a:rPr lang="en-US" sz="2000" dirty="0" smtClean="0"/>
              <a:t>Backup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??.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1752600"/>
            <a:ext cx="1828057" cy="118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143000"/>
          </a:xfrm>
        </p:spPr>
        <p:txBody>
          <a:bodyPr/>
          <a:lstStyle/>
          <a:p>
            <a:r>
              <a:rPr lang="en-US" sz="6000" dirty="0" smtClean="0"/>
              <a:t>Configuration Management Activities</a:t>
            </a:r>
            <a:endParaRPr lang="en-US" sz="6000" dirty="0"/>
          </a:p>
        </p:txBody>
      </p:sp>
      <p:pic>
        <p:nvPicPr>
          <p:cNvPr id="58370" name="Picture 2" descr="http://www.brightindex.co.uk/wp-content/uploads/2012/12/five-step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505200"/>
            <a:ext cx="3771900" cy="2886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Identify Configuration Items</a:t>
            </a:r>
            <a:endParaRPr lang="en-US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457200" y="1371600"/>
          <a:ext cx="8153400" cy="137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381000" y="3048000"/>
            <a:ext cx="487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Products delivered to the customer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Designated internal work products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Acquired products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Tools and other capital assets of the project’s work environment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Other items used in creating and describing these work products</a:t>
            </a:r>
          </a:p>
        </p:txBody>
      </p:sp>
      <p:graphicFrame>
        <p:nvGraphicFramePr>
          <p:cNvPr id="9" name="Diagram 8"/>
          <p:cNvGraphicFramePr/>
          <p:nvPr/>
        </p:nvGraphicFramePr>
        <p:xfrm>
          <a:off x="4876800" y="3048000"/>
          <a:ext cx="39624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Assign Unique Identifiers to CIs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" y="1143000"/>
            <a:ext cx="9067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+mj-lt"/>
              </a:rPr>
              <a:t>&lt;SYSTEM&gt;[&lt;TLA&gt;]_[&lt;SUBSYSTEM&gt;]_[&lt;TLA&gt;]_[R|A|B]&lt;X&gt;[.&lt;Y&gt;.&lt;Z&gt;][.BL&lt;#&gt;]</a:t>
            </a:r>
            <a:endParaRPr lang="en-US" sz="2200" b="1" dirty="0">
              <a:latin typeface="+mj-lt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" y="1676400"/>
          <a:ext cx="3657600" cy="3992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/>
                <a:gridCol w="2743200"/>
              </a:tblGrid>
              <a:tr h="32905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PLN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Project Plans </a:t>
                      </a:r>
                    </a:p>
                  </a:txBody>
                  <a:tcPr anchor="ctr"/>
                </a:tc>
              </a:tr>
              <a:tr h="329055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SOW</a:t>
                      </a:r>
                      <a:r>
                        <a:rPr lang="en-US" sz="2200" dirty="0">
                          <a:latin typeface="+mj-lt"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State Of Work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/>
                </a:tc>
              </a:tr>
              <a:tr h="329055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USC 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Use Cases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/>
                </a:tc>
              </a:tr>
              <a:tr h="329055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SRD</a:t>
                      </a:r>
                      <a:r>
                        <a:rPr lang="en-US" sz="2200" dirty="0">
                          <a:latin typeface="+mj-lt"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Software Requirements Document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/>
                </a:tc>
              </a:tr>
              <a:tr h="329055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SDD</a:t>
                      </a:r>
                      <a:r>
                        <a:rPr lang="en-US" sz="2200" dirty="0">
                          <a:latin typeface="+mj-lt"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Software Design Document</a:t>
                      </a:r>
                      <a:r>
                        <a:rPr lang="en-US" sz="2200" dirty="0">
                          <a:latin typeface="+mj-lt"/>
                        </a:rPr>
                        <a:t> </a:t>
                      </a:r>
                    </a:p>
                  </a:txBody>
                  <a:tcPr anchor="ctr"/>
                </a:tc>
              </a:tr>
              <a:tr h="32905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SRC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+mj-lt"/>
                        </a:rPr>
                        <a:t>Source Code Files </a:t>
                      </a:r>
                    </a:p>
                  </a:txBody>
                  <a:tcPr anchor="ctr"/>
                </a:tc>
              </a:tr>
              <a:tr h="329055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TSP</a:t>
                      </a:r>
                      <a:r>
                        <a:rPr lang="en-US" sz="2200" dirty="0">
                          <a:latin typeface="+mj-lt"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+mj-lt"/>
                        </a:rPr>
                        <a:t>Test Plan</a:t>
                      </a:r>
                      <a:r>
                        <a:rPr lang="en-US" sz="2200" dirty="0">
                          <a:latin typeface="+mj-lt"/>
                        </a:rPr>
                        <a:t> 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0" y="1676400"/>
          <a:ext cx="4343400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/>
                <a:gridCol w="3429000"/>
              </a:tblGrid>
              <a:tr h="241932">
                <a:tc>
                  <a:txBody>
                    <a:bodyPr/>
                    <a:lstStyle/>
                    <a:p>
                      <a:r>
                        <a:rPr lang="en-US" sz="2200" dirty="0"/>
                        <a:t>R|A|B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Stand for release, alpha, or beta </a:t>
                      </a:r>
                    </a:p>
                  </a:txBody>
                  <a:tcPr anchor="ctr"/>
                </a:tc>
              </a:tr>
              <a:tr h="423382">
                <a:tc>
                  <a:txBody>
                    <a:bodyPr/>
                    <a:lstStyle/>
                    <a:p>
                      <a:r>
                        <a:rPr lang="en-US" sz="2200" dirty="0"/>
                        <a:t>&lt;X&gt;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Integer, stands for a major release (e.g. 1) </a:t>
                      </a:r>
                    </a:p>
                  </a:txBody>
                  <a:tcPr anchor="ctr"/>
                </a:tc>
              </a:tr>
              <a:tr h="423382">
                <a:tc>
                  <a:txBody>
                    <a:bodyPr/>
                    <a:lstStyle/>
                    <a:p>
                      <a:r>
                        <a:rPr lang="en-US" sz="2200" dirty="0"/>
                        <a:t>&lt;Y&gt;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Integer (optional), stands for a minor release </a:t>
                      </a:r>
                    </a:p>
                  </a:txBody>
                  <a:tcPr anchor="ctr"/>
                </a:tc>
              </a:tr>
              <a:tr h="604831">
                <a:tc>
                  <a:txBody>
                    <a:bodyPr/>
                    <a:lstStyle/>
                    <a:p>
                      <a:r>
                        <a:rPr lang="en-US" sz="2200"/>
                        <a:t>&lt;Z&gt;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Integer (optional), stands for an alternative release (patches, ports, etc.) </a:t>
                      </a:r>
                    </a:p>
                  </a:txBody>
                  <a:tcPr anchor="ctr"/>
                </a:tc>
              </a:tr>
              <a:tr h="423382">
                <a:tc>
                  <a:txBody>
                    <a:bodyPr/>
                    <a:lstStyle/>
                    <a:p>
                      <a:r>
                        <a:rPr lang="en-US" sz="2200"/>
                        <a:t>BL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Stands for base level (an internal release) </a:t>
                      </a:r>
                    </a:p>
                  </a:txBody>
                  <a:tcPr anchor="ctr"/>
                </a:tc>
              </a:tr>
              <a:tr h="245292">
                <a:tc>
                  <a:txBody>
                    <a:bodyPr/>
                    <a:lstStyle/>
                    <a:p>
                      <a:r>
                        <a:rPr lang="en-US" sz="2200" dirty="0"/>
                        <a:t>#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Integer, for internal releases 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5638800"/>
            <a:ext cx="800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Windows_PLN_B1.0			</a:t>
            </a:r>
          </a:p>
          <a:p>
            <a:r>
              <a:rPr lang="en-US" sz="2400" dirty="0" smtClean="0">
                <a:latin typeface="+mj-lt"/>
              </a:rPr>
              <a:t>Windows_IE_USC_R3.5</a:t>
            </a:r>
          </a:p>
          <a:p>
            <a:r>
              <a:rPr lang="en-US" sz="2400" dirty="0" smtClean="0">
                <a:latin typeface="+mj-lt"/>
              </a:rPr>
              <a:t>Windows_R7.0			Source Code?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Specify the Important Characteristics of CIs</a:t>
            </a:r>
            <a:endParaRPr lang="en-US" sz="3800" dirty="0"/>
          </a:p>
        </p:txBody>
      </p:sp>
      <p:pic>
        <p:nvPicPr>
          <p:cNvPr id="993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147637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93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1524000"/>
            <a:ext cx="307657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914400" y="4191000"/>
            <a:ext cx="9557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author</a:t>
            </a:r>
            <a:endParaRPr lang="en-US" sz="22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38800" y="3886200"/>
            <a:ext cx="28281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programming language</a:t>
            </a:r>
            <a:endParaRPr lang="en-US" sz="2200" dirty="0">
              <a:latin typeface="+mj-lt"/>
            </a:endParaRPr>
          </a:p>
        </p:txBody>
      </p:sp>
      <p:pic>
        <p:nvPicPr>
          <p:cNvPr id="9933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1752600"/>
            <a:ext cx="2286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2895600" y="3657600"/>
            <a:ext cx="11160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file type</a:t>
            </a:r>
            <a:endParaRPr lang="en-US" sz="2200" dirty="0">
              <a:latin typeface="+mj-lt"/>
            </a:endParaRPr>
          </a:p>
        </p:txBody>
      </p:sp>
      <p:pic>
        <p:nvPicPr>
          <p:cNvPr id="9933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4648200"/>
            <a:ext cx="233362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2362200" y="6248400"/>
            <a:ext cx="200298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when to control</a:t>
            </a:r>
            <a:endParaRPr lang="en-US" sz="2200" dirty="0">
              <a:latin typeface="+mj-lt"/>
            </a:endParaRPr>
          </a:p>
        </p:txBody>
      </p:sp>
      <p:pic>
        <p:nvPicPr>
          <p:cNvPr id="99338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4267200"/>
            <a:ext cx="27717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5562600" y="6248400"/>
            <a:ext cx="224561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reponsible people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Develop System Directory Structure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76400"/>
            <a:ext cx="971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1676400"/>
            <a:ext cx="2362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438400"/>
            <a:ext cx="24003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1676400"/>
            <a:ext cx="252412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Develop Subsystem and Component Directory Structure</a:t>
            </a:r>
            <a:endParaRPr lang="en-US" sz="3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28800"/>
            <a:ext cx="23812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752600"/>
            <a:ext cx="236220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1676400"/>
            <a:ext cx="2600325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Identify Baselines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219200"/>
            <a:ext cx="4953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rgbClr val="C00000"/>
                </a:solidFill>
                <a:latin typeface="+mj-lt"/>
              </a:rPr>
              <a:t>Activities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 role and reponsibility of people creating and appoving baseline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Select Configuration Items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Approve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Document the set of configuration items that are contained in a baseline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381000" y="2590800"/>
          <a:ext cx="83820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5334000" y="1295400"/>
            <a:ext cx="3505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rgbClr val="C00000"/>
                </a:solidFill>
                <a:latin typeface="+mj-lt"/>
              </a:rPr>
              <a:t>Outputs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Baselines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Description of baselines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7. Define Item Approval Template [2]</a:t>
            </a:r>
            <a:endParaRPr lang="en-US" sz="4200" dirty="0"/>
          </a:p>
        </p:txBody>
      </p:sp>
      <p:sp>
        <p:nvSpPr>
          <p:cNvPr id="6" name="Rectangle 5"/>
          <p:cNvSpPr/>
          <p:nvPr/>
        </p:nvSpPr>
        <p:spPr>
          <a:xfrm>
            <a:off x="3733800" y="1619071"/>
            <a:ext cx="525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Item approval</a:t>
            </a:r>
            <a:r>
              <a:rPr lang="en-US" sz="2400" dirty="0" smtClean="0">
                <a:latin typeface="+mj-lt"/>
              </a:rPr>
              <a:t> is evidence that items satisfy the criteria for placing under configuration management. 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5410200"/>
            <a:ext cx="350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An item approval will typically be a form; either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paper based or electronic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91000" y="3276600"/>
            <a:ext cx="43434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Content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Configuration item concerned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Dated signatures (electronic or other) by the producer, the person responsible, and the approver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Condition(s) for approval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Related metadata</a:t>
            </a:r>
            <a:endParaRPr lang="en-US" sz="2200" dirty="0">
              <a:latin typeface="+mj-lt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333375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Define Change Request Template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" y="1330404"/>
            <a:ext cx="3733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change request</a:t>
            </a:r>
            <a:r>
              <a:rPr lang="en-US" sz="2200" dirty="0" smtClean="0">
                <a:latin typeface="+mj-lt"/>
              </a:rPr>
              <a:t> is a document containing a call for an adjustment of a system.</a:t>
            </a:r>
            <a:endParaRPr lang="en-US" sz="22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2743200"/>
            <a:ext cx="3657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wrong formulation</a:t>
            </a:r>
            <a:r>
              <a:rPr lang="en-US" dirty="0" smtClean="0">
                <a:latin typeface="+mj-lt"/>
              </a:rPr>
              <a:t>, caught during the review of a document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coding mistake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An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enhancement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 mistake found in the integration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test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An inquiry to a helpdesk about a problem in connection with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usage</a:t>
            </a:r>
            <a:r>
              <a:rPr lang="en-US" dirty="0" smtClean="0">
                <a:latin typeface="+mj-lt"/>
              </a:rPr>
              <a:t> of a system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 change required in the code because of an upgrade to a new version of the middleware supporting the system, which may not be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backward compatible</a:t>
            </a:r>
            <a:endParaRPr lang="en-US" i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295400"/>
            <a:ext cx="51530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038600" y="4419600"/>
            <a:ext cx="4800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Content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The change: identification, identification of the underlying event, configuration item concerned, and priority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Phase information for the change: phase, date and time, name of the person responsible, description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9. Define Release Request Template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4648200" y="1524000"/>
            <a:ext cx="4191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release request</a:t>
            </a:r>
            <a:r>
              <a:rPr lang="en-US" sz="2400" dirty="0" smtClean="0">
                <a:latin typeface="+mj-lt"/>
              </a:rPr>
              <a:t> is a document defining what is released from the configuration management library, and to whom. 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5257800"/>
            <a:ext cx="3810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A release request may be a form, either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paper based</a:t>
            </a:r>
            <a:r>
              <a:rPr lang="en-US" sz="2200" dirty="0" smtClean="0">
                <a:latin typeface="+mj-lt"/>
              </a:rPr>
              <a:t> or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electronic</a:t>
            </a:r>
            <a:r>
              <a:rPr lang="en-US" sz="2200" dirty="0" smtClean="0">
                <a:latin typeface="+mj-lt"/>
              </a:rPr>
              <a:t>.</a:t>
            </a:r>
            <a:endParaRPr lang="en-US" sz="22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24400" y="3352800"/>
            <a:ext cx="4191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Content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Configuration item concerned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Dated signature(s) by requester or requesters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If desired, dated signature by the person responsible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Reason for release request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Delivery medium and/or destination</a:t>
            </a:r>
            <a:endParaRPr lang="en-US" sz="2200" dirty="0">
              <a:latin typeface="+mj-lt"/>
            </a:endParaRPr>
          </a:p>
        </p:txBody>
      </p:sp>
      <p:sp>
        <p:nvSpPr>
          <p:cNvPr id="4098" name="AutoShape 2" descr="graphics/08fig06.gif"/>
          <p:cNvSpPr>
            <a:spLocks noChangeAspect="1" noChangeArrowheads="1"/>
          </p:cNvSpPr>
          <p:nvPr/>
        </p:nvSpPr>
        <p:spPr bwMode="auto">
          <a:xfrm>
            <a:off x="155575" y="-2582863"/>
            <a:ext cx="4762500" cy="5391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95400"/>
            <a:ext cx="33337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Establish Communication Tools</a:t>
            </a:r>
            <a:endParaRPr lang="en-US" dirty="0"/>
          </a:p>
        </p:txBody>
      </p:sp>
      <p:pic>
        <p:nvPicPr>
          <p:cNvPr id="109570" name="Picture 2" descr="Image result for meet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676400"/>
            <a:ext cx="6858000" cy="4569143"/>
          </a:xfrm>
          <a:prstGeom prst="rect">
            <a:avLst/>
          </a:prstGeom>
          <a:noFill/>
        </p:spPr>
      </p:pic>
      <p:pic>
        <p:nvPicPr>
          <p:cNvPr id="1028" name="Picture 4" descr="https://rdsic.edu.vn/img/images/Zoom-RC-Annually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211" y="4495800"/>
            <a:ext cx="1510589" cy="15105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0" name="Picture 6" descr="https://images.idgesg.net/images/article/2019/02/cw_microsoft_office_365_outlook-100787154-large.jpg?auto=webp&amp;quality=85,7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600" y="4495800"/>
            <a:ext cx="2222500" cy="1482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4953000"/>
            <a:ext cx="2844695" cy="72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hand-on experie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79600"/>
            <a:ext cx="2540000" cy="2540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Communication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484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Zoom. </a:t>
            </a:r>
            <a:r>
              <a:rPr lang="en-US" sz="2200" dirty="0" smtClean="0">
                <a:hlinkClick r:id="rId3"/>
              </a:rPr>
              <a:t>https://zoom.us/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Skype. </a:t>
            </a:r>
            <a:r>
              <a:rPr lang="en-US" sz="2200" dirty="0" smtClean="0">
                <a:hlinkClick r:id="rId4"/>
              </a:rPr>
              <a:t>https://www.skype.com/en/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Discord. </a:t>
            </a:r>
            <a:r>
              <a:rPr lang="en-US" sz="2200" dirty="0" smtClean="0">
                <a:hlinkClick r:id="rId5"/>
              </a:rPr>
              <a:t>https://discordapp.com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Viber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6"/>
              </a:rPr>
              <a:t>https://www.viber.com/en/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Telegram. </a:t>
            </a:r>
            <a:r>
              <a:rPr lang="en-US" sz="2200" dirty="0" smtClean="0">
                <a:hlinkClick r:id="rId7"/>
              </a:rPr>
              <a:t>https://web.telegram.org/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Gmail. </a:t>
            </a:r>
            <a:r>
              <a:rPr lang="en-US" sz="2200" dirty="0" smtClean="0">
                <a:hlinkClick r:id="rId8"/>
              </a:rPr>
              <a:t>https://www.google.com/gmail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Outlook. </a:t>
            </a:r>
            <a:r>
              <a:rPr lang="en-US" sz="2200" dirty="0" smtClean="0">
                <a:hlinkClick r:id="rId9"/>
              </a:rPr>
              <a:t>https://outlook.office365.com/mail/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Slack. </a:t>
            </a:r>
            <a:r>
              <a:rPr lang="en-US" sz="2200" dirty="0" smtClean="0">
                <a:hlinkClick r:id="rId10"/>
              </a:rPr>
              <a:t>https://slack.com/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11. Establish Requirements Management Tools</a:t>
            </a:r>
            <a:endParaRPr lang="en-US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09800"/>
            <a:ext cx="7392035" cy="3427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Requirements Management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Confluence. </a:t>
            </a:r>
            <a:r>
              <a:rPr lang="en-US" sz="2400" dirty="0" smtClean="0">
                <a:hlinkClick r:id="rId2"/>
              </a:rPr>
              <a:t>https://www.atlassian.com/software/confluence</a:t>
            </a:r>
            <a:endParaRPr lang="en-US" sz="2400" dirty="0" smtClean="0"/>
          </a:p>
          <a:p>
            <a:r>
              <a:rPr lang="en-US" sz="2400" dirty="0" smtClean="0"/>
              <a:t>Google Sheets. </a:t>
            </a:r>
            <a:r>
              <a:rPr lang="en-US" sz="2400" dirty="0" smtClean="0">
                <a:hlinkClick r:id="rId3"/>
              </a:rPr>
              <a:t>https://www.google.com/sheets/about/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6" name="Picture 2" descr="Image result for hand-on experienc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32766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Establish Task Tracking Tools</a:t>
            </a:r>
            <a:endParaRPr lang="en-US" dirty="0"/>
          </a:p>
        </p:txBody>
      </p:sp>
      <p:pic>
        <p:nvPicPr>
          <p:cNvPr id="4" name="Picture 4" descr="https://i-msdn.sec.s-msft.com/dynimg/IC68789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752600"/>
            <a:ext cx="2407920" cy="429006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1752600"/>
            <a:ext cx="5019675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3733800"/>
            <a:ext cx="536575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Task Tracking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Trello</a:t>
            </a:r>
            <a:r>
              <a:rPr lang="en-US" sz="2400" dirty="0" smtClean="0"/>
              <a:t>. </a:t>
            </a:r>
            <a:r>
              <a:rPr lang="en-US" sz="2400" dirty="0" smtClean="0">
                <a:hlinkClick r:id="rId2"/>
              </a:rPr>
              <a:t>https://trello.com/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Asana. </a:t>
            </a:r>
            <a:r>
              <a:rPr lang="en-US" sz="2400" dirty="0" smtClean="0">
                <a:hlinkClick r:id="rId3"/>
              </a:rPr>
              <a:t>https://asana.com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Atlassian</a:t>
            </a:r>
            <a:r>
              <a:rPr lang="en-US" sz="2400" dirty="0" smtClean="0"/>
              <a:t> Cloud. </a:t>
            </a:r>
            <a:r>
              <a:rPr lang="en-US" sz="2400" dirty="0" smtClean="0">
                <a:hlinkClick r:id="rId4"/>
              </a:rPr>
              <a:t>https://www.atlassian.com/software/free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ClickUp</a:t>
            </a:r>
            <a:r>
              <a:rPr lang="en-US" sz="2400" dirty="0" smtClean="0"/>
              <a:t>. </a:t>
            </a:r>
            <a:r>
              <a:rPr lang="en-US" sz="2400" dirty="0" smtClean="0">
                <a:hlinkClick r:id="rId5"/>
              </a:rPr>
              <a:t>https://app.clickup.com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 descr="Image result for hand-on experienc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37338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13. Establish Version Control Systems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4038600" y="5646003"/>
            <a:ext cx="441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The tools for accessing the configuration system</a:t>
            </a:r>
            <a:endParaRPr lang="en-US" sz="2400" dirty="0"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15906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048000" y="1676400"/>
            <a:ext cx="5562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Ensure that a configuration item will not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disappear</a:t>
            </a:r>
            <a:r>
              <a:rPr lang="en-US" sz="2200" dirty="0" smtClean="0">
                <a:latin typeface="+mj-lt"/>
              </a:rPr>
              <a:t> or be damaged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It can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be found</a:t>
            </a:r>
            <a:r>
              <a:rPr lang="en-US" sz="2200" dirty="0" smtClean="0">
                <a:latin typeface="+mj-lt"/>
              </a:rPr>
              <a:t> at any time and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delivered</a:t>
            </a:r>
            <a:r>
              <a:rPr lang="en-US" sz="2200" dirty="0" smtClean="0">
                <a:latin typeface="+mj-lt"/>
              </a:rPr>
              <a:t> in the condition in which you expect to find it.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Record is kept to indicate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who</a:t>
            </a:r>
            <a:r>
              <a:rPr lang="en-US" sz="2200" dirty="0" smtClean="0">
                <a:latin typeface="+mj-lt"/>
              </a:rPr>
              <a:t> has been given the item or a copy of it.</a:t>
            </a:r>
            <a:endParaRPr lang="en-US" sz="2200" dirty="0">
              <a:latin typeface="+mj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648200"/>
            <a:ext cx="12668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762000" y="4191000"/>
            <a:ext cx="1979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Storage media</a:t>
            </a:r>
            <a:endParaRPr lang="en-US" sz="24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19200" y="6172200"/>
            <a:ext cx="1592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Procedures</a:t>
            </a:r>
            <a:endParaRPr lang="en-US" sz="2400" dirty="0">
              <a:latin typeface="+mj-lt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5029200"/>
            <a:ext cx="26746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346" name="Picture 2" descr="https://git-scm.com/images/logo@2x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43400" y="4953000"/>
            <a:ext cx="1257300" cy="525780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43600" y="3810000"/>
            <a:ext cx="28575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71800" y="4032250"/>
            <a:ext cx="28765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Source Control System</a:t>
            </a:r>
            <a:endParaRPr lang="en-US" sz="4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524000"/>
            <a:ext cx="2895600" cy="1927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029200" y="3657600"/>
            <a:ext cx="3581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Source Code Reversion</a:t>
            </a:r>
            <a:endParaRPr lang="en-US" sz="2400" dirty="0">
              <a:latin typeface="+mj-lt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419600"/>
            <a:ext cx="1948815" cy="112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914400" y="3657600"/>
            <a:ext cx="373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Source Code Sharing</a:t>
            </a:r>
            <a:endParaRPr lang="en-US" sz="24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1400" y="1524000"/>
            <a:ext cx="3454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4343400"/>
            <a:ext cx="48958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5675293"/>
            <a:ext cx="472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Source Code Branching </a:t>
            </a:r>
          </a:p>
          <a:p>
            <a:pPr algn="ctr">
              <a:defRPr/>
            </a:pPr>
            <a:r>
              <a:rPr lang="en-US" sz="2400" dirty="0" smtClean="0">
                <a:latin typeface="+mj-lt"/>
              </a:rPr>
              <a:t>and Merging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Permissions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371600"/>
            <a:ext cx="47625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33400" y="1447800"/>
            <a:ext cx="1447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Controlled Library</a:t>
            </a:r>
            <a:endParaRPr lang="en-US" sz="22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62800" y="1676400"/>
            <a:ext cx="1295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Dynamic Library</a:t>
            </a:r>
            <a:endParaRPr lang="en-US" sz="22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39000" y="4114800"/>
            <a:ext cx="1295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Dynamic Library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Version Control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GitHub</a:t>
            </a:r>
            <a:r>
              <a:rPr lang="en-US" sz="2000" dirty="0" smtClean="0"/>
              <a:t>. </a:t>
            </a:r>
            <a:r>
              <a:rPr lang="en-US" sz="2000" dirty="0" smtClean="0">
                <a:hlinkClick r:id="rId2"/>
              </a:rPr>
              <a:t>https://github.com/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GitLab</a:t>
            </a:r>
            <a:r>
              <a:rPr lang="en-US" sz="2000" dirty="0" smtClean="0"/>
              <a:t>. </a:t>
            </a:r>
            <a:r>
              <a:rPr lang="en-US" sz="2000" dirty="0" smtClean="0">
                <a:hlinkClick r:id="rId3"/>
              </a:rPr>
              <a:t>https://about.gitlab.com/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Git</a:t>
            </a:r>
            <a:r>
              <a:rPr lang="en-US" sz="2000" dirty="0" smtClean="0"/>
              <a:t>. </a:t>
            </a:r>
            <a:r>
              <a:rPr lang="en-US" sz="2000" dirty="0" smtClean="0">
                <a:hlinkClick r:id="rId4"/>
              </a:rPr>
              <a:t>https://git-scm.com/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Apache Subversion. </a:t>
            </a:r>
            <a:r>
              <a:rPr lang="en-US" sz="2000" dirty="0" smtClean="0">
                <a:hlinkClick r:id="rId5"/>
              </a:rPr>
              <a:t>https://subversion.apache.org/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VisualSVN</a:t>
            </a:r>
            <a:r>
              <a:rPr lang="en-US" sz="2000" dirty="0" smtClean="0"/>
              <a:t> Server. </a:t>
            </a:r>
            <a:r>
              <a:rPr lang="en-US" sz="2000" dirty="0" smtClean="0">
                <a:hlinkClick r:id="rId6"/>
              </a:rPr>
              <a:t>https://www.visualsvn.com/server/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TortoiseSVN</a:t>
            </a:r>
            <a:r>
              <a:rPr lang="en-US" sz="2000" dirty="0" smtClean="0"/>
              <a:t>. </a:t>
            </a:r>
            <a:r>
              <a:rPr lang="en-US" sz="2000" dirty="0" smtClean="0">
                <a:hlinkClick r:id="rId7"/>
              </a:rPr>
              <a:t>https://tortoisesvn.net/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Google Docs. </a:t>
            </a:r>
            <a:r>
              <a:rPr lang="en-US" sz="2000" dirty="0" smtClean="0">
                <a:hlinkClick r:id="rId8"/>
              </a:rPr>
              <a:t>https://docs.google.com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Confluence. </a:t>
            </a:r>
            <a:r>
              <a:rPr lang="en-US" sz="2000" dirty="0" smtClean="0">
                <a:hlinkClick r:id="rId9"/>
              </a:rPr>
              <a:t>https://www.atlassian.com/software/confluence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1026" name="Picture 2" descr="Image result for hand-on experience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638800" y="19050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CI/CD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sz="1800" dirty="0" smtClean="0">
                <a:hlinkClick r:id="rId2"/>
              </a:rPr>
              <a:t>https://www.atlassian.com/continuous-delivery/ci-vs-ci-vs-cd</a:t>
            </a:r>
            <a:endParaRPr lang="en-US" sz="1800" dirty="0" smtClean="0"/>
          </a:p>
          <a:p>
            <a:r>
              <a:rPr lang="en-US" sz="1800" i="1" dirty="0" smtClean="0">
                <a:solidFill>
                  <a:srgbClr val="C00000"/>
                </a:solidFill>
              </a:rPr>
              <a:t>Continuous integration</a:t>
            </a:r>
            <a:r>
              <a:rPr lang="en-US" sz="1800" dirty="0" smtClean="0"/>
              <a:t>: The developer's changes are validated by </a:t>
            </a:r>
            <a:r>
              <a:rPr lang="en-US" sz="1800" u="sng" dirty="0" smtClean="0"/>
              <a:t>creating a build</a:t>
            </a:r>
            <a:r>
              <a:rPr lang="en-US" sz="1800" dirty="0" smtClean="0"/>
              <a:t> and </a:t>
            </a:r>
            <a:r>
              <a:rPr lang="en-US" sz="1800" u="sng" dirty="0" smtClean="0"/>
              <a:t>running automated tests</a:t>
            </a:r>
            <a:r>
              <a:rPr lang="en-US" sz="1800" dirty="0" smtClean="0"/>
              <a:t> against the build.</a:t>
            </a:r>
          </a:p>
          <a:p>
            <a:r>
              <a:rPr lang="en-US" sz="1800" i="1" dirty="0" smtClean="0">
                <a:solidFill>
                  <a:srgbClr val="C00000"/>
                </a:solidFill>
              </a:rPr>
              <a:t>Continuous delivery</a:t>
            </a:r>
            <a:r>
              <a:rPr lang="en-US" sz="1800" dirty="0" smtClean="0"/>
              <a:t> is an extension of continuous integration: on top of having automated your testing, you also have </a:t>
            </a:r>
            <a:r>
              <a:rPr lang="en-US" sz="1800" u="sng" dirty="0" smtClean="0"/>
              <a:t>automated your release process</a:t>
            </a:r>
            <a:r>
              <a:rPr lang="en-US" sz="1800" dirty="0" smtClean="0"/>
              <a:t> and you can deploy your application at any point of time by </a:t>
            </a:r>
            <a:r>
              <a:rPr lang="en-US" sz="1800" u="sng" dirty="0" smtClean="0"/>
              <a:t>clicking on a button</a:t>
            </a:r>
            <a:r>
              <a:rPr lang="en-US" sz="1800" dirty="0" smtClean="0"/>
              <a:t>.</a:t>
            </a:r>
          </a:p>
          <a:p>
            <a:r>
              <a:rPr lang="en-US" sz="1800" i="1" dirty="0" smtClean="0">
                <a:solidFill>
                  <a:srgbClr val="C00000"/>
                </a:solidFill>
              </a:rPr>
              <a:t>Continuous deployment</a:t>
            </a:r>
            <a:r>
              <a:rPr lang="en-US" sz="1800" dirty="0" smtClean="0"/>
              <a:t>: Every change that passes all stages of your production pipeline is released </a:t>
            </a:r>
            <a:r>
              <a:rPr lang="en-US" sz="1800" u="sng" dirty="0" smtClean="0"/>
              <a:t>to your customers</a:t>
            </a:r>
            <a:r>
              <a:rPr lang="en-US" sz="1800" dirty="0" smtClean="0"/>
              <a:t>. There's </a:t>
            </a:r>
            <a:r>
              <a:rPr lang="en-US" sz="1800" u="sng" dirty="0" smtClean="0"/>
              <a:t>no human intervention</a:t>
            </a:r>
            <a:r>
              <a:rPr lang="en-US" sz="1800" dirty="0" smtClean="0"/>
              <a:t>, and only a failed test will prevent a new change to be deployed to production.</a:t>
            </a:r>
          </a:p>
          <a:p>
            <a:endParaRPr lang="en-US" sz="1800" dirty="0"/>
          </a:p>
        </p:txBody>
      </p:sp>
      <p:pic>
        <p:nvPicPr>
          <p:cNvPr id="4" name="Picture 2" descr="What are the differences between continuous integration, continuous delivery, and continuous deployment? | Atlassian CI/C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657600"/>
            <a:ext cx="60960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00200"/>
            <a:ext cx="685800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14. Implement Continuous Integration</a:t>
            </a:r>
            <a:endParaRPr lang="en-US" sz="4000" dirty="0"/>
          </a:p>
        </p:txBody>
      </p:sp>
      <p:pic>
        <p:nvPicPr>
          <p:cNvPr id="5" name="Picture 5" descr="https://jenkins.io/images/226px-Jenkins_logo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371600"/>
            <a:ext cx="861060" cy="1188720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4191000"/>
            <a:ext cx="2381711" cy="623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86200" y="3657600"/>
            <a:ext cx="8572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62400" y="2819400"/>
            <a:ext cx="731520" cy="632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15. Implement Continuous Deployment</a:t>
            </a:r>
            <a:endParaRPr lang="en-US" sz="3800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5800" y="3581400"/>
            <a:ext cx="2381711" cy="623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4000" y="1676400"/>
            <a:ext cx="8572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https://res.cloudinary.com/practicaldev/image/fetch/s--7f5GjxUW--/c_limit%2Cf_auto%2Cfl_progressive%2Cq_auto%2Cw_880/https://thepracticaldev.s3.amazonaws.com/i/c29t9uc8roz8g9rddbqs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3400" y="4953000"/>
            <a:ext cx="2794000" cy="1181100"/>
          </a:xfrm>
          <a:prstGeom prst="rect">
            <a:avLst/>
          </a:prstGeom>
          <a:noFill/>
        </p:spPr>
      </p:pic>
      <p:sp>
        <p:nvSpPr>
          <p:cNvPr id="11" name="Down Arrow 10"/>
          <p:cNvSpPr/>
          <p:nvPr/>
        </p:nvSpPr>
        <p:spPr>
          <a:xfrm>
            <a:off x="4114800" y="2819400"/>
            <a:ext cx="914400" cy="6096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114800" y="4419600"/>
            <a:ext cx="914400" cy="6096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CI/CD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GitHub</a:t>
            </a:r>
            <a:r>
              <a:rPr lang="en-US" sz="2200" dirty="0" smtClean="0"/>
              <a:t> Actions. </a:t>
            </a:r>
            <a:r>
              <a:rPr lang="en-US" sz="2200" dirty="0" smtClean="0">
                <a:hlinkClick r:id="rId2"/>
              </a:rPr>
              <a:t>https://github.com/features/actions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GitLab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3"/>
              </a:rPr>
              <a:t>https://docs.gitlab.com/ee/ci/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CircleCI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4"/>
              </a:rPr>
              <a:t>https://circleci.com/docs/getting-started/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Jenkins. </a:t>
            </a:r>
            <a:r>
              <a:rPr lang="en-US" sz="2200" dirty="0" smtClean="0">
                <a:hlinkClick r:id="rId5"/>
              </a:rPr>
              <a:t>https://www.jenkins.io/doc/tutorials/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Xcode</a:t>
            </a:r>
            <a:r>
              <a:rPr lang="en-US" sz="2200" dirty="0" smtClean="0"/>
              <a:t> Cloud. </a:t>
            </a:r>
            <a:r>
              <a:rPr lang="en-US" sz="2200" dirty="0" smtClean="0">
                <a:hlinkClick r:id="rId6"/>
              </a:rPr>
              <a:t>https://developer.apple.com/xcode-cloud/</a:t>
            </a:r>
            <a:endParaRPr lang="en-US" sz="2200" dirty="0" smtClean="0"/>
          </a:p>
        </p:txBody>
      </p:sp>
      <p:pic>
        <p:nvPicPr>
          <p:cNvPr id="1026" name="Picture 2" descr="Image result for hand-on experienc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38800" y="1905000"/>
            <a:ext cx="3048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16. Implement </a:t>
            </a:r>
            <a:r>
              <a:rPr lang="en-US" dirty="0" err="1" smtClean="0"/>
              <a:t>DevOps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Infrastructure as code (use scripts to </a:t>
            </a:r>
            <a:r>
              <a:rPr lang="en-US" sz="2400" i="1" dirty="0" smtClean="0">
                <a:solidFill>
                  <a:srgbClr val="C00000"/>
                </a:solidFill>
              </a:rPr>
              <a:t>automate</a:t>
            </a:r>
            <a:r>
              <a:rPr lang="en-US" sz="2400" dirty="0" smtClean="0"/>
              <a:t> tasks whenever possible).</a:t>
            </a:r>
          </a:p>
          <a:p>
            <a:r>
              <a:rPr lang="en-US" sz="2400" dirty="0" smtClean="0"/>
              <a:t>Create </a:t>
            </a:r>
            <a:r>
              <a:rPr lang="en-US" sz="2400" i="1" dirty="0" smtClean="0">
                <a:solidFill>
                  <a:srgbClr val="C00000"/>
                </a:solidFill>
              </a:rPr>
              <a:t>configuration setting</a:t>
            </a:r>
            <a:r>
              <a:rPr lang="en-US" sz="2400" dirty="0" smtClean="0"/>
              <a:t> for enabling/disabling a new feature whenever possible.</a:t>
            </a:r>
          </a:p>
          <a:p>
            <a:r>
              <a:rPr lang="en-US" sz="2400" dirty="0" smtClean="0"/>
              <a:t>Use IF ELSE for enabling or disabling code of the new feature.</a:t>
            </a:r>
          </a:p>
          <a:p>
            <a:pPr lvl="1"/>
            <a:r>
              <a:rPr lang="en-US" sz="2000" dirty="0" smtClean="0"/>
              <a:t> Features separation/coupling.</a:t>
            </a:r>
          </a:p>
          <a:p>
            <a:r>
              <a:rPr lang="en-US" sz="2400" dirty="0" smtClean="0"/>
              <a:t>Continuous monitoring.</a:t>
            </a:r>
          </a:p>
        </p:txBody>
      </p:sp>
      <p:pic>
        <p:nvPicPr>
          <p:cNvPr id="4" name="Picture 2" descr="https://cdn-images-1.medium.com/max/1200/1*CSZxfOMlVsKsrMkqTxFiMQ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600575"/>
            <a:ext cx="3175000" cy="1800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</a:t>
            </a:r>
            <a:r>
              <a:rPr lang="en-US" dirty="0" err="1" smtClean="0"/>
              <a:t>DevOps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Docker</a:t>
            </a:r>
            <a:r>
              <a:rPr lang="en-US" sz="2400" dirty="0" smtClean="0"/>
              <a:t> </a:t>
            </a:r>
            <a:r>
              <a:rPr lang="en-US" sz="2400" dirty="0" smtClean="0">
                <a:hlinkClick r:id="rId2"/>
              </a:rPr>
              <a:t>https://www.docker.com/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Kubernetes</a:t>
            </a:r>
            <a:r>
              <a:rPr lang="en-US" sz="2400" dirty="0" smtClean="0"/>
              <a:t> </a:t>
            </a:r>
            <a:r>
              <a:rPr lang="en-US" sz="2400" dirty="0" smtClean="0">
                <a:hlinkClick r:id="rId3"/>
              </a:rPr>
              <a:t>https://kubernetes.io/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Chef </a:t>
            </a:r>
            <a:r>
              <a:rPr lang="en-US" sz="2400" dirty="0" smtClean="0">
                <a:hlinkClick r:id="rId4"/>
              </a:rPr>
              <a:t>https://www.chef.io/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Ansible</a:t>
            </a:r>
            <a:r>
              <a:rPr lang="en-US" sz="2400" dirty="0" smtClean="0"/>
              <a:t> </a:t>
            </a:r>
            <a:r>
              <a:rPr lang="en-US" sz="2400" dirty="0" smtClean="0">
                <a:hlinkClick r:id="rId5"/>
              </a:rPr>
              <a:t>https://www.ansible.com/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Nagios</a:t>
            </a:r>
            <a:r>
              <a:rPr lang="en-US" sz="2400" dirty="0" smtClean="0"/>
              <a:t> </a:t>
            </a:r>
            <a:r>
              <a:rPr lang="en-US" sz="2400" dirty="0" smtClean="0">
                <a:hlinkClick r:id="rId6"/>
              </a:rPr>
              <a:t>https://www.nagios.org/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1026" name="Picture 2" descr="Image result for hand-on experienc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38800" y="1905000"/>
            <a:ext cx="3048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17. Establish Bug Tracking Tools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" y="2392680"/>
            <a:ext cx="7594600" cy="2941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Bug Tracking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Jira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2"/>
              </a:rPr>
              <a:t>https://www.atlassian.com/software/jira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Bugzilla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3"/>
              </a:rPr>
              <a:t>https://bugzilla.readthedocs.io/en/latest/installing/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MantisBT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4"/>
              </a:rPr>
              <a:t>https://mantisbt.org/download.php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2" descr="Image result for hand-on experienc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4200" y="34290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18. Establish Time Tracking Tools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3435" y="1905000"/>
            <a:ext cx="4825365" cy="254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581400"/>
            <a:ext cx="3760470" cy="2153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Time Tracking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Clockify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2"/>
              </a:rPr>
              <a:t>https://clockify.me/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Toggl</a:t>
            </a:r>
            <a:r>
              <a:rPr lang="en-US" sz="2200" dirty="0" smtClean="0"/>
              <a:t>. </a:t>
            </a:r>
            <a:r>
              <a:rPr lang="en-US" sz="2200" dirty="0" smtClean="0">
                <a:hlinkClick r:id="rId3"/>
              </a:rPr>
              <a:t>https://toggl.com/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2" descr="Image result for hand-on experienc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32766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19. Operate Configuration Management System</a:t>
            </a:r>
            <a:endParaRPr lang="en-US" sz="3800" dirty="0"/>
          </a:p>
        </p:txBody>
      </p:sp>
      <p:sp>
        <p:nvSpPr>
          <p:cNvPr id="4" name="Rectangle 3"/>
          <p:cNvSpPr/>
          <p:nvPr/>
        </p:nvSpPr>
        <p:spPr>
          <a:xfrm>
            <a:off x="457200" y="1721108"/>
            <a:ext cx="67818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Activities: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Establish a mechanism to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manage multiple control levels</a:t>
            </a:r>
            <a:r>
              <a:rPr lang="en-US" dirty="0" smtClean="0">
                <a:latin typeface="+mj-lt"/>
              </a:rPr>
              <a:t> of configuration management.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i="1" dirty="0" smtClean="0">
                <a:solidFill>
                  <a:srgbClr val="C00000"/>
                </a:solidFill>
                <a:latin typeface="+mj-lt"/>
              </a:rPr>
              <a:t>Store and retrieve </a:t>
            </a:r>
            <a:r>
              <a:rPr lang="en-US" dirty="0" smtClean="0">
                <a:latin typeface="+mj-lt"/>
              </a:rPr>
              <a:t>configuration items in a configuration management system.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i="1" dirty="0" smtClean="0">
                <a:solidFill>
                  <a:srgbClr val="C00000"/>
                </a:solidFill>
                <a:latin typeface="+mj-lt"/>
              </a:rPr>
              <a:t>Share and transfer </a:t>
            </a:r>
            <a:r>
              <a:rPr lang="en-US" dirty="0" smtClean="0">
                <a:latin typeface="+mj-lt"/>
              </a:rPr>
              <a:t>configuration items between control levels within the configuration management system.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i="1" dirty="0" smtClean="0">
                <a:solidFill>
                  <a:srgbClr val="C00000"/>
                </a:solidFill>
                <a:latin typeface="+mj-lt"/>
              </a:rPr>
              <a:t>Store, update, and retrieve</a:t>
            </a:r>
            <a:r>
              <a:rPr lang="en-US" dirty="0" smtClean="0">
                <a:latin typeface="+mj-lt"/>
              </a:rPr>
              <a:t> configuration management records.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Outputs: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Records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Revision history of configuration items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Change log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Copy of the change requests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Status of configuration items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Differences between baselines</a:t>
            </a:r>
          </a:p>
        </p:txBody>
      </p:sp>
      <p:pic>
        <p:nvPicPr>
          <p:cNvPr id="49154" name="Picture 2" descr="http://www.camcorderrepair.co.uk/images/operat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3276600"/>
            <a:ext cx="243840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Helpful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Screen Capture: </a:t>
            </a:r>
            <a:r>
              <a:rPr lang="en-US" sz="2400" dirty="0" smtClean="0">
                <a:hlinkClick r:id="rId2"/>
              </a:rPr>
              <a:t>https://www.screenpresso.com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274638"/>
            <a:ext cx="4038600" cy="1143000"/>
          </a:xfrm>
        </p:spPr>
        <p:txBody>
          <a:bodyPr/>
          <a:lstStyle/>
          <a:p>
            <a:pPr algn="l"/>
            <a:r>
              <a:rPr lang="en-US" sz="3600" dirty="0" smtClean="0"/>
              <a:t>20. Establish Change Control Process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4267200" cy="635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191000" y="4461808"/>
            <a:ext cx="4648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Defining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change process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Establishing change control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policies and procedures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Maintaining baselines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Processing changes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Developing change report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542633"/>
            <a:ext cx="4800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The goal of configuration change control</a:t>
            </a:r>
            <a:r>
              <a:rPr lang="en-US" sz="2200" dirty="0" smtClean="0">
                <a:latin typeface="+mj-lt"/>
              </a:rPr>
              <a:t> is to establish mechanisms that will help ensure the production of quality software as well as ensure that each version of the software contains all necessary elements, and that all elements in a version will work correctly together. 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21. Perform Status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1254204"/>
            <a:ext cx="8001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Status reporting</a:t>
            </a:r>
            <a:r>
              <a:rPr lang="en-US" sz="2200" dirty="0" smtClean="0">
                <a:latin typeface="+mj-lt"/>
              </a:rPr>
              <a:t> makes available, in a useful and readable way, the information necessary to effectively manage a product's development and maintenance. </a:t>
            </a:r>
            <a:endParaRPr lang="en-US" sz="2200" dirty="0">
              <a:latin typeface="+mj-lt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514600"/>
            <a:ext cx="28765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914400" y="5182850"/>
            <a:ext cx="497969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Activities: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List baselines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Hightlight current CIs and changed CIs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List changes</a:t>
            </a:r>
            <a:endParaRPr lang="en-US" sz="22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62400" y="2438400"/>
            <a:ext cx="4953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Why status reporting?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Get information on </a:t>
            </a:r>
            <a:r>
              <a:rPr lang="en-US" sz="2200" u="sng" dirty="0" smtClean="0">
                <a:latin typeface="+mj-lt"/>
              </a:rPr>
              <a:t>change decisions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Assist future planning efforts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Review the complete configuration of a product or any of its component parts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Review maintenance information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Review documentation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u="sng" dirty="0" smtClean="0">
                <a:latin typeface="+mj-lt"/>
              </a:rPr>
              <a:t>Review source code</a:t>
            </a:r>
            <a:endParaRPr lang="en-US" sz="2200" u="sng" dirty="0">
              <a:latin typeface="+mj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Audits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1759803"/>
            <a:ext cx="8153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Configuration audits</a:t>
            </a:r>
            <a:r>
              <a:rPr lang="en-US" sz="2800" dirty="0" smtClean="0">
                <a:latin typeface="+mj-lt"/>
              </a:rPr>
              <a:t> confirm that the resulting </a:t>
            </a:r>
            <a:r>
              <a:rPr lang="en-US" sz="2800" u="sng" dirty="0" smtClean="0">
                <a:latin typeface="+mj-lt"/>
              </a:rPr>
              <a:t>baselines</a:t>
            </a:r>
            <a:r>
              <a:rPr lang="en-US" sz="2800" dirty="0" smtClean="0">
                <a:latin typeface="+mj-lt"/>
              </a:rPr>
              <a:t> and documentation conform to a </a:t>
            </a:r>
            <a:r>
              <a:rPr lang="en-US" sz="2800" u="sng" dirty="0" smtClean="0">
                <a:latin typeface="+mj-lt"/>
              </a:rPr>
              <a:t>specified standard</a:t>
            </a:r>
            <a:r>
              <a:rPr lang="en-US" sz="2800" dirty="0" smtClean="0">
                <a:latin typeface="+mj-lt"/>
              </a:rPr>
              <a:t> or </a:t>
            </a:r>
            <a:r>
              <a:rPr lang="en-US" sz="2800" u="sng" dirty="0" smtClean="0">
                <a:latin typeface="+mj-lt"/>
              </a:rPr>
              <a:t>requirement</a:t>
            </a:r>
            <a:r>
              <a:rPr lang="en-US" sz="2800" dirty="0" smtClean="0">
                <a:latin typeface="+mj-lt"/>
              </a:rPr>
              <a:t>.</a:t>
            </a:r>
            <a:endParaRPr lang="en-US" sz="2800" dirty="0">
              <a:latin typeface="+mj-lt"/>
            </a:endParaRPr>
          </a:p>
        </p:txBody>
      </p:sp>
      <p:pic>
        <p:nvPicPr>
          <p:cNvPr id="47106" name="Picture 2" descr="https://encrypted-tbn0.gstatic.com/images?q=tbn:ANd9GcR7pJa8F1k-0GbrlYUw-KHmdEFE0uuuH4OiM_HI6yuf4Ok82_ru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3733800"/>
            <a:ext cx="2828925" cy="1609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Configuration Audits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Functional Configuration Audits (FCA) </a:t>
            </a:r>
            <a:r>
              <a:rPr lang="en-US" sz="2400" dirty="0" smtClean="0"/>
              <a:t>– Audits conducted to verify that the actual performance of the CI meets the requirements stated in its </a:t>
            </a:r>
            <a:r>
              <a:rPr lang="en-US" sz="2400" u="sng" dirty="0" smtClean="0"/>
              <a:t>performance specification</a:t>
            </a:r>
            <a:r>
              <a:rPr lang="en-US" sz="2400" dirty="0" smtClean="0"/>
              <a:t> and to certify that the CI has met those requirements.</a:t>
            </a:r>
            <a:endParaRPr lang="vi-VN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Why FCA?</a:t>
            </a:r>
          </a:p>
          <a:p>
            <a:pPr lvl="5"/>
            <a:r>
              <a:rPr lang="en-US" dirty="0" smtClean="0"/>
              <a:t>A multi million dollar system is shipped to a customer with three important features </a:t>
            </a:r>
            <a:r>
              <a:rPr lang="en-US" i="1" dirty="0" smtClean="0">
                <a:solidFill>
                  <a:srgbClr val="C00000"/>
                </a:solidFill>
              </a:rPr>
              <a:t>missing</a:t>
            </a:r>
            <a:r>
              <a:rPr lang="en-US" dirty="0" smtClean="0"/>
              <a:t>.</a:t>
            </a:r>
          </a:p>
          <a:p>
            <a:pPr lvl="5"/>
            <a:r>
              <a:rPr lang="en-US" dirty="0" smtClean="0"/>
              <a:t>The customer's business is </a:t>
            </a:r>
            <a:r>
              <a:rPr lang="en-US" i="1" dirty="0" smtClean="0">
                <a:solidFill>
                  <a:srgbClr val="C00000"/>
                </a:solidFill>
              </a:rPr>
              <a:t>disrupted</a:t>
            </a:r>
            <a:r>
              <a:rPr lang="en-US" dirty="0" smtClean="0"/>
              <a:t>.</a:t>
            </a:r>
          </a:p>
          <a:p>
            <a:pPr lvl="5"/>
            <a:r>
              <a:rPr lang="en-US" dirty="0" smtClean="0"/>
              <a:t>The missing features were </a:t>
            </a:r>
            <a:r>
              <a:rPr lang="en-US" i="1" dirty="0" smtClean="0">
                <a:solidFill>
                  <a:srgbClr val="C00000"/>
                </a:solidFill>
              </a:rPr>
              <a:t>clearly specified</a:t>
            </a:r>
            <a:r>
              <a:rPr lang="en-US" dirty="0" smtClean="0"/>
              <a:t> in the Contract Software Requirements Specification.</a:t>
            </a:r>
          </a:p>
          <a:p>
            <a:pPr lvl="5"/>
            <a:r>
              <a:rPr lang="en-US" dirty="0" smtClean="0"/>
              <a:t>The customer </a:t>
            </a:r>
            <a:r>
              <a:rPr lang="en-US" i="1" dirty="0" smtClean="0">
                <a:solidFill>
                  <a:srgbClr val="C00000"/>
                </a:solidFill>
              </a:rPr>
              <a:t>successfully sues</a:t>
            </a:r>
            <a:r>
              <a:rPr lang="en-US" dirty="0" smtClean="0"/>
              <a:t> the developer for damages.</a:t>
            </a:r>
          </a:p>
          <a:p>
            <a:endParaRPr lang="en-US" sz="2400" dirty="0"/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114800"/>
            <a:ext cx="22860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657600"/>
            <a:ext cx="171450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Configuration Audit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199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Physical Configuration Audit (PCA)</a:t>
            </a:r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– Audits conducted to verify that the related </a:t>
            </a:r>
            <a:r>
              <a:rPr lang="en-US" sz="2400" u="sng" dirty="0" smtClean="0"/>
              <a:t>design documentation</a:t>
            </a:r>
            <a:r>
              <a:rPr lang="en-US" sz="2400" dirty="0" smtClean="0"/>
              <a:t> matches the design of the deliverable CI.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Why PCA?</a:t>
            </a:r>
          </a:p>
          <a:p>
            <a:pPr lvl="3"/>
            <a:r>
              <a:rPr lang="en-US" dirty="0" smtClean="0"/>
              <a:t>A steel company installs a </a:t>
            </a:r>
            <a:r>
              <a:rPr lang="en-US" i="1" dirty="0" smtClean="0">
                <a:solidFill>
                  <a:srgbClr val="C00000"/>
                </a:solidFill>
              </a:rPr>
              <a:t>complex control system</a:t>
            </a:r>
            <a:r>
              <a:rPr lang="en-US" dirty="0" smtClean="0"/>
              <a:t> in their rolling mill.</a:t>
            </a:r>
          </a:p>
          <a:p>
            <a:pPr lvl="3"/>
            <a:r>
              <a:rPr lang="en-US" i="1" dirty="0" smtClean="0">
                <a:solidFill>
                  <a:srgbClr val="C00000"/>
                </a:solidFill>
              </a:rPr>
              <a:t>Seven years later</a:t>
            </a:r>
            <a:r>
              <a:rPr lang="en-US" dirty="0" smtClean="0"/>
              <a:t> the computer hardware platform ceases to be supported by its supplier.</a:t>
            </a:r>
          </a:p>
          <a:p>
            <a:pPr lvl="3"/>
            <a:r>
              <a:rPr lang="en-US" dirty="0" smtClean="0"/>
              <a:t>The company initiates a project to </a:t>
            </a:r>
            <a:r>
              <a:rPr lang="en-US" i="1" dirty="0" err="1" smtClean="0">
                <a:solidFill>
                  <a:srgbClr val="C00000"/>
                </a:solidFill>
              </a:rPr>
              <a:t>refactor</a:t>
            </a:r>
            <a:r>
              <a:rPr lang="en-US" i="1" dirty="0" smtClean="0">
                <a:solidFill>
                  <a:srgbClr val="C00000"/>
                </a:solidFill>
              </a:rPr>
              <a:t> the software</a:t>
            </a:r>
            <a:r>
              <a:rPr lang="en-US" dirty="0" smtClean="0"/>
              <a:t> for a new hardware platform.</a:t>
            </a:r>
          </a:p>
          <a:p>
            <a:pPr lvl="3"/>
            <a:r>
              <a:rPr lang="en-US" dirty="0" smtClean="0"/>
              <a:t>The source code on file does </a:t>
            </a:r>
            <a:r>
              <a:rPr lang="en-US" i="1" dirty="0" smtClean="0">
                <a:solidFill>
                  <a:srgbClr val="C00000"/>
                </a:solidFill>
              </a:rPr>
              <a:t>not match</a:t>
            </a:r>
            <a:r>
              <a:rPr lang="en-US" dirty="0" smtClean="0"/>
              <a:t> the executables running on the operational system. Further, the requirements specifications and design descriptions have </a:t>
            </a:r>
            <a:r>
              <a:rPr lang="en-US" i="1" dirty="0" smtClean="0">
                <a:solidFill>
                  <a:srgbClr val="C00000"/>
                </a:solidFill>
              </a:rPr>
              <a:t>been lost</a:t>
            </a:r>
            <a:r>
              <a:rPr lang="en-US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22. Perform Configuration Audits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1295400"/>
            <a:ext cx="51816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Assess the integrity of the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baselines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Confirm that the configuration management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records</a:t>
            </a:r>
            <a:r>
              <a:rPr lang="en-US" sz="2000" dirty="0" smtClean="0">
                <a:latin typeface="+mj-lt"/>
              </a:rPr>
              <a:t> correctly identify the configuration items.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Review the structure and integrity of the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items</a:t>
            </a:r>
            <a:r>
              <a:rPr lang="en-US" sz="2000" dirty="0" smtClean="0">
                <a:latin typeface="+mj-lt"/>
              </a:rPr>
              <a:t> in the configuration management system.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Confirm the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completeness and correctness</a:t>
            </a:r>
            <a:r>
              <a:rPr lang="en-US" sz="2000" dirty="0" smtClean="0">
                <a:latin typeface="+mj-lt"/>
              </a:rPr>
              <a:t> of the items in the configuration management system. Completeness and correctness of the content is based on the requirements as stated in the plan and the disposition of approved change requests.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Confirm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compliance</a:t>
            </a: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with applicable configuration management standards and procedures.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Track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action items</a:t>
            </a:r>
            <a:r>
              <a:rPr lang="en-US" sz="2000" dirty="0" smtClean="0">
                <a:latin typeface="+mj-lt"/>
              </a:rPr>
              <a:t> from the audit to closure.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524000"/>
            <a:ext cx="320040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562600" y="4724400"/>
            <a:ext cx="3276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Outputs: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Configuration audit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Action items 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23. Manage Releases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1731228"/>
            <a:ext cx="8305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Software release management</a:t>
            </a:r>
            <a:r>
              <a:rPr lang="en-US" sz="2600" dirty="0" smtClean="0">
                <a:latin typeface="+mj-lt"/>
              </a:rPr>
              <a:t> contains </a:t>
            </a:r>
            <a:r>
              <a:rPr lang="en-US" sz="2600" u="sng" dirty="0" smtClean="0">
                <a:latin typeface="+mj-lt"/>
              </a:rPr>
              <a:t>identification</a:t>
            </a:r>
            <a:r>
              <a:rPr lang="en-US" sz="2600" dirty="0" smtClean="0">
                <a:latin typeface="+mj-lt"/>
              </a:rPr>
              <a:t>, </a:t>
            </a:r>
            <a:r>
              <a:rPr lang="en-US" sz="2600" u="sng" dirty="0" smtClean="0">
                <a:latin typeface="+mj-lt"/>
              </a:rPr>
              <a:t>packaging</a:t>
            </a:r>
            <a:r>
              <a:rPr lang="en-US" sz="2600" dirty="0" smtClean="0">
                <a:latin typeface="+mj-lt"/>
              </a:rPr>
              <a:t>, and </a:t>
            </a:r>
            <a:r>
              <a:rPr lang="en-US" sz="2600" u="sng" dirty="0" smtClean="0">
                <a:latin typeface="+mj-lt"/>
              </a:rPr>
              <a:t>delivery</a:t>
            </a:r>
            <a:r>
              <a:rPr lang="en-US" sz="2600" dirty="0" smtClean="0">
                <a:latin typeface="+mj-lt"/>
              </a:rPr>
              <a:t> of the elements of a product.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019425"/>
            <a:ext cx="36576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343400" y="3073301"/>
            <a:ext cx="434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Identify baselines.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Create Configuration Status Accounting Reports (CSAR).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Perform PCA, FCA.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Package files and documents.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Receive client’s confirmation.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24. Set Up Backup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600" i="1" dirty="0" smtClean="0">
                <a:solidFill>
                  <a:srgbClr val="C00000"/>
                </a:solidFill>
              </a:rPr>
              <a:t>Benefits: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Recovery data when there are problems</a:t>
            </a:r>
            <a:r>
              <a:rPr lang="vi-VN" sz="2400" dirty="0" smtClean="0"/>
              <a:t>.</a:t>
            </a:r>
            <a:endParaRPr lang="en-US" sz="2400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Support version control</a:t>
            </a:r>
            <a:r>
              <a:rPr lang="vi-VN" sz="2400" dirty="0" smtClean="0"/>
              <a:t>.</a:t>
            </a:r>
          </a:p>
          <a:p>
            <a:endParaRPr lang="en-US" sz="2600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4199" y="3400733"/>
            <a:ext cx="3800001" cy="2466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25. Perform Archiving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</a:rPr>
              <a:t>Data archiving</a:t>
            </a:r>
            <a:r>
              <a:rPr lang="en-US" sz="2200" dirty="0" smtClean="0"/>
              <a:t> is the process of moving data that is no longer actively used to a separate data storage device for long-term retention.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Data archives consist of older data that is still important and necessary for </a:t>
            </a:r>
            <a:r>
              <a:rPr lang="en-US" sz="2200" i="1" dirty="0" smtClean="0">
                <a:solidFill>
                  <a:srgbClr val="C00000"/>
                </a:solidFill>
              </a:rPr>
              <a:t>future reference</a:t>
            </a:r>
            <a:r>
              <a:rPr lang="en-US" sz="2200" dirty="0" smtClean="0"/>
              <a:t>, as well as data that must be retained for </a:t>
            </a:r>
            <a:r>
              <a:rPr lang="en-US" sz="2200" i="1" dirty="0" smtClean="0">
                <a:solidFill>
                  <a:srgbClr val="C00000"/>
                </a:solidFill>
              </a:rPr>
              <a:t>regulatory compliance</a:t>
            </a:r>
            <a:r>
              <a:rPr lang="en-US" sz="22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</a:rPr>
              <a:t>When project is finished: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 smtClean="0"/>
              <a:t>Archive data of project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 smtClean="0"/>
              <a:t>Archive or remove paper documents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 smtClean="0"/>
              <a:t>Clean all information of project</a:t>
            </a:r>
            <a:endParaRPr lang="vi-VN" sz="20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3810000"/>
            <a:ext cx="2540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48000" y="2590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CM?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-1371600" y="2133600"/>
          <a:ext cx="7315200" cy="3916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Rectangle 5"/>
          <p:cNvSpPr/>
          <p:nvPr/>
        </p:nvSpPr>
        <p:spPr>
          <a:xfrm>
            <a:off x="3733800" y="1295400"/>
            <a:ext cx="5181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purpose</a:t>
            </a:r>
            <a:r>
              <a:rPr lang="en-US" sz="2200" dirty="0" smtClean="0">
                <a:latin typeface="+mj-lt"/>
              </a:rPr>
              <a:t> of configuration management is to establish and maintain the </a:t>
            </a:r>
            <a:r>
              <a:rPr lang="en-US" sz="2200" u="sng" dirty="0" smtClean="0">
                <a:latin typeface="+mj-lt"/>
              </a:rPr>
              <a:t>integrity of work products</a:t>
            </a:r>
            <a:r>
              <a:rPr lang="en-US" sz="2200" dirty="0" smtClean="0">
                <a:latin typeface="+mj-lt"/>
              </a:rPr>
              <a:t> using configuration identification, configuration control, configuration status accounting, and configuration audits.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143000"/>
          </a:xfrm>
        </p:spPr>
        <p:txBody>
          <a:bodyPr/>
          <a:lstStyle/>
          <a:p>
            <a:r>
              <a:rPr lang="en-US" sz="7200" dirty="0" smtClean="0"/>
              <a:t>Configuration Management Roles</a:t>
            </a:r>
            <a:endParaRPr lang="en-US" sz="7200" dirty="0"/>
          </a:p>
        </p:txBody>
      </p:sp>
      <p:pic>
        <p:nvPicPr>
          <p:cNvPr id="40962" name="Picture 2" descr="http://innovationmanagement.se/wp-content/uploads/2011/05/how-to-make-an-ideas-community-work-defining-the-rol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76600"/>
            <a:ext cx="4381500" cy="3143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Manager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371600"/>
            <a:ext cx="6096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person responsible for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implements</a:t>
            </a:r>
            <a:r>
              <a:rPr lang="en-US" sz="2200" dirty="0" smtClean="0">
                <a:latin typeface="+mj-lt"/>
              </a:rPr>
              <a:t>, maintains, and improves configuration management within the framework provided by management. </a:t>
            </a:r>
            <a:endParaRPr lang="en-US" sz="2200" dirty="0">
              <a:latin typeface="+mj-lt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1143000"/>
            <a:ext cx="181927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33400" y="3124200"/>
            <a:ext cx="67056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Transforming the company's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needs</a:t>
            </a:r>
            <a:r>
              <a:rPr lang="en-US" sz="2200" dirty="0" smtClean="0">
                <a:latin typeface="+mj-lt"/>
              </a:rPr>
              <a:t> and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requirements</a:t>
            </a:r>
            <a:r>
              <a:rPr lang="en-US" sz="2200" dirty="0" smtClean="0">
                <a:latin typeface="+mj-lt"/>
              </a:rPr>
              <a:t> for configuration management to relevant, practical procedures, resources, and tools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Selecting and testing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tools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Updating information about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new versions</a:t>
            </a:r>
            <a:r>
              <a:rPr lang="en-US" sz="2200" dirty="0" smtClean="0">
                <a:latin typeface="+mj-lt"/>
              </a:rPr>
              <a:t> of existing tools and new tools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Following up on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performance and efficiency</a:t>
            </a:r>
            <a:r>
              <a:rPr lang="en-US" sz="2200" dirty="0" smtClean="0">
                <a:latin typeface="+mj-lt"/>
              </a:rPr>
              <a:t> of configuration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Making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status reports</a:t>
            </a:r>
            <a:r>
              <a:rPr lang="en-US" sz="2200" dirty="0" smtClean="0">
                <a:latin typeface="+mj-lt"/>
              </a:rPr>
              <a:t> to management with data analysis and recommendations for improvement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Librarian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81000" y="1348800"/>
            <a:ext cx="3810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Establishing the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library</a:t>
            </a:r>
            <a:r>
              <a:rPr lang="en-US" sz="2200" dirty="0" smtClean="0">
                <a:latin typeface="+mj-lt"/>
              </a:rPr>
              <a:t>—a controlled master library for storing configuration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Maintaining and controlling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contents</a:t>
            </a:r>
            <a:r>
              <a:rPr lang="en-US" sz="2200" dirty="0" smtClean="0">
                <a:latin typeface="+mj-lt"/>
              </a:rPr>
              <a:t> of the library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Communicating</a:t>
            </a:r>
            <a:r>
              <a:rPr lang="en-US" sz="2200" dirty="0" smtClean="0">
                <a:latin typeface="+mj-lt"/>
              </a:rPr>
              <a:t> contents of the configuration management library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Controlling</a:t>
            </a:r>
            <a:r>
              <a:rPr lang="en-US" sz="2200" dirty="0" smtClean="0">
                <a:latin typeface="+mj-lt"/>
              </a:rPr>
              <a:t> the configuration management library</a:t>
            </a:r>
            <a:endParaRPr lang="en-US" sz="2200" dirty="0">
              <a:latin typeface="+mj-lt"/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82880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Control Board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4762500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6200" y="1676400"/>
            <a:ext cx="28600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Configuration Manager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2667000"/>
            <a:ext cx="20853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Project Manager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3200400"/>
            <a:ext cx="18371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Technical Lead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" y="3657600"/>
            <a:ext cx="124649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Test Lead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00" y="4191000"/>
            <a:ext cx="208101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Quality Engineer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81800" y="1143000"/>
            <a:ext cx="2209801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solidFill>
                  <a:srgbClr val="C00000"/>
                </a:solidFill>
                <a:latin typeface="+mj-lt"/>
              </a:rPr>
              <a:t>Related People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Analyst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Architect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Developer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Integrator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Tester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Customer Contact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People Being </a:t>
            </a:r>
          </a:p>
          <a:p>
            <a:pPr marL="457200" indent="-457200"/>
            <a:r>
              <a:rPr lang="en-US" sz="2200" dirty="0" smtClean="0">
                <a:latin typeface="+mj-lt"/>
              </a:rPr>
              <a:t>Resposible For Assets Operation, Process Management Support</a:t>
            </a:r>
          </a:p>
          <a:p>
            <a:endParaRPr lang="en-US" sz="22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200" y="2209800"/>
            <a:ext cx="12009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Librarian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295400"/>
            <a:ext cx="533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relevant configuration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Placing relevant items in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storage</a:t>
            </a:r>
            <a:r>
              <a:rPr lang="en-US" sz="2200" dirty="0" smtClean="0">
                <a:latin typeface="+mj-lt"/>
              </a:rPr>
              <a:t> after due approval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appropriate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event registrations</a:t>
            </a:r>
            <a:r>
              <a:rPr lang="en-US" sz="2200" dirty="0" smtClean="0">
                <a:latin typeface="+mj-lt"/>
              </a:rPr>
              <a:t> for the items used in connection with analysis (such as contracts or user requirement specifications)</a:t>
            </a:r>
            <a:endParaRPr lang="en-US" sz="22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4419600"/>
            <a:ext cx="79248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Extracting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related configuration items</a:t>
            </a:r>
            <a:r>
              <a:rPr lang="en-US" sz="2200" dirty="0" smtClean="0">
                <a:latin typeface="+mj-lt"/>
              </a:rPr>
              <a:t> as the basis for producing analysis objects, such as contracts or user requirement specifications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information about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status</a:t>
            </a:r>
            <a:r>
              <a:rPr lang="en-US" sz="2200" dirty="0" smtClean="0">
                <a:latin typeface="+mj-lt"/>
              </a:rPr>
              <a:t> and history of these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trace analysis</a:t>
            </a:r>
            <a:r>
              <a:rPr lang="en-US" sz="2200" dirty="0" smtClean="0">
                <a:latin typeface="+mj-lt"/>
              </a:rPr>
              <a:t> results toward these items, to ensure the analysis covers all requirements</a:t>
            </a:r>
            <a:endParaRPr lang="en-US" sz="2200" dirty="0">
              <a:latin typeface="+mj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295400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143000"/>
            <a:ext cx="33051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33400" y="1295400"/>
            <a:ext cx="5486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Identifying relevant configuration items (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design documents</a:t>
            </a:r>
            <a:r>
              <a:rPr lang="en-US" sz="2200" dirty="0" smtClean="0">
                <a:latin typeface="+mj-lt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Placing relevant configuration items in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storage</a:t>
            </a:r>
            <a:r>
              <a:rPr lang="en-US" sz="2200" dirty="0" smtClean="0">
                <a:latin typeface="+mj-lt"/>
              </a:rPr>
              <a:t> after due approval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appropriate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event registrations</a:t>
            </a:r>
            <a:r>
              <a:rPr lang="en-US" sz="2200" dirty="0" smtClean="0">
                <a:latin typeface="+mj-lt"/>
              </a:rPr>
              <a:t> for items used in connection with design work, such as user requirement specifications and software requirements specifications</a:t>
            </a:r>
            <a:endParaRPr lang="en-US" sz="22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4572000"/>
            <a:ext cx="7848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Extracting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related configuration items</a:t>
            </a:r>
            <a:r>
              <a:rPr lang="en-US" sz="2200" dirty="0" smtClean="0">
                <a:latin typeface="+mj-lt"/>
              </a:rPr>
              <a:t> as the basis for producing design items, such as software requirements specifications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information on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status</a:t>
            </a:r>
            <a:r>
              <a:rPr lang="en-US" sz="2200" dirty="0" smtClean="0">
                <a:latin typeface="+mj-lt"/>
              </a:rPr>
              <a:t> and history of these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trace analysis</a:t>
            </a:r>
            <a:r>
              <a:rPr lang="en-US" sz="2200" dirty="0" smtClean="0">
                <a:latin typeface="+mj-lt"/>
              </a:rPr>
              <a:t> results toward these items, to ensure that the design covers all demands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Developer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219200"/>
            <a:ext cx="1735072" cy="2871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1576387"/>
            <a:ext cx="61722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Identifying relevant configuration items (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source code</a:t>
            </a:r>
            <a:r>
              <a:rPr lang="en-US" sz="2200" dirty="0" smtClean="0">
                <a:latin typeface="+mj-lt"/>
              </a:rPr>
              <a:t> and object files)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Placing relevant configuration items in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storage</a:t>
            </a:r>
            <a:r>
              <a:rPr lang="en-US" sz="2200" dirty="0" smtClean="0">
                <a:latin typeface="+mj-lt"/>
              </a:rPr>
              <a:t> after due approval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appropriate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event registrations</a:t>
            </a:r>
            <a:r>
              <a:rPr lang="en-US" sz="2200" dirty="0" smtClean="0">
                <a:latin typeface="+mj-lt"/>
              </a:rPr>
              <a:t> for items used in connection with programming, such as requirement specifications or design</a:t>
            </a:r>
            <a:endParaRPr lang="en-US" sz="22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4167187"/>
            <a:ext cx="8763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Extracting related configuration items as the basis for producing programming objects, such as software requirement specifications and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information on the status and history of these items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trace analysis results toward these items, to ensure that the code and related objects cover at least the design and possibly also explicitly all software requirements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Integrator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828800"/>
            <a:ext cx="219075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" y="1524000"/>
            <a:ext cx="5715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relevant configuration items</a:t>
            </a:r>
            <a:r>
              <a:rPr lang="en-US" sz="2200" dirty="0" smtClean="0">
                <a:latin typeface="+mj-lt"/>
              </a:rPr>
              <a:t> (build scripts and, not least, deliveries in the form of larger and larger subsystems)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Placing relevant items in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storage</a:t>
            </a:r>
            <a:r>
              <a:rPr lang="en-US" sz="2200" dirty="0" smtClean="0">
                <a:latin typeface="+mj-lt"/>
              </a:rPr>
              <a:t> after due approval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appropriate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event registrations</a:t>
            </a:r>
            <a:r>
              <a:rPr lang="en-US" sz="2200" dirty="0" smtClean="0">
                <a:latin typeface="+mj-lt"/>
              </a:rPr>
              <a:t> for items used in connection with integration, such as source code</a:t>
            </a:r>
            <a:endParaRPr lang="en-US" sz="22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4648200"/>
            <a:ext cx="85344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Extracting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related configuration items</a:t>
            </a:r>
            <a:r>
              <a:rPr lang="en-US" sz="2200" dirty="0" smtClean="0">
                <a:latin typeface="+mj-lt"/>
              </a:rPr>
              <a:t> as a basis for integration, such as architectural design, development plans, and test plans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Extracting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configuration items</a:t>
            </a:r>
            <a:r>
              <a:rPr lang="en-US" sz="2200" dirty="0" smtClean="0">
                <a:latin typeface="+mj-lt"/>
              </a:rPr>
              <a:t> from which their own items must be produced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information on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status and history</a:t>
            </a:r>
            <a:r>
              <a:rPr lang="en-US" sz="2200" dirty="0" smtClean="0">
                <a:latin typeface="+mj-lt"/>
              </a:rPr>
              <a:t> of these items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219200"/>
            <a:ext cx="5867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relevant configuration items</a:t>
            </a:r>
            <a:r>
              <a:rPr lang="en-US" sz="2200" dirty="0" smtClean="0">
                <a:latin typeface="+mj-lt"/>
              </a:rPr>
              <a:t> (test plans, descriptions, scripts, and data, and releases for an entire test, including test environment)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Placing relevant items in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storage</a:t>
            </a:r>
            <a:r>
              <a:rPr lang="en-US" sz="2200" dirty="0" smtClean="0">
                <a:latin typeface="+mj-lt"/>
              </a:rPr>
              <a:t> after appropriate approval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appropriate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event registrations</a:t>
            </a:r>
            <a:r>
              <a:rPr lang="en-US" sz="2200" dirty="0" smtClean="0">
                <a:latin typeface="+mj-lt"/>
              </a:rPr>
              <a:t> for items used in connection with testing, such as source code or (sub)systems</a:t>
            </a:r>
            <a:endParaRPr lang="en-US" sz="22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4549676"/>
            <a:ext cx="838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Extracting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related configuration items</a:t>
            </a:r>
            <a:r>
              <a:rPr lang="en-US" sz="2200" dirty="0" smtClean="0">
                <a:latin typeface="+mj-lt"/>
              </a:rPr>
              <a:t> as the basis for testing, such as individual configuration items or, more important, deliveries in terms of integrated (sub)systems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information on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status and history</a:t>
            </a:r>
            <a:r>
              <a:rPr lang="en-US" sz="2200" dirty="0" smtClean="0">
                <a:latin typeface="+mj-lt"/>
              </a:rPr>
              <a:t> of these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Getting information about relevant event registrations and their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progress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295400"/>
            <a:ext cx="2918901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219200"/>
            <a:ext cx="67056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and updating a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plan</a:t>
            </a:r>
            <a:r>
              <a:rPr lang="en-US" sz="2200" dirty="0" smtClean="0">
                <a:latin typeface="+mj-lt"/>
              </a:rPr>
              <a:t> in agreement with the overall project plan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Identifying necessary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roles</a:t>
            </a:r>
            <a:r>
              <a:rPr lang="en-US" sz="2200" dirty="0" smtClean="0">
                <a:latin typeface="+mj-lt"/>
              </a:rPr>
              <a:t> for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Assigning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responsibility</a:t>
            </a:r>
            <a:r>
              <a:rPr lang="en-US" sz="2200" dirty="0" smtClean="0">
                <a:latin typeface="+mj-lt"/>
              </a:rPr>
              <a:t> for configuration management activities in accordance with identified roles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Allocating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resources</a:t>
            </a:r>
            <a:r>
              <a:rPr lang="en-US" sz="2200" dirty="0" smtClean="0">
                <a:latin typeface="+mj-lt"/>
              </a:rPr>
              <a:t> for configuration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Following up on planned configuration management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activities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4953000"/>
            <a:ext cx="86868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Status reports from the configuration management system concerning configuration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Information about event registrations and their progress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Measurements produced from the configuration management system, concerning both configuration management itself and other processes</a:t>
            </a:r>
            <a:endParaRPr lang="en-US" sz="2200" dirty="0">
              <a:latin typeface="+mj-lt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447800"/>
            <a:ext cx="2048673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And Customer Contact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33800" y="1295400"/>
            <a:ext cx="42672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Participating in one or more configuration control boards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Creating event registrations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Approving produced configuration items</a:t>
            </a:r>
            <a:endParaRPr lang="en-US" sz="2200" dirty="0">
              <a:latin typeface="+mj-lt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962400"/>
            <a:ext cx="206346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76200" y="3200400"/>
            <a:ext cx="7391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Producing documentation to fulfill the customer's configuration management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Receiving and possibly performing quality assurance on deliveries from the customer, such as user requirement specifications, and possibly performing internal configuration management on them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Possibly forwarding event registrations to the customer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Receiving event registrations from the customer, such as in connection with a review of documentation or with early user or acceptance tests</a:t>
            </a:r>
            <a:endParaRPr lang="en-US" sz="2200" dirty="0">
              <a:latin typeface="+mj-lt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406" y="1390650"/>
            <a:ext cx="2231343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Subcontractor and </a:t>
            </a:r>
            <a:r>
              <a:rPr lang="en-US" dirty="0" smtClean="0"/>
              <a:t>Subcontractor Contact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43434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3962400"/>
            <a:ext cx="38100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953000" y="1828800"/>
            <a:ext cx="3886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/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Study</a:t>
            </a:r>
            <a:r>
              <a:rPr lang="en-US" sz="2200" dirty="0" smtClean="0">
                <a:latin typeface="+mj-lt"/>
              </a:rPr>
              <a:t>, understand, and use the contractor's configuration management system</a:t>
            </a:r>
            <a:endParaRPr lang="en-US" sz="22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400" y="4495800"/>
            <a:ext cx="39624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Deliver</a:t>
            </a:r>
            <a:r>
              <a:rPr lang="en-US" sz="2200" dirty="0" smtClean="0">
                <a:latin typeface="+mj-lt"/>
              </a:rPr>
              <a:t> event registrations or change requests (depending on the form of cooperation) to the subcontractor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752600"/>
          </a:xfrm>
        </p:spPr>
        <p:txBody>
          <a:bodyPr/>
          <a:lstStyle/>
          <a:p>
            <a:r>
              <a:rPr lang="en-US" sz="7200" dirty="0" smtClean="0"/>
              <a:t>Configuration Management Plan</a:t>
            </a:r>
            <a:endParaRPr lang="en-US" sz="7200" dirty="0"/>
          </a:p>
        </p:txBody>
      </p:sp>
      <p:pic>
        <p:nvPicPr>
          <p:cNvPr id="28674" name="Picture 2" descr="http://www.drjerm.com/assets/images/extras/planning_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048000"/>
            <a:ext cx="3524250" cy="34766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95800" y="4876800"/>
            <a:ext cx="441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The plan forces you to define and describe the process.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The plan causes you to think about what you will do and how you will do it.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The plan serves as a contract vehicle for the project.</a:t>
            </a:r>
            <a:endParaRPr lang="en-US" dirty="0">
              <a:latin typeface="+mj-lt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2133600"/>
            <a:ext cx="247650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Management Plan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95400"/>
            <a:ext cx="39624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33400" y="4724400"/>
            <a:ext cx="388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CM plan is the actual plan that will be implemented to address the CM needs. It gives all the procedures, policies, schedules, responsibilities, etc.</a:t>
            </a:r>
            <a:endParaRPr lang="en-US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4400" y="1371600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A plan describes what you will do and a procedure describes how it will be done.</a:t>
            </a:r>
            <a:endParaRPr lang="en-US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0" y="2057400"/>
            <a:ext cx="1600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The plan documents the CM process and as such acts as the tool used to gain project and management support for the process.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Interviews (I)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57400"/>
            <a:ext cx="20288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590800" y="1981200"/>
            <a:ext cx="1752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Do standards aid in the development of a CM plan?</a:t>
            </a:r>
            <a:endParaRPr lang="en-US" sz="2200" dirty="0">
              <a:latin typeface="+mj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676400"/>
            <a:ext cx="20478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553200" y="1828800"/>
            <a:ext cx="22098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Should CM procedures be part of the CM plan or be separate?</a:t>
            </a:r>
            <a:endParaRPr lang="en-US" sz="2200" dirty="0">
              <a:latin typeface="+mj-lt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3962400"/>
            <a:ext cx="19526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667000" y="4191000"/>
            <a:ext cx="2209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Is the CM plan updated throughout the project life cycle?</a:t>
            </a:r>
            <a:endParaRPr lang="en-US" sz="2200" dirty="0">
              <a:latin typeface="+mj-lt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4038600"/>
            <a:ext cx="165735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781800" y="4114800"/>
            <a:ext cx="2057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Was the CM plan used after it was developed? If so, by whom and how?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Interviews (II)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00200"/>
            <a:ext cx="14287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438400" y="1905000"/>
            <a:ext cx="2514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Is there a need for a CM plan at the company/division level as well as at the project level?</a:t>
            </a:r>
            <a:endParaRPr lang="en-US" sz="2200" dirty="0">
              <a:latin typeface="+mj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1219200"/>
            <a:ext cx="19145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334000" y="2667000"/>
            <a:ext cx="3429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Are there significant differences between a CM plan written for a development project and a CM plan written for a maintenance project?</a:t>
            </a:r>
            <a:endParaRPr lang="en-US" sz="2200" dirty="0">
              <a:latin typeface="+mj-lt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4800600"/>
            <a:ext cx="1619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3429000" y="5105400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 smtClean="0">
                <a:latin typeface="+mj-lt"/>
              </a:rPr>
              <a:t>Are there significant differences between a CM plan written for hardware versus software?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Interviews (III)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447800"/>
            <a:ext cx="19050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514600" y="1371600"/>
            <a:ext cx="411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Are there significant differences between a CM plan written for a large project versus a small project?</a:t>
            </a:r>
            <a:endParaRPr lang="en-US" sz="22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47800" y="3048000"/>
            <a:ext cx="5486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00" dirty="0" smtClean="0">
                <a:latin typeface="+mj-lt"/>
              </a:rPr>
              <a:t>What makes a CM plan hard to write?</a:t>
            </a:r>
          </a:p>
          <a:p>
            <a:pPr marL="457200" indent="-457200" algn="r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How to perform CM?</a:t>
            </a:r>
          </a:p>
          <a:p>
            <a:pPr marL="457200" indent="-457200" algn="r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What processes you will implement?</a:t>
            </a:r>
          </a:p>
          <a:p>
            <a:pPr marL="457200" indent="-457200" algn="r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Lack of a defined CM process makes it impossible to write the CM plan</a:t>
            </a:r>
          </a:p>
          <a:p>
            <a:pPr algn="r"/>
            <a:endParaRPr lang="en-US" sz="22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95600" y="5486400"/>
            <a:ext cx="5105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Would having an automated tool to assist in developing a CM plan help?</a:t>
            </a:r>
            <a:endParaRPr lang="en-US" sz="2200" dirty="0">
              <a:latin typeface="+mj-lt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2667000"/>
            <a:ext cx="14001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5181600"/>
            <a:ext cx="14954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209800"/>
            <a:ext cx="6858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1.0 INTRODUCTION</a:t>
            </a:r>
            <a:endParaRPr lang="en-US" dirty="0" smtClean="0">
              <a:latin typeface="+mj-lt"/>
            </a:endParaRPr>
          </a:p>
          <a:p>
            <a:pPr lvl="1"/>
            <a:r>
              <a:rPr lang="en-US" dirty="0" smtClean="0">
                <a:latin typeface="+mj-lt"/>
              </a:rPr>
              <a:t>1.1 Purpose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1.2 Scope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1.3 Definitions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1.4 References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1.5 Tailoring </a:t>
            </a:r>
          </a:p>
          <a:p>
            <a:r>
              <a:rPr lang="en-US" b="1" dirty="0" smtClean="0">
                <a:latin typeface="+mj-lt"/>
              </a:rPr>
              <a:t>2.0 SOFTWARE CONFIGURATION MANAGEMENT</a:t>
            </a:r>
            <a:endParaRPr lang="en-US" dirty="0" smtClean="0">
              <a:latin typeface="+mj-lt"/>
            </a:endParaRPr>
          </a:p>
          <a:p>
            <a:pPr lvl="1"/>
            <a:r>
              <a:rPr lang="en-US" dirty="0" smtClean="0">
                <a:latin typeface="+mj-lt"/>
              </a:rPr>
              <a:t>2.1 SCM organization</a:t>
            </a:r>
          </a:p>
          <a:p>
            <a:pPr lvl="1"/>
            <a:r>
              <a:rPr lang="en-US" dirty="0" smtClean="0">
                <a:latin typeface="+mj-lt"/>
              </a:rPr>
              <a:t>2.2 SCM responsibilities</a:t>
            </a:r>
          </a:p>
          <a:p>
            <a:pPr lvl="1"/>
            <a:r>
              <a:rPr lang="en-US" dirty="0" smtClean="0">
                <a:latin typeface="+mj-lt"/>
              </a:rPr>
              <a:t>2.3 Relationship of CM to the software process life cycle</a:t>
            </a:r>
          </a:p>
          <a:p>
            <a:pPr lvl="1"/>
            <a:r>
              <a:rPr lang="en-US" dirty="0" smtClean="0">
                <a:latin typeface="+mj-lt"/>
              </a:rPr>
              <a:t>2.3.1 Interfaces to other organizations on the project</a:t>
            </a:r>
          </a:p>
          <a:p>
            <a:pPr lvl="1"/>
            <a:r>
              <a:rPr lang="en-US" dirty="0" smtClean="0">
                <a:latin typeface="+mj-lt"/>
              </a:rPr>
              <a:t>2.3.2 Other project organizations CM responsibilities </a:t>
            </a:r>
            <a:endParaRPr lang="en-US" dirty="0">
              <a:latin typeface="+mj-lt"/>
            </a:endParaRPr>
          </a:p>
        </p:txBody>
      </p:sp>
      <p:pic>
        <p:nvPicPr>
          <p:cNvPr id="19465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752600"/>
            <a:ext cx="300990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(II)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81000" y="1219200"/>
            <a:ext cx="5867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3.0 SOFTWARE CONFIGURATION MANAGEMENT ACTIVITIES</a:t>
            </a:r>
          </a:p>
          <a:p>
            <a:pPr lvl="1"/>
            <a:r>
              <a:rPr lang="en-US" dirty="0" smtClean="0">
                <a:latin typeface="+mj-lt"/>
              </a:rPr>
              <a:t>3.1 Configuration Identification</a:t>
            </a:r>
          </a:p>
          <a:p>
            <a:pPr lvl="2"/>
            <a:r>
              <a:rPr lang="en-US" dirty="0" smtClean="0">
                <a:latin typeface="+mj-lt"/>
              </a:rPr>
              <a:t>3.1.1 Specification Identification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Labeling and numbering scheme for documents and files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How identification between documents and files relate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Description of identification tracking scheme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When a document/file identification number enters controlled status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How the identification scheme addresses versions and releases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How the identification scheme addresses hardware, application software system software, COTS products, support software (e.g., test data and files), etc. </a:t>
            </a:r>
          </a:p>
          <a:p>
            <a:pPr lvl="2"/>
            <a:r>
              <a:rPr lang="en-US" dirty="0" smtClean="0">
                <a:latin typeface="+mj-lt"/>
              </a:rPr>
              <a:t>3.1.2 Change Control Form Identification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Numbering scheme for each of the forms used </a:t>
            </a:r>
            <a:endParaRPr lang="en-US" dirty="0">
              <a:latin typeface="+mj-lt"/>
            </a:endParaRPr>
          </a:p>
        </p:txBody>
      </p:sp>
      <p:pic>
        <p:nvPicPr>
          <p:cNvPr id="74761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971800"/>
            <a:ext cx="221932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(III)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219200"/>
            <a:ext cx="6324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3.1.3 Project Baselines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Identify various baselines for the project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For each baseline created provide the following information: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How and when it is created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Who authorizes and who verifies it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The purpose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What goes into it (software and documentation) </a:t>
            </a:r>
          </a:p>
          <a:p>
            <a:r>
              <a:rPr lang="en-US" dirty="0" smtClean="0">
                <a:latin typeface="+mj-lt"/>
              </a:rPr>
              <a:t>3.1.4 Library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Identification and control mechanisms used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Number of libraries and the types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Backup and disaster plans and procedures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Recovery process for any type of loss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+mj-lt"/>
              </a:rPr>
              <a:t>Retention policies and procedures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What needs to be retained, for who, and for how long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 smtClean="0">
                <a:latin typeface="+mj-lt"/>
              </a:rPr>
              <a:t>How is the information retained (on-line, off-line, media type and format) </a:t>
            </a:r>
            <a:endParaRPr lang="en-US" dirty="0">
              <a:latin typeface="+mj-lt"/>
            </a:endParaRPr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295400"/>
            <a:ext cx="1905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8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4343400"/>
            <a:ext cx="23812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(IV)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8229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3.2 Configuration Control</a:t>
            </a:r>
          </a:p>
          <a:p>
            <a:r>
              <a:rPr lang="en-US" dirty="0" smtClean="0">
                <a:latin typeface="+mj-lt"/>
              </a:rPr>
              <a:t>      3.2.1 Procedures for changing baselines (procedures may vary with each baseline)</a:t>
            </a:r>
          </a:p>
          <a:p>
            <a:r>
              <a:rPr lang="en-US" dirty="0" smtClean="0">
                <a:latin typeface="+mj-lt"/>
              </a:rPr>
              <a:t>      3.2.2 Procedures for processing change requests and approvals-change classification scheme</a:t>
            </a:r>
          </a:p>
          <a:p>
            <a:r>
              <a:rPr lang="en-US" dirty="0" smtClean="0">
                <a:latin typeface="+mj-lt"/>
              </a:rPr>
              <a:t>          o Change reporting documentation</a:t>
            </a:r>
          </a:p>
          <a:p>
            <a:r>
              <a:rPr lang="en-US" dirty="0" smtClean="0">
                <a:latin typeface="+mj-lt"/>
              </a:rPr>
              <a:t>          o Change control flow diagram </a:t>
            </a:r>
          </a:p>
          <a:p>
            <a:r>
              <a:rPr lang="en-US" dirty="0" smtClean="0">
                <a:latin typeface="+mj-lt"/>
              </a:rPr>
              <a:t>      3.2.3 Organizations assigned responsibilities for change control</a:t>
            </a:r>
          </a:p>
          <a:p>
            <a:r>
              <a:rPr lang="en-US" dirty="0" smtClean="0">
                <a:latin typeface="+mj-lt"/>
              </a:rPr>
              <a:t>      3.2.4 Change Control Boards (CCBs) - describe and provide </a:t>
            </a:r>
          </a:p>
          <a:p>
            <a:r>
              <a:rPr lang="en-US" dirty="0" smtClean="0">
                <a:latin typeface="+mj-lt"/>
              </a:rPr>
              <a:t>the following information for each:</a:t>
            </a:r>
          </a:p>
          <a:p>
            <a:r>
              <a:rPr lang="en-US" dirty="0" smtClean="0">
                <a:latin typeface="+mj-lt"/>
              </a:rPr>
              <a:t>          o Charter</a:t>
            </a:r>
          </a:p>
          <a:p>
            <a:r>
              <a:rPr lang="en-US" dirty="0" smtClean="0">
                <a:latin typeface="+mj-lt"/>
              </a:rPr>
              <a:t>          o Members</a:t>
            </a:r>
          </a:p>
          <a:p>
            <a:r>
              <a:rPr lang="en-US" dirty="0" smtClean="0">
                <a:latin typeface="+mj-lt"/>
              </a:rPr>
              <a:t>          o Role</a:t>
            </a:r>
          </a:p>
          <a:p>
            <a:r>
              <a:rPr lang="en-US" dirty="0" smtClean="0">
                <a:latin typeface="+mj-lt"/>
              </a:rPr>
              <a:t>          o Procedures</a:t>
            </a:r>
          </a:p>
          <a:p>
            <a:r>
              <a:rPr lang="en-US" dirty="0" smtClean="0">
                <a:latin typeface="+mj-lt"/>
              </a:rPr>
              <a:t>          o Approval mechanisms </a:t>
            </a:r>
          </a:p>
          <a:p>
            <a:r>
              <a:rPr lang="en-US" dirty="0" smtClean="0">
                <a:latin typeface="+mj-lt"/>
              </a:rPr>
              <a:t>      3.2.5 Interfaces, overall hierarchy, and </a:t>
            </a:r>
          </a:p>
          <a:p>
            <a:r>
              <a:rPr lang="en-US" dirty="0" smtClean="0">
                <a:latin typeface="+mj-lt"/>
              </a:rPr>
              <a:t>the responsibility for communication between multiple CCBs, when applicable</a:t>
            </a:r>
          </a:p>
          <a:p>
            <a:r>
              <a:rPr lang="en-US" dirty="0" smtClean="0">
                <a:latin typeface="+mj-lt"/>
              </a:rPr>
              <a:t>      3.2.6 Level of control - identify how it will change throughout the life cycle, when applicable</a:t>
            </a:r>
          </a:p>
          <a:p>
            <a:r>
              <a:rPr lang="en-US" dirty="0" smtClean="0">
                <a:latin typeface="+mj-lt"/>
              </a:rPr>
              <a:t>      3.2.7 Document revisions - how they will be handled</a:t>
            </a:r>
          </a:p>
          <a:p>
            <a:r>
              <a:rPr lang="en-US" dirty="0" smtClean="0">
                <a:latin typeface="+mj-lt"/>
              </a:rPr>
              <a:t>      3.2.8 Automated tools used to perform change control</a:t>
            </a:r>
            <a:endParaRPr lang="en-US" dirty="0">
              <a:latin typeface="+mj-lt"/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3048000"/>
            <a:ext cx="262890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(V)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066800"/>
            <a:ext cx="8153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3.3 Configuration Status Accounting</a:t>
            </a:r>
          </a:p>
          <a:p>
            <a:r>
              <a:rPr lang="en-US" dirty="0" smtClean="0">
                <a:latin typeface="+mj-lt"/>
              </a:rPr>
              <a:t>      3.3.1 Storage, handling and release</a:t>
            </a:r>
          </a:p>
          <a:p>
            <a:r>
              <a:rPr lang="en-US" dirty="0" smtClean="0">
                <a:latin typeface="+mj-lt"/>
              </a:rPr>
              <a:t> of project media</a:t>
            </a:r>
          </a:p>
          <a:p>
            <a:r>
              <a:rPr lang="en-US" dirty="0" smtClean="0">
                <a:latin typeface="+mj-lt"/>
              </a:rPr>
              <a:t>      3.3.2 Types of information needed</a:t>
            </a:r>
          </a:p>
          <a:p>
            <a:r>
              <a:rPr lang="en-US" dirty="0" smtClean="0">
                <a:latin typeface="+mj-lt"/>
              </a:rPr>
              <a:t> to be reported and the control</a:t>
            </a:r>
          </a:p>
          <a:p>
            <a:r>
              <a:rPr lang="en-US" dirty="0" smtClean="0">
                <a:latin typeface="+mj-lt"/>
              </a:rPr>
              <a:t> over this information that is needed</a:t>
            </a:r>
          </a:p>
          <a:p>
            <a:r>
              <a:rPr lang="en-US" dirty="0" smtClean="0">
                <a:latin typeface="+mj-lt"/>
              </a:rPr>
              <a:t>      3.3.3 Reports to be produced </a:t>
            </a:r>
          </a:p>
          <a:p>
            <a:r>
              <a:rPr lang="en-US" dirty="0" smtClean="0">
                <a:latin typeface="+mj-lt"/>
              </a:rPr>
              <a:t>(e.g., management reports, QA reports,</a:t>
            </a:r>
          </a:p>
          <a:p>
            <a:r>
              <a:rPr lang="en-US" dirty="0" smtClean="0">
                <a:latin typeface="+mj-lt"/>
              </a:rPr>
              <a:t> CCB reports) and who the audience </a:t>
            </a:r>
          </a:p>
          <a:p>
            <a:r>
              <a:rPr lang="en-US" dirty="0" smtClean="0">
                <a:latin typeface="+mj-lt"/>
              </a:rPr>
              <a:t>is for each and the information needed</a:t>
            </a:r>
          </a:p>
          <a:p>
            <a:r>
              <a:rPr lang="en-US" dirty="0" smtClean="0">
                <a:latin typeface="+mj-lt"/>
              </a:rPr>
              <a:t> to produce each report</a:t>
            </a:r>
          </a:p>
          <a:p>
            <a:r>
              <a:rPr lang="en-US" dirty="0" smtClean="0">
                <a:latin typeface="+mj-lt"/>
              </a:rPr>
              <a:t>      3.3.4 Release process, to include the following information:</a:t>
            </a:r>
          </a:p>
          <a:p>
            <a:r>
              <a:rPr lang="en-US" dirty="0" smtClean="0">
                <a:latin typeface="+mj-lt"/>
              </a:rPr>
              <a:t>          o What is in the release</a:t>
            </a:r>
          </a:p>
          <a:p>
            <a:r>
              <a:rPr lang="en-US" dirty="0" smtClean="0">
                <a:latin typeface="+mj-lt"/>
              </a:rPr>
              <a:t>          o Who the release is being provided to and when</a:t>
            </a:r>
          </a:p>
          <a:p>
            <a:r>
              <a:rPr lang="en-US" dirty="0" smtClean="0">
                <a:latin typeface="+mj-lt"/>
              </a:rPr>
              <a:t>          o The media the release is on</a:t>
            </a:r>
          </a:p>
          <a:p>
            <a:r>
              <a:rPr lang="en-US" dirty="0" smtClean="0">
                <a:latin typeface="+mj-lt"/>
              </a:rPr>
              <a:t>          o Any known problems in the release</a:t>
            </a:r>
          </a:p>
          <a:p>
            <a:r>
              <a:rPr lang="en-US" dirty="0" smtClean="0">
                <a:latin typeface="+mj-lt"/>
              </a:rPr>
              <a:t>          o Any known fixes in the release</a:t>
            </a:r>
          </a:p>
          <a:p>
            <a:r>
              <a:rPr lang="en-US" dirty="0" smtClean="0">
                <a:latin typeface="+mj-lt"/>
              </a:rPr>
              <a:t>          o Installation instructions </a:t>
            </a:r>
          </a:p>
          <a:p>
            <a:r>
              <a:rPr lang="en-US" dirty="0" smtClean="0">
                <a:latin typeface="+mj-lt"/>
              </a:rPr>
              <a:t>      3.3.5 Document status accounting and change management status accounting that needs to occur</a:t>
            </a:r>
            <a:endParaRPr lang="en-US" dirty="0">
              <a:latin typeface="+mj-lt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143000"/>
            <a:ext cx="436245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(VI)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524000"/>
            <a:ext cx="6172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3.4 Configuration Auditing</a:t>
            </a:r>
          </a:p>
          <a:p>
            <a:r>
              <a:rPr lang="en-US" dirty="0" smtClean="0">
                <a:latin typeface="+mj-lt"/>
              </a:rPr>
              <a:t>      3.4.1 Number of audits to be done and when </a:t>
            </a:r>
          </a:p>
          <a:p>
            <a:r>
              <a:rPr lang="en-US" dirty="0" smtClean="0">
                <a:latin typeface="+mj-lt"/>
              </a:rPr>
              <a:t>they will be done (internal audits as well as </a:t>
            </a:r>
          </a:p>
          <a:p>
            <a:r>
              <a:rPr lang="en-US" dirty="0" smtClean="0">
                <a:latin typeface="+mj-lt"/>
              </a:rPr>
              <a:t>configuration audits); for each audit provide the </a:t>
            </a:r>
          </a:p>
          <a:p>
            <a:r>
              <a:rPr lang="en-US" dirty="0" smtClean="0">
                <a:latin typeface="+mj-lt"/>
              </a:rPr>
              <a:t>following:</a:t>
            </a:r>
          </a:p>
          <a:p>
            <a:r>
              <a:rPr lang="en-US" dirty="0" smtClean="0">
                <a:latin typeface="+mj-lt"/>
              </a:rPr>
              <a:t>          o Which baseline it is tied to, if applicable</a:t>
            </a:r>
          </a:p>
          <a:p>
            <a:r>
              <a:rPr lang="en-US" dirty="0" smtClean="0">
                <a:latin typeface="+mj-lt"/>
              </a:rPr>
              <a:t>          o Who performs the audit</a:t>
            </a:r>
          </a:p>
          <a:p>
            <a:r>
              <a:rPr lang="en-US" dirty="0" smtClean="0">
                <a:latin typeface="+mj-lt"/>
              </a:rPr>
              <a:t>          o What is audited</a:t>
            </a:r>
          </a:p>
          <a:p>
            <a:r>
              <a:rPr lang="en-US" dirty="0" smtClean="0">
                <a:latin typeface="+mj-lt"/>
              </a:rPr>
              <a:t>          o What is the CM role in the audit, and what </a:t>
            </a:r>
          </a:p>
          <a:p>
            <a:r>
              <a:rPr lang="en-US" dirty="0" smtClean="0">
                <a:latin typeface="+mj-lt"/>
              </a:rPr>
              <a:t>are the roles of other organizations in the audit</a:t>
            </a:r>
          </a:p>
          <a:p>
            <a:r>
              <a:rPr lang="en-US" dirty="0" smtClean="0">
                <a:latin typeface="+mj-lt"/>
              </a:rPr>
              <a:t>          o How formal is the audit </a:t>
            </a:r>
          </a:p>
          <a:p>
            <a:r>
              <a:rPr lang="en-US" dirty="0" smtClean="0">
                <a:latin typeface="+mj-lt"/>
              </a:rPr>
              <a:t>      3.4.3 All reviews that CM supports; for each </a:t>
            </a:r>
          </a:p>
          <a:p>
            <a:r>
              <a:rPr lang="en-US" dirty="0" smtClean="0">
                <a:latin typeface="+mj-lt"/>
              </a:rPr>
              <a:t>provide the following:</a:t>
            </a:r>
          </a:p>
          <a:p>
            <a:r>
              <a:rPr lang="en-US" dirty="0" smtClean="0">
                <a:latin typeface="+mj-lt"/>
              </a:rPr>
              <a:t>          o The materials to be reviewed</a:t>
            </a:r>
          </a:p>
          <a:p>
            <a:r>
              <a:rPr lang="en-US" dirty="0" smtClean="0">
                <a:latin typeface="+mj-lt"/>
              </a:rPr>
              <a:t>          o CM responsibility in the review and the responsibilities of other organizations </a:t>
            </a:r>
            <a:endParaRPr lang="en-US" dirty="0">
              <a:latin typeface="+mj-lt"/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981200"/>
            <a:ext cx="333375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a Model CM Plan (VII)</a:t>
            </a:r>
            <a:endParaRPr lang="en-US" dirty="0"/>
          </a:p>
        </p:txBody>
      </p: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457201" y="1600200"/>
            <a:ext cx="548639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4.0 CM MILESTONES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hangingPunct="0"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Define all CM project milestones (e.g., baselines, reviews, audits) </a:t>
            </a:r>
          </a:p>
          <a:p>
            <a:pPr lvl="1" eaLnBrk="0" hangingPunct="0"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Describe how the CM milestones tie into the software development process </a:t>
            </a:r>
          </a:p>
          <a:p>
            <a:pPr lvl="1" eaLnBrk="0" hangingPunct="0"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 what the criteria are for reaching each milestone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5.0 TRAINING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hangingPunct="0"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 the kinds and amounts of </a:t>
            </a:r>
          </a:p>
          <a:p>
            <a:pPr lvl="1" eaLnBrk="0" hangingPunct="0"/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training (e.g., orientation, tools)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6.0 SUBCONTRACTOR/VENDOR SUPPORT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hangingPunct="0"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Describe any subcontractor and/or</a:t>
            </a:r>
          </a:p>
          <a:p>
            <a:pPr lvl="1" eaLnBrk="0" hangingPunct="0"/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vendor support and interfacing, if applicable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00200"/>
            <a:ext cx="24765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9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3657600"/>
            <a:ext cx="345757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blogs-images.forbes.com/mikemyatt/files/2012/05/Improved-Perform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895600"/>
            <a:ext cx="3295650" cy="329565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143000"/>
          </a:xfrm>
        </p:spPr>
        <p:txBody>
          <a:bodyPr/>
          <a:lstStyle/>
          <a:p>
            <a:r>
              <a:rPr lang="en-US" sz="4800" dirty="0" smtClean="0"/>
              <a:t>Configuration Management Solution</a:t>
            </a:r>
            <a:endParaRPr lang="en-US" sz="4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ISO/IEC 15504 (SPICE) [4]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521738"/>
            <a:ext cx="792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SPICE: </a:t>
            </a:r>
            <a:r>
              <a:rPr lang="en-US" sz="2200" i="1" dirty="0" smtClean="0">
                <a:latin typeface="+mj-lt"/>
              </a:rPr>
              <a:t>Software Process Improvement and Capability Determination</a:t>
            </a:r>
            <a:endParaRPr lang="en-US" sz="2200" i="1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409825"/>
            <a:ext cx="476250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562600" y="2333625"/>
            <a:ext cx="33528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Work product management means that for any given process area to obtain level 2, all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relevant work products</a:t>
            </a:r>
            <a:r>
              <a:rPr lang="en-US" sz="2200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 smtClean="0">
                <a:latin typeface="+mj-lt"/>
              </a:rPr>
              <a:t>from the performance of the process area </a:t>
            </a:r>
            <a:r>
              <a:rPr lang="en-US" sz="2200" u="sng" dirty="0" smtClean="0">
                <a:latin typeface="+mj-lt"/>
              </a:rPr>
              <a:t>must</a:t>
            </a:r>
            <a:r>
              <a:rPr lang="en-US" sz="2200" dirty="0" smtClean="0">
                <a:latin typeface="+mj-lt"/>
              </a:rPr>
              <a:t> be placed under configuration management.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600200"/>
            <a:ext cx="5181600" cy="4724400"/>
          </a:xfrm>
        </p:spPr>
        <p:txBody>
          <a:bodyPr/>
          <a:lstStyle/>
          <a:p>
            <a:pPr lvl="0"/>
            <a:r>
              <a:rPr lang="en-US" sz="2200" dirty="0" smtClean="0"/>
              <a:t>A configuration management </a:t>
            </a:r>
            <a:r>
              <a:rPr lang="en-US" sz="2200" i="1" dirty="0" smtClean="0">
                <a:solidFill>
                  <a:srgbClr val="C00000"/>
                </a:solidFill>
              </a:rPr>
              <a:t>strategy</a:t>
            </a:r>
            <a:r>
              <a:rPr lang="en-US" sz="2200" dirty="0" smtClean="0"/>
              <a:t> will be developed.</a:t>
            </a:r>
          </a:p>
          <a:p>
            <a:pPr lvl="0"/>
            <a:r>
              <a:rPr lang="en-US" sz="2200" dirty="0" smtClean="0"/>
              <a:t>All items generated by the process or project will be identified, defined, and </a:t>
            </a:r>
            <a:r>
              <a:rPr lang="en-US" sz="2200" i="1" dirty="0" smtClean="0">
                <a:solidFill>
                  <a:srgbClr val="C00000"/>
                </a:solidFill>
              </a:rPr>
              <a:t>base-lined</a:t>
            </a:r>
            <a:r>
              <a:rPr lang="en-US" sz="2200" dirty="0" smtClean="0"/>
              <a:t>.</a:t>
            </a:r>
          </a:p>
          <a:p>
            <a:pPr lvl="0"/>
            <a:r>
              <a:rPr lang="en-US" sz="2200" i="1" dirty="0" smtClean="0">
                <a:solidFill>
                  <a:srgbClr val="C00000"/>
                </a:solidFill>
              </a:rPr>
              <a:t>Modifications</a:t>
            </a:r>
            <a:r>
              <a:rPr lang="en-US" sz="2200" dirty="0" smtClean="0"/>
              <a:t> and releases of the items will be controlled.</a:t>
            </a:r>
          </a:p>
          <a:p>
            <a:pPr lvl="0"/>
            <a:r>
              <a:rPr lang="en-US" sz="2200" dirty="0" smtClean="0"/>
              <a:t>The status of the items and modification requests will be recorded and </a:t>
            </a:r>
            <a:r>
              <a:rPr lang="en-US" sz="2200" i="1" dirty="0" smtClean="0">
                <a:solidFill>
                  <a:srgbClr val="C00000"/>
                </a:solidFill>
              </a:rPr>
              <a:t>reported</a:t>
            </a:r>
            <a:r>
              <a:rPr lang="en-US" sz="2200" dirty="0" smtClean="0"/>
              <a:t>.</a:t>
            </a:r>
          </a:p>
          <a:p>
            <a:pPr lvl="0"/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completeness</a:t>
            </a:r>
            <a:r>
              <a:rPr lang="en-US" sz="2200" dirty="0" smtClean="0"/>
              <a:t> and consistency of the items will be ensured.</a:t>
            </a:r>
          </a:p>
          <a:p>
            <a:pPr lvl="0"/>
            <a:r>
              <a:rPr lang="en-US" sz="2200" dirty="0" smtClean="0"/>
              <a:t>Storage, handling, and </a:t>
            </a:r>
            <a:r>
              <a:rPr lang="en-US" sz="2200" i="1" dirty="0" smtClean="0">
                <a:solidFill>
                  <a:srgbClr val="C00000"/>
                </a:solidFill>
              </a:rPr>
              <a:t>delivery</a:t>
            </a:r>
            <a:r>
              <a:rPr lang="en-US" sz="2200" dirty="0" smtClean="0"/>
              <a:t> of the items will be controlled.</a:t>
            </a:r>
          </a:p>
        </p:txBody>
      </p:sp>
      <p:pic>
        <p:nvPicPr>
          <p:cNvPr id="11266" name="Picture 2" descr="http://www.headachecare.com/images/goal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819400"/>
            <a:ext cx="3200400" cy="2400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Practices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304800" y="1397000"/>
          <a:ext cx="83820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Definition of CM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371600"/>
            <a:ext cx="678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Standard definition (IEEE 729-1983)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295400"/>
            <a:ext cx="119062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Diagram 11"/>
          <p:cNvGraphicFramePr/>
          <p:nvPr/>
        </p:nvGraphicFramePr>
        <p:xfrm>
          <a:off x="533400" y="2209800"/>
          <a:ext cx="8001000" cy="42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Broaden Definition of CM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447800"/>
            <a:ext cx="701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Based on existing CM systems, broaden definition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381000" y="2057400"/>
          <a:ext cx="83058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752600" y="1752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 Solution</a:t>
            </a:r>
            <a:endParaRPr lang="en-US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381000" y="1397000"/>
          <a:ext cx="8382000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Perspectives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1397000"/>
          <a:ext cx="8382000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In-house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397000"/>
          <a:ext cx="82296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CM Technology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1397000"/>
          <a:ext cx="82296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 Services Model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397000"/>
          <a:ext cx="82296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Len Bass, Ingo Weber and Liming Zhu (2015). </a:t>
            </a:r>
            <a:r>
              <a:rPr lang="en-US" sz="2400" dirty="0" err="1" smtClean="0"/>
              <a:t>DevOps</a:t>
            </a:r>
            <a:r>
              <a:rPr lang="en-US" sz="2400" dirty="0" smtClean="0"/>
              <a:t> - A Software Architect's Perspective. Pearson Education.</a:t>
            </a:r>
          </a:p>
          <a:p>
            <a:r>
              <a:rPr lang="en-US" sz="2400" dirty="0" smtClean="0"/>
              <a:t>Gene Kim et al. (2016). The </a:t>
            </a:r>
            <a:r>
              <a:rPr lang="en-US" sz="2400" dirty="0" err="1" smtClean="0"/>
              <a:t>DevOps</a:t>
            </a:r>
            <a:r>
              <a:rPr lang="en-US" sz="2400" dirty="0" smtClean="0"/>
              <a:t> Handbook. IT Revolution.</a:t>
            </a:r>
          </a:p>
          <a:p>
            <a:r>
              <a:rPr lang="en-US" sz="2400" dirty="0" err="1" smtClean="0"/>
              <a:t>Julien</a:t>
            </a:r>
            <a:r>
              <a:rPr lang="en-US" sz="2400" dirty="0" smtClean="0"/>
              <a:t> </a:t>
            </a:r>
            <a:r>
              <a:rPr lang="en-US" sz="2400" dirty="0" err="1" smtClean="0"/>
              <a:t>Vehent</a:t>
            </a:r>
            <a:r>
              <a:rPr lang="en-US" sz="2400" dirty="0" smtClean="0"/>
              <a:t> (2018). Securing </a:t>
            </a:r>
            <a:r>
              <a:rPr lang="en-US" sz="2400" dirty="0" err="1" smtClean="0"/>
              <a:t>DevOps</a:t>
            </a:r>
            <a:r>
              <a:rPr lang="en-US" sz="2400" dirty="0" smtClean="0"/>
              <a:t>. Manning Publications.</a:t>
            </a:r>
            <a:endParaRPr lang="en-US" sz="24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9624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10013</TotalTime>
  <Words>4809</Words>
  <Application>Microsoft Office PowerPoint</Application>
  <PresentationFormat>On-screen Show (4:3)</PresentationFormat>
  <Paragraphs>720</Paragraphs>
  <Slides>109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0" baseType="lpstr">
      <vt:lpstr>Office Theme</vt:lpstr>
      <vt:lpstr>Software Configuration Management</vt:lpstr>
      <vt:lpstr>Objectives</vt:lpstr>
      <vt:lpstr>Contents</vt:lpstr>
      <vt:lpstr>References</vt:lpstr>
      <vt:lpstr>First Year</vt:lpstr>
      <vt:lpstr>Second Year</vt:lpstr>
      <vt:lpstr>Third Year</vt:lpstr>
      <vt:lpstr>Fourth Year</vt:lpstr>
      <vt:lpstr>Creating a Release</vt:lpstr>
      <vt:lpstr>Slide 10</vt:lpstr>
      <vt:lpstr>What is CM? [1]</vt:lpstr>
      <vt:lpstr>Configuration Item [2]</vt:lpstr>
      <vt:lpstr>Electronic Objects</vt:lpstr>
      <vt:lpstr>Physical Objects</vt:lpstr>
      <vt:lpstr>Objects of a Product</vt:lpstr>
      <vt:lpstr>Configuration Item Metadata [2]</vt:lpstr>
      <vt:lpstr>Baseline [3]</vt:lpstr>
      <vt:lpstr>Deliveries [2]</vt:lpstr>
      <vt:lpstr>Milestone</vt:lpstr>
      <vt:lpstr>Release</vt:lpstr>
      <vt:lpstr>Slide 21</vt:lpstr>
      <vt:lpstr>Learning at Home</vt:lpstr>
      <vt:lpstr>Discussion Questions</vt:lpstr>
      <vt:lpstr>Slide 24</vt:lpstr>
      <vt:lpstr>Configuration Management Activities</vt:lpstr>
      <vt:lpstr>1. Identify Configuration Items</vt:lpstr>
      <vt:lpstr>2. Assign Unique Identifiers to CIs</vt:lpstr>
      <vt:lpstr>3. Specify the Important Characteristics of CIs</vt:lpstr>
      <vt:lpstr>4. Develop System Directory Structure</vt:lpstr>
      <vt:lpstr>5. Develop Subsystem and Component Directory Structure</vt:lpstr>
      <vt:lpstr>6. Identify Baselines</vt:lpstr>
      <vt:lpstr>7. Define Item Approval Template [2]</vt:lpstr>
      <vt:lpstr>8. Define Change Request Template</vt:lpstr>
      <vt:lpstr>9. Define Release Request Template</vt:lpstr>
      <vt:lpstr>10. Establish Communication Tools</vt:lpstr>
      <vt:lpstr>Hands-On Communication Tools</vt:lpstr>
      <vt:lpstr>11. Establish Requirements Management Tools</vt:lpstr>
      <vt:lpstr>Hands-On Requirements Management Tools</vt:lpstr>
      <vt:lpstr>12. Establish Task Tracking Tools</vt:lpstr>
      <vt:lpstr>Hands-On Task Tracking Tools</vt:lpstr>
      <vt:lpstr>13. Establish Version Control Systems</vt:lpstr>
      <vt:lpstr>Source Control System</vt:lpstr>
      <vt:lpstr>Permissions</vt:lpstr>
      <vt:lpstr>Hands-On Version Control Systems</vt:lpstr>
      <vt:lpstr>CI/CD Process</vt:lpstr>
      <vt:lpstr>14. Implement Continuous Integration</vt:lpstr>
      <vt:lpstr>15. Implement Continuous Deployment</vt:lpstr>
      <vt:lpstr>Hands-On CI/CD</vt:lpstr>
      <vt:lpstr>16. Implement DevOps</vt:lpstr>
      <vt:lpstr>Hands-On DevOps</vt:lpstr>
      <vt:lpstr>17. Establish Bug Tracking Tools</vt:lpstr>
      <vt:lpstr>Hands-On Bug Tracking Tools</vt:lpstr>
      <vt:lpstr>18. Establish Time Tracking Tools</vt:lpstr>
      <vt:lpstr>Hands-On Time Tracking Tools</vt:lpstr>
      <vt:lpstr>19. Operate Configuration Management System</vt:lpstr>
      <vt:lpstr>Other Helpful Tools</vt:lpstr>
      <vt:lpstr>Slide 57</vt:lpstr>
      <vt:lpstr>20. Establish Change Control Process</vt:lpstr>
      <vt:lpstr>Slide 59</vt:lpstr>
      <vt:lpstr>21. Perform Status Reporting</vt:lpstr>
      <vt:lpstr>Configuration Audits</vt:lpstr>
      <vt:lpstr>Functional Configuration Audits</vt:lpstr>
      <vt:lpstr>Physical Configuration Audit</vt:lpstr>
      <vt:lpstr>22. Perform Configuration Audits</vt:lpstr>
      <vt:lpstr>23. Manage Releases</vt:lpstr>
      <vt:lpstr>24. Set Up Backup Process</vt:lpstr>
      <vt:lpstr>25. Perform Archiving</vt:lpstr>
      <vt:lpstr>Why CM?</vt:lpstr>
      <vt:lpstr>Slide 69</vt:lpstr>
      <vt:lpstr>Configuration Management Roles</vt:lpstr>
      <vt:lpstr>Configuration Manager</vt:lpstr>
      <vt:lpstr>Librarian</vt:lpstr>
      <vt:lpstr>Configuration Control Board</vt:lpstr>
      <vt:lpstr>Analyst</vt:lpstr>
      <vt:lpstr>Architect</vt:lpstr>
      <vt:lpstr>Developer</vt:lpstr>
      <vt:lpstr>Integrator</vt:lpstr>
      <vt:lpstr>Tester</vt:lpstr>
      <vt:lpstr>Project Manager</vt:lpstr>
      <vt:lpstr>Customer And Customer Contact</vt:lpstr>
      <vt:lpstr>Subcontractor and Subcontractor Contact</vt:lpstr>
      <vt:lpstr>Slide 82</vt:lpstr>
      <vt:lpstr>Configuration Management Plan</vt:lpstr>
      <vt:lpstr>Configuration Management Plan</vt:lpstr>
      <vt:lpstr>Interviews (I)</vt:lpstr>
      <vt:lpstr>Interviews (II)</vt:lpstr>
      <vt:lpstr>Interviews (III)</vt:lpstr>
      <vt:lpstr>Outline of a Model CM Plan (I)</vt:lpstr>
      <vt:lpstr>Outline of a Model CM Plan (II)</vt:lpstr>
      <vt:lpstr>Outline of a Model CM Plan (III)</vt:lpstr>
      <vt:lpstr>Outline of a Model CM Plan (IV)</vt:lpstr>
      <vt:lpstr>Outline of a Model CM Plan (V)</vt:lpstr>
      <vt:lpstr>Outline of a Model CM Plan (VI)</vt:lpstr>
      <vt:lpstr>Outline of a Model CM Plan (VII)</vt:lpstr>
      <vt:lpstr>Slide 95</vt:lpstr>
      <vt:lpstr>Configuration Management Solution</vt:lpstr>
      <vt:lpstr>ISO/IEC 15504 (SPICE) [4]</vt:lpstr>
      <vt:lpstr>Goals</vt:lpstr>
      <vt:lpstr>Practices</vt:lpstr>
      <vt:lpstr>Standard Definition of CM</vt:lpstr>
      <vt:lpstr>Broaden Definition of CM</vt:lpstr>
      <vt:lpstr>Effects</vt:lpstr>
      <vt:lpstr>CM Solution</vt:lpstr>
      <vt:lpstr>Perspectives</vt:lpstr>
      <vt:lpstr>In-house</vt:lpstr>
      <vt:lpstr>CM Technology</vt:lpstr>
      <vt:lpstr>CM Services Model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4032</cp:revision>
  <dcterms:created xsi:type="dcterms:W3CDTF">2007-10-06T08:25:13Z</dcterms:created>
  <dcterms:modified xsi:type="dcterms:W3CDTF">2026-08-16T17:13:48Z</dcterms:modified>
</cp:coreProperties>
</file>