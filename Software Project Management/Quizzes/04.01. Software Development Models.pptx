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UdDNP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Software Development Models Quiz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https://bit.ly/3UdDNPb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25908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miro.medium.com/v2/resize:fit:1081/1*tN-e1XQ-uNCc8Ko6Vl7RmA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2590800"/>
            <a:ext cx="3431746" cy="32507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25237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Development Models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8477</cp:revision>
  <dcterms:created xsi:type="dcterms:W3CDTF">2007-10-06T08:25:13Z</dcterms:created>
  <dcterms:modified xsi:type="dcterms:W3CDTF">2023-06-28T18:31:52Z</dcterms:modified>
</cp:coreProperties>
</file>