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SZfjY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Software Team Management Quiz 02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https://bit.ly/3SZfjYT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24384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https://blog.iil.com/wp-content/uploads/2022/09/fv7p606ao1s0-GettyImages-125652212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2819400"/>
            <a:ext cx="4064000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25270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Team Management Quiz 02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8498</cp:revision>
  <dcterms:created xsi:type="dcterms:W3CDTF">2007-10-06T08:25:13Z</dcterms:created>
  <dcterms:modified xsi:type="dcterms:W3CDTF">2023-10-12T19:38:54Z</dcterms:modified>
</cp:coreProperties>
</file>