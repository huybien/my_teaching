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10/6/2023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10/6/2023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10/6/2023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10/6/2023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10/6/2023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10/6/2023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S8NJr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Agile Planning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https://bit.ly/3S8NJrG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26860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2882900"/>
            <a:ext cx="4356100" cy="267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25342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Agile Planning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8482</cp:revision>
  <dcterms:created xsi:type="dcterms:W3CDTF">2007-10-06T08:25:13Z</dcterms:created>
  <dcterms:modified xsi:type="dcterms:W3CDTF">2023-10-06T14:35:56Z</dcterms:modified>
</cp:coreProperties>
</file>