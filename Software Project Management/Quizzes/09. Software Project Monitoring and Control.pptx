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rfa9f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 smtClean="0"/>
              <a:t>Software Project Monitoring and Control Quiz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https://bit.ly/3rfa9f8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3405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0" name="AutoShape 2" descr="https://blog.planview.com/wp-content/uploads/2020/02/Project-Planning-and-Delivery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https://blog.planview.com/wp-content/uploads/2020/02/Project-Planning-and-Delivery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9149" y="2971800"/>
            <a:ext cx="4063851" cy="2285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25271</TotalTime>
  <Words>9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Project Monitoring and Control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8502</cp:revision>
  <dcterms:created xsi:type="dcterms:W3CDTF">2007-10-06T08:25:13Z</dcterms:created>
  <dcterms:modified xsi:type="dcterms:W3CDTF">2023-10-12T19:41:08Z</dcterms:modified>
</cp:coreProperties>
</file>