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fW6Ws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Software Project Planning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https://bit.ly/3fW6WsX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83139" y="2819400"/>
            <a:ext cx="4046061" cy="2425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25239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 Software Project Planning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8470</cp:revision>
  <dcterms:created xsi:type="dcterms:W3CDTF">2007-10-06T08:25:13Z</dcterms:created>
  <dcterms:modified xsi:type="dcterms:W3CDTF">2023-10-12T20:07:17Z</dcterms:modified>
</cp:coreProperties>
</file>