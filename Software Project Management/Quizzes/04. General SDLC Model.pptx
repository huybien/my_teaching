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3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6/29/2023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6/29/2023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6/29/2023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6/29/2023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6/29/2023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6/29/2023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6/29/2023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6/29/2023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6/29/2023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6/29/2023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6/29/2023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6/29/2023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6/29/2023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6/29/2023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3Dr1628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General SDLC Model 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>
                <a:hlinkClick r:id="rId2"/>
              </a:rPr>
              <a:t>https://bit.ly/3Dr1628</a:t>
            </a:r>
            <a:endParaRPr lang="en-US" smtClean="0"/>
          </a:p>
          <a:p>
            <a:endParaRPr lang="en-US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86400" y="2609850"/>
            <a:ext cx="29527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 descr="https://ncube-digest.com/wp-content/uploads/2020/02/Choose-Which-Model-to-Use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14400" y="2895600"/>
            <a:ext cx="3121152" cy="24963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25235</TotalTime>
  <Words>7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General SDLC Model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8473</cp:revision>
  <dcterms:created xsi:type="dcterms:W3CDTF">2007-10-06T08:25:13Z</dcterms:created>
  <dcterms:modified xsi:type="dcterms:W3CDTF">2023-06-28T18:32:35Z</dcterms:modified>
</cp:coreProperties>
</file>