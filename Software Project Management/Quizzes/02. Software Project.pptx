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5/21/2026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5/21/2026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5/21/2026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5/21/2026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5/21/2026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5/21/2026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5/21/2026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5/21/2026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dKTBm2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Software </a:t>
            </a:r>
            <a:r>
              <a:rPr lang="en-US" smtClean="0"/>
              <a:t>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https://bit.ly/3dKTBm2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10250" y="243840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 descr="https://www.xibms.com/blog/wp-content/uploads/2020/09/project-management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71600" y="3048000"/>
            <a:ext cx="3460750" cy="14827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25237</TotalTime>
  <Words>5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Software Project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8460</cp:revision>
  <dcterms:created xsi:type="dcterms:W3CDTF">2007-10-06T08:25:13Z</dcterms:created>
  <dcterms:modified xsi:type="dcterms:W3CDTF">2026-05-21T14:44:36Z</dcterms:modified>
</cp:coreProperties>
</file>