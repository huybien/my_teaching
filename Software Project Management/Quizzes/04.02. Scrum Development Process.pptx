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2ZZKCJ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Scrum Development Process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https://bit.ly/2ZZKCJ7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340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asifulhaque.com/wp-content/uploads/2023/01/the-Scrum-process-as-an-Agile-software-development-methodology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895600"/>
            <a:ext cx="5142857" cy="22857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25236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Scrum Development Process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8464</cp:revision>
  <dcterms:created xsi:type="dcterms:W3CDTF">2007-10-06T08:25:13Z</dcterms:created>
  <dcterms:modified xsi:type="dcterms:W3CDTF">2023-06-28T18:28:01Z</dcterms:modified>
</cp:coreProperties>
</file>