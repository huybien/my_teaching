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8/3/2025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8/3/2025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521XE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Agile Project Monitoring and Control Quiz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</a:t>
            </a:r>
            <a:r>
              <a:rPr lang="en-US" dirty="0" smtClean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bit.ly/4521XE1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8" name="Picture 4" descr="https://www.winklix.com/blog/wp-content/uploads/2021/05/blog-Why-I-Scrum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6847" y="2971800"/>
            <a:ext cx="4380953" cy="2293334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1916" y="23622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25280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Agile Project Monitoring and Control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8519</cp:revision>
  <dcterms:created xsi:type="dcterms:W3CDTF">2007-10-06T08:25:13Z</dcterms:created>
  <dcterms:modified xsi:type="dcterms:W3CDTF">2025-08-02T18:10:42Z</dcterms:modified>
</cp:coreProperties>
</file>