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3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6/29/2023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6/29/2023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9UcHpH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Introduction to Software Estimation Quiz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https://bit.ly/39UcHpH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24574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https://images.squarespace-cdn.com/content/v1/62877916852eaf2a047a9095/1659421473121-8C4HMX5AZ48I8GP4INTX/Estimation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2743200"/>
            <a:ext cx="3810000" cy="25405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25236</TotalTime>
  <Words>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Introduction to Software Estimation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8470</cp:revision>
  <dcterms:created xsi:type="dcterms:W3CDTF">2007-10-06T08:25:13Z</dcterms:created>
  <dcterms:modified xsi:type="dcterms:W3CDTF">2023-06-28T18:22:52Z</dcterms:modified>
</cp:coreProperties>
</file>