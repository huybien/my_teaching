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SA9Qr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Risk Management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https://bit.ly/3SA9Qri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cdn.technologyadvice.com/wp-content/uploads/2020/10/AdobeStock_100592941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4342" y="2895600"/>
            <a:ext cx="4124858" cy="23152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25272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Risk Management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8508</cp:revision>
  <dcterms:created xsi:type="dcterms:W3CDTF">2007-10-06T08:25:13Z</dcterms:created>
  <dcterms:modified xsi:type="dcterms:W3CDTF">2023-10-12T19:43:31Z</dcterms:modified>
</cp:coreProperties>
</file>