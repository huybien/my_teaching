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10/13/2023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St1di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Software Quality Management Quiz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https://bit.ly/3St1din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5146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www.cmtc.com/hs-fs/hubfs/4%20Quality%20Management%20Issues.jpeg?width=748&amp;height=498&amp;name=4%20Quality%20Management%20Issues.jpe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2895600"/>
            <a:ext cx="3552825" cy="23717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25273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Quality Management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8515</cp:revision>
  <dcterms:created xsi:type="dcterms:W3CDTF">2007-10-06T08:25:13Z</dcterms:created>
  <dcterms:modified xsi:type="dcterms:W3CDTF">2023-10-12T19:45:02Z</dcterms:modified>
</cp:coreProperties>
</file>