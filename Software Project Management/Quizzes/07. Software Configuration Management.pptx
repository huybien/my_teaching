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6/20/2024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Ro3OJ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Software Configuration Management Quiz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https://bit.ly/3Ro3OJc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3405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blog.invgate.com/hubfs/asset-management-vs-configuration-management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2895600"/>
            <a:ext cx="4572000" cy="2286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25241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Configuration Management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8485</cp:revision>
  <dcterms:created xsi:type="dcterms:W3CDTF">2007-10-06T08:25:13Z</dcterms:created>
  <dcterms:modified xsi:type="dcterms:W3CDTF">2024-06-20T15:12:35Z</dcterms:modified>
</cp:coreProperties>
</file>