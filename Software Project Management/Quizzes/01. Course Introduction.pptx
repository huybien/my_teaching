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708" r:id="rId1"/>
  </p:sldMasterIdLst>
  <p:notesMasterIdLst>
    <p:notesMasterId r:id="rId3"/>
  </p:notesMasterIdLst>
  <p:handoutMasterIdLst>
    <p:handoutMasterId r:id="rId4"/>
  </p:handoutMasterIdLst>
  <p:sldIdLst>
    <p:sldId id="854" r:id="rId2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376" autoAdjust="0"/>
    <p:restoredTop sz="90392" autoAdjust="0"/>
  </p:normalViewPr>
  <p:slideViewPr>
    <p:cSldViewPr>
      <p:cViewPr>
        <p:scale>
          <a:sx n="50" d="100"/>
          <a:sy n="50" d="100"/>
        </p:scale>
        <p:origin x="-1576" y="-3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46014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66" d="100"/>
        <a:sy n="66" d="100"/>
      </p:scale>
      <p:origin x="0" y="276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CF70C7-1A17-4B8F-8E82-A20E29AAAC58}" type="datetimeFigureOut">
              <a:rPr lang="en-US" smtClean="0"/>
              <a:pPr/>
              <a:t>5/21/2026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0D3D353-3471-4C5D-A6F3-11F1DDA05BDC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72150E-24DE-4D23-AF8D-CF01896B0C83}" type="datetimeFigureOut">
              <a:rPr lang="en-US" smtClean="0"/>
              <a:pPr/>
              <a:t>5/21/2026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8E95B1-5ED0-4005-B293-784E4C93134E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21B9AD-E267-41B8-AFB9-F339B3C6A571}" type="datetimeFigureOut">
              <a:rPr lang="en-US"/>
              <a:pPr>
                <a:defRPr/>
              </a:pPr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2FAA6B-5534-44A2-AEB6-C3AA6AD1372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B7B48-E476-4875-A0CA-B0673732DFDD}" type="datetimeFigureOut">
              <a:rPr lang="en-US"/>
              <a:pPr>
                <a:defRPr/>
              </a:pPr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0A623A-42AC-4D11-AF54-DB15196F08D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F0A2C2-9A3C-44C4-9D1F-47B44EB3EF12}" type="datetimeFigureOut">
              <a:rPr lang="en-US"/>
              <a:pPr>
                <a:defRPr/>
              </a:pPr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8AB1B-E996-4ECC-822F-4BC1227516D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352965-9852-4C5D-9CFD-AA7D7C51A3F1}" type="datetimeFigureOut">
              <a:rPr lang="en-US"/>
              <a:pPr>
                <a:defRPr/>
              </a:pPr>
              <a:t>5/21/2026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6D760F-B2EC-4EEB-B282-45333B115766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2ABA97A-E8D3-4153-8AD9-0AC754381ACA}" type="datetimeFigureOut">
              <a:rPr lang="en-US"/>
              <a:pPr>
                <a:defRPr/>
              </a:pPr>
              <a:t>5/21/2026</a:t>
            </a:fld>
            <a:endParaRPr lang="en-US" dirty="0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26E96F6-D03D-4FB0-942F-6504F81FF6F0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F1E0C7-1AF5-43CF-B84A-415948674BE8}" type="datetimeFigureOut">
              <a:rPr lang="en-US"/>
              <a:pPr>
                <a:defRPr/>
              </a:pPr>
              <a:t>5/21/2026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0B45132-88B8-4DDF-85A7-99B030F49BC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F585-6AB3-4A98-8C00-3FB0F428366B}" type="datetimeFigureOut">
              <a:rPr lang="en-US"/>
              <a:pPr>
                <a:defRPr/>
              </a:pPr>
              <a:t>5/21/2026</a:t>
            </a:fld>
            <a:endParaRPr lang="en-US" dirty="0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DEE648-0B22-4684-A888-DEB1CE6260BA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55A04C-D082-4B30-8565-236556BDD91C}" type="datetimeFigureOut">
              <a:rPr lang="en-US"/>
              <a:pPr>
                <a:defRPr/>
              </a:pPr>
              <a:t>5/21/2026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D6D829-2DC4-4B7D-B12C-FDD216EF07FE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43085A-46E4-429D-86C3-B3CDAC36DAFB}" type="datetimeFigureOut">
              <a:rPr lang="en-US"/>
              <a:pPr>
                <a:defRPr/>
              </a:pPr>
              <a:t>5/21/2026</a:t>
            </a:fld>
            <a:endParaRPr lang="en-US" dirty="0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732C7-0A09-4095-98E8-F693C2579E3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270D8-9F80-4CBC-9EEB-40BF8E1F9541}" type="datetimeFigureOut">
              <a:rPr lang="en-US"/>
              <a:pPr>
                <a:defRPr/>
              </a:pPr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6B142B-9F3F-466D-9D5E-77E7230DF7FC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44C27D-6266-4BC5-9F9E-701F440BBF98}" type="datetimeFigureOut">
              <a:rPr lang="en-US"/>
              <a:pPr>
                <a:defRPr/>
              </a:pPr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C74873-7D28-4297-9E3C-7A8D1F19C832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3A4E31BE-3B20-405B-8063-BB6777AF4DB8}" type="datetimeFigureOut">
              <a:rPr lang="en-US"/>
              <a:pPr>
                <a:defRPr/>
              </a:pPr>
              <a:t>5/21/2026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69667343-960E-49C7-A8DE-9C4E42370238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bit.ly/3Liwkui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Course </a:t>
            </a:r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https://bit.ly/3Liwkui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" name="Picture 2" descr="Related im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2743200"/>
            <a:ext cx="3810000" cy="2543175"/>
          </a:xfrm>
          <a:prstGeom prst="rect">
            <a:avLst/>
          </a:prstGeom>
          <a:noFill/>
        </p:spPr>
      </p:pic>
      <p:pic>
        <p:nvPicPr>
          <p:cNvPr id="5" name="Picture 6" descr="Related image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00400" y="2819400"/>
            <a:ext cx="2381250" cy="2381250"/>
          </a:xfrm>
          <a:prstGeom prst="rect">
            <a:avLst/>
          </a:prstGeom>
          <a:noFill/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715000" y="2533650"/>
            <a:ext cx="2952750" cy="2952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25234</TotalTime>
  <Words>5</Words>
  <Application>Microsoft Office PowerPoint</Application>
  <PresentationFormat>On-screen Show (4:3)</PresentationFormat>
  <Paragraphs>2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Course Introduction</vt:lpstr>
    </vt:vector>
  </TitlesOfParts>
  <Company>HuyBien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NgoHuyBien</dc:creator>
  <cp:lastModifiedBy>Ngo Huy Bien</cp:lastModifiedBy>
  <cp:revision>8468</cp:revision>
  <dcterms:created xsi:type="dcterms:W3CDTF">2007-10-06T08:25:13Z</dcterms:created>
  <dcterms:modified xsi:type="dcterms:W3CDTF">2026-05-21T11:48:04Z</dcterms:modified>
</cp:coreProperties>
</file>