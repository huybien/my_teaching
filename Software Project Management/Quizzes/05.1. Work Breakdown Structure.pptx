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jBR9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Breakdown Structure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https://bit.ly/3jBR9ma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4050" y="24574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2711450"/>
            <a:ext cx="4944110" cy="269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25238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Work Breakdown Structure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8466</cp:revision>
  <dcterms:created xsi:type="dcterms:W3CDTF">2007-10-06T08:25:13Z</dcterms:created>
  <dcterms:modified xsi:type="dcterms:W3CDTF">2023-06-28T18:24:28Z</dcterms:modified>
</cp:coreProperties>
</file>