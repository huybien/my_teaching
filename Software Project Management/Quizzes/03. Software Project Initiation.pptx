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3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6/4/2026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gqFXq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</a:t>
            </a:r>
            <a:r>
              <a:rPr lang="en-US" smtClean="0"/>
              <a:t>Project </a:t>
            </a:r>
            <a:r>
              <a:rPr lang="en-US" smtClean="0"/>
              <a:t>Initiation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https://bit.ly/3gqFXqb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34050" y="243840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https://www.syntacticsinc.com/wp-content/uploads/2021/01/Must-Have-Technical-Skills-of-a-Website-Project-Manager-Project-Manager-Facilitating-a-Meeting-with-Development-Tea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19200" y="2895600"/>
            <a:ext cx="3810000" cy="23812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25327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Software Project Initiation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8461</cp:revision>
  <dcterms:created xsi:type="dcterms:W3CDTF">2007-10-06T08:25:13Z</dcterms:created>
  <dcterms:modified xsi:type="dcterms:W3CDTF">2026-06-04T13:19:57Z</dcterms:modified>
</cp:coreProperties>
</file>