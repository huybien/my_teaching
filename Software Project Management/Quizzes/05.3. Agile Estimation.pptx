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3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6/29/2023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6/29/2023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yszu9w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Agile Estimation 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https://bit.ly/3yszu9w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0" y="251460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8200" y="2819400"/>
            <a:ext cx="4436110" cy="2626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25238</TotalTime>
  <Words>6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Agile Estimation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8475</cp:revision>
  <dcterms:created xsi:type="dcterms:W3CDTF">2007-10-06T08:25:13Z</dcterms:created>
  <dcterms:modified xsi:type="dcterms:W3CDTF">2023-06-28T18:29:43Z</dcterms:modified>
</cp:coreProperties>
</file>