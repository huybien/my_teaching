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2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Qg2Q4v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Software Team Management Quiz 01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bit.ly/3Qg2Q4v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5908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AutoShape 4" descr="https://www.siteware.co/wp-content/webp-express/webp-images/doc-root/wp-content/uploads/2023/04/team-management.png.webp"/>
          <p:cNvSpPr>
            <a:spLocks noChangeAspect="1" noChangeArrowheads="1"/>
          </p:cNvSpPr>
          <p:nvPr/>
        </p:nvSpPr>
        <p:spPr bwMode="auto">
          <a:xfrm>
            <a:off x="155575" y="-2590800"/>
            <a:ext cx="9591675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https://www.siteware.co/wp-content/webp-express/webp-images/doc-root/wp-content/uploads/2023/04/team-management.png.webp"/>
          <p:cNvSpPr>
            <a:spLocks noChangeAspect="1" noChangeArrowheads="1"/>
          </p:cNvSpPr>
          <p:nvPr/>
        </p:nvSpPr>
        <p:spPr bwMode="auto">
          <a:xfrm>
            <a:off x="155575" y="-2590800"/>
            <a:ext cx="9591675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https://www.siteware.co/wp-content/webp-express/webp-images/doc-root/wp-content/uploads/2023/04/team-management.png.webp"/>
          <p:cNvSpPr>
            <a:spLocks noChangeAspect="1" noChangeArrowheads="1"/>
          </p:cNvSpPr>
          <p:nvPr/>
        </p:nvSpPr>
        <p:spPr bwMode="auto">
          <a:xfrm>
            <a:off x="155575" y="-2590800"/>
            <a:ext cx="9591675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6" name="AutoShape 12" descr="C:\Users\admin\Downloads\team-management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C:\Users\admin\Downloads\team-management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40" name="Picture 16" descr="https://www.letsroam.com/explorer/wp-content/uploads/sites/10/2020/08/shutterstock_73548919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2819400"/>
            <a:ext cx="3810000" cy="25412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25274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Team Management Quiz 01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8499</cp:revision>
  <dcterms:created xsi:type="dcterms:W3CDTF">2007-10-06T08:25:13Z</dcterms:created>
  <dcterms:modified xsi:type="dcterms:W3CDTF">2023-10-12T19:37:25Z</dcterms:modified>
</cp:coreProperties>
</file>