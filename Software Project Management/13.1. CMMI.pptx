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diagrams/drawing2.xml" ContentType="application/vnd.ms-office.drawingml.diagramDrawing+xml"/>
  <Override PartName="/ppt/diagrams/data17.xml" ContentType="application/vnd.openxmlformats-officedocument.drawingml.diagramData+xml"/>
  <Override PartName="/ppt/diagrams/colors22.xml" ContentType="application/vnd.openxmlformats-officedocument.drawingml.diagramColor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colors11.xml" ContentType="application/vnd.openxmlformats-officedocument.drawingml.diagramColors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Override PartName="/ppt/diagrams/data13.xml" ContentType="application/vnd.openxmlformats-officedocument.drawingml.diagramData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diagrams/quickStyle17.xml" ContentType="application/vnd.openxmlformats-officedocument.drawingml.diagramStyle+xml"/>
  <Override PartName="/ppt/diagrams/drawing18.xml" ContentType="application/vnd.ms-office.drawingml.diagramDrawing+xml"/>
  <Override PartName="/ppt/diagrams/data20.xml" ContentType="application/vnd.openxmlformats-officedocument.drawingml.diagramData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layout17.xml" ContentType="application/vnd.openxmlformats-officedocument.drawingml.diagramLayout+xml"/>
  <Override PartName="/ppt/diagrams/colors8.xml" ContentType="application/vnd.openxmlformats-officedocument.drawingml.diagramColors+xml"/>
  <Override PartName="/ppt/diagrams/quickStyle13.xml" ContentType="application/vnd.openxmlformats-officedocument.drawingml.diagramStyle+xml"/>
  <Override PartName="/ppt/diagrams/drawing14.xml" ContentType="application/vnd.ms-office.drawingml.diagramDrawing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rawing7.xml" ContentType="application/vnd.ms-office.drawingml.diagramDrawing+xml"/>
  <Override PartName="/ppt/diagrams/layout13.xml" ContentType="application/vnd.openxmlformats-officedocument.drawingml.diagramLayout+xml"/>
  <Override PartName="/ppt/diagrams/quickStyle20.xml" ContentType="application/vnd.openxmlformats-officedocument.drawingml.diagramStyle+xml"/>
  <Override PartName="/ppt/diagrams/drawing21.xml" ContentType="application/vnd.ms-office.drawingml.diagramDrawing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drawing10.xml" ContentType="application/vnd.ms-office.drawingml.diagramDrawing+xml"/>
  <Override PartName="/ppt/diagrams/colors16.xml" ContentType="application/vnd.openxmlformats-officedocument.drawingml.diagramColors+xml"/>
  <Override PartName="/ppt/diagrams/data18.xml" ContentType="application/vnd.openxmlformats-officedocument.drawingml.diagramData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drawing3.xml" ContentType="application/vnd.ms-office.drawingml.diagramDrawing+xml"/>
  <Override PartName="/ppt/diagrams/colors12.xml" ContentType="application/vnd.openxmlformats-officedocument.drawingml.diagramColors+xml"/>
  <Override PartName="/ppt/diagrams/layout20.xml" ContentType="application/vnd.openxmlformats-officedocument.drawingml.diagramLayout+xml"/>
  <Override PartName="/ppt/diagrams/colors23.xml" ContentType="application/vnd.openxmlformats-officedocument.drawingml.diagramColors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ata14.xml" ContentType="application/vnd.openxmlformats-officedocument.drawingml.diagramData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drawing19.xml" ContentType="application/vnd.ms-office.drawingml.diagramDrawing+xml"/>
  <Override PartName="/ppt/diagrams/data21.xml" ContentType="application/vnd.openxmlformats-officedocument.drawingml.diagramData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diagrams/layout6.xml" ContentType="application/vnd.openxmlformats-officedocument.drawingml.diagramLayout+xml"/>
  <Override PartName="/ppt/diagrams/data10.xml" ContentType="application/vnd.openxmlformats-officedocument.drawingml.diagramData+xml"/>
  <Override PartName="/ppt/diagrams/quickStyle18.xml" ContentType="application/vnd.openxmlformats-officedocument.drawingml.diagramStyl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diagrams/drawing15.xml" ContentType="application/vnd.ms-office.drawingml.diagramDrawing+xml"/>
  <Override PartName="/ppt/diagrams/layout18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rawing8.xml" ContentType="application/vnd.ms-office.drawingml.diagramDrawing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drawing11.xml" ContentType="application/vnd.ms-office.drawingml.diagramDrawing+xml"/>
  <Override PartName="/ppt/diagrams/layout14.xml" ContentType="application/vnd.openxmlformats-officedocument.drawingml.diagramLayout+xml"/>
  <Override PartName="/ppt/diagrams/colors17.xml" ContentType="application/vnd.openxmlformats-officedocument.drawingml.diagramColors+xml"/>
  <Override PartName="/ppt/diagrams/quickStyle21.xml" ContentType="application/vnd.openxmlformats-officedocument.drawingml.diagramStyle+xml"/>
  <Override PartName="/ppt/diagrams/drawing22.xml" ContentType="application/vnd.ms-office.drawingml.diagramDrawing+xml"/>
  <Override PartName="/ppt/handoutMasters/handoutMaster1.xml" ContentType="application/vnd.openxmlformats-officedocument.presentationml.handoutMaster+xml"/>
  <Override PartName="/ppt/diagrams/drawing4.xml" ContentType="application/vnd.ms-office.drawingml.diagramDrawing+xml"/>
  <Override PartName="/ppt/diagrams/data19.xml" ContentType="application/vnd.openxmlformats-officedocument.drawingml.diagramData+xml"/>
  <Override PartName="/ppt/diagrams/layout21.xml" ContentType="application/vnd.openxmlformats-officedocument.drawingml.diagramLayou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diagrams/data15.xml" ContentType="application/vnd.openxmlformats-officedocument.drawingml.diagramData+xml"/>
  <Override PartName="/ppt/diagrams/colors20.xml" ContentType="application/vnd.openxmlformats-officedocument.drawingml.diagramColor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diagrams/data11.xml" ContentType="application/vnd.openxmlformats-officedocument.drawingml.diagramData+xml"/>
  <Override PartName="/ppt/diagrams/quickStyle19.xml" ContentType="application/vnd.openxmlformats-officedocument.drawingml.diagramStyle+xml"/>
  <Override PartName="/ppt/diagrams/data22.xml" ContentType="application/vnd.openxmlformats-officedocument.drawingml.diagramData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diagrams/quickStyle15.xml" ContentType="application/vnd.openxmlformats-officedocument.drawingml.diagramStyle+xml"/>
  <Override PartName="/ppt/diagrams/drawing16.xml" ContentType="application/vnd.ms-office.drawingml.diagramDrawing+xml"/>
  <Override PartName="/ppt/diagrams/layout19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rawing9.xml" ContentType="application/vnd.ms-office.drawingml.diagramDrawing+xml"/>
  <Override PartName="/ppt/diagrams/layout15.xml" ContentType="application/vnd.openxmlformats-officedocument.drawingml.diagramLayout+xml"/>
  <Override PartName="/ppt/diagrams/quickStyle22.xml" ContentType="application/vnd.openxmlformats-officedocument.drawingml.diagramStyle+xml"/>
  <Override PartName="/ppt/diagrams/drawing23.xml" ContentType="application/vnd.ms-office.drawingml.diagramDrawing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diagrams/drawing12.xml" ContentType="application/vnd.ms-office.drawingml.diagramDrawing+xml"/>
  <Override PartName="/ppt/diagrams/colors18.xml" ContentType="application/vnd.openxmlformats-officedocument.drawingml.diagramColor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diagrams/drawing5.xml" ContentType="application/vnd.ms-office.drawingml.diagramDrawing+xml"/>
  <Override PartName="/ppt/diagrams/layout11.xml" ContentType="application/vnd.openxmlformats-officedocument.drawingml.diagramLayout+xml"/>
  <Override PartName="/ppt/diagrams/colors14.xml" ContentType="application/vnd.openxmlformats-officedocument.drawingml.diagramColors+xml"/>
  <Override PartName="/ppt/diagrams/layout22.xml" ContentType="application/vnd.openxmlformats-officedocument.drawingml.diagram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ata16.xml" ContentType="application/vnd.openxmlformats-officedocument.drawingml.diagramData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diagrams/colors10.xml" ContentType="application/vnd.openxmlformats-officedocument.drawingml.diagramColors+xml"/>
  <Override PartName="/ppt/diagrams/colors21.xml" ContentType="application/vnd.openxmlformats-officedocument.drawingml.diagramColors+xml"/>
  <Override PartName="/ppt/diagrams/data23.xml" ContentType="application/vnd.openxmlformats-officedocument.drawingml.diagramData+xml"/>
  <Override PartName="/ppt/slides/slide24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data9.xml" ContentType="application/vnd.openxmlformats-officedocument.drawingml.diagramData+xml"/>
  <Override PartName="/ppt/diagrams/quickStyle16.xml" ContentType="application/vnd.openxmlformats-officedocument.drawingml.diagramStyle+xml"/>
  <Override PartName="/ppt/diagrams/drawing17.xml" ContentType="application/vnd.ms-office.drawingml.diagramDrawing+xml"/>
  <Override PartName="/ppt/slides/slide20.xml" ContentType="application/vnd.openxmlformats-officedocument.presentationml.slide+xml"/>
  <Override PartName="/ppt/diagrams/layout4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quickStyle12.xml" ContentType="application/vnd.openxmlformats-officedocument.drawingml.diagramStyle+xml"/>
  <Override PartName="/ppt/diagrams/drawing13.xml" ContentType="application/vnd.ms-office.drawingml.diagramDrawing+xml"/>
  <Override PartName="/ppt/diagrams/layout16.xml" ContentType="application/vnd.openxmlformats-officedocument.drawingml.diagramLayout+xml"/>
  <Override PartName="/ppt/diagrams/colors19.xml" ContentType="application/vnd.openxmlformats-officedocument.drawingml.diagramColors+xml"/>
  <Override PartName="/ppt/diagrams/quickStyle23.xml" ContentType="application/vnd.openxmlformats-officedocument.drawingml.diagramStyle+xml"/>
  <Override PartName="/ppt/diagrams/drawing6.xml" ContentType="application/vnd.ms-office.drawingml.diagramDrawing+xml"/>
  <Override PartName="/ppt/diagrams/drawing20.xml" ContentType="application/vnd.ms-office.drawingml.diagramDrawing+xml"/>
  <Override PartName="/ppt/diagrams/layout23.xml" ContentType="application/vnd.openxmlformats-officedocument.drawingml.diagramLayout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diagrams/colors15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8" r:id="rId2"/>
    <p:sldId id="279" r:id="rId3"/>
    <p:sldId id="285" r:id="rId4"/>
    <p:sldId id="310" r:id="rId5"/>
    <p:sldId id="312" r:id="rId6"/>
    <p:sldId id="311" r:id="rId7"/>
    <p:sldId id="289" r:id="rId8"/>
    <p:sldId id="305" r:id="rId9"/>
    <p:sldId id="306" r:id="rId10"/>
    <p:sldId id="316" r:id="rId11"/>
    <p:sldId id="318" r:id="rId12"/>
    <p:sldId id="313" r:id="rId13"/>
    <p:sldId id="317" r:id="rId14"/>
    <p:sldId id="291" r:id="rId15"/>
    <p:sldId id="326" r:id="rId16"/>
    <p:sldId id="292" r:id="rId17"/>
    <p:sldId id="294" r:id="rId18"/>
    <p:sldId id="337" r:id="rId19"/>
    <p:sldId id="338" r:id="rId20"/>
    <p:sldId id="339" r:id="rId21"/>
    <p:sldId id="327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282" r:id="rId30"/>
    <p:sldId id="284" r:id="rId31"/>
    <p:sldId id="281" r:id="rId32"/>
    <p:sldId id="280" r:id="rId33"/>
    <p:sldId id="298" r:id="rId34"/>
    <p:sldId id="299" r:id="rId35"/>
    <p:sldId id="300" r:id="rId36"/>
    <p:sldId id="301" r:id="rId37"/>
    <p:sldId id="302" r:id="rId38"/>
    <p:sldId id="334" r:id="rId39"/>
    <p:sldId id="335" r:id="rId40"/>
    <p:sldId id="340" r:id="rId41"/>
    <p:sldId id="330" r:id="rId42"/>
    <p:sldId id="331" r:id="rId43"/>
    <p:sldId id="303" r:id="rId44"/>
    <p:sldId id="304" r:id="rId45"/>
    <p:sldId id="315" r:id="rId46"/>
    <p:sldId id="314" r:id="rId47"/>
    <p:sldId id="286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1176" autoAdjust="0"/>
    <p:restoredTop sz="94660"/>
  </p:normalViewPr>
  <p:slideViewPr>
    <p:cSldViewPr>
      <p:cViewPr>
        <p:scale>
          <a:sx n="60" d="100"/>
          <a:sy n="60" d="100"/>
        </p:scale>
        <p:origin x="-1186" y="-1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288D9E-B4AD-45BD-ACF1-05B8AEDDC482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8B410D-6F26-4BC8-98F6-64920ACC6924}">
      <dgm:prSet phldrT="[Text]"/>
      <dgm:spPr/>
      <dgm:t>
        <a:bodyPr/>
        <a:lstStyle/>
        <a:p>
          <a:r>
            <a:rPr lang="en-US" dirty="0" smtClean="0"/>
            <a:t>SG1: Managed Requirements</a:t>
          </a:r>
          <a:endParaRPr lang="en-US" dirty="0"/>
        </a:p>
      </dgm:t>
    </dgm:pt>
    <dgm:pt modelId="{90A7F0E1-AAC4-4D25-88EC-1AF16186CB81}" type="parTrans" cxnId="{56F2A991-CCA6-49CB-9F21-11C0156A59FC}">
      <dgm:prSet/>
      <dgm:spPr/>
      <dgm:t>
        <a:bodyPr/>
        <a:lstStyle/>
        <a:p>
          <a:endParaRPr lang="en-US"/>
        </a:p>
      </dgm:t>
    </dgm:pt>
    <dgm:pt modelId="{AAAE9305-2A56-466B-B748-A5DC3058F142}" type="sibTrans" cxnId="{56F2A991-CCA6-49CB-9F21-11C0156A59FC}">
      <dgm:prSet/>
      <dgm:spPr/>
      <dgm:t>
        <a:bodyPr/>
        <a:lstStyle/>
        <a:p>
          <a:endParaRPr lang="en-US"/>
        </a:p>
      </dgm:t>
    </dgm:pt>
    <dgm:pt modelId="{E370DD09-A901-4B93-8BFB-12C624994327}">
      <dgm:prSet phldrT="[Text]" custT="1"/>
      <dgm:spPr/>
      <dgm:t>
        <a:bodyPr/>
        <a:lstStyle/>
        <a:p>
          <a:pPr algn="l"/>
          <a:r>
            <a:rPr lang="en-US" sz="2200" dirty="0" smtClean="0"/>
            <a:t>SP1.1: Obtain an understanding of requirements</a:t>
          </a:r>
          <a:endParaRPr lang="en-US" sz="2200" dirty="0"/>
        </a:p>
      </dgm:t>
    </dgm:pt>
    <dgm:pt modelId="{8CFAA2D5-3C28-42C8-941D-CD202C91534C}" type="parTrans" cxnId="{62449D12-854B-4296-910B-F21472C431B0}">
      <dgm:prSet/>
      <dgm:spPr/>
      <dgm:t>
        <a:bodyPr/>
        <a:lstStyle/>
        <a:p>
          <a:endParaRPr lang="en-US"/>
        </a:p>
      </dgm:t>
    </dgm:pt>
    <dgm:pt modelId="{B0A64E5A-32F9-47B1-A9A5-2CDE6E4BB433}" type="sibTrans" cxnId="{62449D12-854B-4296-910B-F21472C431B0}">
      <dgm:prSet/>
      <dgm:spPr/>
      <dgm:t>
        <a:bodyPr/>
        <a:lstStyle/>
        <a:p>
          <a:endParaRPr lang="en-US"/>
        </a:p>
      </dgm:t>
    </dgm:pt>
    <dgm:pt modelId="{A5C50036-B90E-4E01-BBAC-B27ADA2D5DF9}">
      <dgm:prSet phldrT="[Text]" custT="1"/>
      <dgm:spPr/>
      <dgm:t>
        <a:bodyPr/>
        <a:lstStyle/>
        <a:p>
          <a:pPr algn="l"/>
          <a:r>
            <a:rPr lang="en-US" sz="2200" dirty="0" smtClean="0"/>
            <a:t>SP1.2: Obtain commitment to requirements</a:t>
          </a:r>
          <a:endParaRPr lang="en-US" sz="2200" dirty="0"/>
        </a:p>
      </dgm:t>
    </dgm:pt>
    <dgm:pt modelId="{002A03BE-018A-45ED-B75C-E42F15434AB9}" type="parTrans" cxnId="{36C2D4B8-607A-4C23-A1BA-9C9AF541528E}">
      <dgm:prSet/>
      <dgm:spPr/>
      <dgm:t>
        <a:bodyPr/>
        <a:lstStyle/>
        <a:p>
          <a:endParaRPr lang="en-US"/>
        </a:p>
      </dgm:t>
    </dgm:pt>
    <dgm:pt modelId="{FAD51C81-986A-425E-B764-7972E5639433}" type="sibTrans" cxnId="{36C2D4B8-607A-4C23-A1BA-9C9AF541528E}">
      <dgm:prSet/>
      <dgm:spPr/>
      <dgm:t>
        <a:bodyPr/>
        <a:lstStyle/>
        <a:p>
          <a:endParaRPr lang="en-US"/>
        </a:p>
      </dgm:t>
    </dgm:pt>
    <dgm:pt modelId="{24C9181A-F82B-4DAD-81BC-B9924A649BC1}">
      <dgm:prSet phldrT="[Text]" custT="1"/>
      <dgm:spPr/>
      <dgm:t>
        <a:bodyPr/>
        <a:lstStyle/>
        <a:p>
          <a:pPr algn="l"/>
          <a:r>
            <a:rPr lang="en-US" sz="2200" dirty="0" smtClean="0"/>
            <a:t>SP1.3: Manage requirements changes</a:t>
          </a:r>
          <a:endParaRPr lang="en-US" sz="2200" dirty="0"/>
        </a:p>
      </dgm:t>
    </dgm:pt>
    <dgm:pt modelId="{C89B1BD2-369D-4ABE-A173-6A555FF3F9A4}" type="parTrans" cxnId="{24C0276E-CC06-46B8-B6AE-8485D47DB389}">
      <dgm:prSet/>
      <dgm:spPr/>
      <dgm:t>
        <a:bodyPr/>
        <a:lstStyle/>
        <a:p>
          <a:endParaRPr lang="en-US"/>
        </a:p>
      </dgm:t>
    </dgm:pt>
    <dgm:pt modelId="{08931EA5-91C9-4812-803D-07F119210C27}" type="sibTrans" cxnId="{24C0276E-CC06-46B8-B6AE-8485D47DB389}">
      <dgm:prSet/>
      <dgm:spPr/>
      <dgm:t>
        <a:bodyPr/>
        <a:lstStyle/>
        <a:p>
          <a:endParaRPr lang="en-US"/>
        </a:p>
      </dgm:t>
    </dgm:pt>
    <dgm:pt modelId="{9E0B483C-07D0-4EAA-BB75-8A96A761FDD9}">
      <dgm:prSet phldrT="[Text]" custT="1"/>
      <dgm:spPr/>
      <dgm:t>
        <a:bodyPr/>
        <a:lstStyle/>
        <a:p>
          <a:pPr algn="l"/>
          <a:r>
            <a:rPr lang="en-US" sz="2200" dirty="0" smtClean="0"/>
            <a:t>SP1.4: Maintain bi-directional traceability of requirements</a:t>
          </a:r>
          <a:endParaRPr lang="en-US" sz="2200" dirty="0"/>
        </a:p>
      </dgm:t>
    </dgm:pt>
    <dgm:pt modelId="{82868F54-F40F-49EA-B9A9-2B00CFEE7066}" type="parTrans" cxnId="{CD62F4E6-98E0-46FC-9DFE-A13BD5DEBD32}">
      <dgm:prSet/>
      <dgm:spPr/>
      <dgm:t>
        <a:bodyPr/>
        <a:lstStyle/>
        <a:p>
          <a:endParaRPr lang="en-US"/>
        </a:p>
      </dgm:t>
    </dgm:pt>
    <dgm:pt modelId="{FF630D36-1DD1-420E-89D9-394C02F7779A}" type="sibTrans" cxnId="{CD62F4E6-98E0-46FC-9DFE-A13BD5DEBD32}">
      <dgm:prSet/>
      <dgm:spPr/>
      <dgm:t>
        <a:bodyPr/>
        <a:lstStyle/>
        <a:p>
          <a:endParaRPr lang="en-US"/>
        </a:p>
      </dgm:t>
    </dgm:pt>
    <dgm:pt modelId="{68CD5E0B-08F5-4D9E-AA48-9933472F270A}">
      <dgm:prSet phldrT="[Text]" custT="1"/>
      <dgm:spPr/>
      <dgm:t>
        <a:bodyPr/>
        <a:lstStyle/>
        <a:p>
          <a:pPr algn="l"/>
          <a:r>
            <a:rPr lang="en-US" sz="2200" dirty="0" smtClean="0"/>
            <a:t>SP1.5: Identify inconsistencies between project work and requirements</a:t>
          </a:r>
          <a:endParaRPr lang="en-US" sz="2200" dirty="0"/>
        </a:p>
      </dgm:t>
    </dgm:pt>
    <dgm:pt modelId="{39E5FFB5-3140-4DD9-961D-8D8AFA2E32FE}" type="parTrans" cxnId="{7A657734-D9D6-433C-8918-B80760237532}">
      <dgm:prSet/>
      <dgm:spPr/>
      <dgm:t>
        <a:bodyPr/>
        <a:lstStyle/>
        <a:p>
          <a:endParaRPr lang="en-US"/>
        </a:p>
      </dgm:t>
    </dgm:pt>
    <dgm:pt modelId="{1278A504-9816-4369-87B8-511D0CE14D3A}" type="sibTrans" cxnId="{7A657734-D9D6-433C-8918-B80760237532}">
      <dgm:prSet/>
      <dgm:spPr/>
      <dgm:t>
        <a:bodyPr/>
        <a:lstStyle/>
        <a:p>
          <a:endParaRPr lang="en-US"/>
        </a:p>
      </dgm:t>
    </dgm:pt>
    <dgm:pt modelId="{AA0D6AAD-F561-4EF8-BB69-E06A261ACA95}" type="pres">
      <dgm:prSet presAssocID="{5D288D9E-B4AD-45BD-ACF1-05B8AEDDC48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ED7C8D6-B57B-4EA2-90B7-82896DACCFB1}" type="pres">
      <dgm:prSet presAssocID="{2D8B410D-6F26-4BC8-98F6-64920ACC6924}" presName="root" presStyleCnt="0"/>
      <dgm:spPr/>
    </dgm:pt>
    <dgm:pt modelId="{4A890AA2-CC42-45BE-9D4F-43BB92174AF1}" type="pres">
      <dgm:prSet presAssocID="{2D8B410D-6F26-4BC8-98F6-64920ACC6924}" presName="rootComposite" presStyleCnt="0"/>
      <dgm:spPr/>
    </dgm:pt>
    <dgm:pt modelId="{60268A99-6BBD-40E7-A6BE-B200802E3BB9}" type="pres">
      <dgm:prSet presAssocID="{2D8B410D-6F26-4BC8-98F6-64920ACC6924}" presName="rootText" presStyleLbl="node1" presStyleIdx="0" presStyleCnt="1" custScaleX="469851"/>
      <dgm:spPr/>
      <dgm:t>
        <a:bodyPr/>
        <a:lstStyle/>
        <a:p>
          <a:endParaRPr lang="en-US"/>
        </a:p>
      </dgm:t>
    </dgm:pt>
    <dgm:pt modelId="{6433383A-1AB6-4B51-865E-1C9A1FABCEF3}" type="pres">
      <dgm:prSet presAssocID="{2D8B410D-6F26-4BC8-98F6-64920ACC6924}" presName="rootConnector" presStyleLbl="node1" presStyleIdx="0" presStyleCnt="1"/>
      <dgm:spPr/>
      <dgm:t>
        <a:bodyPr/>
        <a:lstStyle/>
        <a:p>
          <a:endParaRPr lang="en-US"/>
        </a:p>
      </dgm:t>
    </dgm:pt>
    <dgm:pt modelId="{F497C4DB-2679-4C21-B477-3C31CD36BA49}" type="pres">
      <dgm:prSet presAssocID="{2D8B410D-6F26-4BC8-98F6-64920ACC6924}" presName="childShape" presStyleCnt="0"/>
      <dgm:spPr/>
    </dgm:pt>
    <dgm:pt modelId="{75B1E9C8-9B79-41B8-836F-D9681B5E6736}" type="pres">
      <dgm:prSet presAssocID="{8CFAA2D5-3C28-42C8-941D-CD202C91534C}" presName="Name13" presStyleLbl="parChTrans1D2" presStyleIdx="0" presStyleCnt="5"/>
      <dgm:spPr/>
      <dgm:t>
        <a:bodyPr/>
        <a:lstStyle/>
        <a:p>
          <a:endParaRPr lang="en-US"/>
        </a:p>
      </dgm:t>
    </dgm:pt>
    <dgm:pt modelId="{8AF3615E-2F0A-4C6F-8129-7DC327269C72}" type="pres">
      <dgm:prSet presAssocID="{E370DD09-A901-4B93-8BFB-12C624994327}" presName="childText" presStyleLbl="bgAcc1" presStyleIdx="0" presStyleCnt="5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9A2895-58A1-4478-BC42-8FE5D431B63F}" type="pres">
      <dgm:prSet presAssocID="{002A03BE-018A-45ED-B75C-E42F15434AB9}" presName="Name13" presStyleLbl="parChTrans1D2" presStyleIdx="1" presStyleCnt="5"/>
      <dgm:spPr/>
      <dgm:t>
        <a:bodyPr/>
        <a:lstStyle/>
        <a:p>
          <a:endParaRPr lang="en-US"/>
        </a:p>
      </dgm:t>
    </dgm:pt>
    <dgm:pt modelId="{9E62C2A5-6E1E-4CC0-A6B7-E3292E770BA5}" type="pres">
      <dgm:prSet presAssocID="{A5C50036-B90E-4E01-BBAC-B27ADA2D5DF9}" presName="childText" presStyleLbl="bgAcc1" presStyleIdx="1" presStyleCnt="5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72A0C3-4A5B-4122-9C0F-94377E9A66CF}" type="pres">
      <dgm:prSet presAssocID="{C89B1BD2-369D-4ABE-A173-6A555FF3F9A4}" presName="Name13" presStyleLbl="parChTrans1D2" presStyleIdx="2" presStyleCnt="5"/>
      <dgm:spPr/>
      <dgm:t>
        <a:bodyPr/>
        <a:lstStyle/>
        <a:p>
          <a:endParaRPr lang="en-US"/>
        </a:p>
      </dgm:t>
    </dgm:pt>
    <dgm:pt modelId="{86DB9EC1-1CF1-45AF-81FD-84998106E3AC}" type="pres">
      <dgm:prSet presAssocID="{24C9181A-F82B-4DAD-81BC-B9924A649BC1}" presName="childText" presStyleLbl="bgAcc1" presStyleIdx="2" presStyleCnt="5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B6D892-E63B-44C9-8A6B-A9EE4D6431C8}" type="pres">
      <dgm:prSet presAssocID="{82868F54-F40F-49EA-B9A9-2B00CFEE7066}" presName="Name13" presStyleLbl="parChTrans1D2" presStyleIdx="3" presStyleCnt="5"/>
      <dgm:spPr/>
      <dgm:t>
        <a:bodyPr/>
        <a:lstStyle/>
        <a:p>
          <a:endParaRPr lang="en-US"/>
        </a:p>
      </dgm:t>
    </dgm:pt>
    <dgm:pt modelId="{20EA488A-AC12-483E-85E2-70C1CFDBE425}" type="pres">
      <dgm:prSet presAssocID="{9E0B483C-07D0-4EAA-BB75-8A96A761FDD9}" presName="childText" presStyleLbl="bgAcc1" presStyleIdx="3" presStyleCnt="5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4718CF-09F1-48B1-9CED-EB5EF98D6A86}" type="pres">
      <dgm:prSet presAssocID="{39E5FFB5-3140-4DD9-961D-8D8AFA2E32FE}" presName="Name13" presStyleLbl="parChTrans1D2" presStyleIdx="4" presStyleCnt="5"/>
      <dgm:spPr/>
      <dgm:t>
        <a:bodyPr/>
        <a:lstStyle/>
        <a:p>
          <a:endParaRPr lang="en-US"/>
        </a:p>
      </dgm:t>
    </dgm:pt>
    <dgm:pt modelId="{B028897F-F6BC-4261-8BB7-D8A2FBCC6A27}" type="pres">
      <dgm:prSet presAssocID="{68CD5E0B-08F5-4D9E-AA48-9933472F270A}" presName="childText" presStyleLbl="bgAcc1" presStyleIdx="4" presStyleCnt="5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A6CF114-DD63-44B1-AA98-796AA21F3080}" type="presOf" srcId="{C89B1BD2-369D-4ABE-A173-6A555FF3F9A4}" destId="{1372A0C3-4A5B-4122-9C0F-94377E9A66CF}" srcOrd="0" destOrd="0" presId="urn:microsoft.com/office/officeart/2005/8/layout/hierarchy3"/>
    <dgm:cxn modelId="{CD62F4E6-98E0-46FC-9DFE-A13BD5DEBD32}" srcId="{2D8B410D-6F26-4BC8-98F6-64920ACC6924}" destId="{9E0B483C-07D0-4EAA-BB75-8A96A761FDD9}" srcOrd="3" destOrd="0" parTransId="{82868F54-F40F-49EA-B9A9-2B00CFEE7066}" sibTransId="{FF630D36-1DD1-420E-89D9-394C02F7779A}"/>
    <dgm:cxn modelId="{EC3F110B-8570-4A5A-B231-8E903D1E0D8F}" type="presOf" srcId="{9E0B483C-07D0-4EAA-BB75-8A96A761FDD9}" destId="{20EA488A-AC12-483E-85E2-70C1CFDBE425}" srcOrd="0" destOrd="0" presId="urn:microsoft.com/office/officeart/2005/8/layout/hierarchy3"/>
    <dgm:cxn modelId="{7A657734-D9D6-433C-8918-B80760237532}" srcId="{2D8B410D-6F26-4BC8-98F6-64920ACC6924}" destId="{68CD5E0B-08F5-4D9E-AA48-9933472F270A}" srcOrd="4" destOrd="0" parTransId="{39E5FFB5-3140-4DD9-961D-8D8AFA2E32FE}" sibTransId="{1278A504-9816-4369-87B8-511D0CE14D3A}"/>
    <dgm:cxn modelId="{C89F15B0-C486-44A0-A789-C773B296B192}" type="presOf" srcId="{A5C50036-B90E-4E01-BBAC-B27ADA2D5DF9}" destId="{9E62C2A5-6E1E-4CC0-A6B7-E3292E770BA5}" srcOrd="0" destOrd="0" presId="urn:microsoft.com/office/officeart/2005/8/layout/hierarchy3"/>
    <dgm:cxn modelId="{B2EF53E8-FD1B-4BDE-A380-E5AF9C355D48}" type="presOf" srcId="{002A03BE-018A-45ED-B75C-E42F15434AB9}" destId="{E19A2895-58A1-4478-BC42-8FE5D431B63F}" srcOrd="0" destOrd="0" presId="urn:microsoft.com/office/officeart/2005/8/layout/hierarchy3"/>
    <dgm:cxn modelId="{36C2D4B8-607A-4C23-A1BA-9C9AF541528E}" srcId="{2D8B410D-6F26-4BC8-98F6-64920ACC6924}" destId="{A5C50036-B90E-4E01-BBAC-B27ADA2D5DF9}" srcOrd="1" destOrd="0" parTransId="{002A03BE-018A-45ED-B75C-E42F15434AB9}" sibTransId="{FAD51C81-986A-425E-B764-7972E5639433}"/>
    <dgm:cxn modelId="{6342ED2C-04D6-4099-816F-21C18D240C8B}" type="presOf" srcId="{2D8B410D-6F26-4BC8-98F6-64920ACC6924}" destId="{60268A99-6BBD-40E7-A6BE-B200802E3BB9}" srcOrd="0" destOrd="0" presId="urn:microsoft.com/office/officeart/2005/8/layout/hierarchy3"/>
    <dgm:cxn modelId="{979D081D-4D5D-4B6A-B778-E1FAA1BB2C87}" type="presOf" srcId="{5D288D9E-B4AD-45BD-ACF1-05B8AEDDC482}" destId="{AA0D6AAD-F561-4EF8-BB69-E06A261ACA95}" srcOrd="0" destOrd="0" presId="urn:microsoft.com/office/officeart/2005/8/layout/hierarchy3"/>
    <dgm:cxn modelId="{47BBD87D-9154-4B6B-A157-78FE9134B5E7}" type="presOf" srcId="{8CFAA2D5-3C28-42C8-941D-CD202C91534C}" destId="{75B1E9C8-9B79-41B8-836F-D9681B5E6736}" srcOrd="0" destOrd="0" presId="urn:microsoft.com/office/officeart/2005/8/layout/hierarchy3"/>
    <dgm:cxn modelId="{24C0276E-CC06-46B8-B6AE-8485D47DB389}" srcId="{2D8B410D-6F26-4BC8-98F6-64920ACC6924}" destId="{24C9181A-F82B-4DAD-81BC-B9924A649BC1}" srcOrd="2" destOrd="0" parTransId="{C89B1BD2-369D-4ABE-A173-6A555FF3F9A4}" sibTransId="{08931EA5-91C9-4812-803D-07F119210C27}"/>
    <dgm:cxn modelId="{56F2A991-CCA6-49CB-9F21-11C0156A59FC}" srcId="{5D288D9E-B4AD-45BD-ACF1-05B8AEDDC482}" destId="{2D8B410D-6F26-4BC8-98F6-64920ACC6924}" srcOrd="0" destOrd="0" parTransId="{90A7F0E1-AAC4-4D25-88EC-1AF16186CB81}" sibTransId="{AAAE9305-2A56-466B-B748-A5DC3058F142}"/>
    <dgm:cxn modelId="{0DA36BA4-6642-4DAB-8AC2-A32F726FCD49}" type="presOf" srcId="{39E5FFB5-3140-4DD9-961D-8D8AFA2E32FE}" destId="{2E4718CF-09F1-48B1-9CED-EB5EF98D6A86}" srcOrd="0" destOrd="0" presId="urn:microsoft.com/office/officeart/2005/8/layout/hierarchy3"/>
    <dgm:cxn modelId="{3E3E88D3-DA16-48E6-BA19-3D3E4621EDB2}" type="presOf" srcId="{82868F54-F40F-49EA-B9A9-2B00CFEE7066}" destId="{28B6D892-E63B-44C9-8A6B-A9EE4D6431C8}" srcOrd="0" destOrd="0" presId="urn:microsoft.com/office/officeart/2005/8/layout/hierarchy3"/>
    <dgm:cxn modelId="{62449D12-854B-4296-910B-F21472C431B0}" srcId="{2D8B410D-6F26-4BC8-98F6-64920ACC6924}" destId="{E370DD09-A901-4B93-8BFB-12C624994327}" srcOrd="0" destOrd="0" parTransId="{8CFAA2D5-3C28-42C8-941D-CD202C91534C}" sibTransId="{B0A64E5A-32F9-47B1-A9A5-2CDE6E4BB433}"/>
    <dgm:cxn modelId="{50C285F8-522D-4658-85C9-20F77698F716}" type="presOf" srcId="{E370DD09-A901-4B93-8BFB-12C624994327}" destId="{8AF3615E-2F0A-4C6F-8129-7DC327269C72}" srcOrd="0" destOrd="0" presId="urn:microsoft.com/office/officeart/2005/8/layout/hierarchy3"/>
    <dgm:cxn modelId="{C67B871D-3066-420B-8C0A-33F0586BA2EE}" type="presOf" srcId="{2D8B410D-6F26-4BC8-98F6-64920ACC6924}" destId="{6433383A-1AB6-4B51-865E-1C9A1FABCEF3}" srcOrd="1" destOrd="0" presId="urn:microsoft.com/office/officeart/2005/8/layout/hierarchy3"/>
    <dgm:cxn modelId="{6B30E935-A350-4570-9185-6760B8283680}" type="presOf" srcId="{24C9181A-F82B-4DAD-81BC-B9924A649BC1}" destId="{86DB9EC1-1CF1-45AF-81FD-84998106E3AC}" srcOrd="0" destOrd="0" presId="urn:microsoft.com/office/officeart/2005/8/layout/hierarchy3"/>
    <dgm:cxn modelId="{1C84030E-A4E9-4FDD-98F4-0CEB76EDEBDB}" type="presOf" srcId="{68CD5E0B-08F5-4D9E-AA48-9933472F270A}" destId="{B028897F-F6BC-4261-8BB7-D8A2FBCC6A27}" srcOrd="0" destOrd="0" presId="urn:microsoft.com/office/officeart/2005/8/layout/hierarchy3"/>
    <dgm:cxn modelId="{843CFC2E-AE8C-4F8A-9A56-60E970CF73A0}" type="presParOf" srcId="{AA0D6AAD-F561-4EF8-BB69-E06A261ACA95}" destId="{EED7C8D6-B57B-4EA2-90B7-82896DACCFB1}" srcOrd="0" destOrd="0" presId="urn:microsoft.com/office/officeart/2005/8/layout/hierarchy3"/>
    <dgm:cxn modelId="{AAB9E09C-A834-484A-97AA-11D41AD4A299}" type="presParOf" srcId="{EED7C8D6-B57B-4EA2-90B7-82896DACCFB1}" destId="{4A890AA2-CC42-45BE-9D4F-43BB92174AF1}" srcOrd="0" destOrd="0" presId="urn:microsoft.com/office/officeart/2005/8/layout/hierarchy3"/>
    <dgm:cxn modelId="{A77222E0-2C3A-4EC4-9BA7-273A10AD499C}" type="presParOf" srcId="{4A890AA2-CC42-45BE-9D4F-43BB92174AF1}" destId="{60268A99-6BBD-40E7-A6BE-B200802E3BB9}" srcOrd="0" destOrd="0" presId="urn:microsoft.com/office/officeart/2005/8/layout/hierarchy3"/>
    <dgm:cxn modelId="{6E3FA7C7-4BBC-4711-8E60-11D5775F6F62}" type="presParOf" srcId="{4A890AA2-CC42-45BE-9D4F-43BB92174AF1}" destId="{6433383A-1AB6-4B51-865E-1C9A1FABCEF3}" srcOrd="1" destOrd="0" presId="urn:microsoft.com/office/officeart/2005/8/layout/hierarchy3"/>
    <dgm:cxn modelId="{1AE5DCF2-32E8-42BF-A763-EAE81721BF6A}" type="presParOf" srcId="{EED7C8D6-B57B-4EA2-90B7-82896DACCFB1}" destId="{F497C4DB-2679-4C21-B477-3C31CD36BA49}" srcOrd="1" destOrd="0" presId="urn:microsoft.com/office/officeart/2005/8/layout/hierarchy3"/>
    <dgm:cxn modelId="{201EF4EF-73C7-47EE-B5D9-F8445C009E12}" type="presParOf" srcId="{F497C4DB-2679-4C21-B477-3C31CD36BA49}" destId="{75B1E9C8-9B79-41B8-836F-D9681B5E6736}" srcOrd="0" destOrd="0" presId="urn:microsoft.com/office/officeart/2005/8/layout/hierarchy3"/>
    <dgm:cxn modelId="{0CE3D82A-ACE5-41E6-8A9D-C652A6937EED}" type="presParOf" srcId="{F497C4DB-2679-4C21-B477-3C31CD36BA49}" destId="{8AF3615E-2F0A-4C6F-8129-7DC327269C72}" srcOrd="1" destOrd="0" presId="urn:microsoft.com/office/officeart/2005/8/layout/hierarchy3"/>
    <dgm:cxn modelId="{EB26A79D-1AD8-42C5-98CC-AC3B23A3C9CA}" type="presParOf" srcId="{F497C4DB-2679-4C21-B477-3C31CD36BA49}" destId="{E19A2895-58A1-4478-BC42-8FE5D431B63F}" srcOrd="2" destOrd="0" presId="urn:microsoft.com/office/officeart/2005/8/layout/hierarchy3"/>
    <dgm:cxn modelId="{7217E0E4-AC77-4CE0-9984-CD8FBF8D3828}" type="presParOf" srcId="{F497C4DB-2679-4C21-B477-3C31CD36BA49}" destId="{9E62C2A5-6E1E-4CC0-A6B7-E3292E770BA5}" srcOrd="3" destOrd="0" presId="urn:microsoft.com/office/officeart/2005/8/layout/hierarchy3"/>
    <dgm:cxn modelId="{0F0E738C-F8FA-41C3-BD26-3348013A301F}" type="presParOf" srcId="{F497C4DB-2679-4C21-B477-3C31CD36BA49}" destId="{1372A0C3-4A5B-4122-9C0F-94377E9A66CF}" srcOrd="4" destOrd="0" presId="urn:microsoft.com/office/officeart/2005/8/layout/hierarchy3"/>
    <dgm:cxn modelId="{467E74F9-2845-4506-88B5-D251277E5A07}" type="presParOf" srcId="{F497C4DB-2679-4C21-B477-3C31CD36BA49}" destId="{86DB9EC1-1CF1-45AF-81FD-84998106E3AC}" srcOrd="5" destOrd="0" presId="urn:microsoft.com/office/officeart/2005/8/layout/hierarchy3"/>
    <dgm:cxn modelId="{D70190E7-FD96-4A1F-8C1A-F0D68CD2ABB4}" type="presParOf" srcId="{F497C4DB-2679-4C21-B477-3C31CD36BA49}" destId="{28B6D892-E63B-44C9-8A6B-A9EE4D6431C8}" srcOrd="6" destOrd="0" presId="urn:microsoft.com/office/officeart/2005/8/layout/hierarchy3"/>
    <dgm:cxn modelId="{1E7C72AA-283E-436F-9F2D-81CEBAEB9AD5}" type="presParOf" srcId="{F497C4DB-2679-4C21-B477-3C31CD36BA49}" destId="{20EA488A-AC12-483E-85E2-70C1CFDBE425}" srcOrd="7" destOrd="0" presId="urn:microsoft.com/office/officeart/2005/8/layout/hierarchy3"/>
    <dgm:cxn modelId="{4F223B55-E99B-48D7-89F7-4FA2C070162E}" type="presParOf" srcId="{F497C4DB-2679-4C21-B477-3C31CD36BA49}" destId="{2E4718CF-09F1-48B1-9CED-EB5EF98D6A86}" srcOrd="8" destOrd="0" presId="urn:microsoft.com/office/officeart/2005/8/layout/hierarchy3"/>
    <dgm:cxn modelId="{3AACE8A8-0F7D-4E49-A322-465ED89F3E3C}" type="presParOf" srcId="{F497C4DB-2679-4C21-B477-3C31CD36BA49}" destId="{B028897F-F6BC-4261-8BB7-D8A2FBCC6A27}" srcOrd="9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8778FF-EEAB-48FC-B23F-E30BFAA8B46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D7F991-B5AE-44A4-B7C4-8780AE2C7566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smtClean="0"/>
            <a:t>Systems engineering</a:t>
          </a:r>
          <a:endParaRPr lang="en-US" dirty="0"/>
        </a:p>
      </dgm:t>
    </dgm:pt>
    <dgm:pt modelId="{22EE7BB6-5833-43EA-9EDE-7E5A741B9252}" type="parTrans" cxnId="{BE5B4EF2-801A-4DCF-8675-0680E4DF6443}">
      <dgm:prSet/>
      <dgm:spPr/>
      <dgm:t>
        <a:bodyPr/>
        <a:lstStyle/>
        <a:p>
          <a:endParaRPr lang="en-US"/>
        </a:p>
      </dgm:t>
    </dgm:pt>
    <dgm:pt modelId="{F5A359FC-8616-4D77-A5FB-06914926DF30}" type="sibTrans" cxnId="{BE5B4EF2-801A-4DCF-8675-0680E4DF6443}">
      <dgm:prSet/>
      <dgm:spPr/>
      <dgm:t>
        <a:bodyPr/>
        <a:lstStyle/>
        <a:p>
          <a:endParaRPr lang="en-US"/>
        </a:p>
      </dgm:t>
    </dgm:pt>
    <dgm:pt modelId="{B651893E-AB76-4BE5-AA47-B6B26FCACAFD}">
      <dgm:prSet phldrT="[Text]"/>
      <dgm:spPr/>
      <dgm:t>
        <a:bodyPr/>
        <a:lstStyle/>
        <a:p>
          <a:r>
            <a:rPr lang="en-US" dirty="0" smtClean="0"/>
            <a:t>Covers the development of total systems, which may or may not include software.</a:t>
          </a:r>
          <a:endParaRPr lang="en-US" dirty="0"/>
        </a:p>
      </dgm:t>
    </dgm:pt>
    <dgm:pt modelId="{6AD6ED9A-A808-41FD-BD71-BC31930C8EDE}" type="parTrans" cxnId="{431A244A-D750-4615-8885-E3D616585DF4}">
      <dgm:prSet/>
      <dgm:spPr/>
      <dgm:t>
        <a:bodyPr/>
        <a:lstStyle/>
        <a:p>
          <a:endParaRPr lang="en-US"/>
        </a:p>
      </dgm:t>
    </dgm:pt>
    <dgm:pt modelId="{71936E57-E328-46B5-9B52-E3CD5FB56EC9}" type="sibTrans" cxnId="{431A244A-D750-4615-8885-E3D616585DF4}">
      <dgm:prSet/>
      <dgm:spPr/>
      <dgm:t>
        <a:bodyPr/>
        <a:lstStyle/>
        <a:p>
          <a:endParaRPr lang="en-US"/>
        </a:p>
      </dgm:t>
    </dgm:pt>
    <dgm:pt modelId="{0B79EDBA-267D-4A79-90E4-89909F5F29A5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Software engineering</a:t>
          </a:r>
          <a:endParaRPr lang="en-US" dirty="0"/>
        </a:p>
      </dgm:t>
    </dgm:pt>
    <dgm:pt modelId="{2B99832E-FCB3-48CA-BE46-344F0520AE16}" type="parTrans" cxnId="{9C7500E2-A1A0-43E8-8F00-B8CED782FE2F}">
      <dgm:prSet/>
      <dgm:spPr/>
      <dgm:t>
        <a:bodyPr/>
        <a:lstStyle/>
        <a:p>
          <a:endParaRPr lang="en-US"/>
        </a:p>
      </dgm:t>
    </dgm:pt>
    <dgm:pt modelId="{6ECE6357-CD94-4504-AC3A-A7EF98B21D52}" type="sibTrans" cxnId="{9C7500E2-A1A0-43E8-8F00-B8CED782FE2F}">
      <dgm:prSet/>
      <dgm:spPr/>
      <dgm:t>
        <a:bodyPr/>
        <a:lstStyle/>
        <a:p>
          <a:endParaRPr lang="en-US"/>
        </a:p>
      </dgm:t>
    </dgm:pt>
    <dgm:pt modelId="{F8B8468C-3083-4B7D-AF55-EC0D70EF036A}">
      <dgm:prSet phldrT="[Text]"/>
      <dgm:spPr/>
      <dgm:t>
        <a:bodyPr/>
        <a:lstStyle/>
        <a:p>
          <a:r>
            <a:rPr lang="en-US" dirty="0" smtClean="0"/>
            <a:t>Covers the development of software systems.</a:t>
          </a:r>
          <a:endParaRPr lang="en-US" dirty="0"/>
        </a:p>
      </dgm:t>
    </dgm:pt>
    <dgm:pt modelId="{6C4184D2-816A-44E6-8F4A-F945B3DF5B17}" type="parTrans" cxnId="{6F8C6327-689D-4308-A991-BBF123D41B44}">
      <dgm:prSet/>
      <dgm:spPr/>
      <dgm:t>
        <a:bodyPr/>
        <a:lstStyle/>
        <a:p>
          <a:endParaRPr lang="en-US"/>
        </a:p>
      </dgm:t>
    </dgm:pt>
    <dgm:pt modelId="{93892AAD-E6ED-461D-BC1F-E39A4E1A8433}" type="sibTrans" cxnId="{6F8C6327-689D-4308-A991-BBF123D41B44}">
      <dgm:prSet/>
      <dgm:spPr/>
      <dgm:t>
        <a:bodyPr/>
        <a:lstStyle/>
        <a:p>
          <a:endParaRPr lang="en-US"/>
        </a:p>
      </dgm:t>
    </dgm:pt>
    <dgm:pt modelId="{837A06BC-1E68-43D0-9FB7-16689EEC33B4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 smtClean="0"/>
            <a:t>Integrated product and process development</a:t>
          </a:r>
          <a:endParaRPr lang="en-US" dirty="0"/>
        </a:p>
      </dgm:t>
    </dgm:pt>
    <dgm:pt modelId="{460B5066-BD2A-4692-B1E3-1177974C0EC2}" type="parTrans" cxnId="{5558C147-0F25-49E3-B509-9845E2F0FBC6}">
      <dgm:prSet/>
      <dgm:spPr/>
      <dgm:t>
        <a:bodyPr/>
        <a:lstStyle/>
        <a:p>
          <a:endParaRPr lang="en-US"/>
        </a:p>
      </dgm:t>
    </dgm:pt>
    <dgm:pt modelId="{40AE1BBC-01FA-4504-AD48-199DE2EB3D73}" type="sibTrans" cxnId="{5558C147-0F25-49E3-B509-9845E2F0FBC6}">
      <dgm:prSet/>
      <dgm:spPr/>
      <dgm:t>
        <a:bodyPr/>
        <a:lstStyle/>
        <a:p>
          <a:endParaRPr lang="en-US"/>
        </a:p>
      </dgm:t>
    </dgm:pt>
    <dgm:pt modelId="{02F2B786-B077-47A9-84FD-5B4F5F26D7CE}">
      <dgm:prSet phldrT="[Text]"/>
      <dgm:spPr/>
      <dgm:t>
        <a:bodyPr/>
        <a:lstStyle/>
        <a:p>
          <a:r>
            <a:rPr lang="en-US" dirty="0" smtClean="0"/>
            <a:t>Achieves a timely collaboration of relevant stakeholders throughout the product life cycle to better satisfy customer needs.</a:t>
          </a:r>
          <a:endParaRPr lang="en-US" dirty="0"/>
        </a:p>
      </dgm:t>
    </dgm:pt>
    <dgm:pt modelId="{05F42CF3-CC37-4785-9854-D57A884B2A3F}" type="parTrans" cxnId="{3434C662-462B-41CB-99B6-6E6E9CF6FA92}">
      <dgm:prSet/>
      <dgm:spPr/>
      <dgm:t>
        <a:bodyPr/>
        <a:lstStyle/>
        <a:p>
          <a:endParaRPr lang="en-US"/>
        </a:p>
      </dgm:t>
    </dgm:pt>
    <dgm:pt modelId="{4382268D-1BE8-44BA-B02F-B18626E5466F}" type="sibTrans" cxnId="{3434C662-462B-41CB-99B6-6E6E9CF6FA92}">
      <dgm:prSet/>
      <dgm:spPr/>
      <dgm:t>
        <a:bodyPr/>
        <a:lstStyle/>
        <a:p>
          <a:endParaRPr lang="en-US"/>
        </a:p>
      </dgm:t>
    </dgm:pt>
    <dgm:pt modelId="{DAC36E1B-2EFD-4A61-A766-780F5368D433}" type="pres">
      <dgm:prSet presAssocID="{9D8778FF-EEAB-48FC-B23F-E30BFAA8B464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8ECE94B-5C8A-4FE8-B011-4D7E393336B6}" type="pres">
      <dgm:prSet presAssocID="{4DD7F991-B5AE-44A4-B7C4-8780AE2C7566}" presName="linNode" presStyleCnt="0"/>
      <dgm:spPr/>
    </dgm:pt>
    <dgm:pt modelId="{DE069798-423A-46C3-A644-04EE2BFE74E0}" type="pres">
      <dgm:prSet presAssocID="{4DD7F991-B5AE-44A4-B7C4-8780AE2C7566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E0416C-9F2D-44F8-BC28-D56989EC9BB2}" type="pres">
      <dgm:prSet presAssocID="{4DD7F991-B5AE-44A4-B7C4-8780AE2C7566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A946EB-00F9-4F1E-A7F2-6D220D526B9C}" type="pres">
      <dgm:prSet presAssocID="{F5A359FC-8616-4D77-A5FB-06914926DF30}" presName="sp" presStyleCnt="0"/>
      <dgm:spPr/>
    </dgm:pt>
    <dgm:pt modelId="{7778194B-1972-4FFC-AAFD-A642DE6DB0EA}" type="pres">
      <dgm:prSet presAssocID="{0B79EDBA-267D-4A79-90E4-89909F5F29A5}" presName="linNode" presStyleCnt="0"/>
      <dgm:spPr/>
    </dgm:pt>
    <dgm:pt modelId="{258A4CD7-AC6A-42D5-9397-DD87805DCE6C}" type="pres">
      <dgm:prSet presAssocID="{0B79EDBA-267D-4A79-90E4-89909F5F29A5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E71582-D616-4880-ADE9-CC4CD265610A}" type="pres">
      <dgm:prSet presAssocID="{0B79EDBA-267D-4A79-90E4-89909F5F29A5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67CE1E-6AA4-46F9-A9F1-5A23CAA5E5BE}" type="pres">
      <dgm:prSet presAssocID="{6ECE6357-CD94-4504-AC3A-A7EF98B21D52}" presName="sp" presStyleCnt="0"/>
      <dgm:spPr/>
    </dgm:pt>
    <dgm:pt modelId="{D6AE54B9-9006-417C-9E72-2F4E656C6C84}" type="pres">
      <dgm:prSet presAssocID="{837A06BC-1E68-43D0-9FB7-16689EEC33B4}" presName="linNode" presStyleCnt="0"/>
      <dgm:spPr/>
    </dgm:pt>
    <dgm:pt modelId="{1CCFC096-763E-456B-9B2D-DFD321AA2FE0}" type="pres">
      <dgm:prSet presAssocID="{837A06BC-1E68-43D0-9FB7-16689EEC33B4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6B1941-E3D6-4466-8401-E8879100240B}" type="pres">
      <dgm:prSet presAssocID="{837A06BC-1E68-43D0-9FB7-16689EEC33B4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F9562B4-5770-408F-A6BC-9AEF623E6F5D}" type="presOf" srcId="{4DD7F991-B5AE-44A4-B7C4-8780AE2C7566}" destId="{DE069798-423A-46C3-A644-04EE2BFE74E0}" srcOrd="0" destOrd="0" presId="urn:microsoft.com/office/officeart/2005/8/layout/vList5"/>
    <dgm:cxn modelId="{BE5B4EF2-801A-4DCF-8675-0680E4DF6443}" srcId="{9D8778FF-EEAB-48FC-B23F-E30BFAA8B464}" destId="{4DD7F991-B5AE-44A4-B7C4-8780AE2C7566}" srcOrd="0" destOrd="0" parTransId="{22EE7BB6-5833-43EA-9EDE-7E5A741B9252}" sibTransId="{F5A359FC-8616-4D77-A5FB-06914926DF30}"/>
    <dgm:cxn modelId="{3434C662-462B-41CB-99B6-6E6E9CF6FA92}" srcId="{837A06BC-1E68-43D0-9FB7-16689EEC33B4}" destId="{02F2B786-B077-47A9-84FD-5B4F5F26D7CE}" srcOrd="0" destOrd="0" parTransId="{05F42CF3-CC37-4785-9854-D57A884B2A3F}" sibTransId="{4382268D-1BE8-44BA-B02F-B18626E5466F}"/>
    <dgm:cxn modelId="{12BAC822-9316-47AC-B94A-484D20AE2625}" type="presOf" srcId="{F8B8468C-3083-4B7D-AF55-EC0D70EF036A}" destId="{47E71582-D616-4880-ADE9-CC4CD265610A}" srcOrd="0" destOrd="0" presId="urn:microsoft.com/office/officeart/2005/8/layout/vList5"/>
    <dgm:cxn modelId="{5558C147-0F25-49E3-B509-9845E2F0FBC6}" srcId="{9D8778FF-EEAB-48FC-B23F-E30BFAA8B464}" destId="{837A06BC-1E68-43D0-9FB7-16689EEC33B4}" srcOrd="2" destOrd="0" parTransId="{460B5066-BD2A-4692-B1E3-1177974C0EC2}" sibTransId="{40AE1BBC-01FA-4504-AD48-199DE2EB3D73}"/>
    <dgm:cxn modelId="{308E7270-7F98-4C36-A508-358D49210B2C}" type="presOf" srcId="{9D8778FF-EEAB-48FC-B23F-E30BFAA8B464}" destId="{DAC36E1B-2EFD-4A61-A766-780F5368D433}" srcOrd="0" destOrd="0" presId="urn:microsoft.com/office/officeart/2005/8/layout/vList5"/>
    <dgm:cxn modelId="{6F8C6327-689D-4308-A991-BBF123D41B44}" srcId="{0B79EDBA-267D-4A79-90E4-89909F5F29A5}" destId="{F8B8468C-3083-4B7D-AF55-EC0D70EF036A}" srcOrd="0" destOrd="0" parTransId="{6C4184D2-816A-44E6-8F4A-F945B3DF5B17}" sibTransId="{93892AAD-E6ED-461D-BC1F-E39A4E1A8433}"/>
    <dgm:cxn modelId="{0E4E15FD-B6A7-47BD-BD21-15DC95A5DC38}" type="presOf" srcId="{837A06BC-1E68-43D0-9FB7-16689EEC33B4}" destId="{1CCFC096-763E-456B-9B2D-DFD321AA2FE0}" srcOrd="0" destOrd="0" presId="urn:microsoft.com/office/officeart/2005/8/layout/vList5"/>
    <dgm:cxn modelId="{9C7500E2-A1A0-43E8-8F00-B8CED782FE2F}" srcId="{9D8778FF-EEAB-48FC-B23F-E30BFAA8B464}" destId="{0B79EDBA-267D-4A79-90E4-89909F5F29A5}" srcOrd="1" destOrd="0" parTransId="{2B99832E-FCB3-48CA-BE46-344F0520AE16}" sibTransId="{6ECE6357-CD94-4504-AC3A-A7EF98B21D52}"/>
    <dgm:cxn modelId="{431A244A-D750-4615-8885-E3D616585DF4}" srcId="{4DD7F991-B5AE-44A4-B7C4-8780AE2C7566}" destId="{B651893E-AB76-4BE5-AA47-B6B26FCACAFD}" srcOrd="0" destOrd="0" parTransId="{6AD6ED9A-A808-41FD-BD71-BC31930C8EDE}" sibTransId="{71936E57-E328-46B5-9B52-E3CD5FB56EC9}"/>
    <dgm:cxn modelId="{C7218FDE-A54B-41DB-B8EC-E5A247924998}" type="presOf" srcId="{B651893E-AB76-4BE5-AA47-B6B26FCACAFD}" destId="{84E0416C-9F2D-44F8-BC28-D56989EC9BB2}" srcOrd="0" destOrd="0" presId="urn:microsoft.com/office/officeart/2005/8/layout/vList5"/>
    <dgm:cxn modelId="{B5CA7AAC-9CE5-4A19-A478-B2940F1EBC05}" type="presOf" srcId="{02F2B786-B077-47A9-84FD-5B4F5F26D7CE}" destId="{936B1941-E3D6-4466-8401-E8879100240B}" srcOrd="0" destOrd="0" presId="urn:microsoft.com/office/officeart/2005/8/layout/vList5"/>
    <dgm:cxn modelId="{199714CD-E62F-4CD4-8CFC-4AC6ED56AA00}" type="presOf" srcId="{0B79EDBA-267D-4A79-90E4-89909F5F29A5}" destId="{258A4CD7-AC6A-42D5-9397-DD87805DCE6C}" srcOrd="0" destOrd="0" presId="urn:microsoft.com/office/officeart/2005/8/layout/vList5"/>
    <dgm:cxn modelId="{DE523999-AC26-4129-BAF4-197427EADE01}" type="presParOf" srcId="{DAC36E1B-2EFD-4A61-A766-780F5368D433}" destId="{58ECE94B-5C8A-4FE8-B011-4D7E393336B6}" srcOrd="0" destOrd="0" presId="urn:microsoft.com/office/officeart/2005/8/layout/vList5"/>
    <dgm:cxn modelId="{04788D60-9F9F-4502-9353-E640FF9FF83C}" type="presParOf" srcId="{58ECE94B-5C8A-4FE8-B011-4D7E393336B6}" destId="{DE069798-423A-46C3-A644-04EE2BFE74E0}" srcOrd="0" destOrd="0" presId="urn:microsoft.com/office/officeart/2005/8/layout/vList5"/>
    <dgm:cxn modelId="{CD032FDD-329A-4208-813F-C1E9D002C10F}" type="presParOf" srcId="{58ECE94B-5C8A-4FE8-B011-4D7E393336B6}" destId="{84E0416C-9F2D-44F8-BC28-D56989EC9BB2}" srcOrd="1" destOrd="0" presId="urn:microsoft.com/office/officeart/2005/8/layout/vList5"/>
    <dgm:cxn modelId="{6F3FC9EB-2FB7-4D5A-843F-A651A48C32A3}" type="presParOf" srcId="{DAC36E1B-2EFD-4A61-A766-780F5368D433}" destId="{34A946EB-00F9-4F1E-A7F2-6D220D526B9C}" srcOrd="1" destOrd="0" presId="urn:microsoft.com/office/officeart/2005/8/layout/vList5"/>
    <dgm:cxn modelId="{F2391DEA-CA69-4951-B8E6-431897F3EF31}" type="presParOf" srcId="{DAC36E1B-2EFD-4A61-A766-780F5368D433}" destId="{7778194B-1972-4FFC-AAFD-A642DE6DB0EA}" srcOrd="2" destOrd="0" presId="urn:microsoft.com/office/officeart/2005/8/layout/vList5"/>
    <dgm:cxn modelId="{00914899-35D8-4B1E-B39C-8F60885F8C39}" type="presParOf" srcId="{7778194B-1972-4FFC-AAFD-A642DE6DB0EA}" destId="{258A4CD7-AC6A-42D5-9397-DD87805DCE6C}" srcOrd="0" destOrd="0" presId="urn:microsoft.com/office/officeart/2005/8/layout/vList5"/>
    <dgm:cxn modelId="{3A1CB01A-F504-4B5B-BFF4-584F933DD82A}" type="presParOf" srcId="{7778194B-1972-4FFC-AAFD-A642DE6DB0EA}" destId="{47E71582-D616-4880-ADE9-CC4CD265610A}" srcOrd="1" destOrd="0" presId="urn:microsoft.com/office/officeart/2005/8/layout/vList5"/>
    <dgm:cxn modelId="{7D051FCA-B19F-4214-8C88-51DFE31D04DF}" type="presParOf" srcId="{DAC36E1B-2EFD-4A61-A766-780F5368D433}" destId="{D267CE1E-6AA4-46F9-A9F1-5A23CAA5E5BE}" srcOrd="3" destOrd="0" presId="urn:microsoft.com/office/officeart/2005/8/layout/vList5"/>
    <dgm:cxn modelId="{59B14053-D89B-4788-9DFD-C9F90F096F41}" type="presParOf" srcId="{DAC36E1B-2EFD-4A61-A766-780F5368D433}" destId="{D6AE54B9-9006-417C-9E72-2F4E656C6C84}" srcOrd="4" destOrd="0" presId="urn:microsoft.com/office/officeart/2005/8/layout/vList5"/>
    <dgm:cxn modelId="{A9A9859B-F49F-45D1-AA2B-E90F963E7129}" type="presParOf" srcId="{D6AE54B9-9006-417C-9E72-2F4E656C6C84}" destId="{1CCFC096-763E-456B-9B2D-DFD321AA2FE0}" srcOrd="0" destOrd="0" presId="urn:microsoft.com/office/officeart/2005/8/layout/vList5"/>
    <dgm:cxn modelId="{60AAC9A6-1F7F-4C80-9541-CA7A87BC9D29}" type="presParOf" srcId="{D6AE54B9-9006-417C-9E72-2F4E656C6C84}" destId="{936B1941-E3D6-4466-8401-E8879100240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B91E9D-0F75-4523-B585-C52F3E35DADD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4BDF33-04D5-437A-8440-8273BC800384}">
      <dgm:prSet phldrT="[Text]" custT="1"/>
      <dgm:spPr/>
      <dgm:t>
        <a:bodyPr/>
        <a:lstStyle/>
        <a:p>
          <a:r>
            <a:rPr lang="en-US" sz="2200" dirty="0" smtClean="0"/>
            <a:t>Process improvement</a:t>
          </a:r>
          <a:endParaRPr lang="en-US" sz="2200" dirty="0"/>
        </a:p>
      </dgm:t>
    </dgm:pt>
    <dgm:pt modelId="{0B7F59F3-30CA-4036-8CE4-1133B6E1BBA9}" type="parTrans" cxnId="{8E214712-C3A8-4364-BA53-50AB74C06C3E}">
      <dgm:prSet/>
      <dgm:spPr/>
      <dgm:t>
        <a:bodyPr/>
        <a:lstStyle/>
        <a:p>
          <a:endParaRPr lang="en-US"/>
        </a:p>
      </dgm:t>
    </dgm:pt>
    <dgm:pt modelId="{3E714F17-55CE-4692-BEAD-2F2DE95EF279}" type="sibTrans" cxnId="{8E214712-C3A8-4364-BA53-50AB74C06C3E}">
      <dgm:prSet/>
      <dgm:spPr/>
      <dgm:t>
        <a:bodyPr/>
        <a:lstStyle/>
        <a:p>
          <a:endParaRPr lang="en-US"/>
        </a:p>
      </dgm:t>
    </dgm:pt>
    <dgm:pt modelId="{2A1BE76C-F159-4CF0-9CDA-E049917AB960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200" dirty="0" smtClean="0"/>
            <a:t>Goals</a:t>
          </a:r>
          <a:endParaRPr lang="en-US" sz="2200" dirty="0"/>
        </a:p>
      </dgm:t>
    </dgm:pt>
    <dgm:pt modelId="{90A718CB-04C5-45E0-B3BB-5592849C32FF}" type="parTrans" cxnId="{CE61A553-0EEE-4A5D-BB63-A15349BBC320}">
      <dgm:prSet/>
      <dgm:spPr/>
      <dgm:t>
        <a:bodyPr/>
        <a:lstStyle/>
        <a:p>
          <a:endParaRPr lang="en-US"/>
        </a:p>
      </dgm:t>
    </dgm:pt>
    <dgm:pt modelId="{CF30BAEC-EA67-4777-B8B2-7039AAD4D310}" type="sibTrans" cxnId="{CE61A553-0EEE-4A5D-BB63-A15349BBC320}">
      <dgm:prSet/>
      <dgm:spPr/>
      <dgm:t>
        <a:bodyPr/>
        <a:lstStyle/>
        <a:p>
          <a:endParaRPr lang="en-US"/>
        </a:p>
      </dgm:t>
    </dgm:pt>
    <dgm:pt modelId="{51C6FFEF-D348-4BBA-A104-8FE75B8AB75C}">
      <dgm:prSet phldrT="[Text]" custT="1"/>
      <dgm:spPr/>
      <dgm:t>
        <a:bodyPr/>
        <a:lstStyle/>
        <a:p>
          <a:r>
            <a:rPr lang="en-US" sz="2200" dirty="0" smtClean="0"/>
            <a:t>Customer’s force</a:t>
          </a:r>
          <a:endParaRPr lang="en-US" sz="2200" dirty="0"/>
        </a:p>
      </dgm:t>
    </dgm:pt>
    <dgm:pt modelId="{F9DDE745-3183-405F-A455-8FE0F0289B21}" type="parTrans" cxnId="{B9AE36A1-586B-4719-AEBB-4D8F423C0442}">
      <dgm:prSet/>
      <dgm:spPr/>
      <dgm:t>
        <a:bodyPr/>
        <a:lstStyle/>
        <a:p>
          <a:endParaRPr lang="en-US"/>
        </a:p>
      </dgm:t>
    </dgm:pt>
    <dgm:pt modelId="{2E9F22B5-A130-49E9-8B1C-9F43DE75D617}" type="sibTrans" cxnId="{B9AE36A1-586B-4719-AEBB-4D8F423C0442}">
      <dgm:prSet/>
      <dgm:spPr/>
      <dgm:t>
        <a:bodyPr/>
        <a:lstStyle/>
        <a:p>
          <a:endParaRPr lang="en-US"/>
        </a:p>
      </dgm:t>
    </dgm:pt>
    <dgm:pt modelId="{74E66A5F-02BD-4DA8-9272-7AC4F6B0A587}" type="pres">
      <dgm:prSet presAssocID="{68B91E9D-0F75-4523-B585-C52F3E35DADD}" presName="list" presStyleCnt="0">
        <dgm:presLayoutVars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A3DA5BC7-3EB6-4B42-AFA1-028466C54965}" type="pres">
      <dgm:prSet presAssocID="{2A1BE76C-F159-4CF0-9CDA-E049917AB960}" presName="posSpace" presStyleCnt="0"/>
      <dgm:spPr/>
    </dgm:pt>
    <dgm:pt modelId="{C459AF78-A0C5-4F0E-93A0-CEDE9BEB5C6F}" type="pres">
      <dgm:prSet presAssocID="{2A1BE76C-F159-4CF0-9CDA-E049917AB960}" presName="vertFlow" presStyleCnt="0"/>
      <dgm:spPr/>
    </dgm:pt>
    <dgm:pt modelId="{1C42E845-3960-4296-9E08-FF410F5C4A1F}" type="pres">
      <dgm:prSet presAssocID="{2A1BE76C-F159-4CF0-9CDA-E049917AB960}" presName="topSpace" presStyleCnt="0"/>
      <dgm:spPr/>
    </dgm:pt>
    <dgm:pt modelId="{1446F0A7-3452-4538-85D0-D9AA800A54A0}" type="pres">
      <dgm:prSet presAssocID="{2A1BE76C-F159-4CF0-9CDA-E049917AB960}" presName="firstComp" presStyleCnt="0"/>
      <dgm:spPr/>
    </dgm:pt>
    <dgm:pt modelId="{56C5BA53-67B6-4963-81AE-BA5CCBA0E76F}" type="pres">
      <dgm:prSet presAssocID="{2A1BE76C-F159-4CF0-9CDA-E049917AB960}" presName="firstChild" presStyleLbl="bgAccFollowNode1" presStyleIdx="0" presStyleCnt="2" custScaleX="111032" custLinFactNeighborX="9655" custLinFactNeighborY="517"/>
      <dgm:spPr/>
      <dgm:t>
        <a:bodyPr/>
        <a:lstStyle/>
        <a:p>
          <a:endParaRPr lang="en-US"/>
        </a:p>
      </dgm:t>
    </dgm:pt>
    <dgm:pt modelId="{1D74F332-57CD-4DEC-B3AD-92F6403A5C15}" type="pres">
      <dgm:prSet presAssocID="{2A1BE76C-F159-4CF0-9CDA-E049917AB960}" presName="firstChildTx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E2CB81-0C1B-412D-8554-ACE9525AC073}" type="pres">
      <dgm:prSet presAssocID="{274BDF33-04D5-437A-8440-8273BC800384}" presName="comp" presStyleCnt="0"/>
      <dgm:spPr/>
    </dgm:pt>
    <dgm:pt modelId="{1EBB9614-2B6D-45AC-9BEE-C021250C6415}" type="pres">
      <dgm:prSet presAssocID="{274BDF33-04D5-437A-8440-8273BC800384}" presName="child" presStyleLbl="bgAccFollowNode1" presStyleIdx="1" presStyleCnt="2" custScaleX="111032" custLinFactNeighborX="9655" custLinFactNeighborY="517"/>
      <dgm:spPr/>
      <dgm:t>
        <a:bodyPr/>
        <a:lstStyle/>
        <a:p>
          <a:endParaRPr lang="en-US"/>
        </a:p>
      </dgm:t>
    </dgm:pt>
    <dgm:pt modelId="{9CAEF689-84E4-4E75-B277-DCB925833216}" type="pres">
      <dgm:prSet presAssocID="{274BDF33-04D5-437A-8440-8273BC800384}" presName="childTx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A8770F-C42B-47A0-92A3-B0E14A5A7E1B}" type="pres">
      <dgm:prSet presAssocID="{2A1BE76C-F159-4CF0-9CDA-E049917AB960}" presName="negSpace" presStyleCnt="0"/>
      <dgm:spPr/>
    </dgm:pt>
    <dgm:pt modelId="{5CBAEC45-6511-4BC5-B550-FCA49EBBC6ED}" type="pres">
      <dgm:prSet presAssocID="{2A1BE76C-F159-4CF0-9CDA-E049917AB960}" presName="circle" presStyleLbl="node1" presStyleIdx="0" presStyleCnt="1" custLinFactNeighborX="-7291" custLinFactNeighborY="-121"/>
      <dgm:spPr/>
      <dgm:t>
        <a:bodyPr/>
        <a:lstStyle/>
        <a:p>
          <a:endParaRPr lang="en-US"/>
        </a:p>
      </dgm:t>
    </dgm:pt>
  </dgm:ptLst>
  <dgm:cxnLst>
    <dgm:cxn modelId="{CF46238C-7591-45A6-8953-A1B8DC7C8D5C}" type="presOf" srcId="{274BDF33-04D5-437A-8440-8273BC800384}" destId="{1EBB9614-2B6D-45AC-9BEE-C021250C6415}" srcOrd="0" destOrd="0" presId="urn:microsoft.com/office/officeart/2005/8/layout/hList9"/>
    <dgm:cxn modelId="{928D3CB4-DF7E-487C-AC75-9E3E1D9D6C0F}" type="presOf" srcId="{51C6FFEF-D348-4BBA-A104-8FE75B8AB75C}" destId="{1D74F332-57CD-4DEC-B3AD-92F6403A5C15}" srcOrd="1" destOrd="0" presId="urn:microsoft.com/office/officeart/2005/8/layout/hList9"/>
    <dgm:cxn modelId="{B9AE36A1-586B-4719-AEBB-4D8F423C0442}" srcId="{2A1BE76C-F159-4CF0-9CDA-E049917AB960}" destId="{51C6FFEF-D348-4BBA-A104-8FE75B8AB75C}" srcOrd="0" destOrd="0" parTransId="{F9DDE745-3183-405F-A455-8FE0F0289B21}" sibTransId="{2E9F22B5-A130-49E9-8B1C-9F43DE75D617}"/>
    <dgm:cxn modelId="{8F98701F-32E5-4C9A-8809-4820C8606143}" type="presOf" srcId="{2A1BE76C-F159-4CF0-9CDA-E049917AB960}" destId="{5CBAEC45-6511-4BC5-B550-FCA49EBBC6ED}" srcOrd="0" destOrd="0" presId="urn:microsoft.com/office/officeart/2005/8/layout/hList9"/>
    <dgm:cxn modelId="{569ADF1B-0371-4563-A045-F14146A5DCA1}" type="presOf" srcId="{68B91E9D-0F75-4523-B585-C52F3E35DADD}" destId="{74E66A5F-02BD-4DA8-9272-7AC4F6B0A587}" srcOrd="0" destOrd="0" presId="urn:microsoft.com/office/officeart/2005/8/layout/hList9"/>
    <dgm:cxn modelId="{8E214712-C3A8-4364-BA53-50AB74C06C3E}" srcId="{2A1BE76C-F159-4CF0-9CDA-E049917AB960}" destId="{274BDF33-04D5-437A-8440-8273BC800384}" srcOrd="1" destOrd="0" parTransId="{0B7F59F3-30CA-4036-8CE4-1133B6E1BBA9}" sibTransId="{3E714F17-55CE-4692-BEAD-2F2DE95EF279}"/>
    <dgm:cxn modelId="{AFA9D92C-A8E7-4440-B896-2886DF9E7130}" type="presOf" srcId="{274BDF33-04D5-437A-8440-8273BC800384}" destId="{9CAEF689-84E4-4E75-B277-DCB925833216}" srcOrd="1" destOrd="0" presId="urn:microsoft.com/office/officeart/2005/8/layout/hList9"/>
    <dgm:cxn modelId="{0EE282FC-34F7-4C36-8EC0-5B8F30CAF0EB}" type="presOf" srcId="{51C6FFEF-D348-4BBA-A104-8FE75B8AB75C}" destId="{56C5BA53-67B6-4963-81AE-BA5CCBA0E76F}" srcOrd="0" destOrd="0" presId="urn:microsoft.com/office/officeart/2005/8/layout/hList9"/>
    <dgm:cxn modelId="{CE61A553-0EEE-4A5D-BB63-A15349BBC320}" srcId="{68B91E9D-0F75-4523-B585-C52F3E35DADD}" destId="{2A1BE76C-F159-4CF0-9CDA-E049917AB960}" srcOrd="0" destOrd="0" parTransId="{90A718CB-04C5-45E0-B3BB-5592849C32FF}" sibTransId="{CF30BAEC-EA67-4777-B8B2-7039AAD4D310}"/>
    <dgm:cxn modelId="{B7EEEC80-D268-4931-9C2A-8C008118C1A4}" type="presParOf" srcId="{74E66A5F-02BD-4DA8-9272-7AC4F6B0A587}" destId="{A3DA5BC7-3EB6-4B42-AFA1-028466C54965}" srcOrd="0" destOrd="0" presId="urn:microsoft.com/office/officeart/2005/8/layout/hList9"/>
    <dgm:cxn modelId="{BF23D18A-C055-4B0E-A3CD-D0F9D2A1C85D}" type="presParOf" srcId="{74E66A5F-02BD-4DA8-9272-7AC4F6B0A587}" destId="{C459AF78-A0C5-4F0E-93A0-CEDE9BEB5C6F}" srcOrd="1" destOrd="0" presId="urn:microsoft.com/office/officeart/2005/8/layout/hList9"/>
    <dgm:cxn modelId="{8412E689-3426-4D66-9963-D98FD9280219}" type="presParOf" srcId="{C459AF78-A0C5-4F0E-93A0-CEDE9BEB5C6F}" destId="{1C42E845-3960-4296-9E08-FF410F5C4A1F}" srcOrd="0" destOrd="0" presId="urn:microsoft.com/office/officeart/2005/8/layout/hList9"/>
    <dgm:cxn modelId="{53F20547-3E7F-43AE-8CCE-CCF45A0EB725}" type="presParOf" srcId="{C459AF78-A0C5-4F0E-93A0-CEDE9BEB5C6F}" destId="{1446F0A7-3452-4538-85D0-D9AA800A54A0}" srcOrd="1" destOrd="0" presId="urn:microsoft.com/office/officeart/2005/8/layout/hList9"/>
    <dgm:cxn modelId="{53F35DDB-57BA-4365-BF37-7396D9A27A31}" type="presParOf" srcId="{1446F0A7-3452-4538-85D0-D9AA800A54A0}" destId="{56C5BA53-67B6-4963-81AE-BA5CCBA0E76F}" srcOrd="0" destOrd="0" presId="urn:microsoft.com/office/officeart/2005/8/layout/hList9"/>
    <dgm:cxn modelId="{2FDD1C85-9BAF-44CA-8A64-5FA2459E032B}" type="presParOf" srcId="{1446F0A7-3452-4538-85D0-D9AA800A54A0}" destId="{1D74F332-57CD-4DEC-B3AD-92F6403A5C15}" srcOrd="1" destOrd="0" presId="urn:microsoft.com/office/officeart/2005/8/layout/hList9"/>
    <dgm:cxn modelId="{3B02A60E-212B-4628-B009-F379B5E2CF46}" type="presParOf" srcId="{C459AF78-A0C5-4F0E-93A0-CEDE9BEB5C6F}" destId="{73E2CB81-0C1B-412D-8554-ACE9525AC073}" srcOrd="2" destOrd="0" presId="urn:microsoft.com/office/officeart/2005/8/layout/hList9"/>
    <dgm:cxn modelId="{D56098C7-250B-44F4-92A8-7BD40E89E321}" type="presParOf" srcId="{73E2CB81-0C1B-412D-8554-ACE9525AC073}" destId="{1EBB9614-2B6D-45AC-9BEE-C021250C6415}" srcOrd="0" destOrd="0" presId="urn:microsoft.com/office/officeart/2005/8/layout/hList9"/>
    <dgm:cxn modelId="{1AF2F0C0-07C4-4F37-B58C-E731637CFC16}" type="presParOf" srcId="{73E2CB81-0C1B-412D-8554-ACE9525AC073}" destId="{9CAEF689-84E4-4E75-B277-DCB925833216}" srcOrd="1" destOrd="0" presId="urn:microsoft.com/office/officeart/2005/8/layout/hList9"/>
    <dgm:cxn modelId="{346595C4-38D4-4CC5-877B-7744EEEA7867}" type="presParOf" srcId="{74E66A5F-02BD-4DA8-9272-7AC4F6B0A587}" destId="{D2A8770F-C42B-47A0-92A3-B0E14A5A7E1B}" srcOrd="2" destOrd="0" presId="urn:microsoft.com/office/officeart/2005/8/layout/hList9"/>
    <dgm:cxn modelId="{E4BF297C-E8C4-4EBA-9D17-AE4DF2A83B30}" type="presParOf" srcId="{74E66A5F-02BD-4DA8-9272-7AC4F6B0A587}" destId="{5CBAEC45-6511-4BC5-B550-FCA49EBBC6ED}" srcOrd="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B91E9D-0F75-4523-B585-C52F3E35DADD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4BDF33-04D5-437A-8440-8273BC800384}">
      <dgm:prSet phldrT="[Text]" custT="1"/>
      <dgm:spPr/>
      <dgm:t>
        <a:bodyPr/>
        <a:lstStyle/>
        <a:p>
          <a:r>
            <a:rPr lang="en-US" sz="2200" dirty="0" smtClean="0"/>
            <a:t>The process improvement view</a:t>
          </a:r>
          <a:endParaRPr lang="en-US" sz="2200" dirty="0"/>
        </a:p>
      </dgm:t>
    </dgm:pt>
    <dgm:pt modelId="{0B7F59F3-30CA-4036-8CE4-1133B6E1BBA9}" type="parTrans" cxnId="{8E214712-C3A8-4364-BA53-50AB74C06C3E}">
      <dgm:prSet/>
      <dgm:spPr/>
      <dgm:t>
        <a:bodyPr/>
        <a:lstStyle/>
        <a:p>
          <a:endParaRPr lang="en-US"/>
        </a:p>
      </dgm:t>
    </dgm:pt>
    <dgm:pt modelId="{3E714F17-55CE-4692-BEAD-2F2DE95EF279}" type="sibTrans" cxnId="{8E214712-C3A8-4364-BA53-50AB74C06C3E}">
      <dgm:prSet/>
      <dgm:spPr/>
      <dgm:t>
        <a:bodyPr/>
        <a:lstStyle/>
        <a:p>
          <a:endParaRPr lang="en-US"/>
        </a:p>
      </dgm:t>
    </dgm:pt>
    <dgm:pt modelId="{2A1BE76C-F159-4CF0-9CDA-E049917AB960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200" dirty="0" smtClean="0"/>
            <a:t>Views</a:t>
          </a:r>
          <a:endParaRPr lang="en-US" sz="2200" dirty="0"/>
        </a:p>
      </dgm:t>
    </dgm:pt>
    <dgm:pt modelId="{90A718CB-04C5-45E0-B3BB-5592849C32FF}" type="parTrans" cxnId="{CE61A553-0EEE-4A5D-BB63-A15349BBC320}">
      <dgm:prSet/>
      <dgm:spPr/>
      <dgm:t>
        <a:bodyPr/>
        <a:lstStyle/>
        <a:p>
          <a:endParaRPr lang="en-US"/>
        </a:p>
      </dgm:t>
    </dgm:pt>
    <dgm:pt modelId="{CF30BAEC-EA67-4777-B8B2-7039AAD4D310}" type="sibTrans" cxnId="{CE61A553-0EEE-4A5D-BB63-A15349BBC320}">
      <dgm:prSet/>
      <dgm:spPr/>
      <dgm:t>
        <a:bodyPr/>
        <a:lstStyle/>
        <a:p>
          <a:endParaRPr lang="en-US"/>
        </a:p>
      </dgm:t>
    </dgm:pt>
    <dgm:pt modelId="{51C6FFEF-D348-4BBA-A104-8FE75B8AB75C}">
      <dgm:prSet phldrT="[Text]" custT="1"/>
      <dgm:spPr/>
      <dgm:t>
        <a:bodyPr/>
        <a:lstStyle/>
        <a:p>
          <a:r>
            <a:rPr lang="en-US" sz="2200" dirty="0" smtClean="0"/>
            <a:t>The assessment view</a:t>
          </a:r>
          <a:endParaRPr lang="en-US" sz="2200" dirty="0"/>
        </a:p>
      </dgm:t>
    </dgm:pt>
    <dgm:pt modelId="{F9DDE745-3183-405F-A455-8FE0F0289B21}" type="parTrans" cxnId="{B9AE36A1-586B-4719-AEBB-4D8F423C0442}">
      <dgm:prSet/>
      <dgm:spPr/>
      <dgm:t>
        <a:bodyPr/>
        <a:lstStyle/>
        <a:p>
          <a:endParaRPr lang="en-US"/>
        </a:p>
      </dgm:t>
    </dgm:pt>
    <dgm:pt modelId="{2E9F22B5-A130-49E9-8B1C-9F43DE75D617}" type="sibTrans" cxnId="{B9AE36A1-586B-4719-AEBB-4D8F423C0442}">
      <dgm:prSet/>
      <dgm:spPr/>
      <dgm:t>
        <a:bodyPr/>
        <a:lstStyle/>
        <a:p>
          <a:endParaRPr lang="en-US"/>
        </a:p>
      </dgm:t>
    </dgm:pt>
    <dgm:pt modelId="{74E66A5F-02BD-4DA8-9272-7AC4F6B0A587}" type="pres">
      <dgm:prSet presAssocID="{68B91E9D-0F75-4523-B585-C52F3E35DADD}" presName="list" presStyleCnt="0">
        <dgm:presLayoutVars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A3DA5BC7-3EB6-4B42-AFA1-028466C54965}" type="pres">
      <dgm:prSet presAssocID="{2A1BE76C-F159-4CF0-9CDA-E049917AB960}" presName="posSpace" presStyleCnt="0"/>
      <dgm:spPr/>
    </dgm:pt>
    <dgm:pt modelId="{C459AF78-A0C5-4F0E-93A0-CEDE9BEB5C6F}" type="pres">
      <dgm:prSet presAssocID="{2A1BE76C-F159-4CF0-9CDA-E049917AB960}" presName="vertFlow" presStyleCnt="0"/>
      <dgm:spPr/>
    </dgm:pt>
    <dgm:pt modelId="{1C42E845-3960-4296-9E08-FF410F5C4A1F}" type="pres">
      <dgm:prSet presAssocID="{2A1BE76C-F159-4CF0-9CDA-E049917AB960}" presName="topSpace" presStyleCnt="0"/>
      <dgm:spPr/>
    </dgm:pt>
    <dgm:pt modelId="{1446F0A7-3452-4538-85D0-D9AA800A54A0}" type="pres">
      <dgm:prSet presAssocID="{2A1BE76C-F159-4CF0-9CDA-E049917AB960}" presName="firstComp" presStyleCnt="0"/>
      <dgm:spPr/>
    </dgm:pt>
    <dgm:pt modelId="{56C5BA53-67B6-4963-81AE-BA5CCBA0E76F}" type="pres">
      <dgm:prSet presAssocID="{2A1BE76C-F159-4CF0-9CDA-E049917AB960}" presName="firstChild" presStyleLbl="bgAccFollowNode1" presStyleIdx="0" presStyleCnt="2" custScaleX="115848"/>
      <dgm:spPr/>
      <dgm:t>
        <a:bodyPr/>
        <a:lstStyle/>
        <a:p>
          <a:endParaRPr lang="en-US"/>
        </a:p>
      </dgm:t>
    </dgm:pt>
    <dgm:pt modelId="{1D74F332-57CD-4DEC-B3AD-92F6403A5C15}" type="pres">
      <dgm:prSet presAssocID="{2A1BE76C-F159-4CF0-9CDA-E049917AB960}" presName="firstChildTx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E2CB81-0C1B-412D-8554-ACE9525AC073}" type="pres">
      <dgm:prSet presAssocID="{274BDF33-04D5-437A-8440-8273BC800384}" presName="comp" presStyleCnt="0"/>
      <dgm:spPr/>
    </dgm:pt>
    <dgm:pt modelId="{1EBB9614-2B6D-45AC-9BEE-C021250C6415}" type="pres">
      <dgm:prSet presAssocID="{274BDF33-04D5-437A-8440-8273BC800384}" presName="child" presStyleLbl="bgAccFollowNode1" presStyleIdx="1" presStyleCnt="2" custScaleX="115848"/>
      <dgm:spPr/>
      <dgm:t>
        <a:bodyPr/>
        <a:lstStyle/>
        <a:p>
          <a:endParaRPr lang="en-US"/>
        </a:p>
      </dgm:t>
    </dgm:pt>
    <dgm:pt modelId="{9CAEF689-84E4-4E75-B277-DCB925833216}" type="pres">
      <dgm:prSet presAssocID="{274BDF33-04D5-437A-8440-8273BC800384}" presName="childTx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A8770F-C42B-47A0-92A3-B0E14A5A7E1B}" type="pres">
      <dgm:prSet presAssocID="{2A1BE76C-F159-4CF0-9CDA-E049917AB960}" presName="negSpace" presStyleCnt="0"/>
      <dgm:spPr/>
    </dgm:pt>
    <dgm:pt modelId="{5CBAEC45-6511-4BC5-B550-FCA49EBBC6ED}" type="pres">
      <dgm:prSet presAssocID="{2A1BE76C-F159-4CF0-9CDA-E049917AB960}" presName="circle" presStyleLbl="node1" presStyleIdx="0" presStyleCnt="1" custLinFactNeighborX="-19763" custLinFactNeighborY="-97"/>
      <dgm:spPr/>
      <dgm:t>
        <a:bodyPr/>
        <a:lstStyle/>
        <a:p>
          <a:endParaRPr lang="en-US"/>
        </a:p>
      </dgm:t>
    </dgm:pt>
  </dgm:ptLst>
  <dgm:cxnLst>
    <dgm:cxn modelId="{B9AE36A1-586B-4719-AEBB-4D8F423C0442}" srcId="{2A1BE76C-F159-4CF0-9CDA-E049917AB960}" destId="{51C6FFEF-D348-4BBA-A104-8FE75B8AB75C}" srcOrd="0" destOrd="0" parTransId="{F9DDE745-3183-405F-A455-8FE0F0289B21}" sibTransId="{2E9F22B5-A130-49E9-8B1C-9F43DE75D617}"/>
    <dgm:cxn modelId="{21277EE5-A576-4DFA-AC11-525B71B36D2C}" type="presOf" srcId="{274BDF33-04D5-437A-8440-8273BC800384}" destId="{1EBB9614-2B6D-45AC-9BEE-C021250C6415}" srcOrd="0" destOrd="0" presId="urn:microsoft.com/office/officeart/2005/8/layout/hList9"/>
    <dgm:cxn modelId="{1BE30492-4B08-47DB-B616-D789682AA8A9}" type="presOf" srcId="{51C6FFEF-D348-4BBA-A104-8FE75B8AB75C}" destId="{56C5BA53-67B6-4963-81AE-BA5CCBA0E76F}" srcOrd="0" destOrd="0" presId="urn:microsoft.com/office/officeart/2005/8/layout/hList9"/>
    <dgm:cxn modelId="{C78BEF7D-EA53-4C46-A22F-67D22D39040C}" type="presOf" srcId="{68B91E9D-0F75-4523-B585-C52F3E35DADD}" destId="{74E66A5F-02BD-4DA8-9272-7AC4F6B0A587}" srcOrd="0" destOrd="0" presId="urn:microsoft.com/office/officeart/2005/8/layout/hList9"/>
    <dgm:cxn modelId="{3421926B-7628-4996-A02D-06FD6F4D5D5B}" type="presOf" srcId="{2A1BE76C-F159-4CF0-9CDA-E049917AB960}" destId="{5CBAEC45-6511-4BC5-B550-FCA49EBBC6ED}" srcOrd="0" destOrd="0" presId="urn:microsoft.com/office/officeart/2005/8/layout/hList9"/>
    <dgm:cxn modelId="{8E214712-C3A8-4364-BA53-50AB74C06C3E}" srcId="{2A1BE76C-F159-4CF0-9CDA-E049917AB960}" destId="{274BDF33-04D5-437A-8440-8273BC800384}" srcOrd="1" destOrd="0" parTransId="{0B7F59F3-30CA-4036-8CE4-1133B6E1BBA9}" sibTransId="{3E714F17-55CE-4692-BEAD-2F2DE95EF279}"/>
    <dgm:cxn modelId="{47CF6014-589A-49E2-9A30-24A8379E5621}" type="presOf" srcId="{274BDF33-04D5-437A-8440-8273BC800384}" destId="{9CAEF689-84E4-4E75-B277-DCB925833216}" srcOrd="1" destOrd="0" presId="urn:microsoft.com/office/officeart/2005/8/layout/hList9"/>
    <dgm:cxn modelId="{CE61A553-0EEE-4A5D-BB63-A15349BBC320}" srcId="{68B91E9D-0F75-4523-B585-C52F3E35DADD}" destId="{2A1BE76C-F159-4CF0-9CDA-E049917AB960}" srcOrd="0" destOrd="0" parTransId="{90A718CB-04C5-45E0-B3BB-5592849C32FF}" sibTransId="{CF30BAEC-EA67-4777-B8B2-7039AAD4D310}"/>
    <dgm:cxn modelId="{401A4200-D0C0-4742-9A22-80D548ED173B}" type="presOf" srcId="{51C6FFEF-D348-4BBA-A104-8FE75B8AB75C}" destId="{1D74F332-57CD-4DEC-B3AD-92F6403A5C15}" srcOrd="1" destOrd="0" presId="urn:microsoft.com/office/officeart/2005/8/layout/hList9"/>
    <dgm:cxn modelId="{1CC7C0D0-19C7-456A-A8A6-06110BE982E1}" type="presParOf" srcId="{74E66A5F-02BD-4DA8-9272-7AC4F6B0A587}" destId="{A3DA5BC7-3EB6-4B42-AFA1-028466C54965}" srcOrd="0" destOrd="0" presId="urn:microsoft.com/office/officeart/2005/8/layout/hList9"/>
    <dgm:cxn modelId="{352D7A92-7C08-47E1-AA39-9E8DB8446F73}" type="presParOf" srcId="{74E66A5F-02BD-4DA8-9272-7AC4F6B0A587}" destId="{C459AF78-A0C5-4F0E-93A0-CEDE9BEB5C6F}" srcOrd="1" destOrd="0" presId="urn:microsoft.com/office/officeart/2005/8/layout/hList9"/>
    <dgm:cxn modelId="{0CCC7342-A6B8-4360-B4AB-E3FBB2E3FB7F}" type="presParOf" srcId="{C459AF78-A0C5-4F0E-93A0-CEDE9BEB5C6F}" destId="{1C42E845-3960-4296-9E08-FF410F5C4A1F}" srcOrd="0" destOrd="0" presId="urn:microsoft.com/office/officeart/2005/8/layout/hList9"/>
    <dgm:cxn modelId="{6ADC5DEB-5365-44D7-8212-BF5F4ABA45F6}" type="presParOf" srcId="{C459AF78-A0C5-4F0E-93A0-CEDE9BEB5C6F}" destId="{1446F0A7-3452-4538-85D0-D9AA800A54A0}" srcOrd="1" destOrd="0" presId="urn:microsoft.com/office/officeart/2005/8/layout/hList9"/>
    <dgm:cxn modelId="{54213E6F-C581-492F-AA3B-0326B2CA764D}" type="presParOf" srcId="{1446F0A7-3452-4538-85D0-D9AA800A54A0}" destId="{56C5BA53-67B6-4963-81AE-BA5CCBA0E76F}" srcOrd="0" destOrd="0" presId="urn:microsoft.com/office/officeart/2005/8/layout/hList9"/>
    <dgm:cxn modelId="{4809D7C9-ED8D-4E66-8482-3F5813B08E55}" type="presParOf" srcId="{1446F0A7-3452-4538-85D0-D9AA800A54A0}" destId="{1D74F332-57CD-4DEC-B3AD-92F6403A5C15}" srcOrd="1" destOrd="0" presId="urn:microsoft.com/office/officeart/2005/8/layout/hList9"/>
    <dgm:cxn modelId="{98D0DB0D-1DF6-4371-8CF8-EA418121E92D}" type="presParOf" srcId="{C459AF78-A0C5-4F0E-93A0-CEDE9BEB5C6F}" destId="{73E2CB81-0C1B-412D-8554-ACE9525AC073}" srcOrd="2" destOrd="0" presId="urn:microsoft.com/office/officeart/2005/8/layout/hList9"/>
    <dgm:cxn modelId="{FC7A994D-E345-4853-9EE3-1318B6EE7861}" type="presParOf" srcId="{73E2CB81-0C1B-412D-8554-ACE9525AC073}" destId="{1EBB9614-2B6D-45AC-9BEE-C021250C6415}" srcOrd="0" destOrd="0" presId="urn:microsoft.com/office/officeart/2005/8/layout/hList9"/>
    <dgm:cxn modelId="{E0A0CBFF-5458-423D-A324-A91337EBF34A}" type="presParOf" srcId="{73E2CB81-0C1B-412D-8554-ACE9525AC073}" destId="{9CAEF689-84E4-4E75-B277-DCB925833216}" srcOrd="1" destOrd="0" presId="urn:microsoft.com/office/officeart/2005/8/layout/hList9"/>
    <dgm:cxn modelId="{72F2740D-4775-4194-811C-45F75F9F7B13}" type="presParOf" srcId="{74E66A5F-02BD-4DA8-9272-7AC4F6B0A587}" destId="{D2A8770F-C42B-47A0-92A3-B0E14A5A7E1B}" srcOrd="2" destOrd="0" presId="urn:microsoft.com/office/officeart/2005/8/layout/hList9"/>
    <dgm:cxn modelId="{3F89E628-EB6E-42C9-8D15-269731464C65}" type="presParOf" srcId="{74E66A5F-02BD-4DA8-9272-7AC4F6B0A587}" destId="{5CBAEC45-6511-4BC5-B550-FCA49EBBC6ED}" srcOrd="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AE49F74-EB08-482F-ACF0-7638391E5A9F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</dgm:pt>
    <dgm:pt modelId="{C4E5430E-181E-4D20-86F0-9BCC8E39B432}">
      <dgm:prSet phldrT="[Text]" custT="1"/>
      <dgm:spPr/>
      <dgm:t>
        <a:bodyPr/>
        <a:lstStyle/>
        <a:p>
          <a:r>
            <a:rPr lang="en-US" sz="2200" dirty="0" smtClean="0">
              <a:solidFill>
                <a:schemeClr val="tx1"/>
              </a:solidFill>
            </a:rPr>
            <a:t>Maturity Level 3: Defined</a:t>
          </a:r>
          <a:endParaRPr lang="en-US" sz="2200" dirty="0">
            <a:solidFill>
              <a:schemeClr val="tx1"/>
            </a:solidFill>
          </a:endParaRPr>
        </a:p>
      </dgm:t>
    </dgm:pt>
    <dgm:pt modelId="{D6F38E55-F968-4D17-B00C-25D7816C5B0F}" type="parTrans" cxnId="{8903B671-3EB3-464E-8DAE-979DFC8122BD}">
      <dgm:prSet/>
      <dgm:spPr/>
      <dgm:t>
        <a:bodyPr/>
        <a:lstStyle/>
        <a:p>
          <a:endParaRPr lang="en-US"/>
        </a:p>
      </dgm:t>
    </dgm:pt>
    <dgm:pt modelId="{3C535CC7-D7AC-44A3-9437-FFD594CE66D4}" type="sibTrans" cxnId="{8903B671-3EB3-464E-8DAE-979DFC8122BD}">
      <dgm:prSet/>
      <dgm:spPr/>
      <dgm:t>
        <a:bodyPr/>
        <a:lstStyle/>
        <a:p>
          <a:endParaRPr lang="en-US"/>
        </a:p>
      </dgm:t>
    </dgm:pt>
    <dgm:pt modelId="{91B4B6FB-215B-43AB-8B1E-B029D67BC0E6}">
      <dgm:prSet phldrT="[Text]" custT="1"/>
      <dgm:spPr/>
      <dgm:t>
        <a:bodyPr/>
        <a:lstStyle/>
        <a:p>
          <a:r>
            <a:rPr lang="en-US" sz="2200" dirty="0" smtClean="0">
              <a:solidFill>
                <a:schemeClr val="tx1"/>
              </a:solidFill>
            </a:rPr>
            <a:t>Maturity Level 2: Managed</a:t>
          </a:r>
          <a:endParaRPr lang="en-US" sz="2200" dirty="0">
            <a:solidFill>
              <a:schemeClr val="tx1"/>
            </a:solidFill>
          </a:endParaRPr>
        </a:p>
      </dgm:t>
    </dgm:pt>
    <dgm:pt modelId="{A31952AB-D5A6-4200-ACF4-6AD48AEA0006}" type="parTrans" cxnId="{5C8F7FF2-BEF9-4E47-B970-1A0FF75E8DFE}">
      <dgm:prSet/>
      <dgm:spPr/>
      <dgm:t>
        <a:bodyPr/>
        <a:lstStyle/>
        <a:p>
          <a:endParaRPr lang="en-US"/>
        </a:p>
      </dgm:t>
    </dgm:pt>
    <dgm:pt modelId="{7D0CC095-D388-40B4-94DE-761EB314D011}" type="sibTrans" cxnId="{5C8F7FF2-BEF9-4E47-B970-1A0FF75E8DFE}">
      <dgm:prSet/>
      <dgm:spPr/>
      <dgm:t>
        <a:bodyPr/>
        <a:lstStyle/>
        <a:p>
          <a:endParaRPr lang="en-US"/>
        </a:p>
      </dgm:t>
    </dgm:pt>
    <dgm:pt modelId="{E4E5A5E7-FA0F-4B89-ABCA-2B5AF4A7467F}">
      <dgm:prSet phldrT="[Text]" custT="1"/>
      <dgm:spPr/>
      <dgm:t>
        <a:bodyPr/>
        <a:lstStyle/>
        <a:p>
          <a:r>
            <a:rPr lang="en-US" sz="2200" dirty="0" smtClean="0">
              <a:solidFill>
                <a:schemeClr val="tx1"/>
              </a:solidFill>
            </a:rPr>
            <a:t>Maturity Level 1: Initial</a:t>
          </a:r>
          <a:endParaRPr lang="en-US" sz="2200" dirty="0">
            <a:solidFill>
              <a:schemeClr val="tx1"/>
            </a:solidFill>
          </a:endParaRPr>
        </a:p>
      </dgm:t>
    </dgm:pt>
    <dgm:pt modelId="{87C4479F-A097-4164-BAF0-8D03E7BB5FCB}" type="parTrans" cxnId="{3A11F8F9-73F8-4B40-8030-9B2728B2FF58}">
      <dgm:prSet/>
      <dgm:spPr/>
      <dgm:t>
        <a:bodyPr/>
        <a:lstStyle/>
        <a:p>
          <a:endParaRPr lang="en-US"/>
        </a:p>
      </dgm:t>
    </dgm:pt>
    <dgm:pt modelId="{AED69493-3026-4192-9050-D306B10A0854}" type="sibTrans" cxnId="{3A11F8F9-73F8-4B40-8030-9B2728B2FF58}">
      <dgm:prSet/>
      <dgm:spPr/>
      <dgm:t>
        <a:bodyPr/>
        <a:lstStyle/>
        <a:p>
          <a:endParaRPr lang="en-US"/>
        </a:p>
      </dgm:t>
    </dgm:pt>
    <dgm:pt modelId="{A3A39376-ACCD-4C1D-AB24-F902329087E5}">
      <dgm:prSet phldrT="[Text]" custT="1"/>
      <dgm:spPr/>
      <dgm:t>
        <a:bodyPr/>
        <a:lstStyle/>
        <a:p>
          <a:r>
            <a:rPr lang="en-US" sz="2200" dirty="0" smtClean="0">
              <a:solidFill>
                <a:schemeClr val="tx1"/>
              </a:solidFill>
            </a:rPr>
            <a:t>Maturity Level 4: Quantitatively Managed</a:t>
          </a:r>
          <a:endParaRPr lang="en-US" sz="2200" dirty="0">
            <a:solidFill>
              <a:schemeClr val="tx1"/>
            </a:solidFill>
          </a:endParaRPr>
        </a:p>
      </dgm:t>
    </dgm:pt>
    <dgm:pt modelId="{DEC8BA13-03F1-4B35-8AC8-2904EE9E9F81}" type="parTrans" cxnId="{923F1D40-B264-4547-9A94-65C25E9F207B}">
      <dgm:prSet/>
      <dgm:spPr/>
      <dgm:t>
        <a:bodyPr/>
        <a:lstStyle/>
        <a:p>
          <a:endParaRPr lang="en-US"/>
        </a:p>
      </dgm:t>
    </dgm:pt>
    <dgm:pt modelId="{AC46B283-18C0-4A1A-950A-457E58E96EF0}" type="sibTrans" cxnId="{923F1D40-B264-4547-9A94-65C25E9F207B}">
      <dgm:prSet/>
      <dgm:spPr/>
      <dgm:t>
        <a:bodyPr/>
        <a:lstStyle/>
        <a:p>
          <a:endParaRPr lang="en-US"/>
        </a:p>
      </dgm:t>
    </dgm:pt>
    <dgm:pt modelId="{AF5C962C-7489-4105-B1B8-A4EC3E7E3316}">
      <dgm:prSet phldrT="[Text]" custT="1"/>
      <dgm:spPr/>
      <dgm:t>
        <a:bodyPr/>
        <a:lstStyle/>
        <a:p>
          <a:r>
            <a:rPr lang="en-US" sz="2200" dirty="0" smtClean="0">
              <a:solidFill>
                <a:schemeClr val="tx1"/>
              </a:solidFill>
            </a:rPr>
            <a:t>Maturity Level 5: Optimizing</a:t>
          </a:r>
          <a:endParaRPr lang="en-US" sz="2200" dirty="0">
            <a:solidFill>
              <a:schemeClr val="tx1"/>
            </a:solidFill>
          </a:endParaRPr>
        </a:p>
      </dgm:t>
    </dgm:pt>
    <dgm:pt modelId="{A2D047FF-DFE2-4C71-A13B-333624619804}" type="parTrans" cxnId="{6AA32F80-9AF6-4440-8A6C-F93A195BD76D}">
      <dgm:prSet/>
      <dgm:spPr/>
      <dgm:t>
        <a:bodyPr/>
        <a:lstStyle/>
        <a:p>
          <a:endParaRPr lang="en-US"/>
        </a:p>
      </dgm:t>
    </dgm:pt>
    <dgm:pt modelId="{30D9E695-F171-4B57-8DEB-79E634A43A97}" type="sibTrans" cxnId="{6AA32F80-9AF6-4440-8A6C-F93A195BD76D}">
      <dgm:prSet/>
      <dgm:spPr/>
      <dgm:t>
        <a:bodyPr/>
        <a:lstStyle/>
        <a:p>
          <a:endParaRPr lang="en-US"/>
        </a:p>
      </dgm:t>
    </dgm:pt>
    <dgm:pt modelId="{187FBBE4-67CE-437E-BAA1-C549D7F471FA}" type="pres">
      <dgm:prSet presAssocID="{5AE49F74-EB08-482F-ACF0-7638391E5A9F}" presName="compositeShape" presStyleCnt="0">
        <dgm:presLayoutVars>
          <dgm:dir/>
          <dgm:resizeHandles/>
        </dgm:presLayoutVars>
      </dgm:prSet>
      <dgm:spPr/>
    </dgm:pt>
    <dgm:pt modelId="{43FB57C7-3EFD-4635-95AF-3990C4EA02B3}" type="pres">
      <dgm:prSet presAssocID="{5AE49F74-EB08-482F-ACF0-7638391E5A9F}" presName="pyramid" presStyleLbl="node1" presStyleIdx="0" presStyleCnt="1"/>
      <dgm:spPr/>
    </dgm:pt>
    <dgm:pt modelId="{433462DC-53FF-45A6-A392-74D078E80F6B}" type="pres">
      <dgm:prSet presAssocID="{5AE49F74-EB08-482F-ACF0-7638391E5A9F}" presName="theList" presStyleCnt="0"/>
      <dgm:spPr/>
    </dgm:pt>
    <dgm:pt modelId="{C7FF5F83-BA83-4A26-9F61-4F6D2E6F80FC}" type="pres">
      <dgm:prSet presAssocID="{AF5C962C-7489-4105-B1B8-A4EC3E7E3316}" presName="aNode" presStyleLbl="fgAcc1" presStyleIdx="0" presStyleCnt="5" custScaleX="11263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DB75AA-76BD-4304-87BF-C0E740B266AF}" type="pres">
      <dgm:prSet presAssocID="{AF5C962C-7489-4105-B1B8-A4EC3E7E3316}" presName="aSpace" presStyleCnt="0"/>
      <dgm:spPr/>
    </dgm:pt>
    <dgm:pt modelId="{E310CC6B-F355-4A7B-AA82-FF367FC14D4B}" type="pres">
      <dgm:prSet presAssocID="{A3A39376-ACCD-4C1D-AB24-F902329087E5}" presName="aNode" presStyleLbl="fgAcc1" presStyleIdx="1" presStyleCnt="5" custScaleX="11263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2DE412-58E5-4F81-9DE7-DB65FE6014AA}" type="pres">
      <dgm:prSet presAssocID="{A3A39376-ACCD-4C1D-AB24-F902329087E5}" presName="aSpace" presStyleCnt="0"/>
      <dgm:spPr/>
    </dgm:pt>
    <dgm:pt modelId="{A782A836-7041-4BA8-A5EE-8FD743BF0BFA}" type="pres">
      <dgm:prSet presAssocID="{C4E5430E-181E-4D20-86F0-9BCC8E39B432}" presName="aNode" presStyleLbl="fgAcc1" presStyleIdx="2" presStyleCnt="5" custScaleX="11263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5DDC2C-2D9F-424B-B062-9C3F77C02934}" type="pres">
      <dgm:prSet presAssocID="{C4E5430E-181E-4D20-86F0-9BCC8E39B432}" presName="aSpace" presStyleCnt="0"/>
      <dgm:spPr/>
    </dgm:pt>
    <dgm:pt modelId="{140AF665-47D6-4BEF-BD0E-3FDAE1609982}" type="pres">
      <dgm:prSet presAssocID="{91B4B6FB-215B-43AB-8B1E-B029D67BC0E6}" presName="aNode" presStyleLbl="fgAcc1" presStyleIdx="3" presStyleCnt="5" custScaleX="11263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725D7D-11AA-4C29-82CC-741D7E4EE29A}" type="pres">
      <dgm:prSet presAssocID="{91B4B6FB-215B-43AB-8B1E-B029D67BC0E6}" presName="aSpace" presStyleCnt="0"/>
      <dgm:spPr/>
    </dgm:pt>
    <dgm:pt modelId="{05272DB4-3A59-4CE9-955B-B45C2F6CD337}" type="pres">
      <dgm:prSet presAssocID="{E4E5A5E7-FA0F-4B89-ABCA-2B5AF4A7467F}" presName="aNode" presStyleLbl="fgAcc1" presStyleIdx="4" presStyleCnt="5" custScaleX="11263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8633DD-E6E9-4341-97EE-265A1955B160}" type="pres">
      <dgm:prSet presAssocID="{E4E5A5E7-FA0F-4B89-ABCA-2B5AF4A7467F}" presName="aSpace" presStyleCnt="0"/>
      <dgm:spPr/>
    </dgm:pt>
  </dgm:ptLst>
  <dgm:cxnLst>
    <dgm:cxn modelId="{D4E510CD-4D9A-409A-A297-7EE6C97D9893}" type="presOf" srcId="{A3A39376-ACCD-4C1D-AB24-F902329087E5}" destId="{E310CC6B-F355-4A7B-AA82-FF367FC14D4B}" srcOrd="0" destOrd="0" presId="urn:microsoft.com/office/officeart/2005/8/layout/pyramid2"/>
    <dgm:cxn modelId="{923F1D40-B264-4547-9A94-65C25E9F207B}" srcId="{5AE49F74-EB08-482F-ACF0-7638391E5A9F}" destId="{A3A39376-ACCD-4C1D-AB24-F902329087E5}" srcOrd="1" destOrd="0" parTransId="{DEC8BA13-03F1-4B35-8AC8-2904EE9E9F81}" sibTransId="{AC46B283-18C0-4A1A-950A-457E58E96EF0}"/>
    <dgm:cxn modelId="{B8EE09F1-4980-412D-9E6E-368993BABA1B}" type="presOf" srcId="{91B4B6FB-215B-43AB-8B1E-B029D67BC0E6}" destId="{140AF665-47D6-4BEF-BD0E-3FDAE1609982}" srcOrd="0" destOrd="0" presId="urn:microsoft.com/office/officeart/2005/8/layout/pyramid2"/>
    <dgm:cxn modelId="{9BA740A3-F1B6-4428-87B1-E0DD1D54392E}" type="presOf" srcId="{5AE49F74-EB08-482F-ACF0-7638391E5A9F}" destId="{187FBBE4-67CE-437E-BAA1-C549D7F471FA}" srcOrd="0" destOrd="0" presId="urn:microsoft.com/office/officeart/2005/8/layout/pyramid2"/>
    <dgm:cxn modelId="{CFB58384-87A7-4BCB-A85F-327933E6EF78}" type="presOf" srcId="{E4E5A5E7-FA0F-4B89-ABCA-2B5AF4A7467F}" destId="{05272DB4-3A59-4CE9-955B-B45C2F6CD337}" srcOrd="0" destOrd="0" presId="urn:microsoft.com/office/officeart/2005/8/layout/pyramid2"/>
    <dgm:cxn modelId="{6AA32F80-9AF6-4440-8A6C-F93A195BD76D}" srcId="{5AE49F74-EB08-482F-ACF0-7638391E5A9F}" destId="{AF5C962C-7489-4105-B1B8-A4EC3E7E3316}" srcOrd="0" destOrd="0" parTransId="{A2D047FF-DFE2-4C71-A13B-333624619804}" sibTransId="{30D9E695-F171-4B57-8DEB-79E634A43A97}"/>
    <dgm:cxn modelId="{5C8F7FF2-BEF9-4E47-B970-1A0FF75E8DFE}" srcId="{5AE49F74-EB08-482F-ACF0-7638391E5A9F}" destId="{91B4B6FB-215B-43AB-8B1E-B029D67BC0E6}" srcOrd="3" destOrd="0" parTransId="{A31952AB-D5A6-4200-ACF4-6AD48AEA0006}" sibTransId="{7D0CC095-D388-40B4-94DE-761EB314D011}"/>
    <dgm:cxn modelId="{8586DA1E-0B21-492E-87B1-2D8CD23614B9}" type="presOf" srcId="{C4E5430E-181E-4D20-86F0-9BCC8E39B432}" destId="{A782A836-7041-4BA8-A5EE-8FD743BF0BFA}" srcOrd="0" destOrd="0" presId="urn:microsoft.com/office/officeart/2005/8/layout/pyramid2"/>
    <dgm:cxn modelId="{3A11F8F9-73F8-4B40-8030-9B2728B2FF58}" srcId="{5AE49F74-EB08-482F-ACF0-7638391E5A9F}" destId="{E4E5A5E7-FA0F-4B89-ABCA-2B5AF4A7467F}" srcOrd="4" destOrd="0" parTransId="{87C4479F-A097-4164-BAF0-8D03E7BB5FCB}" sibTransId="{AED69493-3026-4192-9050-D306B10A0854}"/>
    <dgm:cxn modelId="{47A35B35-F885-46EF-8F3E-662A379B739D}" type="presOf" srcId="{AF5C962C-7489-4105-B1B8-A4EC3E7E3316}" destId="{C7FF5F83-BA83-4A26-9F61-4F6D2E6F80FC}" srcOrd="0" destOrd="0" presId="urn:microsoft.com/office/officeart/2005/8/layout/pyramid2"/>
    <dgm:cxn modelId="{8903B671-3EB3-464E-8DAE-979DFC8122BD}" srcId="{5AE49F74-EB08-482F-ACF0-7638391E5A9F}" destId="{C4E5430E-181E-4D20-86F0-9BCC8E39B432}" srcOrd="2" destOrd="0" parTransId="{D6F38E55-F968-4D17-B00C-25D7816C5B0F}" sibTransId="{3C535CC7-D7AC-44A3-9437-FFD594CE66D4}"/>
    <dgm:cxn modelId="{E37CBED2-C040-4BE8-AF22-6A09A756835F}" type="presParOf" srcId="{187FBBE4-67CE-437E-BAA1-C549D7F471FA}" destId="{43FB57C7-3EFD-4635-95AF-3990C4EA02B3}" srcOrd="0" destOrd="0" presId="urn:microsoft.com/office/officeart/2005/8/layout/pyramid2"/>
    <dgm:cxn modelId="{F17C58E9-A644-4CCF-9990-1EDD4155E5F8}" type="presParOf" srcId="{187FBBE4-67CE-437E-BAA1-C549D7F471FA}" destId="{433462DC-53FF-45A6-A392-74D078E80F6B}" srcOrd="1" destOrd="0" presId="urn:microsoft.com/office/officeart/2005/8/layout/pyramid2"/>
    <dgm:cxn modelId="{6537A8BA-E884-4C0F-9998-13D81AD52740}" type="presParOf" srcId="{433462DC-53FF-45A6-A392-74D078E80F6B}" destId="{C7FF5F83-BA83-4A26-9F61-4F6D2E6F80FC}" srcOrd="0" destOrd="0" presId="urn:microsoft.com/office/officeart/2005/8/layout/pyramid2"/>
    <dgm:cxn modelId="{A7D46944-EF06-4A3E-87D3-D91146994E87}" type="presParOf" srcId="{433462DC-53FF-45A6-A392-74D078E80F6B}" destId="{1ADB75AA-76BD-4304-87BF-C0E740B266AF}" srcOrd="1" destOrd="0" presId="urn:microsoft.com/office/officeart/2005/8/layout/pyramid2"/>
    <dgm:cxn modelId="{480F3B30-F074-40B6-AF00-82B441D08987}" type="presParOf" srcId="{433462DC-53FF-45A6-A392-74D078E80F6B}" destId="{E310CC6B-F355-4A7B-AA82-FF367FC14D4B}" srcOrd="2" destOrd="0" presId="urn:microsoft.com/office/officeart/2005/8/layout/pyramid2"/>
    <dgm:cxn modelId="{70799E14-2796-4A86-931E-B3A4EF11793B}" type="presParOf" srcId="{433462DC-53FF-45A6-A392-74D078E80F6B}" destId="{8B2DE412-58E5-4F81-9DE7-DB65FE6014AA}" srcOrd="3" destOrd="0" presId="urn:microsoft.com/office/officeart/2005/8/layout/pyramid2"/>
    <dgm:cxn modelId="{DC83E21B-FB4D-4D89-9BF5-DF55D39146FA}" type="presParOf" srcId="{433462DC-53FF-45A6-A392-74D078E80F6B}" destId="{A782A836-7041-4BA8-A5EE-8FD743BF0BFA}" srcOrd="4" destOrd="0" presId="urn:microsoft.com/office/officeart/2005/8/layout/pyramid2"/>
    <dgm:cxn modelId="{BC39EDA8-43DF-419E-BCB2-0E0F63B50FE7}" type="presParOf" srcId="{433462DC-53FF-45A6-A392-74D078E80F6B}" destId="{6D5DDC2C-2D9F-424B-B062-9C3F77C02934}" srcOrd="5" destOrd="0" presId="urn:microsoft.com/office/officeart/2005/8/layout/pyramid2"/>
    <dgm:cxn modelId="{5E1089DA-4D70-4207-BA81-2856F8F8A4E7}" type="presParOf" srcId="{433462DC-53FF-45A6-A392-74D078E80F6B}" destId="{140AF665-47D6-4BEF-BD0E-3FDAE1609982}" srcOrd="6" destOrd="0" presId="urn:microsoft.com/office/officeart/2005/8/layout/pyramid2"/>
    <dgm:cxn modelId="{106984C7-1C5D-49E9-B0B5-1760FFE2185A}" type="presParOf" srcId="{433462DC-53FF-45A6-A392-74D078E80F6B}" destId="{D5725D7D-11AA-4C29-82CC-741D7E4EE29A}" srcOrd="7" destOrd="0" presId="urn:microsoft.com/office/officeart/2005/8/layout/pyramid2"/>
    <dgm:cxn modelId="{B2B50536-C888-4F3E-A270-B6427627B396}" type="presParOf" srcId="{433462DC-53FF-45A6-A392-74D078E80F6B}" destId="{05272DB4-3A59-4CE9-955B-B45C2F6CD337}" srcOrd="8" destOrd="0" presId="urn:microsoft.com/office/officeart/2005/8/layout/pyramid2"/>
    <dgm:cxn modelId="{2B4835B1-C83E-4C11-89E4-1F4C8A9618E0}" type="presParOf" srcId="{433462DC-53FF-45A6-A392-74D078E80F6B}" destId="{538633DD-E6E9-4341-97EE-265A1955B160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D288D9E-B4AD-45BD-ACF1-05B8AEDDC482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8B410D-6F26-4BC8-98F6-64920ACC6924}">
      <dgm:prSet phldrT="[Text]"/>
      <dgm:spPr/>
      <dgm:t>
        <a:bodyPr/>
        <a:lstStyle/>
        <a:p>
          <a:r>
            <a:rPr lang="en-US" dirty="0" smtClean="0"/>
            <a:t>SG1: Managed Requirements</a:t>
          </a:r>
          <a:endParaRPr lang="en-US" dirty="0"/>
        </a:p>
      </dgm:t>
    </dgm:pt>
    <dgm:pt modelId="{90A7F0E1-AAC4-4D25-88EC-1AF16186CB81}" type="parTrans" cxnId="{56F2A991-CCA6-49CB-9F21-11C0156A59FC}">
      <dgm:prSet/>
      <dgm:spPr/>
      <dgm:t>
        <a:bodyPr/>
        <a:lstStyle/>
        <a:p>
          <a:endParaRPr lang="en-US"/>
        </a:p>
      </dgm:t>
    </dgm:pt>
    <dgm:pt modelId="{AAAE9305-2A56-466B-B748-A5DC3058F142}" type="sibTrans" cxnId="{56F2A991-CCA6-49CB-9F21-11C0156A59FC}">
      <dgm:prSet/>
      <dgm:spPr/>
      <dgm:t>
        <a:bodyPr/>
        <a:lstStyle/>
        <a:p>
          <a:endParaRPr lang="en-US"/>
        </a:p>
      </dgm:t>
    </dgm:pt>
    <dgm:pt modelId="{E370DD09-A901-4B93-8BFB-12C624994327}">
      <dgm:prSet phldrT="[Text]" custT="1"/>
      <dgm:spPr/>
      <dgm:t>
        <a:bodyPr/>
        <a:lstStyle/>
        <a:p>
          <a:pPr algn="l"/>
          <a:r>
            <a:rPr lang="en-US" sz="2200" dirty="0" smtClean="0"/>
            <a:t>SP1.1: Obtain an understanding of requirements</a:t>
          </a:r>
          <a:endParaRPr lang="en-US" sz="2200" dirty="0"/>
        </a:p>
      </dgm:t>
    </dgm:pt>
    <dgm:pt modelId="{8CFAA2D5-3C28-42C8-941D-CD202C91534C}" type="parTrans" cxnId="{62449D12-854B-4296-910B-F21472C431B0}">
      <dgm:prSet/>
      <dgm:spPr/>
      <dgm:t>
        <a:bodyPr/>
        <a:lstStyle/>
        <a:p>
          <a:endParaRPr lang="en-US"/>
        </a:p>
      </dgm:t>
    </dgm:pt>
    <dgm:pt modelId="{B0A64E5A-32F9-47B1-A9A5-2CDE6E4BB433}" type="sibTrans" cxnId="{62449D12-854B-4296-910B-F21472C431B0}">
      <dgm:prSet/>
      <dgm:spPr/>
      <dgm:t>
        <a:bodyPr/>
        <a:lstStyle/>
        <a:p>
          <a:endParaRPr lang="en-US"/>
        </a:p>
      </dgm:t>
    </dgm:pt>
    <dgm:pt modelId="{A5C50036-B90E-4E01-BBAC-B27ADA2D5DF9}">
      <dgm:prSet phldrT="[Text]" custT="1"/>
      <dgm:spPr/>
      <dgm:t>
        <a:bodyPr/>
        <a:lstStyle/>
        <a:p>
          <a:pPr algn="l"/>
          <a:r>
            <a:rPr lang="en-US" sz="2200" dirty="0" smtClean="0"/>
            <a:t>SP1.2: Obtain commitment to requirements</a:t>
          </a:r>
          <a:endParaRPr lang="en-US" sz="2200" dirty="0"/>
        </a:p>
      </dgm:t>
    </dgm:pt>
    <dgm:pt modelId="{002A03BE-018A-45ED-B75C-E42F15434AB9}" type="parTrans" cxnId="{36C2D4B8-607A-4C23-A1BA-9C9AF541528E}">
      <dgm:prSet/>
      <dgm:spPr/>
      <dgm:t>
        <a:bodyPr/>
        <a:lstStyle/>
        <a:p>
          <a:endParaRPr lang="en-US"/>
        </a:p>
      </dgm:t>
    </dgm:pt>
    <dgm:pt modelId="{FAD51C81-986A-425E-B764-7972E5639433}" type="sibTrans" cxnId="{36C2D4B8-607A-4C23-A1BA-9C9AF541528E}">
      <dgm:prSet/>
      <dgm:spPr/>
      <dgm:t>
        <a:bodyPr/>
        <a:lstStyle/>
        <a:p>
          <a:endParaRPr lang="en-US"/>
        </a:p>
      </dgm:t>
    </dgm:pt>
    <dgm:pt modelId="{24C9181A-F82B-4DAD-81BC-B9924A649BC1}">
      <dgm:prSet phldrT="[Text]" custT="1"/>
      <dgm:spPr/>
      <dgm:t>
        <a:bodyPr/>
        <a:lstStyle/>
        <a:p>
          <a:pPr algn="l"/>
          <a:r>
            <a:rPr lang="en-US" sz="2200" dirty="0" smtClean="0"/>
            <a:t>SP1.3: Manage requirements changes</a:t>
          </a:r>
          <a:endParaRPr lang="en-US" sz="2200" dirty="0"/>
        </a:p>
      </dgm:t>
    </dgm:pt>
    <dgm:pt modelId="{C89B1BD2-369D-4ABE-A173-6A555FF3F9A4}" type="parTrans" cxnId="{24C0276E-CC06-46B8-B6AE-8485D47DB389}">
      <dgm:prSet/>
      <dgm:spPr/>
      <dgm:t>
        <a:bodyPr/>
        <a:lstStyle/>
        <a:p>
          <a:endParaRPr lang="en-US"/>
        </a:p>
      </dgm:t>
    </dgm:pt>
    <dgm:pt modelId="{08931EA5-91C9-4812-803D-07F119210C27}" type="sibTrans" cxnId="{24C0276E-CC06-46B8-B6AE-8485D47DB389}">
      <dgm:prSet/>
      <dgm:spPr/>
      <dgm:t>
        <a:bodyPr/>
        <a:lstStyle/>
        <a:p>
          <a:endParaRPr lang="en-US"/>
        </a:p>
      </dgm:t>
    </dgm:pt>
    <dgm:pt modelId="{9E0B483C-07D0-4EAA-BB75-8A96A761FDD9}">
      <dgm:prSet phldrT="[Text]" custT="1"/>
      <dgm:spPr/>
      <dgm:t>
        <a:bodyPr/>
        <a:lstStyle/>
        <a:p>
          <a:pPr algn="l"/>
          <a:r>
            <a:rPr lang="en-US" sz="2200" dirty="0" smtClean="0"/>
            <a:t>SP1.4: Maintain bi-directional traceability of requirements</a:t>
          </a:r>
          <a:endParaRPr lang="en-US" sz="2200" dirty="0"/>
        </a:p>
      </dgm:t>
    </dgm:pt>
    <dgm:pt modelId="{82868F54-F40F-49EA-B9A9-2B00CFEE7066}" type="parTrans" cxnId="{CD62F4E6-98E0-46FC-9DFE-A13BD5DEBD32}">
      <dgm:prSet/>
      <dgm:spPr/>
      <dgm:t>
        <a:bodyPr/>
        <a:lstStyle/>
        <a:p>
          <a:endParaRPr lang="en-US"/>
        </a:p>
      </dgm:t>
    </dgm:pt>
    <dgm:pt modelId="{FF630D36-1DD1-420E-89D9-394C02F7779A}" type="sibTrans" cxnId="{CD62F4E6-98E0-46FC-9DFE-A13BD5DEBD32}">
      <dgm:prSet/>
      <dgm:spPr/>
      <dgm:t>
        <a:bodyPr/>
        <a:lstStyle/>
        <a:p>
          <a:endParaRPr lang="en-US"/>
        </a:p>
      </dgm:t>
    </dgm:pt>
    <dgm:pt modelId="{68CD5E0B-08F5-4D9E-AA48-9933472F270A}">
      <dgm:prSet phldrT="[Text]" custT="1"/>
      <dgm:spPr/>
      <dgm:t>
        <a:bodyPr/>
        <a:lstStyle/>
        <a:p>
          <a:pPr algn="l"/>
          <a:r>
            <a:rPr lang="en-US" sz="2200" dirty="0" smtClean="0"/>
            <a:t>SP1.5: Identify inconsistencies between project work and requirements</a:t>
          </a:r>
          <a:endParaRPr lang="en-US" sz="2200" dirty="0"/>
        </a:p>
      </dgm:t>
    </dgm:pt>
    <dgm:pt modelId="{39E5FFB5-3140-4DD9-961D-8D8AFA2E32FE}" type="parTrans" cxnId="{7A657734-D9D6-433C-8918-B80760237532}">
      <dgm:prSet/>
      <dgm:spPr/>
      <dgm:t>
        <a:bodyPr/>
        <a:lstStyle/>
        <a:p>
          <a:endParaRPr lang="en-US"/>
        </a:p>
      </dgm:t>
    </dgm:pt>
    <dgm:pt modelId="{1278A504-9816-4369-87B8-511D0CE14D3A}" type="sibTrans" cxnId="{7A657734-D9D6-433C-8918-B80760237532}">
      <dgm:prSet/>
      <dgm:spPr/>
      <dgm:t>
        <a:bodyPr/>
        <a:lstStyle/>
        <a:p>
          <a:endParaRPr lang="en-US"/>
        </a:p>
      </dgm:t>
    </dgm:pt>
    <dgm:pt modelId="{AA0D6AAD-F561-4EF8-BB69-E06A261ACA95}" type="pres">
      <dgm:prSet presAssocID="{5D288D9E-B4AD-45BD-ACF1-05B8AEDDC48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ED7C8D6-B57B-4EA2-90B7-82896DACCFB1}" type="pres">
      <dgm:prSet presAssocID="{2D8B410D-6F26-4BC8-98F6-64920ACC6924}" presName="root" presStyleCnt="0"/>
      <dgm:spPr/>
    </dgm:pt>
    <dgm:pt modelId="{4A890AA2-CC42-45BE-9D4F-43BB92174AF1}" type="pres">
      <dgm:prSet presAssocID="{2D8B410D-6F26-4BC8-98F6-64920ACC6924}" presName="rootComposite" presStyleCnt="0"/>
      <dgm:spPr/>
    </dgm:pt>
    <dgm:pt modelId="{60268A99-6BBD-40E7-A6BE-B200802E3BB9}" type="pres">
      <dgm:prSet presAssocID="{2D8B410D-6F26-4BC8-98F6-64920ACC6924}" presName="rootText" presStyleLbl="node1" presStyleIdx="0" presStyleCnt="1" custScaleX="469851"/>
      <dgm:spPr/>
      <dgm:t>
        <a:bodyPr/>
        <a:lstStyle/>
        <a:p>
          <a:endParaRPr lang="en-US"/>
        </a:p>
      </dgm:t>
    </dgm:pt>
    <dgm:pt modelId="{6433383A-1AB6-4B51-865E-1C9A1FABCEF3}" type="pres">
      <dgm:prSet presAssocID="{2D8B410D-6F26-4BC8-98F6-64920ACC6924}" presName="rootConnector" presStyleLbl="node1" presStyleIdx="0" presStyleCnt="1"/>
      <dgm:spPr/>
      <dgm:t>
        <a:bodyPr/>
        <a:lstStyle/>
        <a:p>
          <a:endParaRPr lang="en-US"/>
        </a:p>
      </dgm:t>
    </dgm:pt>
    <dgm:pt modelId="{F497C4DB-2679-4C21-B477-3C31CD36BA49}" type="pres">
      <dgm:prSet presAssocID="{2D8B410D-6F26-4BC8-98F6-64920ACC6924}" presName="childShape" presStyleCnt="0"/>
      <dgm:spPr/>
    </dgm:pt>
    <dgm:pt modelId="{75B1E9C8-9B79-41B8-836F-D9681B5E6736}" type="pres">
      <dgm:prSet presAssocID="{8CFAA2D5-3C28-42C8-941D-CD202C91534C}" presName="Name13" presStyleLbl="parChTrans1D2" presStyleIdx="0" presStyleCnt="5"/>
      <dgm:spPr/>
      <dgm:t>
        <a:bodyPr/>
        <a:lstStyle/>
        <a:p>
          <a:endParaRPr lang="en-US"/>
        </a:p>
      </dgm:t>
    </dgm:pt>
    <dgm:pt modelId="{8AF3615E-2F0A-4C6F-8129-7DC327269C72}" type="pres">
      <dgm:prSet presAssocID="{E370DD09-A901-4B93-8BFB-12C624994327}" presName="childText" presStyleLbl="bgAcc1" presStyleIdx="0" presStyleCnt="5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9A2895-58A1-4478-BC42-8FE5D431B63F}" type="pres">
      <dgm:prSet presAssocID="{002A03BE-018A-45ED-B75C-E42F15434AB9}" presName="Name13" presStyleLbl="parChTrans1D2" presStyleIdx="1" presStyleCnt="5"/>
      <dgm:spPr/>
      <dgm:t>
        <a:bodyPr/>
        <a:lstStyle/>
        <a:p>
          <a:endParaRPr lang="en-US"/>
        </a:p>
      </dgm:t>
    </dgm:pt>
    <dgm:pt modelId="{9E62C2A5-6E1E-4CC0-A6B7-E3292E770BA5}" type="pres">
      <dgm:prSet presAssocID="{A5C50036-B90E-4E01-BBAC-B27ADA2D5DF9}" presName="childText" presStyleLbl="bgAcc1" presStyleIdx="1" presStyleCnt="5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72A0C3-4A5B-4122-9C0F-94377E9A66CF}" type="pres">
      <dgm:prSet presAssocID="{C89B1BD2-369D-4ABE-A173-6A555FF3F9A4}" presName="Name13" presStyleLbl="parChTrans1D2" presStyleIdx="2" presStyleCnt="5"/>
      <dgm:spPr/>
      <dgm:t>
        <a:bodyPr/>
        <a:lstStyle/>
        <a:p>
          <a:endParaRPr lang="en-US"/>
        </a:p>
      </dgm:t>
    </dgm:pt>
    <dgm:pt modelId="{86DB9EC1-1CF1-45AF-81FD-84998106E3AC}" type="pres">
      <dgm:prSet presAssocID="{24C9181A-F82B-4DAD-81BC-B9924A649BC1}" presName="childText" presStyleLbl="bgAcc1" presStyleIdx="2" presStyleCnt="5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B6D892-E63B-44C9-8A6B-A9EE4D6431C8}" type="pres">
      <dgm:prSet presAssocID="{82868F54-F40F-49EA-B9A9-2B00CFEE7066}" presName="Name13" presStyleLbl="parChTrans1D2" presStyleIdx="3" presStyleCnt="5"/>
      <dgm:spPr/>
      <dgm:t>
        <a:bodyPr/>
        <a:lstStyle/>
        <a:p>
          <a:endParaRPr lang="en-US"/>
        </a:p>
      </dgm:t>
    </dgm:pt>
    <dgm:pt modelId="{20EA488A-AC12-483E-85E2-70C1CFDBE425}" type="pres">
      <dgm:prSet presAssocID="{9E0B483C-07D0-4EAA-BB75-8A96A761FDD9}" presName="childText" presStyleLbl="bgAcc1" presStyleIdx="3" presStyleCnt="5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4718CF-09F1-48B1-9CED-EB5EF98D6A86}" type="pres">
      <dgm:prSet presAssocID="{39E5FFB5-3140-4DD9-961D-8D8AFA2E32FE}" presName="Name13" presStyleLbl="parChTrans1D2" presStyleIdx="4" presStyleCnt="5"/>
      <dgm:spPr/>
      <dgm:t>
        <a:bodyPr/>
        <a:lstStyle/>
        <a:p>
          <a:endParaRPr lang="en-US"/>
        </a:p>
      </dgm:t>
    </dgm:pt>
    <dgm:pt modelId="{B028897F-F6BC-4261-8BB7-D8A2FBCC6A27}" type="pres">
      <dgm:prSet presAssocID="{68CD5E0B-08F5-4D9E-AA48-9933472F270A}" presName="childText" presStyleLbl="bgAcc1" presStyleIdx="4" presStyleCnt="5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41D4B1E-F591-43F5-9DD7-F0F3D3A1AD40}" type="presOf" srcId="{24C9181A-F82B-4DAD-81BC-B9924A649BC1}" destId="{86DB9EC1-1CF1-45AF-81FD-84998106E3AC}" srcOrd="0" destOrd="0" presId="urn:microsoft.com/office/officeart/2005/8/layout/hierarchy3"/>
    <dgm:cxn modelId="{589EC3F1-D0A4-4E7A-8A63-B44C2EE65B9C}" type="presOf" srcId="{82868F54-F40F-49EA-B9A9-2B00CFEE7066}" destId="{28B6D892-E63B-44C9-8A6B-A9EE4D6431C8}" srcOrd="0" destOrd="0" presId="urn:microsoft.com/office/officeart/2005/8/layout/hierarchy3"/>
    <dgm:cxn modelId="{CD62F4E6-98E0-46FC-9DFE-A13BD5DEBD32}" srcId="{2D8B410D-6F26-4BC8-98F6-64920ACC6924}" destId="{9E0B483C-07D0-4EAA-BB75-8A96A761FDD9}" srcOrd="3" destOrd="0" parTransId="{82868F54-F40F-49EA-B9A9-2B00CFEE7066}" sibTransId="{FF630D36-1DD1-420E-89D9-394C02F7779A}"/>
    <dgm:cxn modelId="{56E89E87-A4EB-4626-8964-32AB2D020BFF}" type="presOf" srcId="{9E0B483C-07D0-4EAA-BB75-8A96A761FDD9}" destId="{20EA488A-AC12-483E-85E2-70C1CFDBE425}" srcOrd="0" destOrd="0" presId="urn:microsoft.com/office/officeart/2005/8/layout/hierarchy3"/>
    <dgm:cxn modelId="{7A657734-D9D6-433C-8918-B80760237532}" srcId="{2D8B410D-6F26-4BC8-98F6-64920ACC6924}" destId="{68CD5E0B-08F5-4D9E-AA48-9933472F270A}" srcOrd="4" destOrd="0" parTransId="{39E5FFB5-3140-4DD9-961D-8D8AFA2E32FE}" sibTransId="{1278A504-9816-4369-87B8-511D0CE14D3A}"/>
    <dgm:cxn modelId="{5C249747-F77F-4504-A474-319AB5C1555E}" type="presOf" srcId="{E370DD09-A901-4B93-8BFB-12C624994327}" destId="{8AF3615E-2F0A-4C6F-8129-7DC327269C72}" srcOrd="0" destOrd="0" presId="urn:microsoft.com/office/officeart/2005/8/layout/hierarchy3"/>
    <dgm:cxn modelId="{DCC9620D-63B3-4F01-BC86-8A2C1E9D0712}" type="presOf" srcId="{C89B1BD2-369D-4ABE-A173-6A555FF3F9A4}" destId="{1372A0C3-4A5B-4122-9C0F-94377E9A66CF}" srcOrd="0" destOrd="0" presId="urn:microsoft.com/office/officeart/2005/8/layout/hierarchy3"/>
    <dgm:cxn modelId="{36C2D4B8-607A-4C23-A1BA-9C9AF541528E}" srcId="{2D8B410D-6F26-4BC8-98F6-64920ACC6924}" destId="{A5C50036-B90E-4E01-BBAC-B27ADA2D5DF9}" srcOrd="1" destOrd="0" parTransId="{002A03BE-018A-45ED-B75C-E42F15434AB9}" sibTransId="{FAD51C81-986A-425E-B764-7972E5639433}"/>
    <dgm:cxn modelId="{37A64E2D-B8EF-4FA2-9670-8159975228E3}" type="presOf" srcId="{8CFAA2D5-3C28-42C8-941D-CD202C91534C}" destId="{75B1E9C8-9B79-41B8-836F-D9681B5E6736}" srcOrd="0" destOrd="0" presId="urn:microsoft.com/office/officeart/2005/8/layout/hierarchy3"/>
    <dgm:cxn modelId="{039E1389-64ED-4B81-B484-6CC108556351}" type="presOf" srcId="{5D288D9E-B4AD-45BD-ACF1-05B8AEDDC482}" destId="{AA0D6AAD-F561-4EF8-BB69-E06A261ACA95}" srcOrd="0" destOrd="0" presId="urn:microsoft.com/office/officeart/2005/8/layout/hierarchy3"/>
    <dgm:cxn modelId="{24C0276E-CC06-46B8-B6AE-8485D47DB389}" srcId="{2D8B410D-6F26-4BC8-98F6-64920ACC6924}" destId="{24C9181A-F82B-4DAD-81BC-B9924A649BC1}" srcOrd="2" destOrd="0" parTransId="{C89B1BD2-369D-4ABE-A173-6A555FF3F9A4}" sibTransId="{08931EA5-91C9-4812-803D-07F119210C27}"/>
    <dgm:cxn modelId="{56F2A991-CCA6-49CB-9F21-11C0156A59FC}" srcId="{5D288D9E-B4AD-45BD-ACF1-05B8AEDDC482}" destId="{2D8B410D-6F26-4BC8-98F6-64920ACC6924}" srcOrd="0" destOrd="0" parTransId="{90A7F0E1-AAC4-4D25-88EC-1AF16186CB81}" sibTransId="{AAAE9305-2A56-466B-B748-A5DC3058F142}"/>
    <dgm:cxn modelId="{D3DCB447-8997-41EE-936A-D0BDADDF504C}" type="presOf" srcId="{2D8B410D-6F26-4BC8-98F6-64920ACC6924}" destId="{60268A99-6BBD-40E7-A6BE-B200802E3BB9}" srcOrd="0" destOrd="0" presId="urn:microsoft.com/office/officeart/2005/8/layout/hierarchy3"/>
    <dgm:cxn modelId="{BDCA16ED-33FA-4421-8CFE-371145399104}" type="presOf" srcId="{39E5FFB5-3140-4DD9-961D-8D8AFA2E32FE}" destId="{2E4718CF-09F1-48B1-9CED-EB5EF98D6A86}" srcOrd="0" destOrd="0" presId="urn:microsoft.com/office/officeart/2005/8/layout/hierarchy3"/>
    <dgm:cxn modelId="{7169F94A-C16F-4AB8-B2CE-2BC79A80101B}" type="presOf" srcId="{A5C50036-B90E-4E01-BBAC-B27ADA2D5DF9}" destId="{9E62C2A5-6E1E-4CC0-A6B7-E3292E770BA5}" srcOrd="0" destOrd="0" presId="urn:microsoft.com/office/officeart/2005/8/layout/hierarchy3"/>
    <dgm:cxn modelId="{CF52DBE3-7E85-4C3B-811F-F7FED16E6979}" type="presOf" srcId="{2D8B410D-6F26-4BC8-98F6-64920ACC6924}" destId="{6433383A-1AB6-4B51-865E-1C9A1FABCEF3}" srcOrd="1" destOrd="0" presId="urn:microsoft.com/office/officeart/2005/8/layout/hierarchy3"/>
    <dgm:cxn modelId="{C650E235-A600-4848-9637-9A29157E9B63}" type="presOf" srcId="{002A03BE-018A-45ED-B75C-E42F15434AB9}" destId="{E19A2895-58A1-4478-BC42-8FE5D431B63F}" srcOrd="0" destOrd="0" presId="urn:microsoft.com/office/officeart/2005/8/layout/hierarchy3"/>
    <dgm:cxn modelId="{E3801430-B690-4814-AC9B-C99E6519B5C4}" type="presOf" srcId="{68CD5E0B-08F5-4D9E-AA48-9933472F270A}" destId="{B028897F-F6BC-4261-8BB7-D8A2FBCC6A27}" srcOrd="0" destOrd="0" presId="urn:microsoft.com/office/officeart/2005/8/layout/hierarchy3"/>
    <dgm:cxn modelId="{62449D12-854B-4296-910B-F21472C431B0}" srcId="{2D8B410D-6F26-4BC8-98F6-64920ACC6924}" destId="{E370DD09-A901-4B93-8BFB-12C624994327}" srcOrd="0" destOrd="0" parTransId="{8CFAA2D5-3C28-42C8-941D-CD202C91534C}" sibTransId="{B0A64E5A-32F9-47B1-A9A5-2CDE6E4BB433}"/>
    <dgm:cxn modelId="{984FBDB4-A1C1-4519-850C-A50120DBDECF}" type="presParOf" srcId="{AA0D6AAD-F561-4EF8-BB69-E06A261ACA95}" destId="{EED7C8D6-B57B-4EA2-90B7-82896DACCFB1}" srcOrd="0" destOrd="0" presId="urn:microsoft.com/office/officeart/2005/8/layout/hierarchy3"/>
    <dgm:cxn modelId="{F431262A-8312-4076-BE70-6E0FEA8AD148}" type="presParOf" srcId="{EED7C8D6-B57B-4EA2-90B7-82896DACCFB1}" destId="{4A890AA2-CC42-45BE-9D4F-43BB92174AF1}" srcOrd="0" destOrd="0" presId="urn:microsoft.com/office/officeart/2005/8/layout/hierarchy3"/>
    <dgm:cxn modelId="{6AF0B80C-FBB4-4FD7-A739-14C6F68A36A7}" type="presParOf" srcId="{4A890AA2-CC42-45BE-9D4F-43BB92174AF1}" destId="{60268A99-6BBD-40E7-A6BE-B200802E3BB9}" srcOrd="0" destOrd="0" presId="urn:microsoft.com/office/officeart/2005/8/layout/hierarchy3"/>
    <dgm:cxn modelId="{883F21FC-61BC-493B-89FA-E524EE13046F}" type="presParOf" srcId="{4A890AA2-CC42-45BE-9D4F-43BB92174AF1}" destId="{6433383A-1AB6-4B51-865E-1C9A1FABCEF3}" srcOrd="1" destOrd="0" presId="urn:microsoft.com/office/officeart/2005/8/layout/hierarchy3"/>
    <dgm:cxn modelId="{FC1219EE-D4D7-4E68-958F-887252D09892}" type="presParOf" srcId="{EED7C8D6-B57B-4EA2-90B7-82896DACCFB1}" destId="{F497C4DB-2679-4C21-B477-3C31CD36BA49}" srcOrd="1" destOrd="0" presId="urn:microsoft.com/office/officeart/2005/8/layout/hierarchy3"/>
    <dgm:cxn modelId="{A8891229-89C7-48B5-8561-18B56A1BD152}" type="presParOf" srcId="{F497C4DB-2679-4C21-B477-3C31CD36BA49}" destId="{75B1E9C8-9B79-41B8-836F-D9681B5E6736}" srcOrd="0" destOrd="0" presId="urn:microsoft.com/office/officeart/2005/8/layout/hierarchy3"/>
    <dgm:cxn modelId="{6589DFE1-0923-42C5-8900-986399FF0E65}" type="presParOf" srcId="{F497C4DB-2679-4C21-B477-3C31CD36BA49}" destId="{8AF3615E-2F0A-4C6F-8129-7DC327269C72}" srcOrd="1" destOrd="0" presId="urn:microsoft.com/office/officeart/2005/8/layout/hierarchy3"/>
    <dgm:cxn modelId="{3D84FD3D-03D0-4429-BC91-F93058C3D470}" type="presParOf" srcId="{F497C4DB-2679-4C21-B477-3C31CD36BA49}" destId="{E19A2895-58A1-4478-BC42-8FE5D431B63F}" srcOrd="2" destOrd="0" presId="urn:microsoft.com/office/officeart/2005/8/layout/hierarchy3"/>
    <dgm:cxn modelId="{EC9E89BB-7A9D-4179-922A-F2DB1DF84F2A}" type="presParOf" srcId="{F497C4DB-2679-4C21-B477-3C31CD36BA49}" destId="{9E62C2A5-6E1E-4CC0-A6B7-E3292E770BA5}" srcOrd="3" destOrd="0" presId="urn:microsoft.com/office/officeart/2005/8/layout/hierarchy3"/>
    <dgm:cxn modelId="{BBE0D534-8DF5-4FC6-80CB-0247E7530AD8}" type="presParOf" srcId="{F497C4DB-2679-4C21-B477-3C31CD36BA49}" destId="{1372A0C3-4A5B-4122-9C0F-94377E9A66CF}" srcOrd="4" destOrd="0" presId="urn:microsoft.com/office/officeart/2005/8/layout/hierarchy3"/>
    <dgm:cxn modelId="{D10917F8-BBB2-40B4-A7AE-429142D757EB}" type="presParOf" srcId="{F497C4DB-2679-4C21-B477-3C31CD36BA49}" destId="{86DB9EC1-1CF1-45AF-81FD-84998106E3AC}" srcOrd="5" destOrd="0" presId="urn:microsoft.com/office/officeart/2005/8/layout/hierarchy3"/>
    <dgm:cxn modelId="{0EC567E1-8E2A-43C0-8775-31849F655004}" type="presParOf" srcId="{F497C4DB-2679-4C21-B477-3C31CD36BA49}" destId="{28B6D892-E63B-44C9-8A6B-A9EE4D6431C8}" srcOrd="6" destOrd="0" presId="urn:microsoft.com/office/officeart/2005/8/layout/hierarchy3"/>
    <dgm:cxn modelId="{7786DC56-1F40-4395-BAED-E91812EFF92C}" type="presParOf" srcId="{F497C4DB-2679-4C21-B477-3C31CD36BA49}" destId="{20EA488A-AC12-483E-85E2-70C1CFDBE425}" srcOrd="7" destOrd="0" presId="urn:microsoft.com/office/officeart/2005/8/layout/hierarchy3"/>
    <dgm:cxn modelId="{12FC0EDF-7CF4-402B-824F-96B3A58091E6}" type="presParOf" srcId="{F497C4DB-2679-4C21-B477-3C31CD36BA49}" destId="{2E4718CF-09F1-48B1-9CED-EB5EF98D6A86}" srcOrd="8" destOrd="0" presId="urn:microsoft.com/office/officeart/2005/8/layout/hierarchy3"/>
    <dgm:cxn modelId="{B2B456B7-9D79-4025-B35E-B367DC8A9E0B}" type="presParOf" srcId="{F497C4DB-2679-4C21-B477-3C31CD36BA49}" destId="{B028897F-F6BC-4261-8BB7-D8A2FBCC6A27}" srcOrd="9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D288D9E-B4AD-45BD-ACF1-05B8AEDDC482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0D6AAD-F561-4EF8-BB69-E06A261ACA95}" type="pres">
      <dgm:prSet presAssocID="{5D288D9E-B4AD-45BD-ACF1-05B8AEDDC48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</dgm:ptLst>
  <dgm:cxnLst>
    <dgm:cxn modelId="{FAC49C3D-C891-4E78-8210-7E79771485C7}" type="presOf" srcId="{5D288D9E-B4AD-45BD-ACF1-05B8AEDDC482}" destId="{AA0D6AAD-F561-4EF8-BB69-E06A261ACA95}" srcOrd="0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D288D9E-B4AD-45BD-ACF1-05B8AEDDC482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8B410D-6F26-4BC8-98F6-64920ACC6924}">
      <dgm:prSet phldrT="[Text]"/>
      <dgm:spPr/>
      <dgm:t>
        <a:bodyPr/>
        <a:lstStyle/>
        <a:p>
          <a:r>
            <a:rPr lang="en-US" dirty="0" smtClean="0"/>
            <a:t>SG1: Establish estimates</a:t>
          </a:r>
          <a:endParaRPr lang="en-US" dirty="0"/>
        </a:p>
      </dgm:t>
    </dgm:pt>
    <dgm:pt modelId="{90A7F0E1-AAC4-4D25-88EC-1AF16186CB81}" type="parTrans" cxnId="{56F2A991-CCA6-49CB-9F21-11C0156A59FC}">
      <dgm:prSet/>
      <dgm:spPr/>
      <dgm:t>
        <a:bodyPr/>
        <a:lstStyle/>
        <a:p>
          <a:endParaRPr lang="en-US"/>
        </a:p>
      </dgm:t>
    </dgm:pt>
    <dgm:pt modelId="{AAAE9305-2A56-466B-B748-A5DC3058F142}" type="sibTrans" cxnId="{56F2A991-CCA6-49CB-9F21-11C0156A59FC}">
      <dgm:prSet/>
      <dgm:spPr/>
      <dgm:t>
        <a:bodyPr/>
        <a:lstStyle/>
        <a:p>
          <a:endParaRPr lang="en-US"/>
        </a:p>
      </dgm:t>
    </dgm:pt>
    <dgm:pt modelId="{E370DD09-A901-4B93-8BFB-12C624994327}">
      <dgm:prSet phldrT="[Text]"/>
      <dgm:spPr/>
      <dgm:t>
        <a:bodyPr/>
        <a:lstStyle/>
        <a:p>
          <a:pPr algn="l"/>
          <a:r>
            <a:rPr lang="en-US" dirty="0" smtClean="0"/>
            <a:t>SP1.1: Estimate the scope of the project</a:t>
          </a:r>
          <a:endParaRPr lang="en-US" dirty="0"/>
        </a:p>
      </dgm:t>
    </dgm:pt>
    <dgm:pt modelId="{8CFAA2D5-3C28-42C8-941D-CD202C91534C}" type="parTrans" cxnId="{62449D12-854B-4296-910B-F21472C431B0}">
      <dgm:prSet/>
      <dgm:spPr/>
      <dgm:t>
        <a:bodyPr/>
        <a:lstStyle/>
        <a:p>
          <a:endParaRPr lang="en-US"/>
        </a:p>
      </dgm:t>
    </dgm:pt>
    <dgm:pt modelId="{B0A64E5A-32F9-47B1-A9A5-2CDE6E4BB433}" type="sibTrans" cxnId="{62449D12-854B-4296-910B-F21472C431B0}">
      <dgm:prSet/>
      <dgm:spPr/>
      <dgm:t>
        <a:bodyPr/>
        <a:lstStyle/>
        <a:p>
          <a:endParaRPr lang="en-US"/>
        </a:p>
      </dgm:t>
    </dgm:pt>
    <dgm:pt modelId="{A5C50036-B90E-4E01-BBAC-B27ADA2D5DF9}">
      <dgm:prSet phldrT="[Text]"/>
      <dgm:spPr/>
      <dgm:t>
        <a:bodyPr/>
        <a:lstStyle/>
        <a:p>
          <a:pPr algn="l"/>
          <a:r>
            <a:rPr lang="en-US" dirty="0" smtClean="0"/>
            <a:t>SP1.2: Establish estimates of work product and task attributes</a:t>
          </a:r>
          <a:endParaRPr lang="en-US" dirty="0"/>
        </a:p>
      </dgm:t>
    </dgm:pt>
    <dgm:pt modelId="{002A03BE-018A-45ED-B75C-E42F15434AB9}" type="parTrans" cxnId="{36C2D4B8-607A-4C23-A1BA-9C9AF541528E}">
      <dgm:prSet/>
      <dgm:spPr/>
      <dgm:t>
        <a:bodyPr/>
        <a:lstStyle/>
        <a:p>
          <a:endParaRPr lang="en-US"/>
        </a:p>
      </dgm:t>
    </dgm:pt>
    <dgm:pt modelId="{FAD51C81-986A-425E-B764-7972E5639433}" type="sibTrans" cxnId="{36C2D4B8-607A-4C23-A1BA-9C9AF541528E}">
      <dgm:prSet/>
      <dgm:spPr/>
      <dgm:t>
        <a:bodyPr/>
        <a:lstStyle/>
        <a:p>
          <a:endParaRPr lang="en-US"/>
        </a:p>
      </dgm:t>
    </dgm:pt>
    <dgm:pt modelId="{24C9181A-F82B-4DAD-81BC-B9924A649BC1}">
      <dgm:prSet phldrT="[Text]"/>
      <dgm:spPr/>
      <dgm:t>
        <a:bodyPr/>
        <a:lstStyle/>
        <a:p>
          <a:pPr algn="l"/>
          <a:r>
            <a:rPr lang="en-US" dirty="0" smtClean="0"/>
            <a:t>SP1.3: Define project life cycle</a:t>
          </a:r>
          <a:endParaRPr lang="en-US" dirty="0"/>
        </a:p>
      </dgm:t>
    </dgm:pt>
    <dgm:pt modelId="{C89B1BD2-369D-4ABE-A173-6A555FF3F9A4}" type="parTrans" cxnId="{24C0276E-CC06-46B8-B6AE-8485D47DB389}">
      <dgm:prSet/>
      <dgm:spPr/>
      <dgm:t>
        <a:bodyPr/>
        <a:lstStyle/>
        <a:p>
          <a:endParaRPr lang="en-US"/>
        </a:p>
      </dgm:t>
    </dgm:pt>
    <dgm:pt modelId="{08931EA5-91C9-4812-803D-07F119210C27}" type="sibTrans" cxnId="{24C0276E-CC06-46B8-B6AE-8485D47DB389}">
      <dgm:prSet/>
      <dgm:spPr/>
      <dgm:t>
        <a:bodyPr/>
        <a:lstStyle/>
        <a:p>
          <a:endParaRPr lang="en-US"/>
        </a:p>
      </dgm:t>
    </dgm:pt>
    <dgm:pt modelId="{9E0B483C-07D0-4EAA-BB75-8A96A761FDD9}">
      <dgm:prSet phldrT="[Text]"/>
      <dgm:spPr/>
      <dgm:t>
        <a:bodyPr/>
        <a:lstStyle/>
        <a:p>
          <a:pPr algn="l"/>
          <a:r>
            <a:rPr lang="en-US" dirty="0" smtClean="0"/>
            <a:t>SP1.4: Determine estimates of effort and cost</a:t>
          </a:r>
          <a:endParaRPr lang="en-US" dirty="0"/>
        </a:p>
      </dgm:t>
    </dgm:pt>
    <dgm:pt modelId="{82868F54-F40F-49EA-B9A9-2B00CFEE7066}" type="parTrans" cxnId="{CD62F4E6-98E0-46FC-9DFE-A13BD5DEBD32}">
      <dgm:prSet/>
      <dgm:spPr/>
      <dgm:t>
        <a:bodyPr/>
        <a:lstStyle/>
        <a:p>
          <a:endParaRPr lang="en-US"/>
        </a:p>
      </dgm:t>
    </dgm:pt>
    <dgm:pt modelId="{FF630D36-1DD1-420E-89D9-394C02F7779A}" type="sibTrans" cxnId="{CD62F4E6-98E0-46FC-9DFE-A13BD5DEBD32}">
      <dgm:prSet/>
      <dgm:spPr/>
      <dgm:t>
        <a:bodyPr/>
        <a:lstStyle/>
        <a:p>
          <a:endParaRPr lang="en-US"/>
        </a:p>
      </dgm:t>
    </dgm:pt>
    <dgm:pt modelId="{AA0D6AAD-F561-4EF8-BB69-E06A261ACA95}" type="pres">
      <dgm:prSet presAssocID="{5D288D9E-B4AD-45BD-ACF1-05B8AEDDC48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ED7C8D6-B57B-4EA2-90B7-82896DACCFB1}" type="pres">
      <dgm:prSet presAssocID="{2D8B410D-6F26-4BC8-98F6-64920ACC6924}" presName="root" presStyleCnt="0"/>
      <dgm:spPr/>
    </dgm:pt>
    <dgm:pt modelId="{4A890AA2-CC42-45BE-9D4F-43BB92174AF1}" type="pres">
      <dgm:prSet presAssocID="{2D8B410D-6F26-4BC8-98F6-64920ACC6924}" presName="rootComposite" presStyleCnt="0"/>
      <dgm:spPr/>
    </dgm:pt>
    <dgm:pt modelId="{60268A99-6BBD-40E7-A6BE-B200802E3BB9}" type="pres">
      <dgm:prSet presAssocID="{2D8B410D-6F26-4BC8-98F6-64920ACC6924}" presName="rootText" presStyleLbl="node1" presStyleIdx="0" presStyleCnt="1" custScaleX="469851"/>
      <dgm:spPr/>
      <dgm:t>
        <a:bodyPr/>
        <a:lstStyle/>
        <a:p>
          <a:endParaRPr lang="en-US"/>
        </a:p>
      </dgm:t>
    </dgm:pt>
    <dgm:pt modelId="{6433383A-1AB6-4B51-865E-1C9A1FABCEF3}" type="pres">
      <dgm:prSet presAssocID="{2D8B410D-6F26-4BC8-98F6-64920ACC6924}" presName="rootConnector" presStyleLbl="node1" presStyleIdx="0" presStyleCnt="1"/>
      <dgm:spPr/>
      <dgm:t>
        <a:bodyPr/>
        <a:lstStyle/>
        <a:p>
          <a:endParaRPr lang="en-US"/>
        </a:p>
      </dgm:t>
    </dgm:pt>
    <dgm:pt modelId="{F497C4DB-2679-4C21-B477-3C31CD36BA49}" type="pres">
      <dgm:prSet presAssocID="{2D8B410D-6F26-4BC8-98F6-64920ACC6924}" presName="childShape" presStyleCnt="0"/>
      <dgm:spPr/>
    </dgm:pt>
    <dgm:pt modelId="{75B1E9C8-9B79-41B8-836F-D9681B5E6736}" type="pres">
      <dgm:prSet presAssocID="{8CFAA2D5-3C28-42C8-941D-CD202C91534C}" presName="Name13" presStyleLbl="parChTrans1D2" presStyleIdx="0" presStyleCnt="4"/>
      <dgm:spPr/>
      <dgm:t>
        <a:bodyPr/>
        <a:lstStyle/>
        <a:p>
          <a:endParaRPr lang="en-US"/>
        </a:p>
      </dgm:t>
    </dgm:pt>
    <dgm:pt modelId="{8AF3615E-2F0A-4C6F-8129-7DC327269C72}" type="pres">
      <dgm:prSet presAssocID="{E370DD09-A901-4B93-8BFB-12C624994327}" presName="childText" presStyleLbl="bgAcc1" presStyleIdx="0" presStyleCnt="4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9A2895-58A1-4478-BC42-8FE5D431B63F}" type="pres">
      <dgm:prSet presAssocID="{002A03BE-018A-45ED-B75C-E42F15434AB9}" presName="Name13" presStyleLbl="parChTrans1D2" presStyleIdx="1" presStyleCnt="4"/>
      <dgm:spPr/>
      <dgm:t>
        <a:bodyPr/>
        <a:lstStyle/>
        <a:p>
          <a:endParaRPr lang="en-US"/>
        </a:p>
      </dgm:t>
    </dgm:pt>
    <dgm:pt modelId="{9E62C2A5-6E1E-4CC0-A6B7-E3292E770BA5}" type="pres">
      <dgm:prSet presAssocID="{A5C50036-B90E-4E01-BBAC-B27ADA2D5DF9}" presName="childText" presStyleLbl="bgAcc1" presStyleIdx="1" presStyleCnt="4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72A0C3-4A5B-4122-9C0F-94377E9A66CF}" type="pres">
      <dgm:prSet presAssocID="{C89B1BD2-369D-4ABE-A173-6A555FF3F9A4}" presName="Name13" presStyleLbl="parChTrans1D2" presStyleIdx="2" presStyleCnt="4"/>
      <dgm:spPr/>
      <dgm:t>
        <a:bodyPr/>
        <a:lstStyle/>
        <a:p>
          <a:endParaRPr lang="en-US"/>
        </a:p>
      </dgm:t>
    </dgm:pt>
    <dgm:pt modelId="{86DB9EC1-1CF1-45AF-81FD-84998106E3AC}" type="pres">
      <dgm:prSet presAssocID="{24C9181A-F82B-4DAD-81BC-B9924A649BC1}" presName="childText" presStyleLbl="bgAcc1" presStyleIdx="2" presStyleCnt="4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B6D892-E63B-44C9-8A6B-A9EE4D6431C8}" type="pres">
      <dgm:prSet presAssocID="{82868F54-F40F-49EA-B9A9-2B00CFEE7066}" presName="Name13" presStyleLbl="parChTrans1D2" presStyleIdx="3" presStyleCnt="4"/>
      <dgm:spPr/>
      <dgm:t>
        <a:bodyPr/>
        <a:lstStyle/>
        <a:p>
          <a:endParaRPr lang="en-US"/>
        </a:p>
      </dgm:t>
    </dgm:pt>
    <dgm:pt modelId="{20EA488A-AC12-483E-85E2-70C1CFDBE425}" type="pres">
      <dgm:prSet presAssocID="{9E0B483C-07D0-4EAA-BB75-8A96A761FDD9}" presName="childText" presStyleLbl="bgAcc1" presStyleIdx="3" presStyleCnt="4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D62F4E6-98E0-46FC-9DFE-A13BD5DEBD32}" srcId="{2D8B410D-6F26-4BC8-98F6-64920ACC6924}" destId="{9E0B483C-07D0-4EAA-BB75-8A96A761FDD9}" srcOrd="3" destOrd="0" parTransId="{82868F54-F40F-49EA-B9A9-2B00CFEE7066}" sibTransId="{FF630D36-1DD1-420E-89D9-394C02F7779A}"/>
    <dgm:cxn modelId="{CFE56BC3-73C9-44B9-9F2D-F5103ED0889C}" type="presOf" srcId="{2D8B410D-6F26-4BC8-98F6-64920ACC6924}" destId="{6433383A-1AB6-4B51-865E-1C9A1FABCEF3}" srcOrd="1" destOrd="0" presId="urn:microsoft.com/office/officeart/2005/8/layout/hierarchy3"/>
    <dgm:cxn modelId="{2243475B-2393-4790-B206-2C965C3AF6AF}" type="presOf" srcId="{5D288D9E-B4AD-45BD-ACF1-05B8AEDDC482}" destId="{AA0D6AAD-F561-4EF8-BB69-E06A261ACA95}" srcOrd="0" destOrd="0" presId="urn:microsoft.com/office/officeart/2005/8/layout/hierarchy3"/>
    <dgm:cxn modelId="{36C2D4B8-607A-4C23-A1BA-9C9AF541528E}" srcId="{2D8B410D-6F26-4BC8-98F6-64920ACC6924}" destId="{A5C50036-B90E-4E01-BBAC-B27ADA2D5DF9}" srcOrd="1" destOrd="0" parTransId="{002A03BE-018A-45ED-B75C-E42F15434AB9}" sibTransId="{FAD51C81-986A-425E-B764-7972E5639433}"/>
    <dgm:cxn modelId="{97C9B798-F952-4DBB-B3C6-1BF65E7F075A}" type="presOf" srcId="{2D8B410D-6F26-4BC8-98F6-64920ACC6924}" destId="{60268A99-6BBD-40E7-A6BE-B200802E3BB9}" srcOrd="0" destOrd="0" presId="urn:microsoft.com/office/officeart/2005/8/layout/hierarchy3"/>
    <dgm:cxn modelId="{24C0276E-CC06-46B8-B6AE-8485D47DB389}" srcId="{2D8B410D-6F26-4BC8-98F6-64920ACC6924}" destId="{24C9181A-F82B-4DAD-81BC-B9924A649BC1}" srcOrd="2" destOrd="0" parTransId="{C89B1BD2-369D-4ABE-A173-6A555FF3F9A4}" sibTransId="{08931EA5-91C9-4812-803D-07F119210C27}"/>
    <dgm:cxn modelId="{56F2A991-CCA6-49CB-9F21-11C0156A59FC}" srcId="{5D288D9E-B4AD-45BD-ACF1-05B8AEDDC482}" destId="{2D8B410D-6F26-4BC8-98F6-64920ACC6924}" srcOrd="0" destOrd="0" parTransId="{90A7F0E1-AAC4-4D25-88EC-1AF16186CB81}" sibTransId="{AAAE9305-2A56-466B-B748-A5DC3058F142}"/>
    <dgm:cxn modelId="{598A628A-9038-40FE-8FE8-66F2BB9EC7A0}" type="presOf" srcId="{24C9181A-F82B-4DAD-81BC-B9924A649BC1}" destId="{86DB9EC1-1CF1-45AF-81FD-84998106E3AC}" srcOrd="0" destOrd="0" presId="urn:microsoft.com/office/officeart/2005/8/layout/hierarchy3"/>
    <dgm:cxn modelId="{18BCAD18-05DB-4E74-AB67-944DF85DAF0E}" type="presOf" srcId="{E370DD09-A901-4B93-8BFB-12C624994327}" destId="{8AF3615E-2F0A-4C6F-8129-7DC327269C72}" srcOrd="0" destOrd="0" presId="urn:microsoft.com/office/officeart/2005/8/layout/hierarchy3"/>
    <dgm:cxn modelId="{C983564D-E18E-4D0C-8930-3DEE6236F8EF}" type="presOf" srcId="{82868F54-F40F-49EA-B9A9-2B00CFEE7066}" destId="{28B6D892-E63B-44C9-8A6B-A9EE4D6431C8}" srcOrd="0" destOrd="0" presId="urn:microsoft.com/office/officeart/2005/8/layout/hierarchy3"/>
    <dgm:cxn modelId="{8117BBED-0FFC-429B-AF37-A99ADB42F10D}" type="presOf" srcId="{002A03BE-018A-45ED-B75C-E42F15434AB9}" destId="{E19A2895-58A1-4478-BC42-8FE5D431B63F}" srcOrd="0" destOrd="0" presId="urn:microsoft.com/office/officeart/2005/8/layout/hierarchy3"/>
    <dgm:cxn modelId="{62449D12-854B-4296-910B-F21472C431B0}" srcId="{2D8B410D-6F26-4BC8-98F6-64920ACC6924}" destId="{E370DD09-A901-4B93-8BFB-12C624994327}" srcOrd="0" destOrd="0" parTransId="{8CFAA2D5-3C28-42C8-941D-CD202C91534C}" sibTransId="{B0A64E5A-32F9-47B1-A9A5-2CDE6E4BB433}"/>
    <dgm:cxn modelId="{84FA0F77-BB3D-4117-9350-D70492CE797C}" type="presOf" srcId="{9E0B483C-07D0-4EAA-BB75-8A96A761FDD9}" destId="{20EA488A-AC12-483E-85E2-70C1CFDBE425}" srcOrd="0" destOrd="0" presId="urn:microsoft.com/office/officeart/2005/8/layout/hierarchy3"/>
    <dgm:cxn modelId="{4F32D437-82A0-4DE6-A937-F0D151BF58A1}" type="presOf" srcId="{8CFAA2D5-3C28-42C8-941D-CD202C91534C}" destId="{75B1E9C8-9B79-41B8-836F-D9681B5E6736}" srcOrd="0" destOrd="0" presId="urn:microsoft.com/office/officeart/2005/8/layout/hierarchy3"/>
    <dgm:cxn modelId="{77D6A3C3-D223-4385-9C54-3446435B28BC}" type="presOf" srcId="{C89B1BD2-369D-4ABE-A173-6A555FF3F9A4}" destId="{1372A0C3-4A5B-4122-9C0F-94377E9A66CF}" srcOrd="0" destOrd="0" presId="urn:microsoft.com/office/officeart/2005/8/layout/hierarchy3"/>
    <dgm:cxn modelId="{D667534F-4DEC-42E7-9ADC-0FFD5B905335}" type="presOf" srcId="{A5C50036-B90E-4E01-BBAC-B27ADA2D5DF9}" destId="{9E62C2A5-6E1E-4CC0-A6B7-E3292E770BA5}" srcOrd="0" destOrd="0" presId="urn:microsoft.com/office/officeart/2005/8/layout/hierarchy3"/>
    <dgm:cxn modelId="{71BD124F-AC35-486F-B3CE-76365B130E07}" type="presParOf" srcId="{AA0D6AAD-F561-4EF8-BB69-E06A261ACA95}" destId="{EED7C8D6-B57B-4EA2-90B7-82896DACCFB1}" srcOrd="0" destOrd="0" presId="urn:microsoft.com/office/officeart/2005/8/layout/hierarchy3"/>
    <dgm:cxn modelId="{80271158-307E-4B81-A872-A055D87F4A47}" type="presParOf" srcId="{EED7C8D6-B57B-4EA2-90B7-82896DACCFB1}" destId="{4A890AA2-CC42-45BE-9D4F-43BB92174AF1}" srcOrd="0" destOrd="0" presId="urn:microsoft.com/office/officeart/2005/8/layout/hierarchy3"/>
    <dgm:cxn modelId="{70FD1503-65A2-40ED-88EF-BD19DC72889B}" type="presParOf" srcId="{4A890AA2-CC42-45BE-9D4F-43BB92174AF1}" destId="{60268A99-6BBD-40E7-A6BE-B200802E3BB9}" srcOrd="0" destOrd="0" presId="urn:microsoft.com/office/officeart/2005/8/layout/hierarchy3"/>
    <dgm:cxn modelId="{678E88C3-4245-4BF4-AAE0-87E619D0D6B2}" type="presParOf" srcId="{4A890AA2-CC42-45BE-9D4F-43BB92174AF1}" destId="{6433383A-1AB6-4B51-865E-1C9A1FABCEF3}" srcOrd="1" destOrd="0" presId="urn:microsoft.com/office/officeart/2005/8/layout/hierarchy3"/>
    <dgm:cxn modelId="{5F039584-0337-44D6-8F44-1D331FF3CEAD}" type="presParOf" srcId="{EED7C8D6-B57B-4EA2-90B7-82896DACCFB1}" destId="{F497C4DB-2679-4C21-B477-3C31CD36BA49}" srcOrd="1" destOrd="0" presId="urn:microsoft.com/office/officeart/2005/8/layout/hierarchy3"/>
    <dgm:cxn modelId="{78793CFA-F74A-41A1-8FF9-6595B69E1556}" type="presParOf" srcId="{F497C4DB-2679-4C21-B477-3C31CD36BA49}" destId="{75B1E9C8-9B79-41B8-836F-D9681B5E6736}" srcOrd="0" destOrd="0" presId="urn:microsoft.com/office/officeart/2005/8/layout/hierarchy3"/>
    <dgm:cxn modelId="{AA749F65-2870-4983-95A4-48192550C0BF}" type="presParOf" srcId="{F497C4DB-2679-4C21-B477-3C31CD36BA49}" destId="{8AF3615E-2F0A-4C6F-8129-7DC327269C72}" srcOrd="1" destOrd="0" presId="urn:microsoft.com/office/officeart/2005/8/layout/hierarchy3"/>
    <dgm:cxn modelId="{B17FBF3B-5DA6-4EE3-864E-5AD944321894}" type="presParOf" srcId="{F497C4DB-2679-4C21-B477-3C31CD36BA49}" destId="{E19A2895-58A1-4478-BC42-8FE5D431B63F}" srcOrd="2" destOrd="0" presId="urn:microsoft.com/office/officeart/2005/8/layout/hierarchy3"/>
    <dgm:cxn modelId="{C49F257E-84FC-43D9-8E2F-4F4AB6E0423C}" type="presParOf" srcId="{F497C4DB-2679-4C21-B477-3C31CD36BA49}" destId="{9E62C2A5-6E1E-4CC0-A6B7-E3292E770BA5}" srcOrd="3" destOrd="0" presId="urn:microsoft.com/office/officeart/2005/8/layout/hierarchy3"/>
    <dgm:cxn modelId="{E8C3ACA6-0F56-4CAC-9DAC-50747D5C3A66}" type="presParOf" srcId="{F497C4DB-2679-4C21-B477-3C31CD36BA49}" destId="{1372A0C3-4A5B-4122-9C0F-94377E9A66CF}" srcOrd="4" destOrd="0" presId="urn:microsoft.com/office/officeart/2005/8/layout/hierarchy3"/>
    <dgm:cxn modelId="{FD5D1A51-A7B0-4A05-AEC2-F4D76293DA0A}" type="presParOf" srcId="{F497C4DB-2679-4C21-B477-3C31CD36BA49}" destId="{86DB9EC1-1CF1-45AF-81FD-84998106E3AC}" srcOrd="5" destOrd="0" presId="urn:microsoft.com/office/officeart/2005/8/layout/hierarchy3"/>
    <dgm:cxn modelId="{001F245F-B90E-4340-9BB6-C71EF72FB3BF}" type="presParOf" srcId="{F497C4DB-2679-4C21-B477-3C31CD36BA49}" destId="{28B6D892-E63B-44C9-8A6B-A9EE4D6431C8}" srcOrd="6" destOrd="0" presId="urn:microsoft.com/office/officeart/2005/8/layout/hierarchy3"/>
    <dgm:cxn modelId="{3A9AAA6B-3E89-47F6-A739-4F71100B09CF}" type="presParOf" srcId="{F497C4DB-2679-4C21-B477-3C31CD36BA49}" destId="{20EA488A-AC12-483E-85E2-70C1CFDBE425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D288D9E-B4AD-45BD-ACF1-05B8AEDDC482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0D6AAD-F561-4EF8-BB69-E06A261ACA95}" type="pres">
      <dgm:prSet presAssocID="{5D288D9E-B4AD-45BD-ACF1-05B8AEDDC48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</dgm:ptLst>
  <dgm:cxnLst>
    <dgm:cxn modelId="{B4F35972-FA4B-4CA2-B5B6-7B2A0C580A30}" type="presOf" srcId="{5D288D9E-B4AD-45BD-ACF1-05B8AEDDC482}" destId="{AA0D6AAD-F561-4EF8-BB69-E06A261ACA95}" srcOrd="0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D288D9E-B4AD-45BD-ACF1-05B8AEDDC482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8B410D-6F26-4BC8-98F6-64920ACC6924}">
      <dgm:prSet phldrT="[Text]"/>
      <dgm:spPr/>
      <dgm:t>
        <a:bodyPr/>
        <a:lstStyle/>
        <a:p>
          <a:r>
            <a:rPr lang="en-US" dirty="0" smtClean="0"/>
            <a:t>SG2: Develop a project plan</a:t>
          </a:r>
          <a:endParaRPr lang="en-US" dirty="0"/>
        </a:p>
      </dgm:t>
    </dgm:pt>
    <dgm:pt modelId="{90A7F0E1-AAC4-4D25-88EC-1AF16186CB81}" type="parTrans" cxnId="{56F2A991-CCA6-49CB-9F21-11C0156A59FC}">
      <dgm:prSet/>
      <dgm:spPr/>
      <dgm:t>
        <a:bodyPr/>
        <a:lstStyle/>
        <a:p>
          <a:endParaRPr lang="en-US"/>
        </a:p>
      </dgm:t>
    </dgm:pt>
    <dgm:pt modelId="{AAAE9305-2A56-466B-B748-A5DC3058F142}" type="sibTrans" cxnId="{56F2A991-CCA6-49CB-9F21-11C0156A59FC}">
      <dgm:prSet/>
      <dgm:spPr/>
      <dgm:t>
        <a:bodyPr/>
        <a:lstStyle/>
        <a:p>
          <a:endParaRPr lang="en-US"/>
        </a:p>
      </dgm:t>
    </dgm:pt>
    <dgm:pt modelId="{E370DD09-A901-4B93-8BFB-12C624994327}">
      <dgm:prSet phldrT="[Text]" custT="1"/>
      <dgm:spPr/>
      <dgm:t>
        <a:bodyPr/>
        <a:lstStyle/>
        <a:p>
          <a:pPr algn="l"/>
          <a:r>
            <a:rPr lang="en-US" sz="2200" dirty="0" smtClean="0"/>
            <a:t>SP2.1: Establish the budget and schedule</a:t>
          </a:r>
          <a:endParaRPr lang="en-US" sz="2200" dirty="0"/>
        </a:p>
      </dgm:t>
    </dgm:pt>
    <dgm:pt modelId="{8CFAA2D5-3C28-42C8-941D-CD202C91534C}" type="parTrans" cxnId="{62449D12-854B-4296-910B-F21472C431B0}">
      <dgm:prSet/>
      <dgm:spPr/>
      <dgm:t>
        <a:bodyPr/>
        <a:lstStyle/>
        <a:p>
          <a:endParaRPr lang="en-US"/>
        </a:p>
      </dgm:t>
    </dgm:pt>
    <dgm:pt modelId="{B0A64E5A-32F9-47B1-A9A5-2CDE6E4BB433}" type="sibTrans" cxnId="{62449D12-854B-4296-910B-F21472C431B0}">
      <dgm:prSet/>
      <dgm:spPr/>
      <dgm:t>
        <a:bodyPr/>
        <a:lstStyle/>
        <a:p>
          <a:endParaRPr lang="en-US"/>
        </a:p>
      </dgm:t>
    </dgm:pt>
    <dgm:pt modelId="{A5C50036-B90E-4E01-BBAC-B27ADA2D5DF9}">
      <dgm:prSet phldrT="[Text]" custT="1"/>
      <dgm:spPr/>
      <dgm:t>
        <a:bodyPr/>
        <a:lstStyle/>
        <a:p>
          <a:pPr algn="l"/>
          <a:r>
            <a:rPr lang="en-US" sz="2200" dirty="0" smtClean="0"/>
            <a:t>SP2.2: Identify project risks</a:t>
          </a:r>
          <a:endParaRPr lang="en-US" sz="2200" dirty="0"/>
        </a:p>
      </dgm:t>
    </dgm:pt>
    <dgm:pt modelId="{002A03BE-018A-45ED-B75C-E42F15434AB9}" type="parTrans" cxnId="{36C2D4B8-607A-4C23-A1BA-9C9AF541528E}">
      <dgm:prSet/>
      <dgm:spPr/>
      <dgm:t>
        <a:bodyPr/>
        <a:lstStyle/>
        <a:p>
          <a:endParaRPr lang="en-US"/>
        </a:p>
      </dgm:t>
    </dgm:pt>
    <dgm:pt modelId="{FAD51C81-986A-425E-B764-7972E5639433}" type="sibTrans" cxnId="{36C2D4B8-607A-4C23-A1BA-9C9AF541528E}">
      <dgm:prSet/>
      <dgm:spPr/>
      <dgm:t>
        <a:bodyPr/>
        <a:lstStyle/>
        <a:p>
          <a:endParaRPr lang="en-US"/>
        </a:p>
      </dgm:t>
    </dgm:pt>
    <dgm:pt modelId="{24C9181A-F82B-4DAD-81BC-B9924A649BC1}">
      <dgm:prSet phldrT="[Text]" custT="1"/>
      <dgm:spPr/>
      <dgm:t>
        <a:bodyPr/>
        <a:lstStyle/>
        <a:p>
          <a:pPr algn="l"/>
          <a:r>
            <a:rPr lang="en-US" sz="2200" dirty="0" smtClean="0"/>
            <a:t>SP2.3: Plan for data management</a:t>
          </a:r>
          <a:endParaRPr lang="en-US" sz="2200" dirty="0"/>
        </a:p>
      </dgm:t>
    </dgm:pt>
    <dgm:pt modelId="{C89B1BD2-369D-4ABE-A173-6A555FF3F9A4}" type="parTrans" cxnId="{24C0276E-CC06-46B8-B6AE-8485D47DB389}">
      <dgm:prSet/>
      <dgm:spPr/>
      <dgm:t>
        <a:bodyPr/>
        <a:lstStyle/>
        <a:p>
          <a:endParaRPr lang="en-US"/>
        </a:p>
      </dgm:t>
    </dgm:pt>
    <dgm:pt modelId="{08931EA5-91C9-4812-803D-07F119210C27}" type="sibTrans" cxnId="{24C0276E-CC06-46B8-B6AE-8485D47DB389}">
      <dgm:prSet/>
      <dgm:spPr/>
      <dgm:t>
        <a:bodyPr/>
        <a:lstStyle/>
        <a:p>
          <a:endParaRPr lang="en-US"/>
        </a:p>
      </dgm:t>
    </dgm:pt>
    <dgm:pt modelId="{9E0B483C-07D0-4EAA-BB75-8A96A761FDD9}">
      <dgm:prSet phldrT="[Text]" custT="1"/>
      <dgm:spPr/>
      <dgm:t>
        <a:bodyPr/>
        <a:lstStyle/>
        <a:p>
          <a:pPr algn="l"/>
          <a:r>
            <a:rPr lang="en-US" sz="2200" dirty="0" smtClean="0"/>
            <a:t>SP2.4: Plan for project resources</a:t>
          </a:r>
          <a:endParaRPr lang="en-US" sz="2200" dirty="0"/>
        </a:p>
      </dgm:t>
    </dgm:pt>
    <dgm:pt modelId="{82868F54-F40F-49EA-B9A9-2B00CFEE7066}" type="parTrans" cxnId="{CD62F4E6-98E0-46FC-9DFE-A13BD5DEBD32}">
      <dgm:prSet/>
      <dgm:spPr/>
      <dgm:t>
        <a:bodyPr/>
        <a:lstStyle/>
        <a:p>
          <a:endParaRPr lang="en-US"/>
        </a:p>
      </dgm:t>
    </dgm:pt>
    <dgm:pt modelId="{FF630D36-1DD1-420E-89D9-394C02F7779A}" type="sibTrans" cxnId="{CD62F4E6-98E0-46FC-9DFE-A13BD5DEBD32}">
      <dgm:prSet/>
      <dgm:spPr/>
      <dgm:t>
        <a:bodyPr/>
        <a:lstStyle/>
        <a:p>
          <a:endParaRPr lang="en-US"/>
        </a:p>
      </dgm:t>
    </dgm:pt>
    <dgm:pt modelId="{A0A4E5BD-92AB-4C16-8105-F7790CDB300B}">
      <dgm:prSet phldrT="[Text]" custT="1"/>
      <dgm:spPr/>
      <dgm:t>
        <a:bodyPr/>
        <a:lstStyle/>
        <a:p>
          <a:pPr algn="l"/>
          <a:r>
            <a:rPr lang="en-US" sz="2200" dirty="0" smtClean="0"/>
            <a:t>SP2.5: Plan for needed knowledge and skills</a:t>
          </a:r>
          <a:endParaRPr lang="en-US" sz="2200" dirty="0"/>
        </a:p>
      </dgm:t>
    </dgm:pt>
    <dgm:pt modelId="{C2C4C962-177D-4BD7-A7FD-EE71F0F1987E}" type="parTrans" cxnId="{DCE0043A-A868-4AE7-A55D-3A22A2FA4120}">
      <dgm:prSet/>
      <dgm:spPr/>
      <dgm:t>
        <a:bodyPr/>
        <a:lstStyle/>
        <a:p>
          <a:endParaRPr lang="en-US"/>
        </a:p>
      </dgm:t>
    </dgm:pt>
    <dgm:pt modelId="{F1C9B4E5-47AF-4B7C-9FC5-763FB4F7AEC3}" type="sibTrans" cxnId="{DCE0043A-A868-4AE7-A55D-3A22A2FA4120}">
      <dgm:prSet/>
      <dgm:spPr/>
      <dgm:t>
        <a:bodyPr/>
        <a:lstStyle/>
        <a:p>
          <a:endParaRPr lang="en-US"/>
        </a:p>
      </dgm:t>
    </dgm:pt>
    <dgm:pt modelId="{5634E9C2-E20D-4B69-BD0A-39AF3132F804}">
      <dgm:prSet phldrT="[Text]" custT="1"/>
      <dgm:spPr/>
      <dgm:t>
        <a:bodyPr/>
        <a:lstStyle/>
        <a:p>
          <a:pPr algn="l"/>
          <a:r>
            <a:rPr lang="en-US" sz="2200" dirty="0" smtClean="0"/>
            <a:t>SP2.6: Plan stakeholder involvement</a:t>
          </a:r>
          <a:endParaRPr lang="en-US" sz="2200" dirty="0"/>
        </a:p>
      </dgm:t>
    </dgm:pt>
    <dgm:pt modelId="{96F6D7D3-A9F3-424C-BF72-EBF7F9DCA6C0}" type="parTrans" cxnId="{24DCFB32-70C6-4DD7-9F1E-F469CD30C671}">
      <dgm:prSet/>
      <dgm:spPr/>
      <dgm:t>
        <a:bodyPr/>
        <a:lstStyle/>
        <a:p>
          <a:endParaRPr lang="en-US"/>
        </a:p>
      </dgm:t>
    </dgm:pt>
    <dgm:pt modelId="{A525CF93-9F1A-4901-9FC0-8019B076430E}" type="sibTrans" cxnId="{24DCFB32-70C6-4DD7-9F1E-F469CD30C671}">
      <dgm:prSet/>
      <dgm:spPr/>
      <dgm:t>
        <a:bodyPr/>
        <a:lstStyle/>
        <a:p>
          <a:endParaRPr lang="en-US"/>
        </a:p>
      </dgm:t>
    </dgm:pt>
    <dgm:pt modelId="{45129EAF-3A77-4A30-89EE-EA39F015AE7E}">
      <dgm:prSet custT="1"/>
      <dgm:spPr/>
      <dgm:t>
        <a:bodyPr/>
        <a:lstStyle/>
        <a:p>
          <a:pPr algn="l"/>
          <a:r>
            <a:rPr lang="en-US" sz="2200" dirty="0" smtClean="0"/>
            <a:t>SP2.7: Establish the project plan</a:t>
          </a:r>
          <a:endParaRPr lang="en-US" sz="2200" dirty="0"/>
        </a:p>
      </dgm:t>
    </dgm:pt>
    <dgm:pt modelId="{37079718-FF5A-4457-BDB8-7396DDAA5022}" type="parTrans" cxnId="{FE358BE0-C79F-4EDC-9351-76DDE34D041A}">
      <dgm:prSet/>
      <dgm:spPr/>
      <dgm:t>
        <a:bodyPr/>
        <a:lstStyle/>
        <a:p>
          <a:endParaRPr lang="en-US"/>
        </a:p>
      </dgm:t>
    </dgm:pt>
    <dgm:pt modelId="{878557CF-8762-4D16-BCBC-2946E20DD936}" type="sibTrans" cxnId="{FE358BE0-C79F-4EDC-9351-76DDE34D041A}">
      <dgm:prSet/>
      <dgm:spPr/>
      <dgm:t>
        <a:bodyPr/>
        <a:lstStyle/>
        <a:p>
          <a:endParaRPr lang="en-US"/>
        </a:p>
      </dgm:t>
    </dgm:pt>
    <dgm:pt modelId="{AA0D6AAD-F561-4EF8-BB69-E06A261ACA95}" type="pres">
      <dgm:prSet presAssocID="{5D288D9E-B4AD-45BD-ACF1-05B8AEDDC48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ED7C8D6-B57B-4EA2-90B7-82896DACCFB1}" type="pres">
      <dgm:prSet presAssocID="{2D8B410D-6F26-4BC8-98F6-64920ACC6924}" presName="root" presStyleCnt="0"/>
      <dgm:spPr/>
    </dgm:pt>
    <dgm:pt modelId="{4A890AA2-CC42-45BE-9D4F-43BB92174AF1}" type="pres">
      <dgm:prSet presAssocID="{2D8B410D-6F26-4BC8-98F6-64920ACC6924}" presName="rootComposite" presStyleCnt="0"/>
      <dgm:spPr/>
    </dgm:pt>
    <dgm:pt modelId="{60268A99-6BBD-40E7-A6BE-B200802E3BB9}" type="pres">
      <dgm:prSet presAssocID="{2D8B410D-6F26-4BC8-98F6-64920ACC6924}" presName="rootText" presStyleLbl="node1" presStyleIdx="0" presStyleCnt="1" custScaleX="469851"/>
      <dgm:spPr/>
      <dgm:t>
        <a:bodyPr/>
        <a:lstStyle/>
        <a:p>
          <a:endParaRPr lang="en-US"/>
        </a:p>
      </dgm:t>
    </dgm:pt>
    <dgm:pt modelId="{6433383A-1AB6-4B51-865E-1C9A1FABCEF3}" type="pres">
      <dgm:prSet presAssocID="{2D8B410D-6F26-4BC8-98F6-64920ACC6924}" presName="rootConnector" presStyleLbl="node1" presStyleIdx="0" presStyleCnt="1"/>
      <dgm:spPr/>
      <dgm:t>
        <a:bodyPr/>
        <a:lstStyle/>
        <a:p>
          <a:endParaRPr lang="en-US"/>
        </a:p>
      </dgm:t>
    </dgm:pt>
    <dgm:pt modelId="{F497C4DB-2679-4C21-B477-3C31CD36BA49}" type="pres">
      <dgm:prSet presAssocID="{2D8B410D-6F26-4BC8-98F6-64920ACC6924}" presName="childShape" presStyleCnt="0"/>
      <dgm:spPr/>
    </dgm:pt>
    <dgm:pt modelId="{75B1E9C8-9B79-41B8-836F-D9681B5E6736}" type="pres">
      <dgm:prSet presAssocID="{8CFAA2D5-3C28-42C8-941D-CD202C91534C}" presName="Name13" presStyleLbl="parChTrans1D2" presStyleIdx="0" presStyleCnt="7"/>
      <dgm:spPr/>
      <dgm:t>
        <a:bodyPr/>
        <a:lstStyle/>
        <a:p>
          <a:endParaRPr lang="en-US"/>
        </a:p>
      </dgm:t>
    </dgm:pt>
    <dgm:pt modelId="{8AF3615E-2F0A-4C6F-8129-7DC327269C72}" type="pres">
      <dgm:prSet presAssocID="{E370DD09-A901-4B93-8BFB-12C624994327}" presName="childText" presStyleLbl="bgAcc1" presStyleIdx="0" presStyleCnt="7" custScaleX="65192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9A2895-58A1-4478-BC42-8FE5D431B63F}" type="pres">
      <dgm:prSet presAssocID="{002A03BE-018A-45ED-B75C-E42F15434AB9}" presName="Name13" presStyleLbl="parChTrans1D2" presStyleIdx="1" presStyleCnt="7"/>
      <dgm:spPr/>
      <dgm:t>
        <a:bodyPr/>
        <a:lstStyle/>
        <a:p>
          <a:endParaRPr lang="en-US"/>
        </a:p>
      </dgm:t>
    </dgm:pt>
    <dgm:pt modelId="{9E62C2A5-6E1E-4CC0-A6B7-E3292E770BA5}" type="pres">
      <dgm:prSet presAssocID="{A5C50036-B90E-4E01-BBAC-B27ADA2D5DF9}" presName="childText" presStyleLbl="bgAcc1" presStyleIdx="1" presStyleCnt="7" custScaleX="65192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72A0C3-4A5B-4122-9C0F-94377E9A66CF}" type="pres">
      <dgm:prSet presAssocID="{C89B1BD2-369D-4ABE-A173-6A555FF3F9A4}" presName="Name13" presStyleLbl="parChTrans1D2" presStyleIdx="2" presStyleCnt="7"/>
      <dgm:spPr/>
      <dgm:t>
        <a:bodyPr/>
        <a:lstStyle/>
        <a:p>
          <a:endParaRPr lang="en-US"/>
        </a:p>
      </dgm:t>
    </dgm:pt>
    <dgm:pt modelId="{86DB9EC1-1CF1-45AF-81FD-84998106E3AC}" type="pres">
      <dgm:prSet presAssocID="{24C9181A-F82B-4DAD-81BC-B9924A649BC1}" presName="childText" presStyleLbl="bgAcc1" presStyleIdx="2" presStyleCnt="7" custScaleX="65192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B6D892-E63B-44C9-8A6B-A9EE4D6431C8}" type="pres">
      <dgm:prSet presAssocID="{82868F54-F40F-49EA-B9A9-2B00CFEE7066}" presName="Name13" presStyleLbl="parChTrans1D2" presStyleIdx="3" presStyleCnt="7"/>
      <dgm:spPr/>
      <dgm:t>
        <a:bodyPr/>
        <a:lstStyle/>
        <a:p>
          <a:endParaRPr lang="en-US"/>
        </a:p>
      </dgm:t>
    </dgm:pt>
    <dgm:pt modelId="{20EA488A-AC12-483E-85E2-70C1CFDBE425}" type="pres">
      <dgm:prSet presAssocID="{9E0B483C-07D0-4EAA-BB75-8A96A761FDD9}" presName="childText" presStyleLbl="bgAcc1" presStyleIdx="3" presStyleCnt="7" custScaleX="65192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292247-FBF7-4C3F-AD26-C07310E147A1}" type="pres">
      <dgm:prSet presAssocID="{C2C4C962-177D-4BD7-A7FD-EE71F0F1987E}" presName="Name13" presStyleLbl="parChTrans1D2" presStyleIdx="4" presStyleCnt="7"/>
      <dgm:spPr/>
      <dgm:t>
        <a:bodyPr/>
        <a:lstStyle/>
        <a:p>
          <a:endParaRPr lang="en-US"/>
        </a:p>
      </dgm:t>
    </dgm:pt>
    <dgm:pt modelId="{2587FF07-AFD9-4917-92B0-8660FED7C7F3}" type="pres">
      <dgm:prSet presAssocID="{A0A4E5BD-92AB-4C16-8105-F7790CDB300B}" presName="childText" presStyleLbl="bgAcc1" presStyleIdx="4" presStyleCnt="7" custScaleX="64824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E8C08B-2066-4337-B2D2-001598F2C17D}" type="pres">
      <dgm:prSet presAssocID="{96F6D7D3-A9F3-424C-BF72-EBF7F9DCA6C0}" presName="Name13" presStyleLbl="parChTrans1D2" presStyleIdx="5" presStyleCnt="7"/>
      <dgm:spPr/>
      <dgm:t>
        <a:bodyPr/>
        <a:lstStyle/>
        <a:p>
          <a:endParaRPr lang="en-US"/>
        </a:p>
      </dgm:t>
    </dgm:pt>
    <dgm:pt modelId="{75508599-2371-43D2-B56E-9B27754C72AF}" type="pres">
      <dgm:prSet presAssocID="{5634E9C2-E20D-4B69-BD0A-39AF3132F804}" presName="childText" presStyleLbl="bgAcc1" presStyleIdx="5" presStyleCnt="7" custScaleX="64923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5DA3F3-AAD7-474D-9AB2-8213E6AD7D0E}" type="pres">
      <dgm:prSet presAssocID="{37079718-FF5A-4457-BDB8-7396DDAA5022}" presName="Name13" presStyleLbl="parChTrans1D2" presStyleIdx="6" presStyleCnt="7"/>
      <dgm:spPr/>
      <dgm:t>
        <a:bodyPr/>
        <a:lstStyle/>
        <a:p>
          <a:endParaRPr lang="en-US"/>
        </a:p>
      </dgm:t>
    </dgm:pt>
    <dgm:pt modelId="{36A95697-64E5-4C3D-BC7D-F2153C4D9092}" type="pres">
      <dgm:prSet presAssocID="{45129EAF-3A77-4A30-89EE-EA39F015AE7E}" presName="childText" presStyleLbl="bgAcc1" presStyleIdx="6" presStyleCnt="7" custScaleX="64923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22E6045-6C9A-4B52-AACE-7173C87C3540}" type="presOf" srcId="{002A03BE-018A-45ED-B75C-E42F15434AB9}" destId="{E19A2895-58A1-4478-BC42-8FE5D431B63F}" srcOrd="0" destOrd="0" presId="urn:microsoft.com/office/officeart/2005/8/layout/hierarchy3"/>
    <dgm:cxn modelId="{24DCFB32-70C6-4DD7-9F1E-F469CD30C671}" srcId="{2D8B410D-6F26-4BC8-98F6-64920ACC6924}" destId="{5634E9C2-E20D-4B69-BD0A-39AF3132F804}" srcOrd="5" destOrd="0" parTransId="{96F6D7D3-A9F3-424C-BF72-EBF7F9DCA6C0}" sibTransId="{A525CF93-9F1A-4901-9FC0-8019B076430E}"/>
    <dgm:cxn modelId="{CD62F4E6-98E0-46FC-9DFE-A13BD5DEBD32}" srcId="{2D8B410D-6F26-4BC8-98F6-64920ACC6924}" destId="{9E0B483C-07D0-4EAA-BB75-8A96A761FDD9}" srcOrd="3" destOrd="0" parTransId="{82868F54-F40F-49EA-B9A9-2B00CFEE7066}" sibTransId="{FF630D36-1DD1-420E-89D9-394C02F7779A}"/>
    <dgm:cxn modelId="{14D02620-599D-456D-A181-CD809249397A}" type="presOf" srcId="{24C9181A-F82B-4DAD-81BC-B9924A649BC1}" destId="{86DB9EC1-1CF1-45AF-81FD-84998106E3AC}" srcOrd="0" destOrd="0" presId="urn:microsoft.com/office/officeart/2005/8/layout/hierarchy3"/>
    <dgm:cxn modelId="{40CFEED8-2B4F-40E7-B700-28E85275C3A6}" type="presOf" srcId="{37079718-FF5A-4457-BDB8-7396DDAA5022}" destId="{3C5DA3F3-AAD7-474D-9AB2-8213E6AD7D0E}" srcOrd="0" destOrd="0" presId="urn:microsoft.com/office/officeart/2005/8/layout/hierarchy3"/>
    <dgm:cxn modelId="{98DD01E7-F403-43BF-83FF-9226BB5FBE27}" type="presOf" srcId="{E370DD09-A901-4B93-8BFB-12C624994327}" destId="{8AF3615E-2F0A-4C6F-8129-7DC327269C72}" srcOrd="0" destOrd="0" presId="urn:microsoft.com/office/officeart/2005/8/layout/hierarchy3"/>
    <dgm:cxn modelId="{28B1D7B7-C196-410B-8BEB-BC3A58E042A3}" type="presOf" srcId="{5D288D9E-B4AD-45BD-ACF1-05B8AEDDC482}" destId="{AA0D6AAD-F561-4EF8-BB69-E06A261ACA95}" srcOrd="0" destOrd="0" presId="urn:microsoft.com/office/officeart/2005/8/layout/hierarchy3"/>
    <dgm:cxn modelId="{0A2F1143-546F-48AA-BA2C-E2386D165691}" type="presOf" srcId="{5634E9C2-E20D-4B69-BD0A-39AF3132F804}" destId="{75508599-2371-43D2-B56E-9B27754C72AF}" srcOrd="0" destOrd="0" presId="urn:microsoft.com/office/officeart/2005/8/layout/hierarchy3"/>
    <dgm:cxn modelId="{534A504F-03D4-48BE-883F-0FD8A6795393}" type="presOf" srcId="{9E0B483C-07D0-4EAA-BB75-8A96A761FDD9}" destId="{20EA488A-AC12-483E-85E2-70C1CFDBE425}" srcOrd="0" destOrd="0" presId="urn:microsoft.com/office/officeart/2005/8/layout/hierarchy3"/>
    <dgm:cxn modelId="{44D37E3E-91B7-4085-880C-A1D0F3596799}" type="presOf" srcId="{8CFAA2D5-3C28-42C8-941D-CD202C91534C}" destId="{75B1E9C8-9B79-41B8-836F-D9681B5E6736}" srcOrd="0" destOrd="0" presId="urn:microsoft.com/office/officeart/2005/8/layout/hierarchy3"/>
    <dgm:cxn modelId="{36C2D4B8-607A-4C23-A1BA-9C9AF541528E}" srcId="{2D8B410D-6F26-4BC8-98F6-64920ACC6924}" destId="{A5C50036-B90E-4E01-BBAC-B27ADA2D5DF9}" srcOrd="1" destOrd="0" parTransId="{002A03BE-018A-45ED-B75C-E42F15434AB9}" sibTransId="{FAD51C81-986A-425E-B764-7972E5639433}"/>
    <dgm:cxn modelId="{68CCEB02-DAD5-4721-9E28-079B049CE5DA}" type="presOf" srcId="{45129EAF-3A77-4A30-89EE-EA39F015AE7E}" destId="{36A95697-64E5-4C3D-BC7D-F2153C4D9092}" srcOrd="0" destOrd="0" presId="urn:microsoft.com/office/officeart/2005/8/layout/hierarchy3"/>
    <dgm:cxn modelId="{24C0276E-CC06-46B8-B6AE-8485D47DB389}" srcId="{2D8B410D-6F26-4BC8-98F6-64920ACC6924}" destId="{24C9181A-F82B-4DAD-81BC-B9924A649BC1}" srcOrd="2" destOrd="0" parTransId="{C89B1BD2-369D-4ABE-A173-6A555FF3F9A4}" sibTransId="{08931EA5-91C9-4812-803D-07F119210C27}"/>
    <dgm:cxn modelId="{56F2A991-CCA6-49CB-9F21-11C0156A59FC}" srcId="{5D288D9E-B4AD-45BD-ACF1-05B8AEDDC482}" destId="{2D8B410D-6F26-4BC8-98F6-64920ACC6924}" srcOrd="0" destOrd="0" parTransId="{90A7F0E1-AAC4-4D25-88EC-1AF16186CB81}" sibTransId="{AAAE9305-2A56-466B-B748-A5DC3058F142}"/>
    <dgm:cxn modelId="{CE4CCD9C-6DBB-4D8A-B4B9-DD47A5273971}" type="presOf" srcId="{82868F54-F40F-49EA-B9A9-2B00CFEE7066}" destId="{28B6D892-E63B-44C9-8A6B-A9EE4D6431C8}" srcOrd="0" destOrd="0" presId="urn:microsoft.com/office/officeart/2005/8/layout/hierarchy3"/>
    <dgm:cxn modelId="{DCE0043A-A868-4AE7-A55D-3A22A2FA4120}" srcId="{2D8B410D-6F26-4BC8-98F6-64920ACC6924}" destId="{A0A4E5BD-92AB-4C16-8105-F7790CDB300B}" srcOrd="4" destOrd="0" parTransId="{C2C4C962-177D-4BD7-A7FD-EE71F0F1987E}" sibTransId="{F1C9B4E5-47AF-4B7C-9FC5-763FB4F7AEC3}"/>
    <dgm:cxn modelId="{82EA5095-FFA4-402F-85AA-D82F9D1D9915}" type="presOf" srcId="{A0A4E5BD-92AB-4C16-8105-F7790CDB300B}" destId="{2587FF07-AFD9-4917-92B0-8660FED7C7F3}" srcOrd="0" destOrd="0" presId="urn:microsoft.com/office/officeart/2005/8/layout/hierarchy3"/>
    <dgm:cxn modelId="{FCCD0904-2719-451A-9C38-124459CF0E66}" type="presOf" srcId="{C89B1BD2-369D-4ABE-A173-6A555FF3F9A4}" destId="{1372A0C3-4A5B-4122-9C0F-94377E9A66CF}" srcOrd="0" destOrd="0" presId="urn:microsoft.com/office/officeart/2005/8/layout/hierarchy3"/>
    <dgm:cxn modelId="{FE358BE0-C79F-4EDC-9351-76DDE34D041A}" srcId="{2D8B410D-6F26-4BC8-98F6-64920ACC6924}" destId="{45129EAF-3A77-4A30-89EE-EA39F015AE7E}" srcOrd="6" destOrd="0" parTransId="{37079718-FF5A-4457-BDB8-7396DDAA5022}" sibTransId="{878557CF-8762-4D16-BCBC-2946E20DD936}"/>
    <dgm:cxn modelId="{B99CF819-FC6B-401E-82FD-CE5DB2EE558A}" type="presOf" srcId="{2D8B410D-6F26-4BC8-98F6-64920ACC6924}" destId="{60268A99-6BBD-40E7-A6BE-B200802E3BB9}" srcOrd="0" destOrd="0" presId="urn:microsoft.com/office/officeart/2005/8/layout/hierarchy3"/>
    <dgm:cxn modelId="{62449D12-854B-4296-910B-F21472C431B0}" srcId="{2D8B410D-6F26-4BC8-98F6-64920ACC6924}" destId="{E370DD09-A901-4B93-8BFB-12C624994327}" srcOrd="0" destOrd="0" parTransId="{8CFAA2D5-3C28-42C8-941D-CD202C91534C}" sibTransId="{B0A64E5A-32F9-47B1-A9A5-2CDE6E4BB433}"/>
    <dgm:cxn modelId="{B62587C0-867B-4372-A276-32E6522455AC}" type="presOf" srcId="{A5C50036-B90E-4E01-BBAC-B27ADA2D5DF9}" destId="{9E62C2A5-6E1E-4CC0-A6B7-E3292E770BA5}" srcOrd="0" destOrd="0" presId="urn:microsoft.com/office/officeart/2005/8/layout/hierarchy3"/>
    <dgm:cxn modelId="{2DB44098-195C-4A74-8132-D1DA76143970}" type="presOf" srcId="{2D8B410D-6F26-4BC8-98F6-64920ACC6924}" destId="{6433383A-1AB6-4B51-865E-1C9A1FABCEF3}" srcOrd="1" destOrd="0" presId="urn:microsoft.com/office/officeart/2005/8/layout/hierarchy3"/>
    <dgm:cxn modelId="{FABF47AC-B0F3-4FA6-A734-1FF0824151DE}" type="presOf" srcId="{C2C4C962-177D-4BD7-A7FD-EE71F0F1987E}" destId="{7A292247-FBF7-4C3F-AD26-C07310E147A1}" srcOrd="0" destOrd="0" presId="urn:microsoft.com/office/officeart/2005/8/layout/hierarchy3"/>
    <dgm:cxn modelId="{C46556D3-68A6-4414-8E2D-37281BA7E6D1}" type="presOf" srcId="{96F6D7D3-A9F3-424C-BF72-EBF7F9DCA6C0}" destId="{12E8C08B-2066-4337-B2D2-001598F2C17D}" srcOrd="0" destOrd="0" presId="urn:microsoft.com/office/officeart/2005/8/layout/hierarchy3"/>
    <dgm:cxn modelId="{62AC9E49-D30B-497E-9BD4-79725E797A6C}" type="presParOf" srcId="{AA0D6AAD-F561-4EF8-BB69-E06A261ACA95}" destId="{EED7C8D6-B57B-4EA2-90B7-82896DACCFB1}" srcOrd="0" destOrd="0" presId="urn:microsoft.com/office/officeart/2005/8/layout/hierarchy3"/>
    <dgm:cxn modelId="{2C52DB8F-A48D-4B94-9E00-8B42D9BF69EC}" type="presParOf" srcId="{EED7C8D6-B57B-4EA2-90B7-82896DACCFB1}" destId="{4A890AA2-CC42-45BE-9D4F-43BB92174AF1}" srcOrd="0" destOrd="0" presId="urn:microsoft.com/office/officeart/2005/8/layout/hierarchy3"/>
    <dgm:cxn modelId="{F82B98F6-FEC6-4E0F-BE3F-20522975E434}" type="presParOf" srcId="{4A890AA2-CC42-45BE-9D4F-43BB92174AF1}" destId="{60268A99-6BBD-40E7-A6BE-B200802E3BB9}" srcOrd="0" destOrd="0" presId="urn:microsoft.com/office/officeart/2005/8/layout/hierarchy3"/>
    <dgm:cxn modelId="{547C5A87-4B00-485D-BBF5-B59DE4574049}" type="presParOf" srcId="{4A890AA2-CC42-45BE-9D4F-43BB92174AF1}" destId="{6433383A-1AB6-4B51-865E-1C9A1FABCEF3}" srcOrd="1" destOrd="0" presId="urn:microsoft.com/office/officeart/2005/8/layout/hierarchy3"/>
    <dgm:cxn modelId="{FA84D7A0-DB83-4346-9FF0-03AE3505647B}" type="presParOf" srcId="{EED7C8D6-B57B-4EA2-90B7-82896DACCFB1}" destId="{F497C4DB-2679-4C21-B477-3C31CD36BA49}" srcOrd="1" destOrd="0" presId="urn:microsoft.com/office/officeart/2005/8/layout/hierarchy3"/>
    <dgm:cxn modelId="{26EB4D8E-1682-484D-AD66-A791209863A2}" type="presParOf" srcId="{F497C4DB-2679-4C21-B477-3C31CD36BA49}" destId="{75B1E9C8-9B79-41B8-836F-D9681B5E6736}" srcOrd="0" destOrd="0" presId="urn:microsoft.com/office/officeart/2005/8/layout/hierarchy3"/>
    <dgm:cxn modelId="{57727D3A-DE97-4227-BDE3-E7C0AE49006A}" type="presParOf" srcId="{F497C4DB-2679-4C21-B477-3C31CD36BA49}" destId="{8AF3615E-2F0A-4C6F-8129-7DC327269C72}" srcOrd="1" destOrd="0" presId="urn:microsoft.com/office/officeart/2005/8/layout/hierarchy3"/>
    <dgm:cxn modelId="{72C3C166-9423-4428-B918-5061A29D7C50}" type="presParOf" srcId="{F497C4DB-2679-4C21-B477-3C31CD36BA49}" destId="{E19A2895-58A1-4478-BC42-8FE5D431B63F}" srcOrd="2" destOrd="0" presId="urn:microsoft.com/office/officeart/2005/8/layout/hierarchy3"/>
    <dgm:cxn modelId="{B1AE3882-9311-44DF-B756-9DE3C7A31B2F}" type="presParOf" srcId="{F497C4DB-2679-4C21-B477-3C31CD36BA49}" destId="{9E62C2A5-6E1E-4CC0-A6B7-E3292E770BA5}" srcOrd="3" destOrd="0" presId="urn:microsoft.com/office/officeart/2005/8/layout/hierarchy3"/>
    <dgm:cxn modelId="{47FCCE89-C595-4299-B353-9645B9D6D9AC}" type="presParOf" srcId="{F497C4DB-2679-4C21-B477-3C31CD36BA49}" destId="{1372A0C3-4A5B-4122-9C0F-94377E9A66CF}" srcOrd="4" destOrd="0" presId="urn:microsoft.com/office/officeart/2005/8/layout/hierarchy3"/>
    <dgm:cxn modelId="{E9201363-F49E-4F12-9A0C-C3928B5ACB8E}" type="presParOf" srcId="{F497C4DB-2679-4C21-B477-3C31CD36BA49}" destId="{86DB9EC1-1CF1-45AF-81FD-84998106E3AC}" srcOrd="5" destOrd="0" presId="urn:microsoft.com/office/officeart/2005/8/layout/hierarchy3"/>
    <dgm:cxn modelId="{50EB93AA-D94C-424E-AEA7-D6FCE7D72436}" type="presParOf" srcId="{F497C4DB-2679-4C21-B477-3C31CD36BA49}" destId="{28B6D892-E63B-44C9-8A6B-A9EE4D6431C8}" srcOrd="6" destOrd="0" presId="urn:microsoft.com/office/officeart/2005/8/layout/hierarchy3"/>
    <dgm:cxn modelId="{4F2CF442-CB8A-4A39-9FC5-21C9EA433893}" type="presParOf" srcId="{F497C4DB-2679-4C21-B477-3C31CD36BA49}" destId="{20EA488A-AC12-483E-85E2-70C1CFDBE425}" srcOrd="7" destOrd="0" presId="urn:microsoft.com/office/officeart/2005/8/layout/hierarchy3"/>
    <dgm:cxn modelId="{2DCDA51F-6221-43F2-928E-FE16C2BB6847}" type="presParOf" srcId="{F497C4DB-2679-4C21-B477-3C31CD36BA49}" destId="{7A292247-FBF7-4C3F-AD26-C07310E147A1}" srcOrd="8" destOrd="0" presId="urn:microsoft.com/office/officeart/2005/8/layout/hierarchy3"/>
    <dgm:cxn modelId="{CAA34784-D3AA-44BE-806F-A664EBE9879D}" type="presParOf" srcId="{F497C4DB-2679-4C21-B477-3C31CD36BA49}" destId="{2587FF07-AFD9-4917-92B0-8660FED7C7F3}" srcOrd="9" destOrd="0" presId="urn:microsoft.com/office/officeart/2005/8/layout/hierarchy3"/>
    <dgm:cxn modelId="{1B1163E6-628A-4A0D-A537-5FD7E1BCCDFE}" type="presParOf" srcId="{F497C4DB-2679-4C21-B477-3C31CD36BA49}" destId="{12E8C08B-2066-4337-B2D2-001598F2C17D}" srcOrd="10" destOrd="0" presId="urn:microsoft.com/office/officeart/2005/8/layout/hierarchy3"/>
    <dgm:cxn modelId="{489B8B69-C306-47CA-BFED-EAECB4A01C63}" type="presParOf" srcId="{F497C4DB-2679-4C21-B477-3C31CD36BA49}" destId="{75508599-2371-43D2-B56E-9B27754C72AF}" srcOrd="11" destOrd="0" presId="urn:microsoft.com/office/officeart/2005/8/layout/hierarchy3"/>
    <dgm:cxn modelId="{67D092EA-8B47-4038-9608-BD944BC1C92A}" type="presParOf" srcId="{F497C4DB-2679-4C21-B477-3C31CD36BA49}" destId="{3C5DA3F3-AAD7-474D-9AB2-8213E6AD7D0E}" srcOrd="12" destOrd="0" presId="urn:microsoft.com/office/officeart/2005/8/layout/hierarchy3"/>
    <dgm:cxn modelId="{FE91DEAD-432D-4336-84DE-1BA42676F603}" type="presParOf" srcId="{F497C4DB-2679-4C21-B477-3C31CD36BA49}" destId="{36A95697-64E5-4C3D-BC7D-F2153C4D9092}" srcOrd="1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D288D9E-B4AD-45BD-ACF1-05B8AEDDC482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0D6AAD-F561-4EF8-BB69-E06A261ACA95}" type="pres">
      <dgm:prSet presAssocID="{5D288D9E-B4AD-45BD-ACF1-05B8AEDDC48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</dgm:ptLst>
  <dgm:cxnLst>
    <dgm:cxn modelId="{7B99D6CC-6E9A-4355-A947-74C74739C248}" type="presOf" srcId="{5D288D9E-B4AD-45BD-ACF1-05B8AEDDC482}" destId="{AA0D6AAD-F561-4EF8-BB69-E06A261ACA95}" srcOrd="0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D288D9E-B4AD-45BD-ACF1-05B8AEDDC482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8B410D-6F26-4BC8-98F6-64920ACC6924}">
      <dgm:prSet phldrT="[Text]"/>
      <dgm:spPr/>
      <dgm:t>
        <a:bodyPr/>
        <a:lstStyle/>
        <a:p>
          <a:r>
            <a:rPr lang="en-US" dirty="0" smtClean="0"/>
            <a:t>SG3: Obtain commitment to the plan</a:t>
          </a:r>
          <a:endParaRPr lang="en-US" dirty="0"/>
        </a:p>
      </dgm:t>
    </dgm:pt>
    <dgm:pt modelId="{90A7F0E1-AAC4-4D25-88EC-1AF16186CB81}" type="parTrans" cxnId="{56F2A991-CCA6-49CB-9F21-11C0156A59FC}">
      <dgm:prSet/>
      <dgm:spPr/>
      <dgm:t>
        <a:bodyPr/>
        <a:lstStyle/>
        <a:p>
          <a:endParaRPr lang="en-US"/>
        </a:p>
      </dgm:t>
    </dgm:pt>
    <dgm:pt modelId="{AAAE9305-2A56-466B-B748-A5DC3058F142}" type="sibTrans" cxnId="{56F2A991-CCA6-49CB-9F21-11C0156A59FC}">
      <dgm:prSet/>
      <dgm:spPr/>
      <dgm:t>
        <a:bodyPr/>
        <a:lstStyle/>
        <a:p>
          <a:endParaRPr lang="en-US"/>
        </a:p>
      </dgm:t>
    </dgm:pt>
    <dgm:pt modelId="{E370DD09-A901-4B93-8BFB-12C624994327}">
      <dgm:prSet phldrT="[Text]"/>
      <dgm:spPr/>
      <dgm:t>
        <a:bodyPr/>
        <a:lstStyle/>
        <a:p>
          <a:pPr algn="l"/>
          <a:r>
            <a:rPr lang="en-US" dirty="0" smtClean="0"/>
            <a:t>SP3.1: Review plans that affect the project</a:t>
          </a:r>
          <a:endParaRPr lang="en-US" dirty="0"/>
        </a:p>
      </dgm:t>
    </dgm:pt>
    <dgm:pt modelId="{8CFAA2D5-3C28-42C8-941D-CD202C91534C}" type="parTrans" cxnId="{62449D12-854B-4296-910B-F21472C431B0}">
      <dgm:prSet/>
      <dgm:spPr/>
      <dgm:t>
        <a:bodyPr/>
        <a:lstStyle/>
        <a:p>
          <a:endParaRPr lang="en-US"/>
        </a:p>
      </dgm:t>
    </dgm:pt>
    <dgm:pt modelId="{B0A64E5A-32F9-47B1-A9A5-2CDE6E4BB433}" type="sibTrans" cxnId="{62449D12-854B-4296-910B-F21472C431B0}">
      <dgm:prSet/>
      <dgm:spPr/>
      <dgm:t>
        <a:bodyPr/>
        <a:lstStyle/>
        <a:p>
          <a:endParaRPr lang="en-US"/>
        </a:p>
      </dgm:t>
    </dgm:pt>
    <dgm:pt modelId="{A5C50036-B90E-4E01-BBAC-B27ADA2D5DF9}">
      <dgm:prSet phldrT="[Text]"/>
      <dgm:spPr/>
      <dgm:t>
        <a:bodyPr/>
        <a:lstStyle/>
        <a:p>
          <a:pPr algn="l"/>
          <a:r>
            <a:rPr lang="en-US" dirty="0" smtClean="0"/>
            <a:t>SP3.2: Reconcile work and resource levels</a:t>
          </a:r>
          <a:endParaRPr lang="en-US" dirty="0"/>
        </a:p>
      </dgm:t>
    </dgm:pt>
    <dgm:pt modelId="{002A03BE-018A-45ED-B75C-E42F15434AB9}" type="parTrans" cxnId="{36C2D4B8-607A-4C23-A1BA-9C9AF541528E}">
      <dgm:prSet/>
      <dgm:spPr/>
      <dgm:t>
        <a:bodyPr/>
        <a:lstStyle/>
        <a:p>
          <a:endParaRPr lang="en-US"/>
        </a:p>
      </dgm:t>
    </dgm:pt>
    <dgm:pt modelId="{FAD51C81-986A-425E-B764-7972E5639433}" type="sibTrans" cxnId="{36C2D4B8-607A-4C23-A1BA-9C9AF541528E}">
      <dgm:prSet/>
      <dgm:spPr/>
      <dgm:t>
        <a:bodyPr/>
        <a:lstStyle/>
        <a:p>
          <a:endParaRPr lang="en-US"/>
        </a:p>
      </dgm:t>
    </dgm:pt>
    <dgm:pt modelId="{24C9181A-F82B-4DAD-81BC-B9924A649BC1}">
      <dgm:prSet phldrT="[Text]"/>
      <dgm:spPr/>
      <dgm:t>
        <a:bodyPr/>
        <a:lstStyle/>
        <a:p>
          <a:pPr algn="l"/>
          <a:r>
            <a:rPr lang="en-US" dirty="0" smtClean="0"/>
            <a:t>SP3.3: Obtain plan commitment</a:t>
          </a:r>
          <a:endParaRPr lang="en-US" dirty="0"/>
        </a:p>
      </dgm:t>
    </dgm:pt>
    <dgm:pt modelId="{C89B1BD2-369D-4ABE-A173-6A555FF3F9A4}" type="parTrans" cxnId="{24C0276E-CC06-46B8-B6AE-8485D47DB389}">
      <dgm:prSet/>
      <dgm:spPr/>
      <dgm:t>
        <a:bodyPr/>
        <a:lstStyle/>
        <a:p>
          <a:endParaRPr lang="en-US"/>
        </a:p>
      </dgm:t>
    </dgm:pt>
    <dgm:pt modelId="{08931EA5-91C9-4812-803D-07F119210C27}" type="sibTrans" cxnId="{24C0276E-CC06-46B8-B6AE-8485D47DB389}">
      <dgm:prSet/>
      <dgm:spPr/>
      <dgm:t>
        <a:bodyPr/>
        <a:lstStyle/>
        <a:p>
          <a:endParaRPr lang="en-US"/>
        </a:p>
      </dgm:t>
    </dgm:pt>
    <dgm:pt modelId="{AA0D6AAD-F561-4EF8-BB69-E06A261ACA95}" type="pres">
      <dgm:prSet presAssocID="{5D288D9E-B4AD-45BD-ACF1-05B8AEDDC48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ED7C8D6-B57B-4EA2-90B7-82896DACCFB1}" type="pres">
      <dgm:prSet presAssocID="{2D8B410D-6F26-4BC8-98F6-64920ACC6924}" presName="root" presStyleCnt="0"/>
      <dgm:spPr/>
    </dgm:pt>
    <dgm:pt modelId="{4A890AA2-CC42-45BE-9D4F-43BB92174AF1}" type="pres">
      <dgm:prSet presAssocID="{2D8B410D-6F26-4BC8-98F6-64920ACC6924}" presName="rootComposite" presStyleCnt="0"/>
      <dgm:spPr/>
    </dgm:pt>
    <dgm:pt modelId="{60268A99-6BBD-40E7-A6BE-B200802E3BB9}" type="pres">
      <dgm:prSet presAssocID="{2D8B410D-6F26-4BC8-98F6-64920ACC6924}" presName="rootText" presStyleLbl="node1" presStyleIdx="0" presStyleCnt="1" custScaleX="469851"/>
      <dgm:spPr/>
      <dgm:t>
        <a:bodyPr/>
        <a:lstStyle/>
        <a:p>
          <a:endParaRPr lang="en-US"/>
        </a:p>
      </dgm:t>
    </dgm:pt>
    <dgm:pt modelId="{6433383A-1AB6-4B51-865E-1C9A1FABCEF3}" type="pres">
      <dgm:prSet presAssocID="{2D8B410D-6F26-4BC8-98F6-64920ACC6924}" presName="rootConnector" presStyleLbl="node1" presStyleIdx="0" presStyleCnt="1"/>
      <dgm:spPr/>
      <dgm:t>
        <a:bodyPr/>
        <a:lstStyle/>
        <a:p>
          <a:endParaRPr lang="en-US"/>
        </a:p>
      </dgm:t>
    </dgm:pt>
    <dgm:pt modelId="{F497C4DB-2679-4C21-B477-3C31CD36BA49}" type="pres">
      <dgm:prSet presAssocID="{2D8B410D-6F26-4BC8-98F6-64920ACC6924}" presName="childShape" presStyleCnt="0"/>
      <dgm:spPr/>
    </dgm:pt>
    <dgm:pt modelId="{75B1E9C8-9B79-41B8-836F-D9681B5E6736}" type="pres">
      <dgm:prSet presAssocID="{8CFAA2D5-3C28-42C8-941D-CD202C91534C}" presName="Name13" presStyleLbl="parChTrans1D2" presStyleIdx="0" presStyleCnt="3"/>
      <dgm:spPr/>
      <dgm:t>
        <a:bodyPr/>
        <a:lstStyle/>
        <a:p>
          <a:endParaRPr lang="en-US"/>
        </a:p>
      </dgm:t>
    </dgm:pt>
    <dgm:pt modelId="{8AF3615E-2F0A-4C6F-8129-7DC327269C72}" type="pres">
      <dgm:prSet presAssocID="{E370DD09-A901-4B93-8BFB-12C624994327}" presName="childText" presStyleLbl="bgAcc1" presStyleIdx="0" presStyleCnt="3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9A2895-58A1-4478-BC42-8FE5D431B63F}" type="pres">
      <dgm:prSet presAssocID="{002A03BE-018A-45ED-B75C-E42F15434AB9}" presName="Name13" presStyleLbl="parChTrans1D2" presStyleIdx="1" presStyleCnt="3"/>
      <dgm:spPr/>
      <dgm:t>
        <a:bodyPr/>
        <a:lstStyle/>
        <a:p>
          <a:endParaRPr lang="en-US"/>
        </a:p>
      </dgm:t>
    </dgm:pt>
    <dgm:pt modelId="{9E62C2A5-6E1E-4CC0-A6B7-E3292E770BA5}" type="pres">
      <dgm:prSet presAssocID="{A5C50036-B90E-4E01-BBAC-B27ADA2D5DF9}" presName="childText" presStyleLbl="bgAcc1" presStyleIdx="1" presStyleCnt="3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72A0C3-4A5B-4122-9C0F-94377E9A66CF}" type="pres">
      <dgm:prSet presAssocID="{C89B1BD2-369D-4ABE-A173-6A555FF3F9A4}" presName="Name13" presStyleLbl="parChTrans1D2" presStyleIdx="2" presStyleCnt="3"/>
      <dgm:spPr/>
      <dgm:t>
        <a:bodyPr/>
        <a:lstStyle/>
        <a:p>
          <a:endParaRPr lang="en-US"/>
        </a:p>
      </dgm:t>
    </dgm:pt>
    <dgm:pt modelId="{86DB9EC1-1CF1-45AF-81FD-84998106E3AC}" type="pres">
      <dgm:prSet presAssocID="{24C9181A-F82B-4DAD-81BC-B9924A649BC1}" presName="childText" presStyleLbl="bgAcc1" presStyleIdx="2" presStyleCnt="3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6F2A991-CCA6-49CB-9F21-11C0156A59FC}" srcId="{5D288D9E-B4AD-45BD-ACF1-05B8AEDDC482}" destId="{2D8B410D-6F26-4BC8-98F6-64920ACC6924}" srcOrd="0" destOrd="0" parTransId="{90A7F0E1-AAC4-4D25-88EC-1AF16186CB81}" sibTransId="{AAAE9305-2A56-466B-B748-A5DC3058F142}"/>
    <dgm:cxn modelId="{24C0276E-CC06-46B8-B6AE-8485D47DB389}" srcId="{2D8B410D-6F26-4BC8-98F6-64920ACC6924}" destId="{24C9181A-F82B-4DAD-81BC-B9924A649BC1}" srcOrd="2" destOrd="0" parTransId="{C89B1BD2-369D-4ABE-A173-6A555FF3F9A4}" sibTransId="{08931EA5-91C9-4812-803D-07F119210C27}"/>
    <dgm:cxn modelId="{7B85A719-E744-4798-8A7B-81845B392B59}" type="presOf" srcId="{E370DD09-A901-4B93-8BFB-12C624994327}" destId="{8AF3615E-2F0A-4C6F-8129-7DC327269C72}" srcOrd="0" destOrd="0" presId="urn:microsoft.com/office/officeart/2005/8/layout/hierarchy3"/>
    <dgm:cxn modelId="{BC11CD08-832B-4BA3-90D3-48B267170197}" type="presOf" srcId="{8CFAA2D5-3C28-42C8-941D-CD202C91534C}" destId="{75B1E9C8-9B79-41B8-836F-D9681B5E6736}" srcOrd="0" destOrd="0" presId="urn:microsoft.com/office/officeart/2005/8/layout/hierarchy3"/>
    <dgm:cxn modelId="{F01F0333-87D7-40AF-892D-53B2141CDF8A}" type="presOf" srcId="{2D8B410D-6F26-4BC8-98F6-64920ACC6924}" destId="{6433383A-1AB6-4B51-865E-1C9A1FABCEF3}" srcOrd="1" destOrd="0" presId="urn:microsoft.com/office/officeart/2005/8/layout/hierarchy3"/>
    <dgm:cxn modelId="{CF47FBFF-E01A-4484-A015-6BC50835B1A3}" type="presOf" srcId="{5D288D9E-B4AD-45BD-ACF1-05B8AEDDC482}" destId="{AA0D6AAD-F561-4EF8-BB69-E06A261ACA95}" srcOrd="0" destOrd="0" presId="urn:microsoft.com/office/officeart/2005/8/layout/hierarchy3"/>
    <dgm:cxn modelId="{03A70298-81DF-4C60-908D-FBB81EEB7A1A}" type="presOf" srcId="{002A03BE-018A-45ED-B75C-E42F15434AB9}" destId="{E19A2895-58A1-4478-BC42-8FE5D431B63F}" srcOrd="0" destOrd="0" presId="urn:microsoft.com/office/officeart/2005/8/layout/hierarchy3"/>
    <dgm:cxn modelId="{39DEE27E-3C4E-4217-BC17-8B05273123E4}" type="presOf" srcId="{C89B1BD2-369D-4ABE-A173-6A555FF3F9A4}" destId="{1372A0C3-4A5B-4122-9C0F-94377E9A66CF}" srcOrd="0" destOrd="0" presId="urn:microsoft.com/office/officeart/2005/8/layout/hierarchy3"/>
    <dgm:cxn modelId="{AEC5CB16-2659-4C76-AD73-422CCDB4736A}" type="presOf" srcId="{24C9181A-F82B-4DAD-81BC-B9924A649BC1}" destId="{86DB9EC1-1CF1-45AF-81FD-84998106E3AC}" srcOrd="0" destOrd="0" presId="urn:microsoft.com/office/officeart/2005/8/layout/hierarchy3"/>
    <dgm:cxn modelId="{479D2C07-E4DC-4581-B716-F6149483A335}" type="presOf" srcId="{A5C50036-B90E-4E01-BBAC-B27ADA2D5DF9}" destId="{9E62C2A5-6E1E-4CC0-A6B7-E3292E770BA5}" srcOrd="0" destOrd="0" presId="urn:microsoft.com/office/officeart/2005/8/layout/hierarchy3"/>
    <dgm:cxn modelId="{62449D12-854B-4296-910B-F21472C431B0}" srcId="{2D8B410D-6F26-4BC8-98F6-64920ACC6924}" destId="{E370DD09-A901-4B93-8BFB-12C624994327}" srcOrd="0" destOrd="0" parTransId="{8CFAA2D5-3C28-42C8-941D-CD202C91534C}" sibTransId="{B0A64E5A-32F9-47B1-A9A5-2CDE6E4BB433}"/>
    <dgm:cxn modelId="{D1073C00-6B1D-4886-9CE2-928581BEE450}" type="presOf" srcId="{2D8B410D-6F26-4BC8-98F6-64920ACC6924}" destId="{60268A99-6BBD-40E7-A6BE-B200802E3BB9}" srcOrd="0" destOrd="0" presId="urn:microsoft.com/office/officeart/2005/8/layout/hierarchy3"/>
    <dgm:cxn modelId="{36C2D4B8-607A-4C23-A1BA-9C9AF541528E}" srcId="{2D8B410D-6F26-4BC8-98F6-64920ACC6924}" destId="{A5C50036-B90E-4E01-BBAC-B27ADA2D5DF9}" srcOrd="1" destOrd="0" parTransId="{002A03BE-018A-45ED-B75C-E42F15434AB9}" sibTransId="{FAD51C81-986A-425E-B764-7972E5639433}"/>
    <dgm:cxn modelId="{B5A4CD58-A554-469C-861F-FDFA061135CF}" type="presParOf" srcId="{AA0D6AAD-F561-4EF8-BB69-E06A261ACA95}" destId="{EED7C8D6-B57B-4EA2-90B7-82896DACCFB1}" srcOrd="0" destOrd="0" presId="urn:microsoft.com/office/officeart/2005/8/layout/hierarchy3"/>
    <dgm:cxn modelId="{1EEA0E2D-2302-44E3-B9F3-3107BD5FC275}" type="presParOf" srcId="{EED7C8D6-B57B-4EA2-90B7-82896DACCFB1}" destId="{4A890AA2-CC42-45BE-9D4F-43BB92174AF1}" srcOrd="0" destOrd="0" presId="urn:microsoft.com/office/officeart/2005/8/layout/hierarchy3"/>
    <dgm:cxn modelId="{6F03C8BA-0AF0-4E75-8E37-D1F57AAFDEA3}" type="presParOf" srcId="{4A890AA2-CC42-45BE-9D4F-43BB92174AF1}" destId="{60268A99-6BBD-40E7-A6BE-B200802E3BB9}" srcOrd="0" destOrd="0" presId="urn:microsoft.com/office/officeart/2005/8/layout/hierarchy3"/>
    <dgm:cxn modelId="{36C49AFE-F046-4A44-B6F0-23D84F271F70}" type="presParOf" srcId="{4A890AA2-CC42-45BE-9D4F-43BB92174AF1}" destId="{6433383A-1AB6-4B51-865E-1C9A1FABCEF3}" srcOrd="1" destOrd="0" presId="urn:microsoft.com/office/officeart/2005/8/layout/hierarchy3"/>
    <dgm:cxn modelId="{49E51687-63A6-4116-A286-042C4BEC25F9}" type="presParOf" srcId="{EED7C8D6-B57B-4EA2-90B7-82896DACCFB1}" destId="{F497C4DB-2679-4C21-B477-3C31CD36BA49}" srcOrd="1" destOrd="0" presId="urn:microsoft.com/office/officeart/2005/8/layout/hierarchy3"/>
    <dgm:cxn modelId="{EB4BDF3C-27E0-44C5-B82F-DCAF084B69E0}" type="presParOf" srcId="{F497C4DB-2679-4C21-B477-3C31CD36BA49}" destId="{75B1E9C8-9B79-41B8-836F-D9681B5E6736}" srcOrd="0" destOrd="0" presId="urn:microsoft.com/office/officeart/2005/8/layout/hierarchy3"/>
    <dgm:cxn modelId="{EB767D2A-2C8B-409E-93E7-5A09797FC187}" type="presParOf" srcId="{F497C4DB-2679-4C21-B477-3C31CD36BA49}" destId="{8AF3615E-2F0A-4C6F-8129-7DC327269C72}" srcOrd="1" destOrd="0" presId="urn:microsoft.com/office/officeart/2005/8/layout/hierarchy3"/>
    <dgm:cxn modelId="{3D9845CA-6F56-464F-8B1F-55BD6BA862AA}" type="presParOf" srcId="{F497C4DB-2679-4C21-B477-3C31CD36BA49}" destId="{E19A2895-58A1-4478-BC42-8FE5D431B63F}" srcOrd="2" destOrd="0" presId="urn:microsoft.com/office/officeart/2005/8/layout/hierarchy3"/>
    <dgm:cxn modelId="{B419CEF6-AC6F-456B-AE75-A7037F685C23}" type="presParOf" srcId="{F497C4DB-2679-4C21-B477-3C31CD36BA49}" destId="{9E62C2A5-6E1E-4CC0-A6B7-E3292E770BA5}" srcOrd="3" destOrd="0" presId="urn:microsoft.com/office/officeart/2005/8/layout/hierarchy3"/>
    <dgm:cxn modelId="{B04F30A8-5A9B-4B87-B6D4-0B0A91C5856B}" type="presParOf" srcId="{F497C4DB-2679-4C21-B477-3C31CD36BA49}" destId="{1372A0C3-4A5B-4122-9C0F-94377E9A66CF}" srcOrd="4" destOrd="0" presId="urn:microsoft.com/office/officeart/2005/8/layout/hierarchy3"/>
    <dgm:cxn modelId="{AA16C24C-D238-481A-BEB8-9319D0D5B704}" type="presParOf" srcId="{F497C4DB-2679-4C21-B477-3C31CD36BA49}" destId="{86DB9EC1-1CF1-45AF-81FD-84998106E3AC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D288D9E-B4AD-45BD-ACF1-05B8AEDDC482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8B410D-6F26-4BC8-98F6-64920ACC6924}">
      <dgm:prSet phldrT="[Text]" custT="1"/>
      <dgm:spPr/>
      <dgm:t>
        <a:bodyPr/>
        <a:lstStyle/>
        <a:p>
          <a:r>
            <a:rPr lang="en-US" sz="2400" dirty="0" smtClean="0"/>
            <a:t>SG1: Objectively evaluate processes and work products</a:t>
          </a:r>
          <a:endParaRPr lang="en-US" sz="2400" dirty="0"/>
        </a:p>
      </dgm:t>
    </dgm:pt>
    <dgm:pt modelId="{90A7F0E1-AAC4-4D25-88EC-1AF16186CB81}" type="parTrans" cxnId="{56F2A991-CCA6-49CB-9F21-11C0156A59FC}">
      <dgm:prSet/>
      <dgm:spPr/>
      <dgm:t>
        <a:bodyPr/>
        <a:lstStyle/>
        <a:p>
          <a:endParaRPr lang="en-US"/>
        </a:p>
      </dgm:t>
    </dgm:pt>
    <dgm:pt modelId="{AAAE9305-2A56-466B-B748-A5DC3058F142}" type="sibTrans" cxnId="{56F2A991-CCA6-49CB-9F21-11C0156A59FC}">
      <dgm:prSet/>
      <dgm:spPr/>
      <dgm:t>
        <a:bodyPr/>
        <a:lstStyle/>
        <a:p>
          <a:endParaRPr lang="en-US"/>
        </a:p>
      </dgm:t>
    </dgm:pt>
    <dgm:pt modelId="{E370DD09-A901-4B93-8BFB-12C624994327}">
      <dgm:prSet phldrT="[Text]" custT="1"/>
      <dgm:spPr/>
      <dgm:t>
        <a:bodyPr/>
        <a:lstStyle/>
        <a:p>
          <a:pPr algn="l"/>
          <a:r>
            <a:rPr lang="en-US" sz="2200" dirty="0" smtClean="0"/>
            <a:t>SP1.1: Objectively evaluate processes</a:t>
          </a:r>
          <a:endParaRPr lang="en-US" sz="2200" dirty="0"/>
        </a:p>
      </dgm:t>
    </dgm:pt>
    <dgm:pt modelId="{8CFAA2D5-3C28-42C8-941D-CD202C91534C}" type="parTrans" cxnId="{62449D12-854B-4296-910B-F21472C431B0}">
      <dgm:prSet/>
      <dgm:spPr/>
      <dgm:t>
        <a:bodyPr/>
        <a:lstStyle/>
        <a:p>
          <a:endParaRPr lang="en-US"/>
        </a:p>
      </dgm:t>
    </dgm:pt>
    <dgm:pt modelId="{B0A64E5A-32F9-47B1-A9A5-2CDE6E4BB433}" type="sibTrans" cxnId="{62449D12-854B-4296-910B-F21472C431B0}">
      <dgm:prSet/>
      <dgm:spPr/>
      <dgm:t>
        <a:bodyPr/>
        <a:lstStyle/>
        <a:p>
          <a:endParaRPr lang="en-US"/>
        </a:p>
      </dgm:t>
    </dgm:pt>
    <dgm:pt modelId="{A5C50036-B90E-4E01-BBAC-B27ADA2D5DF9}">
      <dgm:prSet phldrT="[Text]" custT="1"/>
      <dgm:spPr/>
      <dgm:t>
        <a:bodyPr/>
        <a:lstStyle/>
        <a:p>
          <a:pPr algn="l"/>
          <a:r>
            <a:rPr lang="en-US" sz="2200" dirty="0" smtClean="0"/>
            <a:t>SP1.2: Objectively evaluate work products and services</a:t>
          </a:r>
          <a:endParaRPr lang="en-US" sz="2200" dirty="0"/>
        </a:p>
      </dgm:t>
    </dgm:pt>
    <dgm:pt modelId="{002A03BE-018A-45ED-B75C-E42F15434AB9}" type="parTrans" cxnId="{36C2D4B8-607A-4C23-A1BA-9C9AF541528E}">
      <dgm:prSet/>
      <dgm:spPr/>
      <dgm:t>
        <a:bodyPr/>
        <a:lstStyle/>
        <a:p>
          <a:endParaRPr lang="en-US"/>
        </a:p>
      </dgm:t>
    </dgm:pt>
    <dgm:pt modelId="{FAD51C81-986A-425E-B764-7972E5639433}" type="sibTrans" cxnId="{36C2D4B8-607A-4C23-A1BA-9C9AF541528E}">
      <dgm:prSet/>
      <dgm:spPr/>
      <dgm:t>
        <a:bodyPr/>
        <a:lstStyle/>
        <a:p>
          <a:endParaRPr lang="en-US"/>
        </a:p>
      </dgm:t>
    </dgm:pt>
    <dgm:pt modelId="{AA0D6AAD-F561-4EF8-BB69-E06A261ACA95}" type="pres">
      <dgm:prSet presAssocID="{5D288D9E-B4AD-45BD-ACF1-05B8AEDDC48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ED7C8D6-B57B-4EA2-90B7-82896DACCFB1}" type="pres">
      <dgm:prSet presAssocID="{2D8B410D-6F26-4BC8-98F6-64920ACC6924}" presName="root" presStyleCnt="0"/>
      <dgm:spPr/>
    </dgm:pt>
    <dgm:pt modelId="{4A890AA2-CC42-45BE-9D4F-43BB92174AF1}" type="pres">
      <dgm:prSet presAssocID="{2D8B410D-6F26-4BC8-98F6-64920ACC6924}" presName="rootComposite" presStyleCnt="0"/>
      <dgm:spPr/>
    </dgm:pt>
    <dgm:pt modelId="{60268A99-6BBD-40E7-A6BE-B200802E3BB9}" type="pres">
      <dgm:prSet presAssocID="{2D8B410D-6F26-4BC8-98F6-64920ACC6924}" presName="rootText" presStyleLbl="node1" presStyleIdx="0" presStyleCnt="1" custScaleX="569277"/>
      <dgm:spPr/>
      <dgm:t>
        <a:bodyPr/>
        <a:lstStyle/>
        <a:p>
          <a:endParaRPr lang="en-US"/>
        </a:p>
      </dgm:t>
    </dgm:pt>
    <dgm:pt modelId="{6433383A-1AB6-4B51-865E-1C9A1FABCEF3}" type="pres">
      <dgm:prSet presAssocID="{2D8B410D-6F26-4BC8-98F6-64920ACC6924}" presName="rootConnector" presStyleLbl="node1" presStyleIdx="0" presStyleCnt="1"/>
      <dgm:spPr/>
      <dgm:t>
        <a:bodyPr/>
        <a:lstStyle/>
        <a:p>
          <a:endParaRPr lang="en-US"/>
        </a:p>
      </dgm:t>
    </dgm:pt>
    <dgm:pt modelId="{F497C4DB-2679-4C21-B477-3C31CD36BA49}" type="pres">
      <dgm:prSet presAssocID="{2D8B410D-6F26-4BC8-98F6-64920ACC6924}" presName="childShape" presStyleCnt="0"/>
      <dgm:spPr/>
    </dgm:pt>
    <dgm:pt modelId="{75B1E9C8-9B79-41B8-836F-D9681B5E6736}" type="pres">
      <dgm:prSet presAssocID="{8CFAA2D5-3C28-42C8-941D-CD202C91534C}" presName="Name13" presStyleLbl="parChTrans1D2" presStyleIdx="0" presStyleCnt="2"/>
      <dgm:spPr/>
      <dgm:t>
        <a:bodyPr/>
        <a:lstStyle/>
        <a:p>
          <a:endParaRPr lang="en-US"/>
        </a:p>
      </dgm:t>
    </dgm:pt>
    <dgm:pt modelId="{8AF3615E-2F0A-4C6F-8129-7DC327269C72}" type="pres">
      <dgm:prSet presAssocID="{E370DD09-A901-4B93-8BFB-12C624994327}" presName="childText" presStyleLbl="bgAcc1" presStyleIdx="0" presStyleCnt="2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9A2895-58A1-4478-BC42-8FE5D431B63F}" type="pres">
      <dgm:prSet presAssocID="{002A03BE-018A-45ED-B75C-E42F15434AB9}" presName="Name13" presStyleLbl="parChTrans1D2" presStyleIdx="1" presStyleCnt="2"/>
      <dgm:spPr/>
      <dgm:t>
        <a:bodyPr/>
        <a:lstStyle/>
        <a:p>
          <a:endParaRPr lang="en-US"/>
        </a:p>
      </dgm:t>
    </dgm:pt>
    <dgm:pt modelId="{9E62C2A5-6E1E-4CC0-A6B7-E3292E770BA5}" type="pres">
      <dgm:prSet presAssocID="{A5C50036-B90E-4E01-BBAC-B27ADA2D5DF9}" presName="childText" presStyleLbl="bgAcc1" presStyleIdx="1" presStyleCnt="2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6F2A991-CCA6-49CB-9F21-11C0156A59FC}" srcId="{5D288D9E-B4AD-45BD-ACF1-05B8AEDDC482}" destId="{2D8B410D-6F26-4BC8-98F6-64920ACC6924}" srcOrd="0" destOrd="0" parTransId="{90A7F0E1-AAC4-4D25-88EC-1AF16186CB81}" sibTransId="{AAAE9305-2A56-466B-B748-A5DC3058F142}"/>
    <dgm:cxn modelId="{C2ADFFC7-749D-4FD8-A7EA-9CA622BE014D}" type="presOf" srcId="{002A03BE-018A-45ED-B75C-E42F15434AB9}" destId="{E19A2895-58A1-4478-BC42-8FE5D431B63F}" srcOrd="0" destOrd="0" presId="urn:microsoft.com/office/officeart/2005/8/layout/hierarchy3"/>
    <dgm:cxn modelId="{0FBD3B5E-BA8A-4267-B431-AB45084EFED2}" type="presOf" srcId="{8CFAA2D5-3C28-42C8-941D-CD202C91534C}" destId="{75B1E9C8-9B79-41B8-836F-D9681B5E6736}" srcOrd="0" destOrd="0" presId="urn:microsoft.com/office/officeart/2005/8/layout/hierarchy3"/>
    <dgm:cxn modelId="{B2B45ECA-1B88-413D-9A12-1579DECA5417}" type="presOf" srcId="{5D288D9E-B4AD-45BD-ACF1-05B8AEDDC482}" destId="{AA0D6AAD-F561-4EF8-BB69-E06A261ACA95}" srcOrd="0" destOrd="0" presId="urn:microsoft.com/office/officeart/2005/8/layout/hierarchy3"/>
    <dgm:cxn modelId="{853E0FD2-C0CA-4EDF-8DD6-F55DFF9069B0}" type="presOf" srcId="{E370DD09-A901-4B93-8BFB-12C624994327}" destId="{8AF3615E-2F0A-4C6F-8129-7DC327269C72}" srcOrd="0" destOrd="0" presId="urn:microsoft.com/office/officeart/2005/8/layout/hierarchy3"/>
    <dgm:cxn modelId="{64EDAFDC-1077-49C1-8BC1-8710D83EC793}" type="presOf" srcId="{2D8B410D-6F26-4BC8-98F6-64920ACC6924}" destId="{6433383A-1AB6-4B51-865E-1C9A1FABCEF3}" srcOrd="1" destOrd="0" presId="urn:microsoft.com/office/officeart/2005/8/layout/hierarchy3"/>
    <dgm:cxn modelId="{FE6AAE62-0772-4174-B322-69BA08B2A2AC}" type="presOf" srcId="{A5C50036-B90E-4E01-BBAC-B27ADA2D5DF9}" destId="{9E62C2A5-6E1E-4CC0-A6B7-E3292E770BA5}" srcOrd="0" destOrd="0" presId="urn:microsoft.com/office/officeart/2005/8/layout/hierarchy3"/>
    <dgm:cxn modelId="{14E6B596-0A9A-4D1C-983D-36C2807576B9}" type="presOf" srcId="{2D8B410D-6F26-4BC8-98F6-64920ACC6924}" destId="{60268A99-6BBD-40E7-A6BE-B200802E3BB9}" srcOrd="0" destOrd="0" presId="urn:microsoft.com/office/officeart/2005/8/layout/hierarchy3"/>
    <dgm:cxn modelId="{62449D12-854B-4296-910B-F21472C431B0}" srcId="{2D8B410D-6F26-4BC8-98F6-64920ACC6924}" destId="{E370DD09-A901-4B93-8BFB-12C624994327}" srcOrd="0" destOrd="0" parTransId="{8CFAA2D5-3C28-42C8-941D-CD202C91534C}" sibTransId="{B0A64E5A-32F9-47B1-A9A5-2CDE6E4BB433}"/>
    <dgm:cxn modelId="{36C2D4B8-607A-4C23-A1BA-9C9AF541528E}" srcId="{2D8B410D-6F26-4BC8-98F6-64920ACC6924}" destId="{A5C50036-B90E-4E01-BBAC-B27ADA2D5DF9}" srcOrd="1" destOrd="0" parTransId="{002A03BE-018A-45ED-B75C-E42F15434AB9}" sibTransId="{FAD51C81-986A-425E-B764-7972E5639433}"/>
    <dgm:cxn modelId="{56EBF7F1-CA74-4E7F-BCDF-E652B5055BFF}" type="presParOf" srcId="{AA0D6AAD-F561-4EF8-BB69-E06A261ACA95}" destId="{EED7C8D6-B57B-4EA2-90B7-82896DACCFB1}" srcOrd="0" destOrd="0" presId="urn:microsoft.com/office/officeart/2005/8/layout/hierarchy3"/>
    <dgm:cxn modelId="{556D9453-7A82-402A-BFA8-B532969E2CF1}" type="presParOf" srcId="{EED7C8D6-B57B-4EA2-90B7-82896DACCFB1}" destId="{4A890AA2-CC42-45BE-9D4F-43BB92174AF1}" srcOrd="0" destOrd="0" presId="urn:microsoft.com/office/officeart/2005/8/layout/hierarchy3"/>
    <dgm:cxn modelId="{FC6F2523-E988-4571-8ACA-B3CD785CFE64}" type="presParOf" srcId="{4A890AA2-CC42-45BE-9D4F-43BB92174AF1}" destId="{60268A99-6BBD-40E7-A6BE-B200802E3BB9}" srcOrd="0" destOrd="0" presId="urn:microsoft.com/office/officeart/2005/8/layout/hierarchy3"/>
    <dgm:cxn modelId="{31FDCADD-1802-4F13-A576-3F83630CE780}" type="presParOf" srcId="{4A890AA2-CC42-45BE-9D4F-43BB92174AF1}" destId="{6433383A-1AB6-4B51-865E-1C9A1FABCEF3}" srcOrd="1" destOrd="0" presId="urn:microsoft.com/office/officeart/2005/8/layout/hierarchy3"/>
    <dgm:cxn modelId="{2B03456C-7DC2-4857-ADED-05148B267FAA}" type="presParOf" srcId="{EED7C8D6-B57B-4EA2-90B7-82896DACCFB1}" destId="{F497C4DB-2679-4C21-B477-3C31CD36BA49}" srcOrd="1" destOrd="0" presId="urn:microsoft.com/office/officeart/2005/8/layout/hierarchy3"/>
    <dgm:cxn modelId="{345B6584-9ECA-4B7B-A0C0-B0673C49097B}" type="presParOf" srcId="{F497C4DB-2679-4C21-B477-3C31CD36BA49}" destId="{75B1E9C8-9B79-41B8-836F-D9681B5E6736}" srcOrd="0" destOrd="0" presId="urn:microsoft.com/office/officeart/2005/8/layout/hierarchy3"/>
    <dgm:cxn modelId="{93C92FBB-FFD3-4DE9-BEB1-A04694A429E0}" type="presParOf" srcId="{F497C4DB-2679-4C21-B477-3C31CD36BA49}" destId="{8AF3615E-2F0A-4C6F-8129-7DC327269C72}" srcOrd="1" destOrd="0" presId="urn:microsoft.com/office/officeart/2005/8/layout/hierarchy3"/>
    <dgm:cxn modelId="{4B695B9C-43B7-4589-91A5-00C84C2FFC5F}" type="presParOf" srcId="{F497C4DB-2679-4C21-B477-3C31CD36BA49}" destId="{E19A2895-58A1-4478-BC42-8FE5D431B63F}" srcOrd="2" destOrd="0" presId="urn:microsoft.com/office/officeart/2005/8/layout/hierarchy3"/>
    <dgm:cxn modelId="{92E7C739-FA1D-4213-B111-D5963560F6FB}" type="presParOf" srcId="{F497C4DB-2679-4C21-B477-3C31CD36BA49}" destId="{9E62C2A5-6E1E-4CC0-A6B7-E3292E770BA5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D288D9E-B4AD-45BD-ACF1-05B8AEDDC482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8B410D-6F26-4BC8-98F6-64920ACC6924}">
      <dgm:prSet phldrT="[Text]" custT="1"/>
      <dgm:spPr/>
      <dgm:t>
        <a:bodyPr/>
        <a:lstStyle/>
        <a:p>
          <a:pPr algn="l"/>
          <a:r>
            <a:rPr lang="en-US" sz="2400" dirty="0" smtClean="0"/>
            <a:t>SG2: Provide objective insight</a:t>
          </a:r>
          <a:endParaRPr lang="en-US" sz="2400" dirty="0"/>
        </a:p>
      </dgm:t>
    </dgm:pt>
    <dgm:pt modelId="{90A7F0E1-AAC4-4D25-88EC-1AF16186CB81}" type="parTrans" cxnId="{56F2A991-CCA6-49CB-9F21-11C0156A59FC}">
      <dgm:prSet/>
      <dgm:spPr/>
      <dgm:t>
        <a:bodyPr/>
        <a:lstStyle/>
        <a:p>
          <a:endParaRPr lang="en-US"/>
        </a:p>
      </dgm:t>
    </dgm:pt>
    <dgm:pt modelId="{AAAE9305-2A56-466B-B748-A5DC3058F142}" type="sibTrans" cxnId="{56F2A991-CCA6-49CB-9F21-11C0156A59FC}">
      <dgm:prSet/>
      <dgm:spPr/>
      <dgm:t>
        <a:bodyPr/>
        <a:lstStyle/>
        <a:p>
          <a:endParaRPr lang="en-US"/>
        </a:p>
      </dgm:t>
    </dgm:pt>
    <dgm:pt modelId="{A5C50036-B90E-4E01-BBAC-B27ADA2D5DF9}">
      <dgm:prSet phldrT="[Text]" custT="1"/>
      <dgm:spPr/>
      <dgm:t>
        <a:bodyPr/>
        <a:lstStyle/>
        <a:p>
          <a:pPr algn="l"/>
          <a:r>
            <a:rPr lang="en-US" sz="2200" dirty="0" smtClean="0"/>
            <a:t>SP2.2: Establish records</a:t>
          </a:r>
          <a:endParaRPr lang="en-US" sz="2200" dirty="0"/>
        </a:p>
      </dgm:t>
    </dgm:pt>
    <dgm:pt modelId="{FAD51C81-986A-425E-B764-7972E5639433}" type="sibTrans" cxnId="{36C2D4B8-607A-4C23-A1BA-9C9AF541528E}">
      <dgm:prSet/>
      <dgm:spPr/>
      <dgm:t>
        <a:bodyPr/>
        <a:lstStyle/>
        <a:p>
          <a:endParaRPr lang="en-US"/>
        </a:p>
      </dgm:t>
    </dgm:pt>
    <dgm:pt modelId="{002A03BE-018A-45ED-B75C-E42F15434AB9}" type="parTrans" cxnId="{36C2D4B8-607A-4C23-A1BA-9C9AF541528E}">
      <dgm:prSet/>
      <dgm:spPr/>
      <dgm:t>
        <a:bodyPr/>
        <a:lstStyle/>
        <a:p>
          <a:endParaRPr lang="en-US"/>
        </a:p>
      </dgm:t>
    </dgm:pt>
    <dgm:pt modelId="{E370DD09-A901-4B93-8BFB-12C624994327}">
      <dgm:prSet phldrT="[Text]" custT="1"/>
      <dgm:spPr/>
      <dgm:t>
        <a:bodyPr/>
        <a:lstStyle/>
        <a:p>
          <a:pPr algn="l"/>
          <a:r>
            <a:rPr lang="en-US" sz="2200" dirty="0" smtClean="0"/>
            <a:t>SP2.1: Communicate and ensure resolution of noncompliance issues</a:t>
          </a:r>
          <a:endParaRPr lang="en-US" sz="2200" dirty="0"/>
        </a:p>
      </dgm:t>
    </dgm:pt>
    <dgm:pt modelId="{B0A64E5A-32F9-47B1-A9A5-2CDE6E4BB433}" type="sibTrans" cxnId="{62449D12-854B-4296-910B-F21472C431B0}">
      <dgm:prSet/>
      <dgm:spPr/>
      <dgm:t>
        <a:bodyPr/>
        <a:lstStyle/>
        <a:p>
          <a:endParaRPr lang="en-US"/>
        </a:p>
      </dgm:t>
    </dgm:pt>
    <dgm:pt modelId="{8CFAA2D5-3C28-42C8-941D-CD202C91534C}" type="parTrans" cxnId="{62449D12-854B-4296-910B-F21472C431B0}">
      <dgm:prSet/>
      <dgm:spPr/>
      <dgm:t>
        <a:bodyPr/>
        <a:lstStyle/>
        <a:p>
          <a:endParaRPr lang="en-US"/>
        </a:p>
      </dgm:t>
    </dgm:pt>
    <dgm:pt modelId="{AA0D6AAD-F561-4EF8-BB69-E06A261ACA95}" type="pres">
      <dgm:prSet presAssocID="{5D288D9E-B4AD-45BD-ACF1-05B8AEDDC48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ED7C8D6-B57B-4EA2-90B7-82896DACCFB1}" type="pres">
      <dgm:prSet presAssocID="{2D8B410D-6F26-4BC8-98F6-64920ACC6924}" presName="root" presStyleCnt="0"/>
      <dgm:spPr/>
    </dgm:pt>
    <dgm:pt modelId="{4A890AA2-CC42-45BE-9D4F-43BB92174AF1}" type="pres">
      <dgm:prSet presAssocID="{2D8B410D-6F26-4BC8-98F6-64920ACC6924}" presName="rootComposite" presStyleCnt="0"/>
      <dgm:spPr/>
    </dgm:pt>
    <dgm:pt modelId="{60268A99-6BBD-40E7-A6BE-B200802E3BB9}" type="pres">
      <dgm:prSet presAssocID="{2D8B410D-6F26-4BC8-98F6-64920ACC6924}" presName="rootText" presStyleLbl="node1" presStyleIdx="0" presStyleCnt="1" custScaleX="469851"/>
      <dgm:spPr/>
      <dgm:t>
        <a:bodyPr/>
        <a:lstStyle/>
        <a:p>
          <a:endParaRPr lang="en-US"/>
        </a:p>
      </dgm:t>
    </dgm:pt>
    <dgm:pt modelId="{6433383A-1AB6-4B51-865E-1C9A1FABCEF3}" type="pres">
      <dgm:prSet presAssocID="{2D8B410D-6F26-4BC8-98F6-64920ACC6924}" presName="rootConnector" presStyleLbl="node1" presStyleIdx="0" presStyleCnt="1"/>
      <dgm:spPr/>
      <dgm:t>
        <a:bodyPr/>
        <a:lstStyle/>
        <a:p>
          <a:endParaRPr lang="en-US"/>
        </a:p>
      </dgm:t>
    </dgm:pt>
    <dgm:pt modelId="{F497C4DB-2679-4C21-B477-3C31CD36BA49}" type="pres">
      <dgm:prSet presAssocID="{2D8B410D-6F26-4BC8-98F6-64920ACC6924}" presName="childShape" presStyleCnt="0"/>
      <dgm:spPr/>
    </dgm:pt>
    <dgm:pt modelId="{75B1E9C8-9B79-41B8-836F-D9681B5E6736}" type="pres">
      <dgm:prSet presAssocID="{8CFAA2D5-3C28-42C8-941D-CD202C91534C}" presName="Name13" presStyleLbl="parChTrans1D2" presStyleIdx="0" presStyleCnt="2"/>
      <dgm:spPr/>
      <dgm:t>
        <a:bodyPr/>
        <a:lstStyle/>
        <a:p>
          <a:endParaRPr lang="en-US"/>
        </a:p>
      </dgm:t>
    </dgm:pt>
    <dgm:pt modelId="{8AF3615E-2F0A-4C6F-8129-7DC327269C72}" type="pres">
      <dgm:prSet presAssocID="{E370DD09-A901-4B93-8BFB-12C624994327}" presName="childText" presStyleLbl="bgAcc1" presStyleIdx="0" presStyleCnt="2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9A2895-58A1-4478-BC42-8FE5D431B63F}" type="pres">
      <dgm:prSet presAssocID="{002A03BE-018A-45ED-B75C-E42F15434AB9}" presName="Name13" presStyleLbl="parChTrans1D2" presStyleIdx="1" presStyleCnt="2"/>
      <dgm:spPr/>
      <dgm:t>
        <a:bodyPr/>
        <a:lstStyle/>
        <a:p>
          <a:endParaRPr lang="en-US"/>
        </a:p>
      </dgm:t>
    </dgm:pt>
    <dgm:pt modelId="{9E62C2A5-6E1E-4CC0-A6B7-E3292E770BA5}" type="pres">
      <dgm:prSet presAssocID="{A5C50036-B90E-4E01-BBAC-B27ADA2D5DF9}" presName="childText" presStyleLbl="bgAcc1" presStyleIdx="1" presStyleCnt="2" custScaleX="6044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6F2A991-CCA6-49CB-9F21-11C0156A59FC}" srcId="{5D288D9E-B4AD-45BD-ACF1-05B8AEDDC482}" destId="{2D8B410D-6F26-4BC8-98F6-64920ACC6924}" srcOrd="0" destOrd="0" parTransId="{90A7F0E1-AAC4-4D25-88EC-1AF16186CB81}" sibTransId="{AAAE9305-2A56-466B-B748-A5DC3058F142}"/>
    <dgm:cxn modelId="{2A668300-3553-481B-AD43-2AEAD7FD2634}" type="presOf" srcId="{2D8B410D-6F26-4BC8-98F6-64920ACC6924}" destId="{6433383A-1AB6-4B51-865E-1C9A1FABCEF3}" srcOrd="1" destOrd="0" presId="urn:microsoft.com/office/officeart/2005/8/layout/hierarchy3"/>
    <dgm:cxn modelId="{B8671F2E-67D8-4B54-B4ED-213BC261F4B1}" type="presOf" srcId="{A5C50036-B90E-4E01-BBAC-B27ADA2D5DF9}" destId="{9E62C2A5-6E1E-4CC0-A6B7-E3292E770BA5}" srcOrd="0" destOrd="0" presId="urn:microsoft.com/office/officeart/2005/8/layout/hierarchy3"/>
    <dgm:cxn modelId="{10C8AB5C-3BA5-4388-9ED9-55ADCFD88B83}" type="presOf" srcId="{5D288D9E-B4AD-45BD-ACF1-05B8AEDDC482}" destId="{AA0D6AAD-F561-4EF8-BB69-E06A261ACA95}" srcOrd="0" destOrd="0" presId="urn:microsoft.com/office/officeart/2005/8/layout/hierarchy3"/>
    <dgm:cxn modelId="{2891EDE4-F463-4254-A19D-54114EE30303}" type="presOf" srcId="{002A03BE-018A-45ED-B75C-E42F15434AB9}" destId="{E19A2895-58A1-4478-BC42-8FE5D431B63F}" srcOrd="0" destOrd="0" presId="urn:microsoft.com/office/officeart/2005/8/layout/hierarchy3"/>
    <dgm:cxn modelId="{17C35578-2EBA-4817-B8BB-4675A1444ED3}" type="presOf" srcId="{E370DD09-A901-4B93-8BFB-12C624994327}" destId="{8AF3615E-2F0A-4C6F-8129-7DC327269C72}" srcOrd="0" destOrd="0" presId="urn:microsoft.com/office/officeart/2005/8/layout/hierarchy3"/>
    <dgm:cxn modelId="{D3F924E3-8F17-4C7D-95C9-B9E215BEC21F}" type="presOf" srcId="{8CFAA2D5-3C28-42C8-941D-CD202C91534C}" destId="{75B1E9C8-9B79-41B8-836F-D9681B5E6736}" srcOrd="0" destOrd="0" presId="urn:microsoft.com/office/officeart/2005/8/layout/hierarchy3"/>
    <dgm:cxn modelId="{E8A7FD19-47F4-4890-AC8D-029C53190341}" type="presOf" srcId="{2D8B410D-6F26-4BC8-98F6-64920ACC6924}" destId="{60268A99-6BBD-40E7-A6BE-B200802E3BB9}" srcOrd="0" destOrd="0" presId="urn:microsoft.com/office/officeart/2005/8/layout/hierarchy3"/>
    <dgm:cxn modelId="{62449D12-854B-4296-910B-F21472C431B0}" srcId="{2D8B410D-6F26-4BC8-98F6-64920ACC6924}" destId="{E370DD09-A901-4B93-8BFB-12C624994327}" srcOrd="0" destOrd="0" parTransId="{8CFAA2D5-3C28-42C8-941D-CD202C91534C}" sibTransId="{B0A64E5A-32F9-47B1-A9A5-2CDE6E4BB433}"/>
    <dgm:cxn modelId="{36C2D4B8-607A-4C23-A1BA-9C9AF541528E}" srcId="{2D8B410D-6F26-4BC8-98F6-64920ACC6924}" destId="{A5C50036-B90E-4E01-BBAC-B27ADA2D5DF9}" srcOrd="1" destOrd="0" parTransId="{002A03BE-018A-45ED-B75C-E42F15434AB9}" sibTransId="{FAD51C81-986A-425E-B764-7972E5639433}"/>
    <dgm:cxn modelId="{6608EC21-B94E-4554-9810-DA5265791FC7}" type="presParOf" srcId="{AA0D6AAD-F561-4EF8-BB69-E06A261ACA95}" destId="{EED7C8D6-B57B-4EA2-90B7-82896DACCFB1}" srcOrd="0" destOrd="0" presId="urn:microsoft.com/office/officeart/2005/8/layout/hierarchy3"/>
    <dgm:cxn modelId="{90264D49-5F27-4EA8-9A27-33DF68917988}" type="presParOf" srcId="{EED7C8D6-B57B-4EA2-90B7-82896DACCFB1}" destId="{4A890AA2-CC42-45BE-9D4F-43BB92174AF1}" srcOrd="0" destOrd="0" presId="urn:microsoft.com/office/officeart/2005/8/layout/hierarchy3"/>
    <dgm:cxn modelId="{E397B1BD-EF5E-412E-A370-1CAB56655E5F}" type="presParOf" srcId="{4A890AA2-CC42-45BE-9D4F-43BB92174AF1}" destId="{60268A99-6BBD-40E7-A6BE-B200802E3BB9}" srcOrd="0" destOrd="0" presId="urn:microsoft.com/office/officeart/2005/8/layout/hierarchy3"/>
    <dgm:cxn modelId="{A1E397E5-57CA-437A-B73D-E7CED1FE2E26}" type="presParOf" srcId="{4A890AA2-CC42-45BE-9D4F-43BB92174AF1}" destId="{6433383A-1AB6-4B51-865E-1C9A1FABCEF3}" srcOrd="1" destOrd="0" presId="urn:microsoft.com/office/officeart/2005/8/layout/hierarchy3"/>
    <dgm:cxn modelId="{3A5CECD1-F3CE-4D0F-9EF8-26C00B4D30E7}" type="presParOf" srcId="{EED7C8D6-B57B-4EA2-90B7-82896DACCFB1}" destId="{F497C4DB-2679-4C21-B477-3C31CD36BA49}" srcOrd="1" destOrd="0" presId="urn:microsoft.com/office/officeart/2005/8/layout/hierarchy3"/>
    <dgm:cxn modelId="{0F756F4E-C780-4841-B752-E9393F675C96}" type="presParOf" srcId="{F497C4DB-2679-4C21-B477-3C31CD36BA49}" destId="{75B1E9C8-9B79-41B8-836F-D9681B5E6736}" srcOrd="0" destOrd="0" presId="urn:microsoft.com/office/officeart/2005/8/layout/hierarchy3"/>
    <dgm:cxn modelId="{C27567E2-2874-45B0-BA97-80893739610B}" type="presParOf" srcId="{F497C4DB-2679-4C21-B477-3C31CD36BA49}" destId="{8AF3615E-2F0A-4C6F-8129-7DC327269C72}" srcOrd="1" destOrd="0" presId="urn:microsoft.com/office/officeart/2005/8/layout/hierarchy3"/>
    <dgm:cxn modelId="{05E3C577-3104-41C4-87C4-2939EB0F8784}" type="presParOf" srcId="{F497C4DB-2679-4C21-B477-3C31CD36BA49}" destId="{E19A2895-58A1-4478-BC42-8FE5D431B63F}" srcOrd="2" destOrd="0" presId="urn:microsoft.com/office/officeart/2005/8/layout/hierarchy3"/>
    <dgm:cxn modelId="{7BE5F502-2632-4EEA-99E9-DF4992C86D85}" type="presParOf" srcId="{F497C4DB-2679-4C21-B477-3C31CD36BA49}" destId="{9E62C2A5-6E1E-4CC0-A6B7-E3292E770BA5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D288D9E-B4AD-45BD-ACF1-05B8AEDDC482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8B410D-6F26-4BC8-98F6-64920ACC6924}">
      <dgm:prSet phldrT="[Text]" custT="1"/>
      <dgm:spPr/>
      <dgm:t>
        <a:bodyPr/>
        <a:lstStyle/>
        <a:p>
          <a:pPr algn="l"/>
          <a:r>
            <a:rPr lang="en-US" sz="2400" dirty="0" smtClean="0"/>
            <a:t>SG1: Establish baselines</a:t>
          </a:r>
          <a:endParaRPr lang="en-US" sz="2400" dirty="0"/>
        </a:p>
      </dgm:t>
    </dgm:pt>
    <dgm:pt modelId="{90A7F0E1-AAC4-4D25-88EC-1AF16186CB81}" type="parTrans" cxnId="{56F2A991-CCA6-49CB-9F21-11C0156A59FC}">
      <dgm:prSet/>
      <dgm:spPr/>
      <dgm:t>
        <a:bodyPr/>
        <a:lstStyle/>
        <a:p>
          <a:endParaRPr lang="en-US"/>
        </a:p>
      </dgm:t>
    </dgm:pt>
    <dgm:pt modelId="{AAAE9305-2A56-466B-B748-A5DC3058F142}" type="sibTrans" cxnId="{56F2A991-CCA6-49CB-9F21-11C0156A59FC}">
      <dgm:prSet/>
      <dgm:spPr/>
      <dgm:t>
        <a:bodyPr/>
        <a:lstStyle/>
        <a:p>
          <a:endParaRPr lang="en-US"/>
        </a:p>
      </dgm:t>
    </dgm:pt>
    <dgm:pt modelId="{E370DD09-A901-4B93-8BFB-12C624994327}">
      <dgm:prSet phldrT="[Text]" custT="1"/>
      <dgm:spPr/>
      <dgm:t>
        <a:bodyPr/>
        <a:lstStyle/>
        <a:p>
          <a:pPr algn="l"/>
          <a:r>
            <a:rPr lang="en-US" sz="2200" dirty="0" smtClean="0"/>
            <a:t>SP1.1: Identify configuration items</a:t>
          </a:r>
          <a:endParaRPr lang="en-US" sz="2200" dirty="0"/>
        </a:p>
      </dgm:t>
    </dgm:pt>
    <dgm:pt modelId="{8CFAA2D5-3C28-42C8-941D-CD202C91534C}" type="parTrans" cxnId="{62449D12-854B-4296-910B-F21472C431B0}">
      <dgm:prSet/>
      <dgm:spPr/>
      <dgm:t>
        <a:bodyPr/>
        <a:lstStyle/>
        <a:p>
          <a:endParaRPr lang="en-US"/>
        </a:p>
      </dgm:t>
    </dgm:pt>
    <dgm:pt modelId="{B0A64E5A-32F9-47B1-A9A5-2CDE6E4BB433}" type="sibTrans" cxnId="{62449D12-854B-4296-910B-F21472C431B0}">
      <dgm:prSet/>
      <dgm:spPr/>
      <dgm:t>
        <a:bodyPr/>
        <a:lstStyle/>
        <a:p>
          <a:endParaRPr lang="en-US"/>
        </a:p>
      </dgm:t>
    </dgm:pt>
    <dgm:pt modelId="{A5C50036-B90E-4E01-BBAC-B27ADA2D5DF9}">
      <dgm:prSet phldrT="[Text]" custT="1"/>
      <dgm:spPr/>
      <dgm:t>
        <a:bodyPr/>
        <a:lstStyle/>
        <a:p>
          <a:pPr algn="l"/>
          <a:r>
            <a:rPr lang="en-US" sz="2200" dirty="0" smtClean="0"/>
            <a:t>SP1.2: Establish a configuration management system</a:t>
          </a:r>
          <a:endParaRPr lang="en-US" sz="2200" dirty="0"/>
        </a:p>
      </dgm:t>
    </dgm:pt>
    <dgm:pt modelId="{002A03BE-018A-45ED-B75C-E42F15434AB9}" type="parTrans" cxnId="{36C2D4B8-607A-4C23-A1BA-9C9AF541528E}">
      <dgm:prSet/>
      <dgm:spPr/>
      <dgm:t>
        <a:bodyPr/>
        <a:lstStyle/>
        <a:p>
          <a:endParaRPr lang="en-US"/>
        </a:p>
      </dgm:t>
    </dgm:pt>
    <dgm:pt modelId="{FAD51C81-986A-425E-B764-7972E5639433}" type="sibTrans" cxnId="{36C2D4B8-607A-4C23-A1BA-9C9AF541528E}">
      <dgm:prSet/>
      <dgm:spPr/>
      <dgm:t>
        <a:bodyPr/>
        <a:lstStyle/>
        <a:p>
          <a:endParaRPr lang="en-US"/>
        </a:p>
      </dgm:t>
    </dgm:pt>
    <dgm:pt modelId="{0DDD4137-3E7A-4291-B480-505ED28E5ABC}">
      <dgm:prSet phldrT="[Text]" custT="1"/>
      <dgm:spPr/>
      <dgm:t>
        <a:bodyPr/>
        <a:lstStyle/>
        <a:p>
          <a:pPr algn="l"/>
          <a:r>
            <a:rPr lang="en-US" sz="2200" dirty="0" smtClean="0"/>
            <a:t>SP1.3: Create or release baselines</a:t>
          </a:r>
          <a:endParaRPr lang="en-US" sz="2200" dirty="0"/>
        </a:p>
      </dgm:t>
    </dgm:pt>
    <dgm:pt modelId="{4FB26D17-4646-444E-867B-17F63F82743B}" type="parTrans" cxnId="{CBE86E0D-E928-4784-8464-6BCD41CCDE8B}">
      <dgm:prSet/>
      <dgm:spPr/>
      <dgm:t>
        <a:bodyPr/>
        <a:lstStyle/>
        <a:p>
          <a:endParaRPr lang="en-US"/>
        </a:p>
      </dgm:t>
    </dgm:pt>
    <dgm:pt modelId="{1D8BCEDE-4801-4906-A535-FAB4EB1BF320}" type="sibTrans" cxnId="{CBE86E0D-E928-4784-8464-6BCD41CCDE8B}">
      <dgm:prSet/>
      <dgm:spPr/>
      <dgm:t>
        <a:bodyPr/>
        <a:lstStyle/>
        <a:p>
          <a:endParaRPr lang="en-US"/>
        </a:p>
      </dgm:t>
    </dgm:pt>
    <dgm:pt modelId="{AA0D6AAD-F561-4EF8-BB69-E06A261ACA95}" type="pres">
      <dgm:prSet presAssocID="{5D288D9E-B4AD-45BD-ACF1-05B8AEDDC48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ED7C8D6-B57B-4EA2-90B7-82896DACCFB1}" type="pres">
      <dgm:prSet presAssocID="{2D8B410D-6F26-4BC8-98F6-64920ACC6924}" presName="root" presStyleCnt="0"/>
      <dgm:spPr/>
    </dgm:pt>
    <dgm:pt modelId="{4A890AA2-CC42-45BE-9D4F-43BB92174AF1}" type="pres">
      <dgm:prSet presAssocID="{2D8B410D-6F26-4BC8-98F6-64920ACC6924}" presName="rootComposite" presStyleCnt="0"/>
      <dgm:spPr/>
    </dgm:pt>
    <dgm:pt modelId="{60268A99-6BBD-40E7-A6BE-B200802E3BB9}" type="pres">
      <dgm:prSet presAssocID="{2D8B410D-6F26-4BC8-98F6-64920ACC6924}" presName="rootText" presStyleLbl="node1" presStyleIdx="0" presStyleCnt="1" custScaleX="469851"/>
      <dgm:spPr/>
      <dgm:t>
        <a:bodyPr/>
        <a:lstStyle/>
        <a:p>
          <a:endParaRPr lang="en-US"/>
        </a:p>
      </dgm:t>
    </dgm:pt>
    <dgm:pt modelId="{6433383A-1AB6-4B51-865E-1C9A1FABCEF3}" type="pres">
      <dgm:prSet presAssocID="{2D8B410D-6F26-4BC8-98F6-64920ACC6924}" presName="rootConnector" presStyleLbl="node1" presStyleIdx="0" presStyleCnt="1"/>
      <dgm:spPr/>
      <dgm:t>
        <a:bodyPr/>
        <a:lstStyle/>
        <a:p>
          <a:endParaRPr lang="en-US"/>
        </a:p>
      </dgm:t>
    </dgm:pt>
    <dgm:pt modelId="{F497C4DB-2679-4C21-B477-3C31CD36BA49}" type="pres">
      <dgm:prSet presAssocID="{2D8B410D-6F26-4BC8-98F6-64920ACC6924}" presName="childShape" presStyleCnt="0"/>
      <dgm:spPr/>
    </dgm:pt>
    <dgm:pt modelId="{75B1E9C8-9B79-41B8-836F-D9681B5E6736}" type="pres">
      <dgm:prSet presAssocID="{8CFAA2D5-3C28-42C8-941D-CD202C91534C}" presName="Name13" presStyleLbl="parChTrans1D2" presStyleIdx="0" presStyleCnt="3"/>
      <dgm:spPr/>
      <dgm:t>
        <a:bodyPr/>
        <a:lstStyle/>
        <a:p>
          <a:endParaRPr lang="en-US"/>
        </a:p>
      </dgm:t>
    </dgm:pt>
    <dgm:pt modelId="{8AF3615E-2F0A-4C6F-8129-7DC327269C72}" type="pres">
      <dgm:prSet presAssocID="{E370DD09-A901-4B93-8BFB-12C624994327}" presName="childText" presStyleLbl="bgAcc1" presStyleIdx="0" presStyleCnt="3" custScaleX="90068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9A2895-58A1-4478-BC42-8FE5D431B63F}" type="pres">
      <dgm:prSet presAssocID="{002A03BE-018A-45ED-B75C-E42F15434AB9}" presName="Name13" presStyleLbl="parChTrans1D2" presStyleIdx="1" presStyleCnt="3"/>
      <dgm:spPr/>
      <dgm:t>
        <a:bodyPr/>
        <a:lstStyle/>
        <a:p>
          <a:endParaRPr lang="en-US"/>
        </a:p>
      </dgm:t>
    </dgm:pt>
    <dgm:pt modelId="{9E62C2A5-6E1E-4CC0-A6B7-E3292E770BA5}" type="pres">
      <dgm:prSet presAssocID="{A5C50036-B90E-4E01-BBAC-B27ADA2D5DF9}" presName="childText" presStyleLbl="bgAcc1" presStyleIdx="1" presStyleCnt="3" custScaleX="90068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0CC303-45BC-4849-909E-9AE2EB033039}" type="pres">
      <dgm:prSet presAssocID="{4FB26D17-4646-444E-867B-17F63F82743B}" presName="Name13" presStyleLbl="parChTrans1D2" presStyleIdx="2" presStyleCnt="3"/>
      <dgm:spPr/>
      <dgm:t>
        <a:bodyPr/>
        <a:lstStyle/>
        <a:p>
          <a:endParaRPr lang="en-US"/>
        </a:p>
      </dgm:t>
    </dgm:pt>
    <dgm:pt modelId="{EA89FAB2-78D3-444E-AE74-7D9321419BC3}" type="pres">
      <dgm:prSet presAssocID="{0DDD4137-3E7A-4291-B480-505ED28E5ABC}" presName="childText" presStyleLbl="bgAcc1" presStyleIdx="2" presStyleCnt="3" custScaleX="90068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BE86E0D-E928-4784-8464-6BCD41CCDE8B}" srcId="{2D8B410D-6F26-4BC8-98F6-64920ACC6924}" destId="{0DDD4137-3E7A-4291-B480-505ED28E5ABC}" srcOrd="2" destOrd="0" parTransId="{4FB26D17-4646-444E-867B-17F63F82743B}" sibTransId="{1D8BCEDE-4801-4906-A535-FAB4EB1BF320}"/>
    <dgm:cxn modelId="{56F2A991-CCA6-49CB-9F21-11C0156A59FC}" srcId="{5D288D9E-B4AD-45BD-ACF1-05B8AEDDC482}" destId="{2D8B410D-6F26-4BC8-98F6-64920ACC6924}" srcOrd="0" destOrd="0" parTransId="{90A7F0E1-AAC4-4D25-88EC-1AF16186CB81}" sibTransId="{AAAE9305-2A56-466B-B748-A5DC3058F142}"/>
    <dgm:cxn modelId="{31B0AC34-9BA5-4899-8EE9-EAB4695AFF4A}" type="presOf" srcId="{2D8B410D-6F26-4BC8-98F6-64920ACC6924}" destId="{6433383A-1AB6-4B51-865E-1C9A1FABCEF3}" srcOrd="1" destOrd="0" presId="urn:microsoft.com/office/officeart/2005/8/layout/hierarchy3"/>
    <dgm:cxn modelId="{C6647BF1-8ECC-4938-B92F-F1DEFBB06516}" type="presOf" srcId="{E370DD09-A901-4B93-8BFB-12C624994327}" destId="{8AF3615E-2F0A-4C6F-8129-7DC327269C72}" srcOrd="0" destOrd="0" presId="urn:microsoft.com/office/officeart/2005/8/layout/hierarchy3"/>
    <dgm:cxn modelId="{FCE8BE27-3668-4F5F-9019-52F9B114EDD6}" type="presOf" srcId="{0DDD4137-3E7A-4291-B480-505ED28E5ABC}" destId="{EA89FAB2-78D3-444E-AE74-7D9321419BC3}" srcOrd="0" destOrd="0" presId="urn:microsoft.com/office/officeart/2005/8/layout/hierarchy3"/>
    <dgm:cxn modelId="{E8D95CCD-E5E7-46F6-9890-42E126105C8A}" type="presOf" srcId="{2D8B410D-6F26-4BC8-98F6-64920ACC6924}" destId="{60268A99-6BBD-40E7-A6BE-B200802E3BB9}" srcOrd="0" destOrd="0" presId="urn:microsoft.com/office/officeart/2005/8/layout/hierarchy3"/>
    <dgm:cxn modelId="{E978FB8A-902F-45EB-9C97-03F11D8277E1}" type="presOf" srcId="{5D288D9E-B4AD-45BD-ACF1-05B8AEDDC482}" destId="{AA0D6AAD-F561-4EF8-BB69-E06A261ACA95}" srcOrd="0" destOrd="0" presId="urn:microsoft.com/office/officeart/2005/8/layout/hierarchy3"/>
    <dgm:cxn modelId="{67FA1D83-8932-4AA2-B88A-6A799716D891}" type="presOf" srcId="{8CFAA2D5-3C28-42C8-941D-CD202C91534C}" destId="{75B1E9C8-9B79-41B8-836F-D9681B5E6736}" srcOrd="0" destOrd="0" presId="urn:microsoft.com/office/officeart/2005/8/layout/hierarchy3"/>
    <dgm:cxn modelId="{E3146A32-E188-4282-A3F9-0400B0DA1708}" type="presOf" srcId="{4FB26D17-4646-444E-867B-17F63F82743B}" destId="{3D0CC303-45BC-4849-909E-9AE2EB033039}" srcOrd="0" destOrd="0" presId="urn:microsoft.com/office/officeart/2005/8/layout/hierarchy3"/>
    <dgm:cxn modelId="{8AFE669A-F1EE-471F-939B-548408A1404E}" type="presOf" srcId="{A5C50036-B90E-4E01-BBAC-B27ADA2D5DF9}" destId="{9E62C2A5-6E1E-4CC0-A6B7-E3292E770BA5}" srcOrd="0" destOrd="0" presId="urn:microsoft.com/office/officeart/2005/8/layout/hierarchy3"/>
    <dgm:cxn modelId="{9F1C0D8E-4DA4-4C4D-B4C0-8BAEA5B7D217}" type="presOf" srcId="{002A03BE-018A-45ED-B75C-E42F15434AB9}" destId="{E19A2895-58A1-4478-BC42-8FE5D431B63F}" srcOrd="0" destOrd="0" presId="urn:microsoft.com/office/officeart/2005/8/layout/hierarchy3"/>
    <dgm:cxn modelId="{62449D12-854B-4296-910B-F21472C431B0}" srcId="{2D8B410D-6F26-4BC8-98F6-64920ACC6924}" destId="{E370DD09-A901-4B93-8BFB-12C624994327}" srcOrd="0" destOrd="0" parTransId="{8CFAA2D5-3C28-42C8-941D-CD202C91534C}" sibTransId="{B0A64E5A-32F9-47B1-A9A5-2CDE6E4BB433}"/>
    <dgm:cxn modelId="{36C2D4B8-607A-4C23-A1BA-9C9AF541528E}" srcId="{2D8B410D-6F26-4BC8-98F6-64920ACC6924}" destId="{A5C50036-B90E-4E01-BBAC-B27ADA2D5DF9}" srcOrd="1" destOrd="0" parTransId="{002A03BE-018A-45ED-B75C-E42F15434AB9}" sibTransId="{FAD51C81-986A-425E-B764-7972E5639433}"/>
    <dgm:cxn modelId="{98E4ACD2-6AB9-4A1E-9F33-0DA36A179AE2}" type="presParOf" srcId="{AA0D6AAD-F561-4EF8-BB69-E06A261ACA95}" destId="{EED7C8D6-B57B-4EA2-90B7-82896DACCFB1}" srcOrd="0" destOrd="0" presId="urn:microsoft.com/office/officeart/2005/8/layout/hierarchy3"/>
    <dgm:cxn modelId="{06D430BE-673E-40B7-8C50-C7799041F14E}" type="presParOf" srcId="{EED7C8D6-B57B-4EA2-90B7-82896DACCFB1}" destId="{4A890AA2-CC42-45BE-9D4F-43BB92174AF1}" srcOrd="0" destOrd="0" presId="urn:microsoft.com/office/officeart/2005/8/layout/hierarchy3"/>
    <dgm:cxn modelId="{36DBAC88-085B-40F3-9A7C-2615CA75E705}" type="presParOf" srcId="{4A890AA2-CC42-45BE-9D4F-43BB92174AF1}" destId="{60268A99-6BBD-40E7-A6BE-B200802E3BB9}" srcOrd="0" destOrd="0" presId="urn:microsoft.com/office/officeart/2005/8/layout/hierarchy3"/>
    <dgm:cxn modelId="{E36AD36F-513B-425C-B5BE-18091F628BB0}" type="presParOf" srcId="{4A890AA2-CC42-45BE-9D4F-43BB92174AF1}" destId="{6433383A-1AB6-4B51-865E-1C9A1FABCEF3}" srcOrd="1" destOrd="0" presId="urn:microsoft.com/office/officeart/2005/8/layout/hierarchy3"/>
    <dgm:cxn modelId="{99FFB0BA-C610-4402-8C12-8219EAD1AE82}" type="presParOf" srcId="{EED7C8D6-B57B-4EA2-90B7-82896DACCFB1}" destId="{F497C4DB-2679-4C21-B477-3C31CD36BA49}" srcOrd="1" destOrd="0" presId="urn:microsoft.com/office/officeart/2005/8/layout/hierarchy3"/>
    <dgm:cxn modelId="{DC037B41-DB52-46BA-B2A9-36A2FFBA4C7F}" type="presParOf" srcId="{F497C4DB-2679-4C21-B477-3C31CD36BA49}" destId="{75B1E9C8-9B79-41B8-836F-D9681B5E6736}" srcOrd="0" destOrd="0" presId="urn:microsoft.com/office/officeart/2005/8/layout/hierarchy3"/>
    <dgm:cxn modelId="{0C9A679D-E34F-4F3C-877D-911294A16A47}" type="presParOf" srcId="{F497C4DB-2679-4C21-B477-3C31CD36BA49}" destId="{8AF3615E-2F0A-4C6F-8129-7DC327269C72}" srcOrd="1" destOrd="0" presId="urn:microsoft.com/office/officeart/2005/8/layout/hierarchy3"/>
    <dgm:cxn modelId="{207DEDEE-4151-48E7-BF7D-E563FC5E00DD}" type="presParOf" srcId="{F497C4DB-2679-4C21-B477-3C31CD36BA49}" destId="{E19A2895-58A1-4478-BC42-8FE5D431B63F}" srcOrd="2" destOrd="0" presId="urn:microsoft.com/office/officeart/2005/8/layout/hierarchy3"/>
    <dgm:cxn modelId="{DDAABE41-75B3-4CEF-B94A-20CC0DA0AA5B}" type="presParOf" srcId="{F497C4DB-2679-4C21-B477-3C31CD36BA49}" destId="{9E62C2A5-6E1E-4CC0-A6B7-E3292E770BA5}" srcOrd="3" destOrd="0" presId="urn:microsoft.com/office/officeart/2005/8/layout/hierarchy3"/>
    <dgm:cxn modelId="{E129358A-FF11-40AB-AF4E-49B64738A275}" type="presParOf" srcId="{F497C4DB-2679-4C21-B477-3C31CD36BA49}" destId="{3D0CC303-45BC-4849-909E-9AE2EB033039}" srcOrd="4" destOrd="0" presId="urn:microsoft.com/office/officeart/2005/8/layout/hierarchy3"/>
    <dgm:cxn modelId="{AC0A7D46-5795-43CB-BB8C-4DA3314EBD43}" type="presParOf" srcId="{F497C4DB-2679-4C21-B477-3C31CD36BA49}" destId="{EA89FAB2-78D3-444E-AE74-7D9321419BC3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D288D9E-B4AD-45BD-ACF1-05B8AEDDC482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8B410D-6F26-4BC8-98F6-64920ACC6924}">
      <dgm:prSet phldrT="[Text]" custT="1"/>
      <dgm:spPr/>
      <dgm:t>
        <a:bodyPr/>
        <a:lstStyle/>
        <a:p>
          <a:pPr algn="l"/>
          <a:r>
            <a:rPr lang="en-US" sz="2400" dirty="0" smtClean="0"/>
            <a:t>SG2: Track and control changes</a:t>
          </a:r>
          <a:endParaRPr lang="en-US" sz="2400" dirty="0"/>
        </a:p>
      </dgm:t>
    </dgm:pt>
    <dgm:pt modelId="{90A7F0E1-AAC4-4D25-88EC-1AF16186CB81}" type="parTrans" cxnId="{56F2A991-CCA6-49CB-9F21-11C0156A59FC}">
      <dgm:prSet/>
      <dgm:spPr/>
      <dgm:t>
        <a:bodyPr/>
        <a:lstStyle/>
        <a:p>
          <a:endParaRPr lang="en-US"/>
        </a:p>
      </dgm:t>
    </dgm:pt>
    <dgm:pt modelId="{AAAE9305-2A56-466B-B748-A5DC3058F142}" type="sibTrans" cxnId="{56F2A991-CCA6-49CB-9F21-11C0156A59FC}">
      <dgm:prSet/>
      <dgm:spPr/>
      <dgm:t>
        <a:bodyPr/>
        <a:lstStyle/>
        <a:p>
          <a:endParaRPr lang="en-US"/>
        </a:p>
      </dgm:t>
    </dgm:pt>
    <dgm:pt modelId="{A5C50036-B90E-4E01-BBAC-B27ADA2D5DF9}">
      <dgm:prSet phldrT="[Text]" custT="1"/>
      <dgm:spPr/>
      <dgm:t>
        <a:bodyPr/>
        <a:lstStyle/>
        <a:p>
          <a:pPr algn="l"/>
          <a:r>
            <a:rPr lang="en-US" sz="2200" dirty="0" smtClean="0"/>
            <a:t>SP2.2: Control configuration items</a:t>
          </a:r>
          <a:endParaRPr lang="en-US" sz="2200" dirty="0"/>
        </a:p>
      </dgm:t>
    </dgm:pt>
    <dgm:pt modelId="{FAD51C81-986A-425E-B764-7972E5639433}" type="sibTrans" cxnId="{36C2D4B8-607A-4C23-A1BA-9C9AF541528E}">
      <dgm:prSet/>
      <dgm:spPr/>
      <dgm:t>
        <a:bodyPr/>
        <a:lstStyle/>
        <a:p>
          <a:endParaRPr lang="en-US"/>
        </a:p>
      </dgm:t>
    </dgm:pt>
    <dgm:pt modelId="{002A03BE-018A-45ED-B75C-E42F15434AB9}" type="parTrans" cxnId="{36C2D4B8-607A-4C23-A1BA-9C9AF541528E}">
      <dgm:prSet/>
      <dgm:spPr/>
      <dgm:t>
        <a:bodyPr/>
        <a:lstStyle/>
        <a:p>
          <a:endParaRPr lang="en-US"/>
        </a:p>
      </dgm:t>
    </dgm:pt>
    <dgm:pt modelId="{E370DD09-A901-4B93-8BFB-12C624994327}">
      <dgm:prSet phldrT="[Text]" custT="1"/>
      <dgm:spPr/>
      <dgm:t>
        <a:bodyPr/>
        <a:lstStyle/>
        <a:p>
          <a:pPr algn="l"/>
          <a:r>
            <a:rPr lang="en-US" sz="2200" dirty="0" smtClean="0"/>
            <a:t>SP2.1: Track change requests</a:t>
          </a:r>
          <a:endParaRPr lang="en-US" sz="2200" dirty="0"/>
        </a:p>
      </dgm:t>
    </dgm:pt>
    <dgm:pt modelId="{B0A64E5A-32F9-47B1-A9A5-2CDE6E4BB433}" type="sibTrans" cxnId="{62449D12-854B-4296-910B-F21472C431B0}">
      <dgm:prSet/>
      <dgm:spPr/>
      <dgm:t>
        <a:bodyPr/>
        <a:lstStyle/>
        <a:p>
          <a:endParaRPr lang="en-US"/>
        </a:p>
      </dgm:t>
    </dgm:pt>
    <dgm:pt modelId="{8CFAA2D5-3C28-42C8-941D-CD202C91534C}" type="parTrans" cxnId="{62449D12-854B-4296-910B-F21472C431B0}">
      <dgm:prSet/>
      <dgm:spPr/>
      <dgm:t>
        <a:bodyPr/>
        <a:lstStyle/>
        <a:p>
          <a:endParaRPr lang="en-US"/>
        </a:p>
      </dgm:t>
    </dgm:pt>
    <dgm:pt modelId="{AA0D6AAD-F561-4EF8-BB69-E06A261ACA95}" type="pres">
      <dgm:prSet presAssocID="{5D288D9E-B4AD-45BD-ACF1-05B8AEDDC48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ED7C8D6-B57B-4EA2-90B7-82896DACCFB1}" type="pres">
      <dgm:prSet presAssocID="{2D8B410D-6F26-4BC8-98F6-64920ACC6924}" presName="root" presStyleCnt="0"/>
      <dgm:spPr/>
    </dgm:pt>
    <dgm:pt modelId="{4A890AA2-CC42-45BE-9D4F-43BB92174AF1}" type="pres">
      <dgm:prSet presAssocID="{2D8B410D-6F26-4BC8-98F6-64920ACC6924}" presName="rootComposite" presStyleCnt="0"/>
      <dgm:spPr/>
    </dgm:pt>
    <dgm:pt modelId="{60268A99-6BBD-40E7-A6BE-B200802E3BB9}" type="pres">
      <dgm:prSet presAssocID="{2D8B410D-6F26-4BC8-98F6-64920ACC6924}" presName="rootText" presStyleLbl="node1" presStyleIdx="0" presStyleCnt="1" custScaleX="458848" custLinFactNeighborY="-15327"/>
      <dgm:spPr/>
      <dgm:t>
        <a:bodyPr/>
        <a:lstStyle/>
        <a:p>
          <a:endParaRPr lang="en-US"/>
        </a:p>
      </dgm:t>
    </dgm:pt>
    <dgm:pt modelId="{6433383A-1AB6-4B51-865E-1C9A1FABCEF3}" type="pres">
      <dgm:prSet presAssocID="{2D8B410D-6F26-4BC8-98F6-64920ACC6924}" presName="rootConnector" presStyleLbl="node1" presStyleIdx="0" presStyleCnt="1"/>
      <dgm:spPr/>
      <dgm:t>
        <a:bodyPr/>
        <a:lstStyle/>
        <a:p>
          <a:endParaRPr lang="en-US"/>
        </a:p>
      </dgm:t>
    </dgm:pt>
    <dgm:pt modelId="{F497C4DB-2679-4C21-B477-3C31CD36BA49}" type="pres">
      <dgm:prSet presAssocID="{2D8B410D-6F26-4BC8-98F6-64920ACC6924}" presName="childShape" presStyleCnt="0"/>
      <dgm:spPr/>
    </dgm:pt>
    <dgm:pt modelId="{75B1E9C8-9B79-41B8-836F-D9681B5E6736}" type="pres">
      <dgm:prSet presAssocID="{8CFAA2D5-3C28-42C8-941D-CD202C91534C}" presName="Name13" presStyleLbl="parChTrans1D2" presStyleIdx="0" presStyleCnt="2"/>
      <dgm:spPr/>
      <dgm:t>
        <a:bodyPr/>
        <a:lstStyle/>
        <a:p>
          <a:endParaRPr lang="en-US"/>
        </a:p>
      </dgm:t>
    </dgm:pt>
    <dgm:pt modelId="{8AF3615E-2F0A-4C6F-8129-7DC327269C72}" type="pres">
      <dgm:prSet presAssocID="{E370DD09-A901-4B93-8BFB-12C624994327}" presName="childText" presStyleLbl="bgAcc1" presStyleIdx="0" presStyleCnt="2" custScaleX="82975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9A2895-58A1-4478-BC42-8FE5D431B63F}" type="pres">
      <dgm:prSet presAssocID="{002A03BE-018A-45ED-B75C-E42F15434AB9}" presName="Name13" presStyleLbl="parChTrans1D2" presStyleIdx="1" presStyleCnt="2"/>
      <dgm:spPr/>
      <dgm:t>
        <a:bodyPr/>
        <a:lstStyle/>
        <a:p>
          <a:endParaRPr lang="en-US"/>
        </a:p>
      </dgm:t>
    </dgm:pt>
    <dgm:pt modelId="{9E62C2A5-6E1E-4CC0-A6B7-E3292E770BA5}" type="pres">
      <dgm:prSet presAssocID="{A5C50036-B90E-4E01-BBAC-B27ADA2D5DF9}" presName="childText" presStyleLbl="bgAcc1" presStyleIdx="1" presStyleCnt="2" custScaleX="82975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6F2A991-CCA6-49CB-9F21-11C0156A59FC}" srcId="{5D288D9E-B4AD-45BD-ACF1-05B8AEDDC482}" destId="{2D8B410D-6F26-4BC8-98F6-64920ACC6924}" srcOrd="0" destOrd="0" parTransId="{90A7F0E1-AAC4-4D25-88EC-1AF16186CB81}" sibTransId="{AAAE9305-2A56-466B-B748-A5DC3058F142}"/>
    <dgm:cxn modelId="{791504A7-FDD8-4928-96BA-10162D98DE51}" type="presOf" srcId="{E370DD09-A901-4B93-8BFB-12C624994327}" destId="{8AF3615E-2F0A-4C6F-8129-7DC327269C72}" srcOrd="0" destOrd="0" presId="urn:microsoft.com/office/officeart/2005/8/layout/hierarchy3"/>
    <dgm:cxn modelId="{8BDF1D1A-09A5-4E1C-BEF7-87F849C9537B}" type="presOf" srcId="{2D8B410D-6F26-4BC8-98F6-64920ACC6924}" destId="{6433383A-1AB6-4B51-865E-1C9A1FABCEF3}" srcOrd="1" destOrd="0" presId="urn:microsoft.com/office/officeart/2005/8/layout/hierarchy3"/>
    <dgm:cxn modelId="{B668B2CB-C2FB-4079-9232-FEB87E43EFAE}" type="presOf" srcId="{5D288D9E-B4AD-45BD-ACF1-05B8AEDDC482}" destId="{AA0D6AAD-F561-4EF8-BB69-E06A261ACA95}" srcOrd="0" destOrd="0" presId="urn:microsoft.com/office/officeart/2005/8/layout/hierarchy3"/>
    <dgm:cxn modelId="{13AC43C0-A372-4985-99FB-AC5798841C3D}" type="presOf" srcId="{8CFAA2D5-3C28-42C8-941D-CD202C91534C}" destId="{75B1E9C8-9B79-41B8-836F-D9681B5E6736}" srcOrd="0" destOrd="0" presId="urn:microsoft.com/office/officeart/2005/8/layout/hierarchy3"/>
    <dgm:cxn modelId="{A0ABC633-949A-4A39-9E6A-B7827987A030}" type="presOf" srcId="{002A03BE-018A-45ED-B75C-E42F15434AB9}" destId="{E19A2895-58A1-4478-BC42-8FE5D431B63F}" srcOrd="0" destOrd="0" presId="urn:microsoft.com/office/officeart/2005/8/layout/hierarchy3"/>
    <dgm:cxn modelId="{7746CA65-C0F2-4EF1-A20B-0679FCECEC92}" type="presOf" srcId="{A5C50036-B90E-4E01-BBAC-B27ADA2D5DF9}" destId="{9E62C2A5-6E1E-4CC0-A6B7-E3292E770BA5}" srcOrd="0" destOrd="0" presId="urn:microsoft.com/office/officeart/2005/8/layout/hierarchy3"/>
    <dgm:cxn modelId="{62449D12-854B-4296-910B-F21472C431B0}" srcId="{2D8B410D-6F26-4BC8-98F6-64920ACC6924}" destId="{E370DD09-A901-4B93-8BFB-12C624994327}" srcOrd="0" destOrd="0" parTransId="{8CFAA2D5-3C28-42C8-941D-CD202C91534C}" sibTransId="{B0A64E5A-32F9-47B1-A9A5-2CDE6E4BB433}"/>
    <dgm:cxn modelId="{36C2D4B8-607A-4C23-A1BA-9C9AF541528E}" srcId="{2D8B410D-6F26-4BC8-98F6-64920ACC6924}" destId="{A5C50036-B90E-4E01-BBAC-B27ADA2D5DF9}" srcOrd="1" destOrd="0" parTransId="{002A03BE-018A-45ED-B75C-E42F15434AB9}" sibTransId="{FAD51C81-986A-425E-B764-7972E5639433}"/>
    <dgm:cxn modelId="{8E745488-EC1C-4EA7-9878-77B64A2CEA94}" type="presOf" srcId="{2D8B410D-6F26-4BC8-98F6-64920ACC6924}" destId="{60268A99-6BBD-40E7-A6BE-B200802E3BB9}" srcOrd="0" destOrd="0" presId="urn:microsoft.com/office/officeart/2005/8/layout/hierarchy3"/>
    <dgm:cxn modelId="{621E0AE0-FEEB-4102-924F-40E1DE0BB93A}" type="presParOf" srcId="{AA0D6AAD-F561-4EF8-BB69-E06A261ACA95}" destId="{EED7C8D6-B57B-4EA2-90B7-82896DACCFB1}" srcOrd="0" destOrd="0" presId="urn:microsoft.com/office/officeart/2005/8/layout/hierarchy3"/>
    <dgm:cxn modelId="{635B428D-975A-41D2-B99F-2A571EB33C88}" type="presParOf" srcId="{EED7C8D6-B57B-4EA2-90B7-82896DACCFB1}" destId="{4A890AA2-CC42-45BE-9D4F-43BB92174AF1}" srcOrd="0" destOrd="0" presId="urn:microsoft.com/office/officeart/2005/8/layout/hierarchy3"/>
    <dgm:cxn modelId="{20CF984D-7A03-471D-820B-0653A4B5A39D}" type="presParOf" srcId="{4A890AA2-CC42-45BE-9D4F-43BB92174AF1}" destId="{60268A99-6BBD-40E7-A6BE-B200802E3BB9}" srcOrd="0" destOrd="0" presId="urn:microsoft.com/office/officeart/2005/8/layout/hierarchy3"/>
    <dgm:cxn modelId="{6E86603E-A6D1-46E6-9454-64C6D7C8E2E9}" type="presParOf" srcId="{4A890AA2-CC42-45BE-9D4F-43BB92174AF1}" destId="{6433383A-1AB6-4B51-865E-1C9A1FABCEF3}" srcOrd="1" destOrd="0" presId="urn:microsoft.com/office/officeart/2005/8/layout/hierarchy3"/>
    <dgm:cxn modelId="{F4A0504B-E74C-4BDE-8E43-BE7FA4822CDA}" type="presParOf" srcId="{EED7C8D6-B57B-4EA2-90B7-82896DACCFB1}" destId="{F497C4DB-2679-4C21-B477-3C31CD36BA49}" srcOrd="1" destOrd="0" presId="urn:microsoft.com/office/officeart/2005/8/layout/hierarchy3"/>
    <dgm:cxn modelId="{456A9012-86F4-49B3-AA8B-9C79F3E639C8}" type="presParOf" srcId="{F497C4DB-2679-4C21-B477-3C31CD36BA49}" destId="{75B1E9C8-9B79-41B8-836F-D9681B5E6736}" srcOrd="0" destOrd="0" presId="urn:microsoft.com/office/officeart/2005/8/layout/hierarchy3"/>
    <dgm:cxn modelId="{E5568AAD-42F8-4F6D-AD09-31C10A9F542D}" type="presParOf" srcId="{F497C4DB-2679-4C21-B477-3C31CD36BA49}" destId="{8AF3615E-2F0A-4C6F-8129-7DC327269C72}" srcOrd="1" destOrd="0" presId="urn:microsoft.com/office/officeart/2005/8/layout/hierarchy3"/>
    <dgm:cxn modelId="{2FBECB5B-36B8-4DAA-9B8A-6E7B9FEDEA33}" type="presParOf" srcId="{F497C4DB-2679-4C21-B477-3C31CD36BA49}" destId="{E19A2895-58A1-4478-BC42-8FE5D431B63F}" srcOrd="2" destOrd="0" presId="urn:microsoft.com/office/officeart/2005/8/layout/hierarchy3"/>
    <dgm:cxn modelId="{7E028A25-1588-4F11-987C-53DB68B71FDC}" type="presParOf" srcId="{F497C4DB-2679-4C21-B477-3C31CD36BA49}" destId="{9E62C2A5-6E1E-4CC0-A6B7-E3292E770BA5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D288D9E-B4AD-45BD-ACF1-05B8AEDDC482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8B410D-6F26-4BC8-98F6-64920ACC6924}">
      <dgm:prSet phldrT="[Text]" custT="1"/>
      <dgm:spPr/>
      <dgm:t>
        <a:bodyPr/>
        <a:lstStyle/>
        <a:p>
          <a:pPr algn="l"/>
          <a:r>
            <a:rPr lang="en-US" sz="2400" dirty="0" smtClean="0"/>
            <a:t>SG3: Establish integrity</a:t>
          </a:r>
          <a:endParaRPr lang="en-US" sz="2400" dirty="0"/>
        </a:p>
      </dgm:t>
    </dgm:pt>
    <dgm:pt modelId="{90A7F0E1-AAC4-4D25-88EC-1AF16186CB81}" type="parTrans" cxnId="{56F2A991-CCA6-49CB-9F21-11C0156A59FC}">
      <dgm:prSet/>
      <dgm:spPr/>
      <dgm:t>
        <a:bodyPr/>
        <a:lstStyle/>
        <a:p>
          <a:endParaRPr lang="en-US"/>
        </a:p>
      </dgm:t>
    </dgm:pt>
    <dgm:pt modelId="{AAAE9305-2A56-466B-B748-A5DC3058F142}" type="sibTrans" cxnId="{56F2A991-CCA6-49CB-9F21-11C0156A59FC}">
      <dgm:prSet/>
      <dgm:spPr/>
      <dgm:t>
        <a:bodyPr/>
        <a:lstStyle/>
        <a:p>
          <a:endParaRPr lang="en-US"/>
        </a:p>
      </dgm:t>
    </dgm:pt>
    <dgm:pt modelId="{A5C50036-B90E-4E01-BBAC-B27ADA2D5DF9}">
      <dgm:prSet phldrT="[Text]" custT="1"/>
      <dgm:spPr/>
      <dgm:t>
        <a:bodyPr/>
        <a:lstStyle/>
        <a:p>
          <a:pPr algn="l"/>
          <a:r>
            <a:rPr lang="en-US" sz="2200" dirty="0" smtClean="0"/>
            <a:t>SP3.2: Perform configuration audits</a:t>
          </a:r>
          <a:endParaRPr lang="en-US" sz="2200" dirty="0"/>
        </a:p>
      </dgm:t>
    </dgm:pt>
    <dgm:pt modelId="{FAD51C81-986A-425E-B764-7972E5639433}" type="sibTrans" cxnId="{36C2D4B8-607A-4C23-A1BA-9C9AF541528E}">
      <dgm:prSet/>
      <dgm:spPr/>
      <dgm:t>
        <a:bodyPr/>
        <a:lstStyle/>
        <a:p>
          <a:endParaRPr lang="en-US"/>
        </a:p>
      </dgm:t>
    </dgm:pt>
    <dgm:pt modelId="{002A03BE-018A-45ED-B75C-E42F15434AB9}" type="parTrans" cxnId="{36C2D4B8-607A-4C23-A1BA-9C9AF541528E}">
      <dgm:prSet/>
      <dgm:spPr/>
      <dgm:t>
        <a:bodyPr/>
        <a:lstStyle/>
        <a:p>
          <a:endParaRPr lang="en-US"/>
        </a:p>
      </dgm:t>
    </dgm:pt>
    <dgm:pt modelId="{E370DD09-A901-4B93-8BFB-12C624994327}">
      <dgm:prSet phldrT="[Text]" custT="1"/>
      <dgm:spPr/>
      <dgm:t>
        <a:bodyPr/>
        <a:lstStyle/>
        <a:p>
          <a:pPr algn="l"/>
          <a:r>
            <a:rPr lang="en-US" sz="2200" dirty="0" smtClean="0"/>
            <a:t>SP3.1: Establish configuration management records</a:t>
          </a:r>
          <a:endParaRPr lang="en-US" sz="2200" dirty="0"/>
        </a:p>
      </dgm:t>
    </dgm:pt>
    <dgm:pt modelId="{B0A64E5A-32F9-47B1-A9A5-2CDE6E4BB433}" type="sibTrans" cxnId="{62449D12-854B-4296-910B-F21472C431B0}">
      <dgm:prSet/>
      <dgm:spPr/>
      <dgm:t>
        <a:bodyPr/>
        <a:lstStyle/>
        <a:p>
          <a:endParaRPr lang="en-US"/>
        </a:p>
      </dgm:t>
    </dgm:pt>
    <dgm:pt modelId="{8CFAA2D5-3C28-42C8-941D-CD202C91534C}" type="parTrans" cxnId="{62449D12-854B-4296-910B-F21472C431B0}">
      <dgm:prSet/>
      <dgm:spPr/>
      <dgm:t>
        <a:bodyPr/>
        <a:lstStyle/>
        <a:p>
          <a:endParaRPr lang="en-US"/>
        </a:p>
      </dgm:t>
    </dgm:pt>
    <dgm:pt modelId="{AA0D6AAD-F561-4EF8-BB69-E06A261ACA95}" type="pres">
      <dgm:prSet presAssocID="{5D288D9E-B4AD-45BD-ACF1-05B8AEDDC48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ED7C8D6-B57B-4EA2-90B7-82896DACCFB1}" type="pres">
      <dgm:prSet presAssocID="{2D8B410D-6F26-4BC8-98F6-64920ACC6924}" presName="root" presStyleCnt="0"/>
      <dgm:spPr/>
    </dgm:pt>
    <dgm:pt modelId="{4A890AA2-CC42-45BE-9D4F-43BB92174AF1}" type="pres">
      <dgm:prSet presAssocID="{2D8B410D-6F26-4BC8-98F6-64920ACC6924}" presName="rootComposite" presStyleCnt="0"/>
      <dgm:spPr/>
    </dgm:pt>
    <dgm:pt modelId="{60268A99-6BBD-40E7-A6BE-B200802E3BB9}" type="pres">
      <dgm:prSet presAssocID="{2D8B410D-6F26-4BC8-98F6-64920ACC6924}" presName="rootText" presStyleLbl="node1" presStyleIdx="0" presStyleCnt="1" custScaleX="482883" custLinFactNeighborX="8752" custLinFactNeighborY="-43"/>
      <dgm:spPr/>
      <dgm:t>
        <a:bodyPr/>
        <a:lstStyle/>
        <a:p>
          <a:endParaRPr lang="en-US"/>
        </a:p>
      </dgm:t>
    </dgm:pt>
    <dgm:pt modelId="{6433383A-1AB6-4B51-865E-1C9A1FABCEF3}" type="pres">
      <dgm:prSet presAssocID="{2D8B410D-6F26-4BC8-98F6-64920ACC6924}" presName="rootConnector" presStyleLbl="node1" presStyleIdx="0" presStyleCnt="1"/>
      <dgm:spPr/>
      <dgm:t>
        <a:bodyPr/>
        <a:lstStyle/>
        <a:p>
          <a:endParaRPr lang="en-US"/>
        </a:p>
      </dgm:t>
    </dgm:pt>
    <dgm:pt modelId="{F497C4DB-2679-4C21-B477-3C31CD36BA49}" type="pres">
      <dgm:prSet presAssocID="{2D8B410D-6F26-4BC8-98F6-64920ACC6924}" presName="childShape" presStyleCnt="0"/>
      <dgm:spPr/>
    </dgm:pt>
    <dgm:pt modelId="{75B1E9C8-9B79-41B8-836F-D9681B5E6736}" type="pres">
      <dgm:prSet presAssocID="{8CFAA2D5-3C28-42C8-941D-CD202C91534C}" presName="Name13" presStyleLbl="parChTrans1D2" presStyleIdx="0" presStyleCnt="2"/>
      <dgm:spPr/>
      <dgm:t>
        <a:bodyPr/>
        <a:lstStyle/>
        <a:p>
          <a:endParaRPr lang="en-US"/>
        </a:p>
      </dgm:t>
    </dgm:pt>
    <dgm:pt modelId="{8AF3615E-2F0A-4C6F-8129-7DC327269C72}" type="pres">
      <dgm:prSet presAssocID="{E370DD09-A901-4B93-8BFB-12C624994327}" presName="childText" presStyleLbl="bgAcc1" presStyleIdx="0" presStyleCnt="2" custScaleX="87677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9A2895-58A1-4478-BC42-8FE5D431B63F}" type="pres">
      <dgm:prSet presAssocID="{002A03BE-018A-45ED-B75C-E42F15434AB9}" presName="Name13" presStyleLbl="parChTrans1D2" presStyleIdx="1" presStyleCnt="2"/>
      <dgm:spPr/>
      <dgm:t>
        <a:bodyPr/>
        <a:lstStyle/>
        <a:p>
          <a:endParaRPr lang="en-US"/>
        </a:p>
      </dgm:t>
    </dgm:pt>
    <dgm:pt modelId="{9E62C2A5-6E1E-4CC0-A6B7-E3292E770BA5}" type="pres">
      <dgm:prSet presAssocID="{A5C50036-B90E-4E01-BBAC-B27ADA2D5DF9}" presName="childText" presStyleLbl="bgAcc1" presStyleIdx="1" presStyleCnt="2" custScaleX="87677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6F2A991-CCA6-49CB-9F21-11C0156A59FC}" srcId="{5D288D9E-B4AD-45BD-ACF1-05B8AEDDC482}" destId="{2D8B410D-6F26-4BC8-98F6-64920ACC6924}" srcOrd="0" destOrd="0" parTransId="{90A7F0E1-AAC4-4D25-88EC-1AF16186CB81}" sibTransId="{AAAE9305-2A56-466B-B748-A5DC3058F142}"/>
    <dgm:cxn modelId="{0A33A14E-9C8B-4132-BFFE-634D8635223B}" type="presOf" srcId="{E370DD09-A901-4B93-8BFB-12C624994327}" destId="{8AF3615E-2F0A-4C6F-8129-7DC327269C72}" srcOrd="0" destOrd="0" presId="urn:microsoft.com/office/officeart/2005/8/layout/hierarchy3"/>
    <dgm:cxn modelId="{C4C8099E-68E8-4F15-8252-47535E465EED}" type="presOf" srcId="{2D8B410D-6F26-4BC8-98F6-64920ACC6924}" destId="{6433383A-1AB6-4B51-865E-1C9A1FABCEF3}" srcOrd="1" destOrd="0" presId="urn:microsoft.com/office/officeart/2005/8/layout/hierarchy3"/>
    <dgm:cxn modelId="{300EA0CC-C42C-43D9-BC4C-B5F37DA250F8}" type="presOf" srcId="{002A03BE-018A-45ED-B75C-E42F15434AB9}" destId="{E19A2895-58A1-4478-BC42-8FE5D431B63F}" srcOrd="0" destOrd="0" presId="urn:microsoft.com/office/officeart/2005/8/layout/hierarchy3"/>
    <dgm:cxn modelId="{57914E6B-9888-4ACA-A0B8-9B65943DB046}" type="presOf" srcId="{5D288D9E-B4AD-45BD-ACF1-05B8AEDDC482}" destId="{AA0D6AAD-F561-4EF8-BB69-E06A261ACA95}" srcOrd="0" destOrd="0" presId="urn:microsoft.com/office/officeart/2005/8/layout/hierarchy3"/>
    <dgm:cxn modelId="{5F200B61-EA6F-4DC6-ACAD-DA40AF7EACEA}" type="presOf" srcId="{2D8B410D-6F26-4BC8-98F6-64920ACC6924}" destId="{60268A99-6BBD-40E7-A6BE-B200802E3BB9}" srcOrd="0" destOrd="0" presId="urn:microsoft.com/office/officeart/2005/8/layout/hierarchy3"/>
    <dgm:cxn modelId="{62449D12-854B-4296-910B-F21472C431B0}" srcId="{2D8B410D-6F26-4BC8-98F6-64920ACC6924}" destId="{E370DD09-A901-4B93-8BFB-12C624994327}" srcOrd="0" destOrd="0" parTransId="{8CFAA2D5-3C28-42C8-941D-CD202C91534C}" sibTransId="{B0A64E5A-32F9-47B1-A9A5-2CDE6E4BB433}"/>
    <dgm:cxn modelId="{A5910B8B-08BF-4D6A-9635-A08404B3173E}" type="presOf" srcId="{8CFAA2D5-3C28-42C8-941D-CD202C91534C}" destId="{75B1E9C8-9B79-41B8-836F-D9681B5E6736}" srcOrd="0" destOrd="0" presId="urn:microsoft.com/office/officeart/2005/8/layout/hierarchy3"/>
    <dgm:cxn modelId="{36C2D4B8-607A-4C23-A1BA-9C9AF541528E}" srcId="{2D8B410D-6F26-4BC8-98F6-64920ACC6924}" destId="{A5C50036-B90E-4E01-BBAC-B27ADA2D5DF9}" srcOrd="1" destOrd="0" parTransId="{002A03BE-018A-45ED-B75C-E42F15434AB9}" sibTransId="{FAD51C81-986A-425E-B764-7972E5639433}"/>
    <dgm:cxn modelId="{52DC8928-8385-440C-9F1F-D2BFEFE68E53}" type="presOf" srcId="{A5C50036-B90E-4E01-BBAC-B27ADA2D5DF9}" destId="{9E62C2A5-6E1E-4CC0-A6B7-E3292E770BA5}" srcOrd="0" destOrd="0" presId="urn:microsoft.com/office/officeart/2005/8/layout/hierarchy3"/>
    <dgm:cxn modelId="{7B08B49E-18D3-4F2B-841E-1B1C6EEA62E5}" type="presParOf" srcId="{AA0D6AAD-F561-4EF8-BB69-E06A261ACA95}" destId="{EED7C8D6-B57B-4EA2-90B7-82896DACCFB1}" srcOrd="0" destOrd="0" presId="urn:microsoft.com/office/officeart/2005/8/layout/hierarchy3"/>
    <dgm:cxn modelId="{1FE275FC-2DC2-40CA-B93C-1C1D54DD6BF5}" type="presParOf" srcId="{EED7C8D6-B57B-4EA2-90B7-82896DACCFB1}" destId="{4A890AA2-CC42-45BE-9D4F-43BB92174AF1}" srcOrd="0" destOrd="0" presId="urn:microsoft.com/office/officeart/2005/8/layout/hierarchy3"/>
    <dgm:cxn modelId="{07DD3FBA-F00B-4BF0-899F-3A8BFDB84C41}" type="presParOf" srcId="{4A890AA2-CC42-45BE-9D4F-43BB92174AF1}" destId="{60268A99-6BBD-40E7-A6BE-B200802E3BB9}" srcOrd="0" destOrd="0" presId="urn:microsoft.com/office/officeart/2005/8/layout/hierarchy3"/>
    <dgm:cxn modelId="{4196320C-C0F2-4A8D-9656-2FE2DDC138F8}" type="presParOf" srcId="{4A890AA2-CC42-45BE-9D4F-43BB92174AF1}" destId="{6433383A-1AB6-4B51-865E-1C9A1FABCEF3}" srcOrd="1" destOrd="0" presId="urn:microsoft.com/office/officeart/2005/8/layout/hierarchy3"/>
    <dgm:cxn modelId="{4811877F-EA7A-4592-904A-147C2D5BB92A}" type="presParOf" srcId="{EED7C8D6-B57B-4EA2-90B7-82896DACCFB1}" destId="{F497C4DB-2679-4C21-B477-3C31CD36BA49}" srcOrd="1" destOrd="0" presId="urn:microsoft.com/office/officeart/2005/8/layout/hierarchy3"/>
    <dgm:cxn modelId="{B6A6B0B4-C348-43FD-B4F3-40F7B3FCE533}" type="presParOf" srcId="{F497C4DB-2679-4C21-B477-3C31CD36BA49}" destId="{75B1E9C8-9B79-41B8-836F-D9681B5E6736}" srcOrd="0" destOrd="0" presId="urn:microsoft.com/office/officeart/2005/8/layout/hierarchy3"/>
    <dgm:cxn modelId="{1D657B43-46A2-4022-AB50-B47C5E741DB7}" type="presParOf" srcId="{F497C4DB-2679-4C21-B477-3C31CD36BA49}" destId="{8AF3615E-2F0A-4C6F-8129-7DC327269C72}" srcOrd="1" destOrd="0" presId="urn:microsoft.com/office/officeart/2005/8/layout/hierarchy3"/>
    <dgm:cxn modelId="{66308C31-4EC8-4BD4-8406-8B62ADAB613D}" type="presParOf" srcId="{F497C4DB-2679-4C21-B477-3C31CD36BA49}" destId="{E19A2895-58A1-4478-BC42-8FE5D431B63F}" srcOrd="2" destOrd="0" presId="urn:microsoft.com/office/officeart/2005/8/layout/hierarchy3"/>
    <dgm:cxn modelId="{2E7875B5-E752-4F3D-9775-17DB90D4DA22}" type="presParOf" srcId="{F497C4DB-2679-4C21-B477-3C31CD36BA49}" destId="{9E62C2A5-6E1E-4CC0-A6B7-E3292E770BA5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1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A2824CC2-9AB4-4BAD-ABF4-1B97290B45FB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58D1AE-7730-4098-A24A-F7723835197B}">
      <dgm:prSet phldrT="[Text]" custT="1"/>
      <dgm:spPr/>
      <dgm:t>
        <a:bodyPr/>
        <a:lstStyle/>
        <a:p>
          <a:r>
            <a:rPr lang="en-US" sz="2200" dirty="0" smtClean="0"/>
            <a:t>Requirements Management</a:t>
          </a:r>
          <a:endParaRPr lang="en-US" sz="2200" dirty="0"/>
        </a:p>
      </dgm:t>
    </dgm:pt>
    <dgm:pt modelId="{19E589BC-09FB-49FF-926E-820BE426BE93}" type="parTrans" cxnId="{31AE41DC-F1F7-41E7-A0E3-B36A409FFB30}">
      <dgm:prSet/>
      <dgm:spPr/>
      <dgm:t>
        <a:bodyPr/>
        <a:lstStyle/>
        <a:p>
          <a:endParaRPr lang="en-US"/>
        </a:p>
      </dgm:t>
    </dgm:pt>
    <dgm:pt modelId="{7762FC79-8069-44C8-B64F-8DB0A27321B7}" type="sibTrans" cxnId="{31AE41DC-F1F7-41E7-A0E3-B36A409FFB30}">
      <dgm:prSet/>
      <dgm:spPr/>
      <dgm:t>
        <a:bodyPr/>
        <a:lstStyle/>
        <a:p>
          <a:endParaRPr lang="en-US"/>
        </a:p>
      </dgm:t>
    </dgm:pt>
    <dgm:pt modelId="{BBA3A0CC-A93F-4879-B65B-AD5E315ED54C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200" dirty="0" smtClean="0"/>
            <a:t>Project Planning</a:t>
          </a:r>
          <a:endParaRPr lang="en-US" sz="2200" dirty="0"/>
        </a:p>
      </dgm:t>
    </dgm:pt>
    <dgm:pt modelId="{B125ADA6-4657-48E9-9E21-AA418B4478A2}" type="parTrans" cxnId="{8CCF075A-3EA2-4205-8809-838C07F8E4FD}">
      <dgm:prSet/>
      <dgm:spPr/>
      <dgm:t>
        <a:bodyPr/>
        <a:lstStyle/>
        <a:p>
          <a:endParaRPr lang="en-US"/>
        </a:p>
      </dgm:t>
    </dgm:pt>
    <dgm:pt modelId="{52CC47FA-ADDF-4A66-BF2D-7D986DF1250C}" type="sibTrans" cxnId="{8CCF075A-3EA2-4205-8809-838C07F8E4FD}">
      <dgm:prSet/>
      <dgm:spPr/>
      <dgm:t>
        <a:bodyPr/>
        <a:lstStyle/>
        <a:p>
          <a:endParaRPr lang="en-US"/>
        </a:p>
      </dgm:t>
    </dgm:pt>
    <dgm:pt modelId="{AFC999FF-DF12-4CA2-A146-6F367FB18070}">
      <dgm:prSet phldrT="[Text]" custT="1"/>
      <dgm:spPr/>
      <dgm:t>
        <a:bodyPr/>
        <a:lstStyle/>
        <a:p>
          <a:r>
            <a:rPr lang="en-US" sz="2200" dirty="0" smtClean="0"/>
            <a:t>Project Monitoring and Control</a:t>
          </a:r>
          <a:endParaRPr lang="en-US" sz="2200" dirty="0"/>
        </a:p>
      </dgm:t>
    </dgm:pt>
    <dgm:pt modelId="{2DB8CF6B-1720-400F-925A-D12BA63A26B7}" type="sibTrans" cxnId="{A04C1E4E-3453-47A6-B4AE-A4CECBB1CDD2}">
      <dgm:prSet/>
      <dgm:spPr/>
      <dgm:t>
        <a:bodyPr/>
        <a:lstStyle/>
        <a:p>
          <a:endParaRPr lang="en-US"/>
        </a:p>
      </dgm:t>
    </dgm:pt>
    <dgm:pt modelId="{C8FEA9BC-3EEB-4825-B186-EBAF615C150D}" type="parTrans" cxnId="{A04C1E4E-3453-47A6-B4AE-A4CECBB1CDD2}">
      <dgm:prSet/>
      <dgm:spPr/>
      <dgm:t>
        <a:bodyPr/>
        <a:lstStyle/>
        <a:p>
          <a:endParaRPr lang="en-US"/>
        </a:p>
      </dgm:t>
    </dgm:pt>
    <dgm:pt modelId="{3A4FC70A-2E7B-4812-9314-E8645CB170C1}">
      <dgm:prSet phldrT="[Text]" custT="1"/>
      <dgm:spPr/>
      <dgm:t>
        <a:bodyPr/>
        <a:lstStyle/>
        <a:p>
          <a:r>
            <a:rPr lang="en-US" sz="2200" dirty="0" smtClean="0"/>
            <a:t>Supplier Agreement Management</a:t>
          </a:r>
          <a:endParaRPr lang="en-US" sz="2200" dirty="0"/>
        </a:p>
      </dgm:t>
    </dgm:pt>
    <dgm:pt modelId="{ABB7D04D-DCAD-431E-8DAF-6F8EF55B5502}" type="sibTrans" cxnId="{754F665C-2F62-4EC3-B92F-3EDAC851AF44}">
      <dgm:prSet/>
      <dgm:spPr/>
      <dgm:t>
        <a:bodyPr/>
        <a:lstStyle/>
        <a:p>
          <a:endParaRPr lang="en-US"/>
        </a:p>
      </dgm:t>
    </dgm:pt>
    <dgm:pt modelId="{871424DF-CFF5-475C-B670-78D1BDA79D2A}" type="parTrans" cxnId="{754F665C-2F62-4EC3-B92F-3EDAC851AF44}">
      <dgm:prSet/>
      <dgm:spPr/>
      <dgm:t>
        <a:bodyPr/>
        <a:lstStyle/>
        <a:p>
          <a:endParaRPr lang="en-US"/>
        </a:p>
      </dgm:t>
    </dgm:pt>
    <dgm:pt modelId="{392AB149-7E37-4AF6-BAD8-7093AD77003F}">
      <dgm:prSet phldrT="[Text]" custT="1"/>
      <dgm:spPr/>
      <dgm:t>
        <a:bodyPr/>
        <a:lstStyle/>
        <a:p>
          <a:r>
            <a:rPr lang="en-US" sz="2200" dirty="0" smtClean="0"/>
            <a:t>Measurement and Analysis</a:t>
          </a:r>
          <a:endParaRPr lang="en-US" sz="2200" dirty="0"/>
        </a:p>
      </dgm:t>
    </dgm:pt>
    <dgm:pt modelId="{62A0950F-64EB-4726-B106-F5CF812D7E26}" type="sibTrans" cxnId="{430E6908-6B7E-4247-982C-F64D23992B20}">
      <dgm:prSet/>
      <dgm:spPr/>
      <dgm:t>
        <a:bodyPr/>
        <a:lstStyle/>
        <a:p>
          <a:endParaRPr lang="en-US"/>
        </a:p>
      </dgm:t>
    </dgm:pt>
    <dgm:pt modelId="{CE078858-2E18-40A5-A7B9-8EA3B62653C3}" type="parTrans" cxnId="{430E6908-6B7E-4247-982C-F64D23992B20}">
      <dgm:prSet/>
      <dgm:spPr/>
      <dgm:t>
        <a:bodyPr/>
        <a:lstStyle/>
        <a:p>
          <a:endParaRPr lang="en-US"/>
        </a:p>
      </dgm:t>
    </dgm:pt>
    <dgm:pt modelId="{2C8F6290-583B-4379-BAD7-85044FD38A26}">
      <dgm:prSet phldrT="[Text]" custT="1"/>
      <dgm:spPr/>
      <dgm:t>
        <a:bodyPr/>
        <a:lstStyle/>
        <a:p>
          <a:r>
            <a:rPr lang="en-US" sz="2200" dirty="0" smtClean="0"/>
            <a:t>Process and Product Quality Assurance</a:t>
          </a:r>
          <a:endParaRPr lang="en-US" sz="2200" dirty="0"/>
        </a:p>
      </dgm:t>
    </dgm:pt>
    <dgm:pt modelId="{E251C4DB-B5FB-4D79-A382-3C917FDD99DC}" type="sibTrans" cxnId="{E048C5A4-EC58-40E1-9D4D-36D408BCFA26}">
      <dgm:prSet/>
      <dgm:spPr/>
      <dgm:t>
        <a:bodyPr/>
        <a:lstStyle/>
        <a:p>
          <a:endParaRPr lang="en-US"/>
        </a:p>
      </dgm:t>
    </dgm:pt>
    <dgm:pt modelId="{5C3B1995-F0E3-4903-8515-D4B9212AD09A}" type="parTrans" cxnId="{E048C5A4-EC58-40E1-9D4D-36D408BCFA26}">
      <dgm:prSet/>
      <dgm:spPr/>
      <dgm:t>
        <a:bodyPr/>
        <a:lstStyle/>
        <a:p>
          <a:endParaRPr lang="en-US"/>
        </a:p>
      </dgm:t>
    </dgm:pt>
    <dgm:pt modelId="{7DDBB054-2523-4064-86AD-B5967CB6C700}" type="pres">
      <dgm:prSet presAssocID="{A2824CC2-9AB4-4BAD-ABF4-1B97290B45FB}" presName="Name0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B163FEA2-513C-4558-B2AA-A4F90CA5C288}" type="pres">
      <dgm:prSet presAssocID="{1A58D1AE-7730-4098-A24A-F7723835197B}" presName="compNode" presStyleCnt="0"/>
      <dgm:spPr/>
    </dgm:pt>
    <dgm:pt modelId="{846BE982-D92C-423E-BB4D-229F7B88EB44}" type="pres">
      <dgm:prSet presAssocID="{1A58D1AE-7730-4098-A24A-F7723835197B}" presName="dummyConnPt" presStyleCnt="0"/>
      <dgm:spPr/>
    </dgm:pt>
    <dgm:pt modelId="{5C692A37-B4BC-4C0F-AD7E-A7E67D02C529}" type="pres">
      <dgm:prSet presAssocID="{1A58D1AE-7730-4098-A24A-F7723835197B}" presName="node" presStyleLbl="node1" presStyleIdx="0" presStyleCnt="6" custScaleX="1459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D86D38-86CA-4354-BC69-97A151854F3B}" type="pres">
      <dgm:prSet presAssocID="{7762FC79-8069-44C8-B64F-8DB0A27321B7}" presName="sibTrans" presStyleLbl="bgSibTrans2D1" presStyleIdx="0" presStyleCnt="5"/>
      <dgm:spPr/>
      <dgm:t>
        <a:bodyPr/>
        <a:lstStyle/>
        <a:p>
          <a:endParaRPr lang="en-US"/>
        </a:p>
      </dgm:t>
    </dgm:pt>
    <dgm:pt modelId="{E19CE4D4-4ED7-43B6-8A9B-A015114FB9FE}" type="pres">
      <dgm:prSet presAssocID="{BBA3A0CC-A93F-4879-B65B-AD5E315ED54C}" presName="compNode" presStyleCnt="0"/>
      <dgm:spPr/>
    </dgm:pt>
    <dgm:pt modelId="{A22D6E38-19D8-4B2E-8758-1108D90F2ADE}" type="pres">
      <dgm:prSet presAssocID="{BBA3A0CC-A93F-4879-B65B-AD5E315ED54C}" presName="dummyConnPt" presStyleCnt="0"/>
      <dgm:spPr/>
    </dgm:pt>
    <dgm:pt modelId="{88612463-D567-4C22-8B1A-4A4648F05C70}" type="pres">
      <dgm:prSet presAssocID="{BBA3A0CC-A93F-4879-B65B-AD5E315ED54C}" presName="node" presStyleLbl="node1" presStyleIdx="1" presStyleCnt="6" custScaleX="1459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0C79AC-B7EB-4EC6-B626-750217C08AD6}" type="pres">
      <dgm:prSet presAssocID="{52CC47FA-ADDF-4A66-BF2D-7D986DF1250C}" presName="sibTrans" presStyleLbl="bgSibTrans2D1" presStyleIdx="1" presStyleCnt="5"/>
      <dgm:spPr/>
      <dgm:t>
        <a:bodyPr/>
        <a:lstStyle/>
        <a:p>
          <a:endParaRPr lang="en-US"/>
        </a:p>
      </dgm:t>
    </dgm:pt>
    <dgm:pt modelId="{5CA92072-8B51-487A-94B7-32E946E7A02B}" type="pres">
      <dgm:prSet presAssocID="{AFC999FF-DF12-4CA2-A146-6F367FB18070}" presName="compNode" presStyleCnt="0"/>
      <dgm:spPr/>
    </dgm:pt>
    <dgm:pt modelId="{9412929F-2B6C-45A1-9E5C-C30073715F76}" type="pres">
      <dgm:prSet presAssocID="{AFC999FF-DF12-4CA2-A146-6F367FB18070}" presName="dummyConnPt" presStyleCnt="0"/>
      <dgm:spPr/>
    </dgm:pt>
    <dgm:pt modelId="{1B4FC3F8-FCA0-4837-B54B-827A487FFC43}" type="pres">
      <dgm:prSet presAssocID="{AFC999FF-DF12-4CA2-A146-6F367FB18070}" presName="node" presStyleLbl="node1" presStyleIdx="2" presStyleCnt="6" custScaleX="1459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4AEB10-AC69-4AFE-BBB0-90D734999BEE}" type="pres">
      <dgm:prSet presAssocID="{2DB8CF6B-1720-400F-925A-D12BA63A26B7}" presName="sibTrans" presStyleLbl="bgSibTrans2D1" presStyleIdx="2" presStyleCnt="5"/>
      <dgm:spPr/>
      <dgm:t>
        <a:bodyPr/>
        <a:lstStyle/>
        <a:p>
          <a:endParaRPr lang="en-US"/>
        </a:p>
      </dgm:t>
    </dgm:pt>
    <dgm:pt modelId="{CA65C18A-A913-485A-B5D3-159CA153333C}" type="pres">
      <dgm:prSet presAssocID="{3A4FC70A-2E7B-4812-9314-E8645CB170C1}" presName="compNode" presStyleCnt="0"/>
      <dgm:spPr/>
    </dgm:pt>
    <dgm:pt modelId="{8CCBD04E-3684-44E3-BCCA-7BB99BCB7CFA}" type="pres">
      <dgm:prSet presAssocID="{3A4FC70A-2E7B-4812-9314-E8645CB170C1}" presName="dummyConnPt" presStyleCnt="0"/>
      <dgm:spPr/>
    </dgm:pt>
    <dgm:pt modelId="{77CB24B3-7534-4E8C-B70A-4585A5C86A6F}" type="pres">
      <dgm:prSet presAssocID="{3A4FC70A-2E7B-4812-9314-E8645CB170C1}" presName="node" presStyleLbl="node1" presStyleIdx="3" presStyleCnt="6" custScaleX="1459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443209-2A9A-4410-AE76-758A027389CC}" type="pres">
      <dgm:prSet presAssocID="{ABB7D04D-DCAD-431E-8DAF-6F8EF55B5502}" presName="sibTrans" presStyleLbl="bgSibTrans2D1" presStyleIdx="3" presStyleCnt="5"/>
      <dgm:spPr/>
      <dgm:t>
        <a:bodyPr/>
        <a:lstStyle/>
        <a:p>
          <a:endParaRPr lang="en-US"/>
        </a:p>
      </dgm:t>
    </dgm:pt>
    <dgm:pt modelId="{EF7940ED-5B65-4F73-BBEA-C5CD6D2ACE53}" type="pres">
      <dgm:prSet presAssocID="{392AB149-7E37-4AF6-BAD8-7093AD77003F}" presName="compNode" presStyleCnt="0"/>
      <dgm:spPr/>
    </dgm:pt>
    <dgm:pt modelId="{F4AF227D-BC96-427C-897C-64C9D548123E}" type="pres">
      <dgm:prSet presAssocID="{392AB149-7E37-4AF6-BAD8-7093AD77003F}" presName="dummyConnPt" presStyleCnt="0"/>
      <dgm:spPr/>
    </dgm:pt>
    <dgm:pt modelId="{1CE2D241-60FB-433E-89DC-CD0953407E96}" type="pres">
      <dgm:prSet presAssocID="{392AB149-7E37-4AF6-BAD8-7093AD77003F}" presName="node" presStyleLbl="node1" presStyleIdx="4" presStyleCnt="6" custScaleX="1459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ABA099-5BB8-441C-BCAC-742A6E20A040}" type="pres">
      <dgm:prSet presAssocID="{62A0950F-64EB-4726-B106-F5CF812D7E26}" presName="sibTrans" presStyleLbl="bgSibTrans2D1" presStyleIdx="4" presStyleCnt="5"/>
      <dgm:spPr/>
      <dgm:t>
        <a:bodyPr/>
        <a:lstStyle/>
        <a:p>
          <a:endParaRPr lang="en-US"/>
        </a:p>
      </dgm:t>
    </dgm:pt>
    <dgm:pt modelId="{B4A7D7E7-49E1-4540-96F5-9000F122B5B3}" type="pres">
      <dgm:prSet presAssocID="{2C8F6290-583B-4379-BAD7-85044FD38A26}" presName="compNode" presStyleCnt="0"/>
      <dgm:spPr/>
    </dgm:pt>
    <dgm:pt modelId="{BB0F8392-B2C2-4242-9C02-E84F3A05E3AF}" type="pres">
      <dgm:prSet presAssocID="{2C8F6290-583B-4379-BAD7-85044FD38A26}" presName="dummyConnPt" presStyleCnt="0"/>
      <dgm:spPr/>
    </dgm:pt>
    <dgm:pt modelId="{726C4BCE-69BB-4144-BABF-F99592B27E47}" type="pres">
      <dgm:prSet presAssocID="{2C8F6290-583B-4379-BAD7-85044FD38A26}" presName="node" presStyleLbl="node1" presStyleIdx="5" presStyleCnt="6" custScaleX="1459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B4A6EEB-A8BA-428A-AE47-EC8865D5C7C4}" type="presOf" srcId="{A2824CC2-9AB4-4BAD-ABF4-1B97290B45FB}" destId="{7DDBB054-2523-4064-86AD-B5967CB6C700}" srcOrd="0" destOrd="0" presId="urn:microsoft.com/office/officeart/2005/8/layout/bProcess4"/>
    <dgm:cxn modelId="{A04C1E4E-3453-47A6-B4AE-A4CECBB1CDD2}" srcId="{A2824CC2-9AB4-4BAD-ABF4-1B97290B45FB}" destId="{AFC999FF-DF12-4CA2-A146-6F367FB18070}" srcOrd="2" destOrd="0" parTransId="{C8FEA9BC-3EEB-4825-B186-EBAF615C150D}" sibTransId="{2DB8CF6B-1720-400F-925A-D12BA63A26B7}"/>
    <dgm:cxn modelId="{E048C5A4-EC58-40E1-9D4D-36D408BCFA26}" srcId="{A2824CC2-9AB4-4BAD-ABF4-1B97290B45FB}" destId="{2C8F6290-583B-4379-BAD7-85044FD38A26}" srcOrd="5" destOrd="0" parTransId="{5C3B1995-F0E3-4903-8515-D4B9212AD09A}" sibTransId="{E251C4DB-B5FB-4D79-A382-3C917FDD99DC}"/>
    <dgm:cxn modelId="{430E6908-6B7E-4247-982C-F64D23992B20}" srcId="{A2824CC2-9AB4-4BAD-ABF4-1B97290B45FB}" destId="{392AB149-7E37-4AF6-BAD8-7093AD77003F}" srcOrd="4" destOrd="0" parTransId="{CE078858-2E18-40A5-A7B9-8EA3B62653C3}" sibTransId="{62A0950F-64EB-4726-B106-F5CF812D7E26}"/>
    <dgm:cxn modelId="{C0CE669F-26A3-40FC-8AC5-3C5AC28523C2}" type="presOf" srcId="{ABB7D04D-DCAD-431E-8DAF-6F8EF55B5502}" destId="{CE443209-2A9A-4410-AE76-758A027389CC}" srcOrd="0" destOrd="0" presId="urn:microsoft.com/office/officeart/2005/8/layout/bProcess4"/>
    <dgm:cxn modelId="{12C6B1D0-37D0-4CAB-89D8-C136D6EB4E18}" type="presOf" srcId="{392AB149-7E37-4AF6-BAD8-7093AD77003F}" destId="{1CE2D241-60FB-433E-89DC-CD0953407E96}" srcOrd="0" destOrd="0" presId="urn:microsoft.com/office/officeart/2005/8/layout/bProcess4"/>
    <dgm:cxn modelId="{728319AA-E8DD-4B25-B22A-2D4FF6C0CF55}" type="presOf" srcId="{62A0950F-64EB-4726-B106-F5CF812D7E26}" destId="{F9ABA099-5BB8-441C-BCAC-742A6E20A040}" srcOrd="0" destOrd="0" presId="urn:microsoft.com/office/officeart/2005/8/layout/bProcess4"/>
    <dgm:cxn modelId="{3427D26C-A24C-491B-A5CD-B39495E380EC}" type="presOf" srcId="{3A4FC70A-2E7B-4812-9314-E8645CB170C1}" destId="{77CB24B3-7534-4E8C-B70A-4585A5C86A6F}" srcOrd="0" destOrd="0" presId="urn:microsoft.com/office/officeart/2005/8/layout/bProcess4"/>
    <dgm:cxn modelId="{347E7063-E017-446D-9D5A-AC0B27AC432F}" type="presOf" srcId="{2C8F6290-583B-4379-BAD7-85044FD38A26}" destId="{726C4BCE-69BB-4144-BABF-F99592B27E47}" srcOrd="0" destOrd="0" presId="urn:microsoft.com/office/officeart/2005/8/layout/bProcess4"/>
    <dgm:cxn modelId="{226000F5-09AA-4AEB-BC59-B05E17BC3480}" type="presOf" srcId="{7762FC79-8069-44C8-B64F-8DB0A27321B7}" destId="{50D86D38-86CA-4354-BC69-97A151854F3B}" srcOrd="0" destOrd="0" presId="urn:microsoft.com/office/officeart/2005/8/layout/bProcess4"/>
    <dgm:cxn modelId="{8CCF075A-3EA2-4205-8809-838C07F8E4FD}" srcId="{A2824CC2-9AB4-4BAD-ABF4-1B97290B45FB}" destId="{BBA3A0CC-A93F-4879-B65B-AD5E315ED54C}" srcOrd="1" destOrd="0" parTransId="{B125ADA6-4657-48E9-9E21-AA418B4478A2}" sibTransId="{52CC47FA-ADDF-4A66-BF2D-7D986DF1250C}"/>
    <dgm:cxn modelId="{754F665C-2F62-4EC3-B92F-3EDAC851AF44}" srcId="{A2824CC2-9AB4-4BAD-ABF4-1B97290B45FB}" destId="{3A4FC70A-2E7B-4812-9314-E8645CB170C1}" srcOrd="3" destOrd="0" parTransId="{871424DF-CFF5-475C-B670-78D1BDA79D2A}" sibTransId="{ABB7D04D-DCAD-431E-8DAF-6F8EF55B5502}"/>
    <dgm:cxn modelId="{992040D2-85EB-4897-BF81-772A70913367}" type="presOf" srcId="{1A58D1AE-7730-4098-A24A-F7723835197B}" destId="{5C692A37-B4BC-4C0F-AD7E-A7E67D02C529}" srcOrd="0" destOrd="0" presId="urn:microsoft.com/office/officeart/2005/8/layout/bProcess4"/>
    <dgm:cxn modelId="{0793DE04-0E7E-44AE-A380-404961A88AFB}" type="presOf" srcId="{BBA3A0CC-A93F-4879-B65B-AD5E315ED54C}" destId="{88612463-D567-4C22-8B1A-4A4648F05C70}" srcOrd="0" destOrd="0" presId="urn:microsoft.com/office/officeart/2005/8/layout/bProcess4"/>
    <dgm:cxn modelId="{084172AC-2765-4313-9947-C61220161BEA}" type="presOf" srcId="{AFC999FF-DF12-4CA2-A146-6F367FB18070}" destId="{1B4FC3F8-FCA0-4837-B54B-827A487FFC43}" srcOrd="0" destOrd="0" presId="urn:microsoft.com/office/officeart/2005/8/layout/bProcess4"/>
    <dgm:cxn modelId="{31AE41DC-F1F7-41E7-A0E3-B36A409FFB30}" srcId="{A2824CC2-9AB4-4BAD-ABF4-1B97290B45FB}" destId="{1A58D1AE-7730-4098-A24A-F7723835197B}" srcOrd="0" destOrd="0" parTransId="{19E589BC-09FB-49FF-926E-820BE426BE93}" sibTransId="{7762FC79-8069-44C8-B64F-8DB0A27321B7}"/>
    <dgm:cxn modelId="{3059448D-9379-487C-A55F-67BDEB55C4DB}" type="presOf" srcId="{52CC47FA-ADDF-4A66-BF2D-7D986DF1250C}" destId="{E00C79AC-B7EB-4EC6-B626-750217C08AD6}" srcOrd="0" destOrd="0" presId="urn:microsoft.com/office/officeart/2005/8/layout/bProcess4"/>
    <dgm:cxn modelId="{A22301CF-201E-41A1-A9FB-E18DEA0324EE}" type="presOf" srcId="{2DB8CF6B-1720-400F-925A-D12BA63A26B7}" destId="{804AEB10-AC69-4AFE-BBB0-90D734999BEE}" srcOrd="0" destOrd="0" presId="urn:microsoft.com/office/officeart/2005/8/layout/bProcess4"/>
    <dgm:cxn modelId="{5495E893-7500-4598-AFD8-C7E2F6219BE5}" type="presParOf" srcId="{7DDBB054-2523-4064-86AD-B5967CB6C700}" destId="{B163FEA2-513C-4558-B2AA-A4F90CA5C288}" srcOrd="0" destOrd="0" presId="urn:microsoft.com/office/officeart/2005/8/layout/bProcess4"/>
    <dgm:cxn modelId="{73DD3B64-796E-4D27-982A-E3D63EA605F4}" type="presParOf" srcId="{B163FEA2-513C-4558-B2AA-A4F90CA5C288}" destId="{846BE982-D92C-423E-BB4D-229F7B88EB44}" srcOrd="0" destOrd="0" presId="urn:microsoft.com/office/officeart/2005/8/layout/bProcess4"/>
    <dgm:cxn modelId="{BE811AE4-49BF-4A80-B6CA-C056827A0C90}" type="presParOf" srcId="{B163FEA2-513C-4558-B2AA-A4F90CA5C288}" destId="{5C692A37-B4BC-4C0F-AD7E-A7E67D02C529}" srcOrd="1" destOrd="0" presId="urn:microsoft.com/office/officeart/2005/8/layout/bProcess4"/>
    <dgm:cxn modelId="{A4656D21-BFF6-4E36-BC2F-629FE9EDEFDC}" type="presParOf" srcId="{7DDBB054-2523-4064-86AD-B5967CB6C700}" destId="{50D86D38-86CA-4354-BC69-97A151854F3B}" srcOrd="1" destOrd="0" presId="urn:microsoft.com/office/officeart/2005/8/layout/bProcess4"/>
    <dgm:cxn modelId="{37FD2D5A-80F7-438C-80B6-5F7FF7E24D8D}" type="presParOf" srcId="{7DDBB054-2523-4064-86AD-B5967CB6C700}" destId="{E19CE4D4-4ED7-43B6-8A9B-A015114FB9FE}" srcOrd="2" destOrd="0" presId="urn:microsoft.com/office/officeart/2005/8/layout/bProcess4"/>
    <dgm:cxn modelId="{07F2F4E8-0FF6-437C-86FD-CFDAA587FA04}" type="presParOf" srcId="{E19CE4D4-4ED7-43B6-8A9B-A015114FB9FE}" destId="{A22D6E38-19D8-4B2E-8758-1108D90F2ADE}" srcOrd="0" destOrd="0" presId="urn:microsoft.com/office/officeart/2005/8/layout/bProcess4"/>
    <dgm:cxn modelId="{2AAB2142-B863-4B87-BEBF-1946AB4C44E5}" type="presParOf" srcId="{E19CE4D4-4ED7-43B6-8A9B-A015114FB9FE}" destId="{88612463-D567-4C22-8B1A-4A4648F05C70}" srcOrd="1" destOrd="0" presId="urn:microsoft.com/office/officeart/2005/8/layout/bProcess4"/>
    <dgm:cxn modelId="{52BD2ED7-04E9-47FA-BD56-E5F49F054FC8}" type="presParOf" srcId="{7DDBB054-2523-4064-86AD-B5967CB6C700}" destId="{E00C79AC-B7EB-4EC6-B626-750217C08AD6}" srcOrd="3" destOrd="0" presId="urn:microsoft.com/office/officeart/2005/8/layout/bProcess4"/>
    <dgm:cxn modelId="{091501AA-44E5-41AF-826E-EADEEE56D69E}" type="presParOf" srcId="{7DDBB054-2523-4064-86AD-B5967CB6C700}" destId="{5CA92072-8B51-487A-94B7-32E946E7A02B}" srcOrd="4" destOrd="0" presId="urn:microsoft.com/office/officeart/2005/8/layout/bProcess4"/>
    <dgm:cxn modelId="{5611F74D-F467-45F8-91E5-F5A81C839C3D}" type="presParOf" srcId="{5CA92072-8B51-487A-94B7-32E946E7A02B}" destId="{9412929F-2B6C-45A1-9E5C-C30073715F76}" srcOrd="0" destOrd="0" presId="urn:microsoft.com/office/officeart/2005/8/layout/bProcess4"/>
    <dgm:cxn modelId="{29C05305-7EC8-48A7-B4C3-C79674E87AB8}" type="presParOf" srcId="{5CA92072-8B51-487A-94B7-32E946E7A02B}" destId="{1B4FC3F8-FCA0-4837-B54B-827A487FFC43}" srcOrd="1" destOrd="0" presId="urn:microsoft.com/office/officeart/2005/8/layout/bProcess4"/>
    <dgm:cxn modelId="{C325FBFF-4422-4D0C-BB3A-2FC086D98CFC}" type="presParOf" srcId="{7DDBB054-2523-4064-86AD-B5967CB6C700}" destId="{804AEB10-AC69-4AFE-BBB0-90D734999BEE}" srcOrd="5" destOrd="0" presId="urn:microsoft.com/office/officeart/2005/8/layout/bProcess4"/>
    <dgm:cxn modelId="{5CC21C79-774A-4950-82F6-73E8C835159B}" type="presParOf" srcId="{7DDBB054-2523-4064-86AD-B5967CB6C700}" destId="{CA65C18A-A913-485A-B5D3-159CA153333C}" srcOrd="6" destOrd="0" presId="urn:microsoft.com/office/officeart/2005/8/layout/bProcess4"/>
    <dgm:cxn modelId="{906505B4-BAC5-4925-A68B-4FAC1A0031A8}" type="presParOf" srcId="{CA65C18A-A913-485A-B5D3-159CA153333C}" destId="{8CCBD04E-3684-44E3-BCCA-7BB99BCB7CFA}" srcOrd="0" destOrd="0" presId="urn:microsoft.com/office/officeart/2005/8/layout/bProcess4"/>
    <dgm:cxn modelId="{6A9F9E74-B75B-41E2-89E9-A5CD29E99A28}" type="presParOf" srcId="{CA65C18A-A913-485A-B5D3-159CA153333C}" destId="{77CB24B3-7534-4E8C-B70A-4585A5C86A6F}" srcOrd="1" destOrd="0" presId="urn:microsoft.com/office/officeart/2005/8/layout/bProcess4"/>
    <dgm:cxn modelId="{0A810640-98D0-48DF-9BDF-DBFFEFCC44D6}" type="presParOf" srcId="{7DDBB054-2523-4064-86AD-B5967CB6C700}" destId="{CE443209-2A9A-4410-AE76-758A027389CC}" srcOrd="7" destOrd="0" presId="urn:microsoft.com/office/officeart/2005/8/layout/bProcess4"/>
    <dgm:cxn modelId="{6B6F3E10-25FC-47FC-B54F-C6FEBD0DCC5E}" type="presParOf" srcId="{7DDBB054-2523-4064-86AD-B5967CB6C700}" destId="{EF7940ED-5B65-4F73-BBEA-C5CD6D2ACE53}" srcOrd="8" destOrd="0" presId="urn:microsoft.com/office/officeart/2005/8/layout/bProcess4"/>
    <dgm:cxn modelId="{17E7680D-36F7-4C45-86CF-52FF185538D7}" type="presParOf" srcId="{EF7940ED-5B65-4F73-BBEA-C5CD6D2ACE53}" destId="{F4AF227D-BC96-427C-897C-64C9D548123E}" srcOrd="0" destOrd="0" presId="urn:microsoft.com/office/officeart/2005/8/layout/bProcess4"/>
    <dgm:cxn modelId="{33FD9982-F503-40F2-89D9-185F3629CA32}" type="presParOf" srcId="{EF7940ED-5B65-4F73-BBEA-C5CD6D2ACE53}" destId="{1CE2D241-60FB-433E-89DC-CD0953407E96}" srcOrd="1" destOrd="0" presId="urn:microsoft.com/office/officeart/2005/8/layout/bProcess4"/>
    <dgm:cxn modelId="{43384846-4624-49A2-9E0C-09A62E73B0B3}" type="presParOf" srcId="{7DDBB054-2523-4064-86AD-B5967CB6C700}" destId="{F9ABA099-5BB8-441C-BCAC-742A6E20A040}" srcOrd="9" destOrd="0" presId="urn:microsoft.com/office/officeart/2005/8/layout/bProcess4"/>
    <dgm:cxn modelId="{29042765-A2B8-4B08-BCDD-A5045D31B2A6}" type="presParOf" srcId="{7DDBB054-2523-4064-86AD-B5967CB6C700}" destId="{B4A7D7E7-49E1-4540-96F5-9000F122B5B3}" srcOrd="10" destOrd="0" presId="urn:microsoft.com/office/officeart/2005/8/layout/bProcess4"/>
    <dgm:cxn modelId="{ECAD35B9-C0FD-45FC-918A-F523B762C297}" type="presParOf" srcId="{B4A7D7E7-49E1-4540-96F5-9000F122B5B3}" destId="{BB0F8392-B2C2-4242-9C02-E84F3A05E3AF}" srcOrd="0" destOrd="0" presId="urn:microsoft.com/office/officeart/2005/8/layout/bProcess4"/>
    <dgm:cxn modelId="{AF663033-D5FC-4C4B-9851-D95FC2467CFA}" type="presParOf" srcId="{B4A7D7E7-49E1-4540-96F5-9000F122B5B3}" destId="{726C4BCE-69BB-4144-BABF-F99592B27E47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D8778FF-EEAB-48FC-B23F-E30BFAA8B46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D7F991-B5AE-44A4-B7C4-8780AE2C7566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 smtClean="0"/>
            <a:t>Process Management</a:t>
          </a:r>
          <a:endParaRPr lang="en-US" dirty="0"/>
        </a:p>
      </dgm:t>
    </dgm:pt>
    <dgm:pt modelId="{22EE7BB6-5833-43EA-9EDE-7E5A741B9252}" type="parTrans" cxnId="{BE5B4EF2-801A-4DCF-8675-0680E4DF6443}">
      <dgm:prSet/>
      <dgm:spPr/>
      <dgm:t>
        <a:bodyPr/>
        <a:lstStyle/>
        <a:p>
          <a:endParaRPr lang="en-US"/>
        </a:p>
      </dgm:t>
    </dgm:pt>
    <dgm:pt modelId="{F5A359FC-8616-4D77-A5FB-06914926DF30}" type="sibTrans" cxnId="{BE5B4EF2-801A-4DCF-8675-0680E4DF6443}">
      <dgm:prSet/>
      <dgm:spPr/>
      <dgm:t>
        <a:bodyPr/>
        <a:lstStyle/>
        <a:p>
          <a:endParaRPr lang="en-US"/>
        </a:p>
      </dgm:t>
    </dgm:pt>
    <dgm:pt modelId="{B651893E-AB76-4BE5-AA47-B6B26FCACAFD}">
      <dgm:prSet phldrT="[Text]"/>
      <dgm:spPr/>
      <dgm:t>
        <a:bodyPr/>
        <a:lstStyle/>
        <a:p>
          <a:r>
            <a:rPr lang="en-US" dirty="0" smtClean="0"/>
            <a:t>Organizational Process Focus, Definition, Training...</a:t>
          </a:r>
          <a:endParaRPr lang="en-US" dirty="0"/>
        </a:p>
      </dgm:t>
    </dgm:pt>
    <dgm:pt modelId="{6AD6ED9A-A808-41FD-BD71-BC31930C8EDE}" type="parTrans" cxnId="{431A244A-D750-4615-8885-E3D616585DF4}">
      <dgm:prSet/>
      <dgm:spPr/>
      <dgm:t>
        <a:bodyPr/>
        <a:lstStyle/>
        <a:p>
          <a:endParaRPr lang="en-US"/>
        </a:p>
      </dgm:t>
    </dgm:pt>
    <dgm:pt modelId="{71936E57-E328-46B5-9B52-E3CD5FB56EC9}" type="sibTrans" cxnId="{431A244A-D750-4615-8885-E3D616585DF4}">
      <dgm:prSet/>
      <dgm:spPr/>
      <dgm:t>
        <a:bodyPr/>
        <a:lstStyle/>
        <a:p>
          <a:endParaRPr lang="en-US"/>
        </a:p>
      </dgm:t>
    </dgm:pt>
    <dgm:pt modelId="{0B79EDBA-267D-4A79-90E4-89909F5F29A5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 smtClean="0"/>
            <a:t>Project Management</a:t>
          </a:r>
          <a:endParaRPr lang="en-US" dirty="0"/>
        </a:p>
      </dgm:t>
    </dgm:pt>
    <dgm:pt modelId="{2B99832E-FCB3-48CA-BE46-344F0520AE16}" type="parTrans" cxnId="{9C7500E2-A1A0-43E8-8F00-B8CED782FE2F}">
      <dgm:prSet/>
      <dgm:spPr/>
      <dgm:t>
        <a:bodyPr/>
        <a:lstStyle/>
        <a:p>
          <a:endParaRPr lang="en-US"/>
        </a:p>
      </dgm:t>
    </dgm:pt>
    <dgm:pt modelId="{6ECE6357-CD94-4504-AC3A-A7EF98B21D52}" type="sibTrans" cxnId="{9C7500E2-A1A0-43E8-8F00-B8CED782FE2F}">
      <dgm:prSet/>
      <dgm:spPr/>
      <dgm:t>
        <a:bodyPr/>
        <a:lstStyle/>
        <a:p>
          <a:endParaRPr lang="en-US"/>
        </a:p>
      </dgm:t>
    </dgm:pt>
    <dgm:pt modelId="{F8B8468C-3083-4B7D-AF55-EC0D70EF036A}">
      <dgm:prSet phldrT="[Text]"/>
      <dgm:spPr/>
      <dgm:t>
        <a:bodyPr/>
        <a:lstStyle/>
        <a:p>
          <a:r>
            <a:rPr lang="en-US" dirty="0" smtClean="0"/>
            <a:t>Project Planning, Monitoring, Control...</a:t>
          </a:r>
          <a:endParaRPr lang="en-US" dirty="0"/>
        </a:p>
      </dgm:t>
    </dgm:pt>
    <dgm:pt modelId="{6C4184D2-816A-44E6-8F4A-F945B3DF5B17}" type="parTrans" cxnId="{6F8C6327-689D-4308-A991-BBF123D41B44}">
      <dgm:prSet/>
      <dgm:spPr/>
      <dgm:t>
        <a:bodyPr/>
        <a:lstStyle/>
        <a:p>
          <a:endParaRPr lang="en-US"/>
        </a:p>
      </dgm:t>
    </dgm:pt>
    <dgm:pt modelId="{93892AAD-E6ED-461D-BC1F-E39A4E1A8433}" type="sibTrans" cxnId="{6F8C6327-689D-4308-A991-BBF123D41B44}">
      <dgm:prSet/>
      <dgm:spPr/>
      <dgm:t>
        <a:bodyPr/>
        <a:lstStyle/>
        <a:p>
          <a:endParaRPr lang="en-US"/>
        </a:p>
      </dgm:t>
    </dgm:pt>
    <dgm:pt modelId="{837A06BC-1E68-43D0-9FB7-16689EEC33B4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 smtClean="0"/>
            <a:t>Engineering</a:t>
          </a:r>
          <a:endParaRPr lang="en-US" dirty="0"/>
        </a:p>
      </dgm:t>
    </dgm:pt>
    <dgm:pt modelId="{460B5066-BD2A-4692-B1E3-1177974C0EC2}" type="parTrans" cxnId="{5558C147-0F25-49E3-B509-9845E2F0FBC6}">
      <dgm:prSet/>
      <dgm:spPr/>
      <dgm:t>
        <a:bodyPr/>
        <a:lstStyle/>
        <a:p>
          <a:endParaRPr lang="en-US"/>
        </a:p>
      </dgm:t>
    </dgm:pt>
    <dgm:pt modelId="{40AE1BBC-01FA-4504-AD48-199DE2EB3D73}" type="sibTrans" cxnId="{5558C147-0F25-49E3-B509-9845E2F0FBC6}">
      <dgm:prSet/>
      <dgm:spPr/>
      <dgm:t>
        <a:bodyPr/>
        <a:lstStyle/>
        <a:p>
          <a:endParaRPr lang="en-US"/>
        </a:p>
      </dgm:t>
    </dgm:pt>
    <dgm:pt modelId="{02F2B786-B077-47A9-84FD-5B4F5F26D7CE}">
      <dgm:prSet phldrT="[Text]"/>
      <dgm:spPr/>
      <dgm:t>
        <a:bodyPr/>
        <a:lstStyle/>
        <a:p>
          <a:r>
            <a:rPr lang="en-US" dirty="0" smtClean="0"/>
            <a:t>Requirements Management, Development, Technical Solution, Product Integration...</a:t>
          </a:r>
          <a:endParaRPr lang="en-US" dirty="0"/>
        </a:p>
      </dgm:t>
    </dgm:pt>
    <dgm:pt modelId="{05F42CF3-CC37-4785-9854-D57A884B2A3F}" type="parTrans" cxnId="{3434C662-462B-41CB-99B6-6E6E9CF6FA92}">
      <dgm:prSet/>
      <dgm:spPr/>
      <dgm:t>
        <a:bodyPr/>
        <a:lstStyle/>
        <a:p>
          <a:endParaRPr lang="en-US"/>
        </a:p>
      </dgm:t>
    </dgm:pt>
    <dgm:pt modelId="{4382268D-1BE8-44BA-B02F-B18626E5466F}" type="sibTrans" cxnId="{3434C662-462B-41CB-99B6-6E6E9CF6FA92}">
      <dgm:prSet/>
      <dgm:spPr/>
      <dgm:t>
        <a:bodyPr/>
        <a:lstStyle/>
        <a:p>
          <a:endParaRPr lang="en-US"/>
        </a:p>
      </dgm:t>
    </dgm:pt>
    <dgm:pt modelId="{864A8218-E6DF-409F-9890-349B55A02D4C}">
      <dgm:prSet phldrT="[Text]"/>
      <dgm:spPr>
        <a:solidFill>
          <a:schemeClr val="accent5"/>
        </a:solidFill>
      </dgm:spPr>
      <dgm:t>
        <a:bodyPr/>
        <a:lstStyle/>
        <a:p>
          <a:r>
            <a:rPr lang="en-US" dirty="0" smtClean="0"/>
            <a:t>Support</a:t>
          </a:r>
          <a:endParaRPr lang="en-US" dirty="0"/>
        </a:p>
      </dgm:t>
    </dgm:pt>
    <dgm:pt modelId="{4976A8F6-A5F2-4FD9-BD1F-064DA1FF2F7E}" type="parTrans" cxnId="{654FE0EA-1023-4D45-A66C-D57987C67722}">
      <dgm:prSet/>
      <dgm:spPr/>
      <dgm:t>
        <a:bodyPr/>
        <a:lstStyle/>
        <a:p>
          <a:endParaRPr lang="en-US"/>
        </a:p>
      </dgm:t>
    </dgm:pt>
    <dgm:pt modelId="{84B4BA11-D353-49BE-B4B4-51F9787968AA}" type="sibTrans" cxnId="{654FE0EA-1023-4D45-A66C-D57987C67722}">
      <dgm:prSet/>
      <dgm:spPr/>
      <dgm:t>
        <a:bodyPr/>
        <a:lstStyle/>
        <a:p>
          <a:endParaRPr lang="en-US"/>
        </a:p>
      </dgm:t>
    </dgm:pt>
    <dgm:pt modelId="{7B86464A-374E-4F50-AE79-61724BDCA1B3}">
      <dgm:prSet phldrT="[Text]"/>
      <dgm:spPr/>
      <dgm:t>
        <a:bodyPr/>
        <a:lstStyle/>
        <a:p>
          <a:r>
            <a:rPr lang="en-US" dirty="0" smtClean="0"/>
            <a:t>Configuration Management, Process and Product Quality Assurance...</a:t>
          </a:r>
          <a:endParaRPr lang="en-US" dirty="0"/>
        </a:p>
      </dgm:t>
    </dgm:pt>
    <dgm:pt modelId="{1D33CE6E-7385-4621-A748-36425CAD5BEE}" type="parTrans" cxnId="{CADB3709-0857-4FF1-8308-29561457784A}">
      <dgm:prSet/>
      <dgm:spPr/>
      <dgm:t>
        <a:bodyPr/>
        <a:lstStyle/>
        <a:p>
          <a:endParaRPr lang="en-US"/>
        </a:p>
      </dgm:t>
    </dgm:pt>
    <dgm:pt modelId="{383E628F-D11E-4E44-BF44-D9F70D773EB2}" type="sibTrans" cxnId="{CADB3709-0857-4FF1-8308-29561457784A}">
      <dgm:prSet/>
      <dgm:spPr/>
      <dgm:t>
        <a:bodyPr/>
        <a:lstStyle/>
        <a:p>
          <a:endParaRPr lang="en-US"/>
        </a:p>
      </dgm:t>
    </dgm:pt>
    <dgm:pt modelId="{DAC36E1B-2EFD-4A61-A766-780F5368D433}" type="pres">
      <dgm:prSet presAssocID="{9D8778FF-EEAB-48FC-B23F-E30BFAA8B464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8ECE94B-5C8A-4FE8-B011-4D7E393336B6}" type="pres">
      <dgm:prSet presAssocID="{4DD7F991-B5AE-44A4-B7C4-8780AE2C7566}" presName="linNode" presStyleCnt="0"/>
      <dgm:spPr/>
    </dgm:pt>
    <dgm:pt modelId="{DE069798-423A-46C3-A644-04EE2BFE74E0}" type="pres">
      <dgm:prSet presAssocID="{4DD7F991-B5AE-44A4-B7C4-8780AE2C7566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E0416C-9F2D-44F8-BC28-D56989EC9BB2}" type="pres">
      <dgm:prSet presAssocID="{4DD7F991-B5AE-44A4-B7C4-8780AE2C7566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A946EB-00F9-4F1E-A7F2-6D220D526B9C}" type="pres">
      <dgm:prSet presAssocID="{F5A359FC-8616-4D77-A5FB-06914926DF30}" presName="sp" presStyleCnt="0"/>
      <dgm:spPr/>
    </dgm:pt>
    <dgm:pt modelId="{7778194B-1972-4FFC-AAFD-A642DE6DB0EA}" type="pres">
      <dgm:prSet presAssocID="{0B79EDBA-267D-4A79-90E4-89909F5F29A5}" presName="linNode" presStyleCnt="0"/>
      <dgm:spPr/>
    </dgm:pt>
    <dgm:pt modelId="{258A4CD7-AC6A-42D5-9397-DD87805DCE6C}" type="pres">
      <dgm:prSet presAssocID="{0B79EDBA-267D-4A79-90E4-89909F5F29A5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E71582-D616-4880-ADE9-CC4CD265610A}" type="pres">
      <dgm:prSet presAssocID="{0B79EDBA-267D-4A79-90E4-89909F5F29A5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67CE1E-6AA4-46F9-A9F1-5A23CAA5E5BE}" type="pres">
      <dgm:prSet presAssocID="{6ECE6357-CD94-4504-AC3A-A7EF98B21D52}" presName="sp" presStyleCnt="0"/>
      <dgm:spPr/>
    </dgm:pt>
    <dgm:pt modelId="{D6AE54B9-9006-417C-9E72-2F4E656C6C84}" type="pres">
      <dgm:prSet presAssocID="{837A06BC-1E68-43D0-9FB7-16689EEC33B4}" presName="linNode" presStyleCnt="0"/>
      <dgm:spPr/>
    </dgm:pt>
    <dgm:pt modelId="{1CCFC096-763E-456B-9B2D-DFD321AA2FE0}" type="pres">
      <dgm:prSet presAssocID="{837A06BC-1E68-43D0-9FB7-16689EEC33B4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6B1941-E3D6-4466-8401-E8879100240B}" type="pres">
      <dgm:prSet presAssocID="{837A06BC-1E68-43D0-9FB7-16689EEC33B4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C0DA8A-4E2F-491A-93A7-5DD37F8271C7}" type="pres">
      <dgm:prSet presAssocID="{40AE1BBC-01FA-4504-AD48-199DE2EB3D73}" presName="sp" presStyleCnt="0"/>
      <dgm:spPr/>
    </dgm:pt>
    <dgm:pt modelId="{26D2DD31-3641-4C77-979E-DCC1F4E82FC5}" type="pres">
      <dgm:prSet presAssocID="{864A8218-E6DF-409F-9890-349B55A02D4C}" presName="linNode" presStyleCnt="0"/>
      <dgm:spPr/>
    </dgm:pt>
    <dgm:pt modelId="{A60A0906-6F39-4249-85E3-73A164EC4C36}" type="pres">
      <dgm:prSet presAssocID="{864A8218-E6DF-409F-9890-349B55A02D4C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DD71DC-5C71-49FC-9C03-1F6DF94BFFCB}" type="pres">
      <dgm:prSet presAssocID="{864A8218-E6DF-409F-9890-349B55A02D4C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E5B4EF2-801A-4DCF-8675-0680E4DF6443}" srcId="{9D8778FF-EEAB-48FC-B23F-E30BFAA8B464}" destId="{4DD7F991-B5AE-44A4-B7C4-8780AE2C7566}" srcOrd="0" destOrd="0" parTransId="{22EE7BB6-5833-43EA-9EDE-7E5A741B9252}" sibTransId="{F5A359FC-8616-4D77-A5FB-06914926DF30}"/>
    <dgm:cxn modelId="{D42EFD10-7F9C-4202-9DB9-44E55733D54F}" type="presOf" srcId="{9D8778FF-EEAB-48FC-B23F-E30BFAA8B464}" destId="{DAC36E1B-2EFD-4A61-A766-780F5368D433}" srcOrd="0" destOrd="0" presId="urn:microsoft.com/office/officeart/2005/8/layout/vList5"/>
    <dgm:cxn modelId="{52EAB5FF-3A1C-449C-8245-18297975BA40}" type="presOf" srcId="{864A8218-E6DF-409F-9890-349B55A02D4C}" destId="{A60A0906-6F39-4249-85E3-73A164EC4C36}" srcOrd="0" destOrd="0" presId="urn:microsoft.com/office/officeart/2005/8/layout/vList5"/>
    <dgm:cxn modelId="{431A244A-D750-4615-8885-E3D616585DF4}" srcId="{4DD7F991-B5AE-44A4-B7C4-8780AE2C7566}" destId="{B651893E-AB76-4BE5-AA47-B6B26FCACAFD}" srcOrd="0" destOrd="0" parTransId="{6AD6ED9A-A808-41FD-BD71-BC31930C8EDE}" sibTransId="{71936E57-E328-46B5-9B52-E3CD5FB56EC9}"/>
    <dgm:cxn modelId="{25EF5D80-A129-4E23-A320-B636EB789C8B}" type="presOf" srcId="{F8B8468C-3083-4B7D-AF55-EC0D70EF036A}" destId="{47E71582-D616-4880-ADE9-CC4CD265610A}" srcOrd="0" destOrd="0" presId="urn:microsoft.com/office/officeart/2005/8/layout/vList5"/>
    <dgm:cxn modelId="{B1DA5D23-3248-4B00-92CA-5B8BC705CCFB}" type="presOf" srcId="{7B86464A-374E-4F50-AE79-61724BDCA1B3}" destId="{3CDD71DC-5C71-49FC-9C03-1F6DF94BFFCB}" srcOrd="0" destOrd="0" presId="urn:microsoft.com/office/officeart/2005/8/layout/vList5"/>
    <dgm:cxn modelId="{654FE0EA-1023-4D45-A66C-D57987C67722}" srcId="{9D8778FF-EEAB-48FC-B23F-E30BFAA8B464}" destId="{864A8218-E6DF-409F-9890-349B55A02D4C}" srcOrd="3" destOrd="0" parTransId="{4976A8F6-A5F2-4FD9-BD1F-064DA1FF2F7E}" sibTransId="{84B4BA11-D353-49BE-B4B4-51F9787968AA}"/>
    <dgm:cxn modelId="{03F2EB99-F1E5-4AF7-AF5C-D8DD3C040D68}" type="presOf" srcId="{4DD7F991-B5AE-44A4-B7C4-8780AE2C7566}" destId="{DE069798-423A-46C3-A644-04EE2BFE74E0}" srcOrd="0" destOrd="0" presId="urn:microsoft.com/office/officeart/2005/8/layout/vList5"/>
    <dgm:cxn modelId="{D560B034-B933-42DB-BD3F-10462E04BD78}" type="presOf" srcId="{B651893E-AB76-4BE5-AA47-B6B26FCACAFD}" destId="{84E0416C-9F2D-44F8-BC28-D56989EC9BB2}" srcOrd="0" destOrd="0" presId="urn:microsoft.com/office/officeart/2005/8/layout/vList5"/>
    <dgm:cxn modelId="{CADB3709-0857-4FF1-8308-29561457784A}" srcId="{864A8218-E6DF-409F-9890-349B55A02D4C}" destId="{7B86464A-374E-4F50-AE79-61724BDCA1B3}" srcOrd="0" destOrd="0" parTransId="{1D33CE6E-7385-4621-A748-36425CAD5BEE}" sibTransId="{383E628F-D11E-4E44-BF44-D9F70D773EB2}"/>
    <dgm:cxn modelId="{5558C147-0F25-49E3-B509-9845E2F0FBC6}" srcId="{9D8778FF-EEAB-48FC-B23F-E30BFAA8B464}" destId="{837A06BC-1E68-43D0-9FB7-16689EEC33B4}" srcOrd="2" destOrd="0" parTransId="{460B5066-BD2A-4692-B1E3-1177974C0EC2}" sibTransId="{40AE1BBC-01FA-4504-AD48-199DE2EB3D73}"/>
    <dgm:cxn modelId="{26650AF7-AF25-4796-A571-CCFEA4E18A1C}" type="presOf" srcId="{837A06BC-1E68-43D0-9FB7-16689EEC33B4}" destId="{1CCFC096-763E-456B-9B2D-DFD321AA2FE0}" srcOrd="0" destOrd="0" presId="urn:microsoft.com/office/officeart/2005/8/layout/vList5"/>
    <dgm:cxn modelId="{9C7500E2-A1A0-43E8-8F00-B8CED782FE2F}" srcId="{9D8778FF-EEAB-48FC-B23F-E30BFAA8B464}" destId="{0B79EDBA-267D-4A79-90E4-89909F5F29A5}" srcOrd="1" destOrd="0" parTransId="{2B99832E-FCB3-48CA-BE46-344F0520AE16}" sibTransId="{6ECE6357-CD94-4504-AC3A-A7EF98B21D52}"/>
    <dgm:cxn modelId="{3434C662-462B-41CB-99B6-6E6E9CF6FA92}" srcId="{837A06BC-1E68-43D0-9FB7-16689EEC33B4}" destId="{02F2B786-B077-47A9-84FD-5B4F5F26D7CE}" srcOrd="0" destOrd="0" parTransId="{05F42CF3-CC37-4785-9854-D57A884B2A3F}" sibTransId="{4382268D-1BE8-44BA-B02F-B18626E5466F}"/>
    <dgm:cxn modelId="{15F3BFDC-E510-4B19-9039-C0DBF9734CB6}" type="presOf" srcId="{02F2B786-B077-47A9-84FD-5B4F5F26D7CE}" destId="{936B1941-E3D6-4466-8401-E8879100240B}" srcOrd="0" destOrd="0" presId="urn:microsoft.com/office/officeart/2005/8/layout/vList5"/>
    <dgm:cxn modelId="{14CE91D8-9B87-4C32-AF1D-A9B64D6044E1}" type="presOf" srcId="{0B79EDBA-267D-4A79-90E4-89909F5F29A5}" destId="{258A4CD7-AC6A-42D5-9397-DD87805DCE6C}" srcOrd="0" destOrd="0" presId="urn:microsoft.com/office/officeart/2005/8/layout/vList5"/>
    <dgm:cxn modelId="{6F8C6327-689D-4308-A991-BBF123D41B44}" srcId="{0B79EDBA-267D-4A79-90E4-89909F5F29A5}" destId="{F8B8468C-3083-4B7D-AF55-EC0D70EF036A}" srcOrd="0" destOrd="0" parTransId="{6C4184D2-816A-44E6-8F4A-F945B3DF5B17}" sibTransId="{93892AAD-E6ED-461D-BC1F-E39A4E1A8433}"/>
    <dgm:cxn modelId="{63084301-7717-470A-A597-AC5684C34267}" type="presParOf" srcId="{DAC36E1B-2EFD-4A61-A766-780F5368D433}" destId="{58ECE94B-5C8A-4FE8-B011-4D7E393336B6}" srcOrd="0" destOrd="0" presId="urn:microsoft.com/office/officeart/2005/8/layout/vList5"/>
    <dgm:cxn modelId="{F64EF769-8CE8-46F8-8310-8F256611EB41}" type="presParOf" srcId="{58ECE94B-5C8A-4FE8-B011-4D7E393336B6}" destId="{DE069798-423A-46C3-A644-04EE2BFE74E0}" srcOrd="0" destOrd="0" presId="urn:microsoft.com/office/officeart/2005/8/layout/vList5"/>
    <dgm:cxn modelId="{56C9018C-21BA-4D75-9D54-2C080E58AD8D}" type="presParOf" srcId="{58ECE94B-5C8A-4FE8-B011-4D7E393336B6}" destId="{84E0416C-9F2D-44F8-BC28-D56989EC9BB2}" srcOrd="1" destOrd="0" presId="urn:microsoft.com/office/officeart/2005/8/layout/vList5"/>
    <dgm:cxn modelId="{71F2E97F-015F-4190-8794-44F6C4554F82}" type="presParOf" srcId="{DAC36E1B-2EFD-4A61-A766-780F5368D433}" destId="{34A946EB-00F9-4F1E-A7F2-6D220D526B9C}" srcOrd="1" destOrd="0" presId="urn:microsoft.com/office/officeart/2005/8/layout/vList5"/>
    <dgm:cxn modelId="{F59AAC0A-22EC-408F-B7C9-AEF7CA8F8E19}" type="presParOf" srcId="{DAC36E1B-2EFD-4A61-A766-780F5368D433}" destId="{7778194B-1972-4FFC-AAFD-A642DE6DB0EA}" srcOrd="2" destOrd="0" presId="urn:microsoft.com/office/officeart/2005/8/layout/vList5"/>
    <dgm:cxn modelId="{40D6CBFB-69FB-4899-A301-083DE1E99E3F}" type="presParOf" srcId="{7778194B-1972-4FFC-AAFD-A642DE6DB0EA}" destId="{258A4CD7-AC6A-42D5-9397-DD87805DCE6C}" srcOrd="0" destOrd="0" presId="urn:microsoft.com/office/officeart/2005/8/layout/vList5"/>
    <dgm:cxn modelId="{C539F0DC-BDF3-49C0-A745-915719264FB7}" type="presParOf" srcId="{7778194B-1972-4FFC-AAFD-A642DE6DB0EA}" destId="{47E71582-D616-4880-ADE9-CC4CD265610A}" srcOrd="1" destOrd="0" presId="urn:microsoft.com/office/officeart/2005/8/layout/vList5"/>
    <dgm:cxn modelId="{F79C60A0-FA6C-427B-8B49-3815573D9F47}" type="presParOf" srcId="{DAC36E1B-2EFD-4A61-A766-780F5368D433}" destId="{D267CE1E-6AA4-46F9-A9F1-5A23CAA5E5BE}" srcOrd="3" destOrd="0" presId="urn:microsoft.com/office/officeart/2005/8/layout/vList5"/>
    <dgm:cxn modelId="{C3B52437-E648-455A-8A19-85E10BD33473}" type="presParOf" srcId="{DAC36E1B-2EFD-4A61-A766-780F5368D433}" destId="{D6AE54B9-9006-417C-9E72-2F4E656C6C84}" srcOrd="4" destOrd="0" presId="urn:microsoft.com/office/officeart/2005/8/layout/vList5"/>
    <dgm:cxn modelId="{B7AE6C81-34ED-4DCC-A2A4-7D772F413643}" type="presParOf" srcId="{D6AE54B9-9006-417C-9E72-2F4E656C6C84}" destId="{1CCFC096-763E-456B-9B2D-DFD321AA2FE0}" srcOrd="0" destOrd="0" presId="urn:microsoft.com/office/officeart/2005/8/layout/vList5"/>
    <dgm:cxn modelId="{F16ACA96-70C1-4602-B5FD-769287D697FF}" type="presParOf" srcId="{D6AE54B9-9006-417C-9E72-2F4E656C6C84}" destId="{936B1941-E3D6-4466-8401-E8879100240B}" srcOrd="1" destOrd="0" presId="urn:microsoft.com/office/officeart/2005/8/layout/vList5"/>
    <dgm:cxn modelId="{CB91BC22-D17D-4267-AAFD-F5AC897C2503}" type="presParOf" srcId="{DAC36E1B-2EFD-4A61-A766-780F5368D433}" destId="{08C0DA8A-4E2F-491A-93A7-5DD37F8271C7}" srcOrd="5" destOrd="0" presId="urn:microsoft.com/office/officeart/2005/8/layout/vList5"/>
    <dgm:cxn modelId="{05B1587C-BA90-4A9F-A455-802BFD592413}" type="presParOf" srcId="{DAC36E1B-2EFD-4A61-A766-780F5368D433}" destId="{26D2DD31-3641-4C77-979E-DCC1F4E82FC5}" srcOrd="6" destOrd="0" presId="urn:microsoft.com/office/officeart/2005/8/layout/vList5"/>
    <dgm:cxn modelId="{79F758CC-A937-4967-924A-D680FE5FD2F7}" type="presParOf" srcId="{26D2DD31-3641-4C77-979E-DCC1F4E82FC5}" destId="{A60A0906-6F39-4249-85E3-73A164EC4C36}" srcOrd="0" destOrd="0" presId="urn:microsoft.com/office/officeart/2005/8/layout/vList5"/>
    <dgm:cxn modelId="{951F9977-15E0-44F9-A331-DE849A63B057}" type="presParOf" srcId="{26D2DD31-3641-4C77-979E-DCC1F4E82FC5}" destId="{3CDD71DC-5C71-49FC-9C03-1F6DF94BFFC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4652B26A-CBB2-4D1A-BFD5-707586884A22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4218A2-C755-4F5B-AEB7-365771895F31}">
      <dgm:prSet phldrT="[Text]" custT="1"/>
      <dgm:spPr>
        <a:solidFill>
          <a:schemeClr val="accent1"/>
        </a:solidFill>
      </dgm:spPr>
      <dgm:t>
        <a:bodyPr/>
        <a:lstStyle/>
        <a:p>
          <a:r>
            <a:rPr lang="en-US" sz="2400" dirty="0" smtClean="0"/>
            <a:t>SP1: Estimate the scope of the project</a:t>
          </a:r>
          <a:endParaRPr lang="en-US" sz="2400" dirty="0"/>
        </a:p>
      </dgm:t>
    </dgm:pt>
    <dgm:pt modelId="{1659E5B9-2B17-4CBF-8191-A0746B13CA18}" type="parTrans" cxnId="{397CB0A0-CAE2-4C68-8206-361208115B94}">
      <dgm:prSet/>
      <dgm:spPr/>
      <dgm:t>
        <a:bodyPr/>
        <a:lstStyle/>
        <a:p>
          <a:endParaRPr lang="en-US"/>
        </a:p>
      </dgm:t>
    </dgm:pt>
    <dgm:pt modelId="{69EB6651-6C0F-47F8-B6E2-424367BFCF14}" type="sibTrans" cxnId="{397CB0A0-CAE2-4C68-8206-361208115B94}">
      <dgm:prSet/>
      <dgm:spPr/>
      <dgm:t>
        <a:bodyPr/>
        <a:lstStyle/>
        <a:p>
          <a:endParaRPr lang="en-US"/>
        </a:p>
      </dgm:t>
    </dgm:pt>
    <dgm:pt modelId="{B952B138-B4F0-4D70-B2C7-A8833B39B81D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400" dirty="0" smtClean="0"/>
            <a:t>Specific Goal 1: Establish estimates</a:t>
          </a:r>
          <a:endParaRPr lang="en-US" sz="2400" dirty="0"/>
        </a:p>
      </dgm:t>
    </dgm:pt>
    <dgm:pt modelId="{98A0B01B-4B61-41D0-A315-63766785624D}" type="parTrans" cxnId="{6EFAF0F6-317B-4A94-9875-DC62667FD0BD}">
      <dgm:prSet/>
      <dgm:spPr/>
      <dgm:t>
        <a:bodyPr/>
        <a:lstStyle/>
        <a:p>
          <a:endParaRPr lang="en-US"/>
        </a:p>
      </dgm:t>
    </dgm:pt>
    <dgm:pt modelId="{58DB7123-5278-4773-9128-60D36422541C}" type="sibTrans" cxnId="{6EFAF0F6-317B-4A94-9875-DC62667FD0BD}">
      <dgm:prSet/>
      <dgm:spPr/>
      <dgm:t>
        <a:bodyPr/>
        <a:lstStyle/>
        <a:p>
          <a:endParaRPr lang="en-US"/>
        </a:p>
      </dgm:t>
    </dgm:pt>
    <dgm:pt modelId="{332143CA-F5D6-403B-9710-AEB6130D4AEF}">
      <dgm:prSet phldrT="[Text]" custT="1"/>
      <dgm:spPr>
        <a:solidFill>
          <a:schemeClr val="accent1"/>
        </a:solidFill>
      </dgm:spPr>
      <dgm:t>
        <a:bodyPr/>
        <a:lstStyle/>
        <a:p>
          <a:r>
            <a:rPr lang="en-US" sz="2400" dirty="0" smtClean="0"/>
            <a:t>SP2: Determine estimates of effort and cost</a:t>
          </a:r>
          <a:endParaRPr lang="en-US" sz="2400" dirty="0"/>
        </a:p>
      </dgm:t>
    </dgm:pt>
    <dgm:pt modelId="{A12BF3A2-D107-493F-A218-6DF8F64E48F7}" type="sibTrans" cxnId="{E19DE463-E361-4007-A60B-EEFEB9464891}">
      <dgm:prSet/>
      <dgm:spPr/>
      <dgm:t>
        <a:bodyPr/>
        <a:lstStyle/>
        <a:p>
          <a:endParaRPr lang="en-US"/>
        </a:p>
      </dgm:t>
    </dgm:pt>
    <dgm:pt modelId="{1ED01D43-E7BD-40BD-8489-223C7FE5AB53}" type="parTrans" cxnId="{E19DE463-E361-4007-A60B-EEFEB9464891}">
      <dgm:prSet/>
      <dgm:spPr/>
      <dgm:t>
        <a:bodyPr/>
        <a:lstStyle/>
        <a:p>
          <a:endParaRPr lang="en-US"/>
        </a:p>
      </dgm:t>
    </dgm:pt>
    <dgm:pt modelId="{2DD2CEEF-E2E3-404B-9928-2E8B6263CE15}" type="pres">
      <dgm:prSet presAssocID="{4652B26A-CBB2-4D1A-BFD5-707586884A22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54505DE-B927-4598-97BF-EAC7380B5755}" type="pres">
      <dgm:prSet presAssocID="{B952B138-B4F0-4D70-B2C7-A8833B39B81D}" presName="centerShape" presStyleLbl="node0" presStyleIdx="0" presStyleCnt="1" custScaleX="126847" custScaleY="70121" custLinFactNeighborY="-2086"/>
      <dgm:spPr/>
      <dgm:t>
        <a:bodyPr/>
        <a:lstStyle/>
        <a:p>
          <a:endParaRPr lang="en-US"/>
        </a:p>
      </dgm:t>
    </dgm:pt>
    <dgm:pt modelId="{44F46352-8D20-4D0B-84FE-D207073F28D8}" type="pres">
      <dgm:prSet presAssocID="{1659E5B9-2B17-4CBF-8191-A0746B13CA18}" presName="parTrans" presStyleLbl="bgSibTrans2D1" presStyleIdx="0" presStyleCnt="2"/>
      <dgm:spPr/>
      <dgm:t>
        <a:bodyPr/>
        <a:lstStyle/>
        <a:p>
          <a:endParaRPr lang="en-US"/>
        </a:p>
      </dgm:t>
    </dgm:pt>
    <dgm:pt modelId="{44B267A5-861E-4BD2-B7C3-3585283ACF87}" type="pres">
      <dgm:prSet presAssocID="{D44218A2-C755-4F5B-AEB7-365771895F31}" presName="node" presStyleLbl="node1" presStyleIdx="0" presStyleCnt="2" custScaleX="179417" custScaleY="58312" custRadScaleRad="149856" custRadScaleInc="1043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5F1A0A-3E93-421D-AA7A-D127A9D11242}" type="pres">
      <dgm:prSet presAssocID="{1ED01D43-E7BD-40BD-8489-223C7FE5AB53}" presName="parTrans" presStyleLbl="bgSibTrans2D1" presStyleIdx="1" presStyleCnt="2"/>
      <dgm:spPr/>
      <dgm:t>
        <a:bodyPr/>
        <a:lstStyle/>
        <a:p>
          <a:endParaRPr lang="en-US"/>
        </a:p>
      </dgm:t>
    </dgm:pt>
    <dgm:pt modelId="{C06DEC3A-1D1E-4D10-8FCC-DB18046D0D0E}" type="pres">
      <dgm:prSet presAssocID="{332143CA-F5D6-403B-9710-AEB6130D4AEF}" presName="node" presStyleLbl="node1" presStyleIdx="1" presStyleCnt="2" custScaleX="202283" custScaleY="62074" custRadScaleRad="131001" custRadScaleInc="-85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FAE168B-3A18-4D16-A67A-1485E0581D57}" type="presOf" srcId="{B952B138-B4F0-4D70-B2C7-A8833B39B81D}" destId="{854505DE-B927-4598-97BF-EAC7380B5755}" srcOrd="0" destOrd="0" presId="urn:microsoft.com/office/officeart/2005/8/layout/radial4"/>
    <dgm:cxn modelId="{40068E06-DAFA-4D7D-B35A-9FACFB6E4F8A}" type="presOf" srcId="{1ED01D43-E7BD-40BD-8489-223C7FE5AB53}" destId="{735F1A0A-3E93-421D-AA7A-D127A9D11242}" srcOrd="0" destOrd="0" presId="urn:microsoft.com/office/officeart/2005/8/layout/radial4"/>
    <dgm:cxn modelId="{B65BB61E-36E8-4981-8B37-2B6E1945FACC}" type="presOf" srcId="{332143CA-F5D6-403B-9710-AEB6130D4AEF}" destId="{C06DEC3A-1D1E-4D10-8FCC-DB18046D0D0E}" srcOrd="0" destOrd="0" presId="urn:microsoft.com/office/officeart/2005/8/layout/radial4"/>
    <dgm:cxn modelId="{397CB0A0-CAE2-4C68-8206-361208115B94}" srcId="{B952B138-B4F0-4D70-B2C7-A8833B39B81D}" destId="{D44218A2-C755-4F5B-AEB7-365771895F31}" srcOrd="0" destOrd="0" parTransId="{1659E5B9-2B17-4CBF-8191-A0746B13CA18}" sibTransId="{69EB6651-6C0F-47F8-B6E2-424367BFCF14}"/>
    <dgm:cxn modelId="{55C0E176-A6F8-4E24-AF8E-C26FB93D0E7A}" type="presOf" srcId="{4652B26A-CBB2-4D1A-BFD5-707586884A22}" destId="{2DD2CEEF-E2E3-404B-9928-2E8B6263CE15}" srcOrd="0" destOrd="0" presId="urn:microsoft.com/office/officeart/2005/8/layout/radial4"/>
    <dgm:cxn modelId="{831DF779-482D-471B-8630-E7D52AACA8E5}" type="presOf" srcId="{1659E5B9-2B17-4CBF-8191-A0746B13CA18}" destId="{44F46352-8D20-4D0B-84FE-D207073F28D8}" srcOrd="0" destOrd="0" presId="urn:microsoft.com/office/officeart/2005/8/layout/radial4"/>
    <dgm:cxn modelId="{E19DE463-E361-4007-A60B-EEFEB9464891}" srcId="{B952B138-B4F0-4D70-B2C7-A8833B39B81D}" destId="{332143CA-F5D6-403B-9710-AEB6130D4AEF}" srcOrd="1" destOrd="0" parTransId="{1ED01D43-E7BD-40BD-8489-223C7FE5AB53}" sibTransId="{A12BF3A2-D107-493F-A218-6DF8F64E48F7}"/>
    <dgm:cxn modelId="{0A288F70-AE03-4B80-8C30-D4AA850CEEF3}" type="presOf" srcId="{D44218A2-C755-4F5B-AEB7-365771895F31}" destId="{44B267A5-861E-4BD2-B7C3-3585283ACF87}" srcOrd="0" destOrd="0" presId="urn:microsoft.com/office/officeart/2005/8/layout/radial4"/>
    <dgm:cxn modelId="{6EFAF0F6-317B-4A94-9875-DC62667FD0BD}" srcId="{4652B26A-CBB2-4D1A-BFD5-707586884A22}" destId="{B952B138-B4F0-4D70-B2C7-A8833B39B81D}" srcOrd="0" destOrd="0" parTransId="{98A0B01B-4B61-41D0-A315-63766785624D}" sibTransId="{58DB7123-5278-4773-9128-60D36422541C}"/>
    <dgm:cxn modelId="{60C16E32-8E4B-4832-829A-1F3FAC220E12}" type="presParOf" srcId="{2DD2CEEF-E2E3-404B-9928-2E8B6263CE15}" destId="{854505DE-B927-4598-97BF-EAC7380B5755}" srcOrd="0" destOrd="0" presId="urn:microsoft.com/office/officeart/2005/8/layout/radial4"/>
    <dgm:cxn modelId="{BDBB6158-1527-4574-8194-9A605CD11583}" type="presParOf" srcId="{2DD2CEEF-E2E3-404B-9928-2E8B6263CE15}" destId="{44F46352-8D20-4D0B-84FE-D207073F28D8}" srcOrd="1" destOrd="0" presId="urn:microsoft.com/office/officeart/2005/8/layout/radial4"/>
    <dgm:cxn modelId="{9C1378B4-778A-4043-8FF5-3EA2A52892AF}" type="presParOf" srcId="{2DD2CEEF-E2E3-404B-9928-2E8B6263CE15}" destId="{44B267A5-861E-4BD2-B7C3-3585283ACF87}" srcOrd="2" destOrd="0" presId="urn:microsoft.com/office/officeart/2005/8/layout/radial4"/>
    <dgm:cxn modelId="{6DCD9A23-9F63-4D7A-B4CF-E70CE8066D92}" type="presParOf" srcId="{2DD2CEEF-E2E3-404B-9928-2E8B6263CE15}" destId="{735F1A0A-3E93-421D-AA7A-D127A9D11242}" srcOrd="3" destOrd="0" presId="urn:microsoft.com/office/officeart/2005/8/layout/radial4"/>
    <dgm:cxn modelId="{35D90DCF-EC2A-49DA-B59E-F82B71E3497E}" type="presParOf" srcId="{2DD2CEEF-E2E3-404B-9928-2E8B6263CE15}" destId="{C06DEC3A-1D1E-4D10-8FCC-DB18046D0D0E}" srcOrd="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4652B26A-CBB2-4D1A-BFD5-707586884A22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4218A2-C755-4F5B-AEB7-365771895F31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200" dirty="0" smtClean="0"/>
            <a:t>GP1: Plan the process</a:t>
          </a:r>
          <a:endParaRPr lang="en-US" sz="2200" dirty="0"/>
        </a:p>
      </dgm:t>
    </dgm:pt>
    <dgm:pt modelId="{1659E5B9-2B17-4CBF-8191-A0746B13CA18}" type="parTrans" cxnId="{397CB0A0-CAE2-4C68-8206-361208115B94}">
      <dgm:prSet/>
      <dgm:spPr/>
      <dgm:t>
        <a:bodyPr/>
        <a:lstStyle/>
        <a:p>
          <a:endParaRPr lang="en-US"/>
        </a:p>
      </dgm:t>
    </dgm:pt>
    <dgm:pt modelId="{69EB6651-6C0F-47F8-B6E2-424367BFCF14}" type="sibTrans" cxnId="{397CB0A0-CAE2-4C68-8206-361208115B94}">
      <dgm:prSet/>
      <dgm:spPr/>
      <dgm:t>
        <a:bodyPr/>
        <a:lstStyle/>
        <a:p>
          <a:endParaRPr lang="en-US"/>
        </a:p>
      </dgm:t>
    </dgm:pt>
    <dgm:pt modelId="{DAEC03BB-D96C-4B63-95E3-086447D7A3AA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200" dirty="0" smtClean="0"/>
            <a:t>GP2: Provide resources</a:t>
          </a:r>
          <a:endParaRPr lang="en-US" sz="2200" dirty="0"/>
        </a:p>
      </dgm:t>
    </dgm:pt>
    <dgm:pt modelId="{F4042D65-375C-448F-8094-4C00A0B31059}" type="parTrans" cxnId="{61240480-15B2-43BC-BE2F-C6B7F1820989}">
      <dgm:prSet/>
      <dgm:spPr/>
      <dgm:t>
        <a:bodyPr/>
        <a:lstStyle/>
        <a:p>
          <a:endParaRPr lang="en-US"/>
        </a:p>
      </dgm:t>
    </dgm:pt>
    <dgm:pt modelId="{3A09D0A0-5174-4027-A2FD-FEC1FF00E1DD}" type="sibTrans" cxnId="{61240480-15B2-43BC-BE2F-C6B7F1820989}">
      <dgm:prSet/>
      <dgm:spPr/>
      <dgm:t>
        <a:bodyPr/>
        <a:lstStyle/>
        <a:p>
          <a:endParaRPr lang="en-US"/>
        </a:p>
      </dgm:t>
    </dgm:pt>
    <dgm:pt modelId="{332143CA-F5D6-403B-9710-AEB6130D4AEF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200" dirty="0" smtClean="0"/>
            <a:t>GP3: Assign responsibility</a:t>
          </a:r>
          <a:endParaRPr lang="en-US" sz="2200" dirty="0"/>
        </a:p>
      </dgm:t>
    </dgm:pt>
    <dgm:pt modelId="{A12BF3A2-D107-493F-A218-6DF8F64E48F7}" type="sibTrans" cxnId="{E19DE463-E361-4007-A60B-EEFEB9464891}">
      <dgm:prSet/>
      <dgm:spPr/>
      <dgm:t>
        <a:bodyPr/>
        <a:lstStyle/>
        <a:p>
          <a:endParaRPr lang="en-US"/>
        </a:p>
      </dgm:t>
    </dgm:pt>
    <dgm:pt modelId="{1ED01D43-E7BD-40BD-8489-223C7FE5AB53}" type="parTrans" cxnId="{E19DE463-E361-4007-A60B-EEFEB9464891}">
      <dgm:prSet/>
      <dgm:spPr/>
      <dgm:t>
        <a:bodyPr/>
        <a:lstStyle/>
        <a:p>
          <a:endParaRPr lang="en-US"/>
        </a:p>
      </dgm:t>
    </dgm:pt>
    <dgm:pt modelId="{B952B138-B4F0-4D70-B2C7-A8833B39B81D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200" dirty="0" smtClean="0"/>
            <a:t>Generic Goal 2: Institutionalize a Managed Process</a:t>
          </a:r>
          <a:endParaRPr lang="en-US" sz="2200" dirty="0"/>
        </a:p>
      </dgm:t>
    </dgm:pt>
    <dgm:pt modelId="{98A0B01B-4B61-41D0-A315-63766785624D}" type="parTrans" cxnId="{6EFAF0F6-317B-4A94-9875-DC62667FD0BD}">
      <dgm:prSet/>
      <dgm:spPr/>
      <dgm:t>
        <a:bodyPr/>
        <a:lstStyle/>
        <a:p>
          <a:endParaRPr lang="en-US"/>
        </a:p>
      </dgm:t>
    </dgm:pt>
    <dgm:pt modelId="{58DB7123-5278-4773-9128-60D36422541C}" type="sibTrans" cxnId="{6EFAF0F6-317B-4A94-9875-DC62667FD0BD}">
      <dgm:prSet/>
      <dgm:spPr/>
      <dgm:t>
        <a:bodyPr/>
        <a:lstStyle/>
        <a:p>
          <a:endParaRPr lang="en-US"/>
        </a:p>
      </dgm:t>
    </dgm:pt>
    <dgm:pt modelId="{2DD2CEEF-E2E3-404B-9928-2E8B6263CE15}" type="pres">
      <dgm:prSet presAssocID="{4652B26A-CBB2-4D1A-BFD5-707586884A22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54505DE-B927-4598-97BF-EAC7380B5755}" type="pres">
      <dgm:prSet presAssocID="{B952B138-B4F0-4D70-B2C7-A8833B39B81D}" presName="centerShape" presStyleLbl="node0" presStyleIdx="0" presStyleCnt="1" custScaleX="212252" custScaleY="96814"/>
      <dgm:spPr/>
      <dgm:t>
        <a:bodyPr/>
        <a:lstStyle/>
        <a:p>
          <a:endParaRPr lang="en-US"/>
        </a:p>
      </dgm:t>
    </dgm:pt>
    <dgm:pt modelId="{44F46352-8D20-4D0B-84FE-D207073F28D8}" type="pres">
      <dgm:prSet presAssocID="{1659E5B9-2B17-4CBF-8191-A0746B13CA18}" presName="parTrans" presStyleLbl="bgSibTrans2D1" presStyleIdx="0" presStyleCnt="3"/>
      <dgm:spPr/>
      <dgm:t>
        <a:bodyPr/>
        <a:lstStyle/>
        <a:p>
          <a:endParaRPr lang="en-US"/>
        </a:p>
      </dgm:t>
    </dgm:pt>
    <dgm:pt modelId="{44B267A5-861E-4BD2-B7C3-3585283ACF87}" type="pres">
      <dgm:prSet presAssocID="{D44218A2-C755-4F5B-AEB7-365771895F31}" presName="node" presStyleLbl="node1" presStyleIdx="0" presStyleCnt="3" custScaleX="162249" custRadScaleRad="151379" custRadScaleInc="-1046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8CF474-E6D4-47E6-ACF9-36C7F5B5925E}" type="pres">
      <dgm:prSet presAssocID="{F4042D65-375C-448F-8094-4C00A0B31059}" presName="parTrans" presStyleLbl="bgSibTrans2D1" presStyleIdx="1" presStyleCnt="3"/>
      <dgm:spPr/>
      <dgm:t>
        <a:bodyPr/>
        <a:lstStyle/>
        <a:p>
          <a:endParaRPr lang="en-US"/>
        </a:p>
      </dgm:t>
    </dgm:pt>
    <dgm:pt modelId="{C8C742E8-DA18-4732-B61C-50CE03A75F64}" type="pres">
      <dgm:prSet presAssocID="{DAEC03BB-D96C-4B63-95E3-086447D7A3AA}" presName="node" presStyleLbl="node1" presStyleIdx="1" presStyleCnt="3" custScaleX="164065" custRadScaleRad="88807" custRadScaleInc="526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5F1A0A-3E93-421D-AA7A-D127A9D11242}" type="pres">
      <dgm:prSet presAssocID="{1ED01D43-E7BD-40BD-8489-223C7FE5AB53}" presName="parTrans" presStyleLbl="bgSibTrans2D1" presStyleIdx="2" presStyleCnt="3"/>
      <dgm:spPr/>
      <dgm:t>
        <a:bodyPr/>
        <a:lstStyle/>
        <a:p>
          <a:endParaRPr lang="en-US"/>
        </a:p>
      </dgm:t>
    </dgm:pt>
    <dgm:pt modelId="{C06DEC3A-1D1E-4D10-8FCC-DB18046D0D0E}" type="pres">
      <dgm:prSet presAssocID="{332143CA-F5D6-403B-9710-AEB6130D4AEF}" presName="node" presStyleLbl="node1" presStyleIdx="2" presStyleCnt="3" custScaleX="157565" custRadScaleRad="167195" custRadScaleInc="76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465E9DA-0A92-4A94-B8BF-5F8F1E3171D7}" type="presOf" srcId="{1ED01D43-E7BD-40BD-8489-223C7FE5AB53}" destId="{735F1A0A-3E93-421D-AA7A-D127A9D11242}" srcOrd="0" destOrd="0" presId="urn:microsoft.com/office/officeart/2005/8/layout/radial4"/>
    <dgm:cxn modelId="{61240480-15B2-43BC-BE2F-C6B7F1820989}" srcId="{B952B138-B4F0-4D70-B2C7-A8833B39B81D}" destId="{DAEC03BB-D96C-4B63-95E3-086447D7A3AA}" srcOrd="1" destOrd="0" parTransId="{F4042D65-375C-448F-8094-4C00A0B31059}" sibTransId="{3A09D0A0-5174-4027-A2FD-FEC1FF00E1DD}"/>
    <dgm:cxn modelId="{02730D47-B109-4267-A4E3-576428DE3A97}" type="presOf" srcId="{F4042D65-375C-448F-8094-4C00A0B31059}" destId="{E68CF474-E6D4-47E6-ACF9-36C7F5B5925E}" srcOrd="0" destOrd="0" presId="urn:microsoft.com/office/officeart/2005/8/layout/radial4"/>
    <dgm:cxn modelId="{845B74F2-3A42-44E5-B811-1B88DAF8F860}" type="presOf" srcId="{1659E5B9-2B17-4CBF-8191-A0746B13CA18}" destId="{44F46352-8D20-4D0B-84FE-D207073F28D8}" srcOrd="0" destOrd="0" presId="urn:microsoft.com/office/officeart/2005/8/layout/radial4"/>
    <dgm:cxn modelId="{397CB0A0-CAE2-4C68-8206-361208115B94}" srcId="{B952B138-B4F0-4D70-B2C7-A8833B39B81D}" destId="{D44218A2-C755-4F5B-AEB7-365771895F31}" srcOrd="0" destOrd="0" parTransId="{1659E5B9-2B17-4CBF-8191-A0746B13CA18}" sibTransId="{69EB6651-6C0F-47F8-B6E2-424367BFCF14}"/>
    <dgm:cxn modelId="{00D61BBA-32EC-43E6-A966-8F6EEBE14428}" type="presOf" srcId="{D44218A2-C755-4F5B-AEB7-365771895F31}" destId="{44B267A5-861E-4BD2-B7C3-3585283ACF87}" srcOrd="0" destOrd="0" presId="urn:microsoft.com/office/officeart/2005/8/layout/radial4"/>
    <dgm:cxn modelId="{63B58AAC-8056-41E0-BEA7-46E9CDB4662A}" type="presOf" srcId="{DAEC03BB-D96C-4B63-95E3-086447D7A3AA}" destId="{C8C742E8-DA18-4732-B61C-50CE03A75F64}" srcOrd="0" destOrd="0" presId="urn:microsoft.com/office/officeart/2005/8/layout/radial4"/>
    <dgm:cxn modelId="{208E7A39-60C0-4821-8A3B-63B73351511B}" type="presOf" srcId="{4652B26A-CBB2-4D1A-BFD5-707586884A22}" destId="{2DD2CEEF-E2E3-404B-9928-2E8B6263CE15}" srcOrd="0" destOrd="0" presId="urn:microsoft.com/office/officeart/2005/8/layout/radial4"/>
    <dgm:cxn modelId="{E19DE463-E361-4007-A60B-EEFEB9464891}" srcId="{B952B138-B4F0-4D70-B2C7-A8833B39B81D}" destId="{332143CA-F5D6-403B-9710-AEB6130D4AEF}" srcOrd="2" destOrd="0" parTransId="{1ED01D43-E7BD-40BD-8489-223C7FE5AB53}" sibTransId="{A12BF3A2-D107-493F-A218-6DF8F64E48F7}"/>
    <dgm:cxn modelId="{4913E442-0139-46E5-9601-5687A925821A}" type="presOf" srcId="{B952B138-B4F0-4D70-B2C7-A8833B39B81D}" destId="{854505DE-B927-4598-97BF-EAC7380B5755}" srcOrd="0" destOrd="0" presId="urn:microsoft.com/office/officeart/2005/8/layout/radial4"/>
    <dgm:cxn modelId="{083A0E71-37C8-48EA-8BEF-EC9CC9FAC13D}" type="presOf" srcId="{332143CA-F5D6-403B-9710-AEB6130D4AEF}" destId="{C06DEC3A-1D1E-4D10-8FCC-DB18046D0D0E}" srcOrd="0" destOrd="0" presId="urn:microsoft.com/office/officeart/2005/8/layout/radial4"/>
    <dgm:cxn modelId="{6EFAF0F6-317B-4A94-9875-DC62667FD0BD}" srcId="{4652B26A-CBB2-4D1A-BFD5-707586884A22}" destId="{B952B138-B4F0-4D70-B2C7-A8833B39B81D}" srcOrd="0" destOrd="0" parTransId="{98A0B01B-4B61-41D0-A315-63766785624D}" sibTransId="{58DB7123-5278-4773-9128-60D36422541C}"/>
    <dgm:cxn modelId="{53B1BB2E-0BFE-4429-8BF0-698D98AD216F}" type="presParOf" srcId="{2DD2CEEF-E2E3-404B-9928-2E8B6263CE15}" destId="{854505DE-B927-4598-97BF-EAC7380B5755}" srcOrd="0" destOrd="0" presId="urn:microsoft.com/office/officeart/2005/8/layout/radial4"/>
    <dgm:cxn modelId="{761D1D4E-C507-4C07-8637-037163F6AD69}" type="presParOf" srcId="{2DD2CEEF-E2E3-404B-9928-2E8B6263CE15}" destId="{44F46352-8D20-4D0B-84FE-D207073F28D8}" srcOrd="1" destOrd="0" presId="urn:microsoft.com/office/officeart/2005/8/layout/radial4"/>
    <dgm:cxn modelId="{0CABACA1-C52D-4883-8971-5999263F09D5}" type="presParOf" srcId="{2DD2CEEF-E2E3-404B-9928-2E8B6263CE15}" destId="{44B267A5-861E-4BD2-B7C3-3585283ACF87}" srcOrd="2" destOrd="0" presId="urn:microsoft.com/office/officeart/2005/8/layout/radial4"/>
    <dgm:cxn modelId="{D1BB4028-A394-4F0E-BF55-D75D183DA58D}" type="presParOf" srcId="{2DD2CEEF-E2E3-404B-9928-2E8B6263CE15}" destId="{E68CF474-E6D4-47E6-ACF9-36C7F5B5925E}" srcOrd="3" destOrd="0" presId="urn:microsoft.com/office/officeart/2005/8/layout/radial4"/>
    <dgm:cxn modelId="{25E98152-833F-4EF9-A00C-6D29F4D7CE58}" type="presParOf" srcId="{2DD2CEEF-E2E3-404B-9928-2E8B6263CE15}" destId="{C8C742E8-DA18-4732-B61C-50CE03A75F64}" srcOrd="4" destOrd="0" presId="urn:microsoft.com/office/officeart/2005/8/layout/radial4"/>
    <dgm:cxn modelId="{F386D4F3-32CE-4317-8FF3-FCE41DE65300}" type="presParOf" srcId="{2DD2CEEF-E2E3-404B-9928-2E8B6263CE15}" destId="{735F1A0A-3E93-421D-AA7A-D127A9D11242}" srcOrd="5" destOrd="0" presId="urn:microsoft.com/office/officeart/2005/8/layout/radial4"/>
    <dgm:cxn modelId="{42B429AF-D5CD-4ACE-8889-4F180A280B71}" type="presParOf" srcId="{2DD2CEEF-E2E3-404B-9928-2E8B6263CE15}" destId="{C06DEC3A-1D1E-4D10-8FCC-DB18046D0D0E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01481D25-8C49-467E-9E6C-9A142EA6FF2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5E79BE-4A14-4697-AECF-A9862A3EE807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400" dirty="0" smtClean="0"/>
            <a:t>Commitment to Perform (CO)</a:t>
          </a:r>
          <a:endParaRPr lang="en-US" sz="2400" dirty="0"/>
        </a:p>
      </dgm:t>
    </dgm:pt>
    <dgm:pt modelId="{D0D4E4A3-077C-4DFB-B58C-28F62D12D7F8}" type="parTrans" cxnId="{B7D95939-FB46-4BAC-8432-C490CC8A2CD0}">
      <dgm:prSet/>
      <dgm:spPr/>
      <dgm:t>
        <a:bodyPr/>
        <a:lstStyle/>
        <a:p>
          <a:endParaRPr lang="en-US"/>
        </a:p>
      </dgm:t>
    </dgm:pt>
    <dgm:pt modelId="{22986CF1-4249-42B6-8D90-95378880C1F2}" type="sibTrans" cxnId="{B7D95939-FB46-4BAC-8432-C490CC8A2CD0}">
      <dgm:prSet/>
      <dgm:spPr/>
      <dgm:t>
        <a:bodyPr/>
        <a:lstStyle/>
        <a:p>
          <a:endParaRPr lang="en-US"/>
        </a:p>
      </dgm:t>
    </dgm:pt>
    <dgm:pt modelId="{E659D19B-26C8-4DA6-A0CB-C555A13A8FD5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400" dirty="0" smtClean="0"/>
            <a:t>Ability to Perform (AB)</a:t>
          </a:r>
          <a:endParaRPr lang="en-US" sz="2400" dirty="0"/>
        </a:p>
      </dgm:t>
    </dgm:pt>
    <dgm:pt modelId="{D1534169-3280-4291-842F-42E5819FE3E7}" type="parTrans" cxnId="{B825029D-7AD2-415D-B776-96EC44330903}">
      <dgm:prSet/>
      <dgm:spPr/>
      <dgm:t>
        <a:bodyPr/>
        <a:lstStyle/>
        <a:p>
          <a:endParaRPr lang="en-US"/>
        </a:p>
      </dgm:t>
    </dgm:pt>
    <dgm:pt modelId="{44AD6A84-38DC-4021-B3F2-1BF60D57B9AA}" type="sibTrans" cxnId="{B825029D-7AD2-415D-B776-96EC44330903}">
      <dgm:prSet/>
      <dgm:spPr/>
      <dgm:t>
        <a:bodyPr/>
        <a:lstStyle/>
        <a:p>
          <a:endParaRPr lang="en-US"/>
        </a:p>
      </dgm:t>
    </dgm:pt>
    <dgm:pt modelId="{027228D1-D4A6-4745-9BBA-4BC4C1EFD198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400" dirty="0" smtClean="0"/>
            <a:t>Directing Implementation (DI)</a:t>
          </a:r>
          <a:endParaRPr lang="en-US" sz="2400" dirty="0"/>
        </a:p>
      </dgm:t>
    </dgm:pt>
    <dgm:pt modelId="{97984139-0383-4855-B122-F65534B8AA13}" type="parTrans" cxnId="{48149071-C908-43DF-8FBF-88EF11579DC2}">
      <dgm:prSet/>
      <dgm:spPr/>
      <dgm:t>
        <a:bodyPr/>
        <a:lstStyle/>
        <a:p>
          <a:endParaRPr lang="en-US"/>
        </a:p>
      </dgm:t>
    </dgm:pt>
    <dgm:pt modelId="{01B1AE83-3A7E-4A6F-86CA-423B365C3153}" type="sibTrans" cxnId="{48149071-C908-43DF-8FBF-88EF11579DC2}">
      <dgm:prSet/>
      <dgm:spPr/>
      <dgm:t>
        <a:bodyPr/>
        <a:lstStyle/>
        <a:p>
          <a:endParaRPr lang="en-US"/>
        </a:p>
      </dgm:t>
    </dgm:pt>
    <dgm:pt modelId="{47B6566F-4553-4696-8F5C-B29AA8BA25F0}">
      <dgm:prSet phldrT="[Text]" custT="1"/>
      <dgm:spPr>
        <a:solidFill>
          <a:schemeClr val="accent5"/>
        </a:solidFill>
      </dgm:spPr>
      <dgm:t>
        <a:bodyPr/>
        <a:lstStyle/>
        <a:p>
          <a:r>
            <a:rPr lang="en-US" sz="2400" dirty="0" smtClean="0"/>
            <a:t>Verifying Implementation (VE)</a:t>
          </a:r>
          <a:endParaRPr lang="en-US" sz="2400" dirty="0"/>
        </a:p>
      </dgm:t>
    </dgm:pt>
    <dgm:pt modelId="{EA33F1F3-C62E-4D05-ABA9-A4EC94BE8552}" type="parTrans" cxnId="{71B97C12-2B14-475D-823F-8AD770692F0F}">
      <dgm:prSet/>
      <dgm:spPr/>
      <dgm:t>
        <a:bodyPr/>
        <a:lstStyle/>
        <a:p>
          <a:endParaRPr lang="en-US"/>
        </a:p>
      </dgm:t>
    </dgm:pt>
    <dgm:pt modelId="{ACA52AE8-6B39-4B1E-B8B8-5612A7E52C0D}" type="sibTrans" cxnId="{71B97C12-2B14-475D-823F-8AD770692F0F}">
      <dgm:prSet/>
      <dgm:spPr/>
      <dgm:t>
        <a:bodyPr/>
        <a:lstStyle/>
        <a:p>
          <a:endParaRPr lang="en-US"/>
        </a:p>
      </dgm:t>
    </dgm:pt>
    <dgm:pt modelId="{748F8659-CA41-4C43-AFF2-22173ED4CBF2}" type="pres">
      <dgm:prSet presAssocID="{01481D25-8C49-467E-9E6C-9A142EA6FF2E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2D3CB83-A943-424D-BB9A-1443274BAFD3}" type="pres">
      <dgm:prSet presAssocID="{705E79BE-4A14-4697-AECF-A9862A3EE807}" presName="parentLin" presStyleCnt="0"/>
      <dgm:spPr/>
    </dgm:pt>
    <dgm:pt modelId="{300C2F80-0641-45D5-AF4D-ACE313AB0453}" type="pres">
      <dgm:prSet presAssocID="{705E79BE-4A14-4697-AECF-A9862A3EE807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9303A6B0-4468-4D3B-ABE0-37078ADCCCC1}" type="pres">
      <dgm:prSet presAssocID="{705E79BE-4A14-4697-AECF-A9862A3EE807}" presName="parentText" presStyleLbl="node1" presStyleIdx="0" presStyleCnt="4" custLinFactNeighborY="-111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060A19-4706-4291-BB94-19BCDE54F6C7}" type="pres">
      <dgm:prSet presAssocID="{705E79BE-4A14-4697-AECF-A9862A3EE807}" presName="negativeSpace" presStyleCnt="0"/>
      <dgm:spPr/>
    </dgm:pt>
    <dgm:pt modelId="{B979C88E-F4C6-4259-BE83-03D413C08075}" type="pres">
      <dgm:prSet presAssocID="{705E79BE-4A14-4697-AECF-A9862A3EE807}" presName="childText" presStyleLbl="conFgAcc1" presStyleIdx="0" presStyleCnt="4">
        <dgm:presLayoutVars>
          <dgm:bulletEnabled val="1"/>
        </dgm:presLayoutVars>
      </dgm:prSet>
      <dgm:spPr/>
    </dgm:pt>
    <dgm:pt modelId="{9F07B852-D54A-4584-8171-722DD8D29591}" type="pres">
      <dgm:prSet presAssocID="{22986CF1-4249-42B6-8D90-95378880C1F2}" presName="spaceBetweenRectangles" presStyleCnt="0"/>
      <dgm:spPr/>
    </dgm:pt>
    <dgm:pt modelId="{B534926F-E536-4ADA-8729-5D1132E4B60F}" type="pres">
      <dgm:prSet presAssocID="{E659D19B-26C8-4DA6-A0CB-C555A13A8FD5}" presName="parentLin" presStyleCnt="0"/>
      <dgm:spPr/>
    </dgm:pt>
    <dgm:pt modelId="{F27A7D60-94B3-4745-AECA-BC50BA030CEB}" type="pres">
      <dgm:prSet presAssocID="{E659D19B-26C8-4DA6-A0CB-C555A13A8FD5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3FA756FA-0EB6-411D-82FA-D36581BBC320}" type="pres">
      <dgm:prSet presAssocID="{E659D19B-26C8-4DA6-A0CB-C555A13A8FD5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115CF0-D828-48CB-A2A2-186F77A13374}" type="pres">
      <dgm:prSet presAssocID="{E659D19B-26C8-4DA6-A0CB-C555A13A8FD5}" presName="negativeSpace" presStyleCnt="0"/>
      <dgm:spPr/>
    </dgm:pt>
    <dgm:pt modelId="{DEEA165C-6E13-47C9-9414-4E0D6851F4AC}" type="pres">
      <dgm:prSet presAssocID="{E659D19B-26C8-4DA6-A0CB-C555A13A8FD5}" presName="childText" presStyleLbl="conFgAcc1" presStyleIdx="1" presStyleCnt="4">
        <dgm:presLayoutVars>
          <dgm:bulletEnabled val="1"/>
        </dgm:presLayoutVars>
      </dgm:prSet>
      <dgm:spPr/>
    </dgm:pt>
    <dgm:pt modelId="{770936A7-8FE9-4E4A-A924-1D315993D4DA}" type="pres">
      <dgm:prSet presAssocID="{44AD6A84-38DC-4021-B3F2-1BF60D57B9AA}" presName="spaceBetweenRectangles" presStyleCnt="0"/>
      <dgm:spPr/>
    </dgm:pt>
    <dgm:pt modelId="{4B28D725-9E59-4D9F-AE35-31409A92E2AB}" type="pres">
      <dgm:prSet presAssocID="{027228D1-D4A6-4745-9BBA-4BC4C1EFD198}" presName="parentLin" presStyleCnt="0"/>
      <dgm:spPr/>
    </dgm:pt>
    <dgm:pt modelId="{EFECD173-6BC0-4A41-A52A-16ABA8CDE376}" type="pres">
      <dgm:prSet presAssocID="{027228D1-D4A6-4745-9BBA-4BC4C1EFD198}" presName="parentLeftMargin" presStyleLbl="node1" presStyleIdx="1" presStyleCnt="4"/>
      <dgm:spPr/>
      <dgm:t>
        <a:bodyPr/>
        <a:lstStyle/>
        <a:p>
          <a:endParaRPr lang="en-US"/>
        </a:p>
      </dgm:t>
    </dgm:pt>
    <dgm:pt modelId="{8139AC6C-E887-4D13-BF80-0CFB713EC9FD}" type="pres">
      <dgm:prSet presAssocID="{027228D1-D4A6-4745-9BBA-4BC4C1EFD19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7C0BC3-BEB4-476B-85F3-0B13425AE4B2}" type="pres">
      <dgm:prSet presAssocID="{027228D1-D4A6-4745-9BBA-4BC4C1EFD198}" presName="negativeSpace" presStyleCnt="0"/>
      <dgm:spPr/>
    </dgm:pt>
    <dgm:pt modelId="{E1C5AEB6-5A69-407F-BC2E-E339A2277929}" type="pres">
      <dgm:prSet presAssocID="{027228D1-D4A6-4745-9BBA-4BC4C1EFD198}" presName="childText" presStyleLbl="conFgAcc1" presStyleIdx="2" presStyleCnt="4">
        <dgm:presLayoutVars>
          <dgm:bulletEnabled val="1"/>
        </dgm:presLayoutVars>
      </dgm:prSet>
      <dgm:spPr/>
    </dgm:pt>
    <dgm:pt modelId="{F6BC8543-A0BB-4F56-A196-F173DD085111}" type="pres">
      <dgm:prSet presAssocID="{01B1AE83-3A7E-4A6F-86CA-423B365C3153}" presName="spaceBetweenRectangles" presStyleCnt="0"/>
      <dgm:spPr/>
    </dgm:pt>
    <dgm:pt modelId="{FEE656C0-4B8F-4871-A699-EBAF3D34FF1B}" type="pres">
      <dgm:prSet presAssocID="{47B6566F-4553-4696-8F5C-B29AA8BA25F0}" presName="parentLin" presStyleCnt="0"/>
      <dgm:spPr/>
    </dgm:pt>
    <dgm:pt modelId="{0D9959B6-1082-4954-9681-4DAF376F3E71}" type="pres">
      <dgm:prSet presAssocID="{47B6566F-4553-4696-8F5C-B29AA8BA25F0}" presName="parentLeftMargin" presStyleLbl="node1" presStyleIdx="2" presStyleCnt="4"/>
      <dgm:spPr/>
      <dgm:t>
        <a:bodyPr/>
        <a:lstStyle/>
        <a:p>
          <a:endParaRPr lang="en-US"/>
        </a:p>
      </dgm:t>
    </dgm:pt>
    <dgm:pt modelId="{F9BD6A49-1EBF-4D5F-B348-F0D74FCDF6DF}" type="pres">
      <dgm:prSet presAssocID="{47B6566F-4553-4696-8F5C-B29AA8BA25F0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F3974A-4405-44B8-A037-B416AB7FF626}" type="pres">
      <dgm:prSet presAssocID="{47B6566F-4553-4696-8F5C-B29AA8BA25F0}" presName="negativeSpace" presStyleCnt="0"/>
      <dgm:spPr/>
    </dgm:pt>
    <dgm:pt modelId="{BC7E964A-348C-4368-A7E4-F5FFE4A0564E}" type="pres">
      <dgm:prSet presAssocID="{47B6566F-4553-4696-8F5C-B29AA8BA25F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1B97C12-2B14-475D-823F-8AD770692F0F}" srcId="{01481D25-8C49-467E-9E6C-9A142EA6FF2E}" destId="{47B6566F-4553-4696-8F5C-B29AA8BA25F0}" srcOrd="3" destOrd="0" parTransId="{EA33F1F3-C62E-4D05-ABA9-A4EC94BE8552}" sibTransId="{ACA52AE8-6B39-4B1E-B8B8-5612A7E52C0D}"/>
    <dgm:cxn modelId="{3DD283D1-8714-4424-B880-8D7F7A852A47}" type="presOf" srcId="{01481D25-8C49-467E-9E6C-9A142EA6FF2E}" destId="{748F8659-CA41-4C43-AFF2-22173ED4CBF2}" srcOrd="0" destOrd="0" presId="urn:microsoft.com/office/officeart/2005/8/layout/list1"/>
    <dgm:cxn modelId="{442F41A7-7D63-4C71-B035-CEA48AECCA61}" type="presOf" srcId="{027228D1-D4A6-4745-9BBA-4BC4C1EFD198}" destId="{EFECD173-6BC0-4A41-A52A-16ABA8CDE376}" srcOrd="0" destOrd="0" presId="urn:microsoft.com/office/officeart/2005/8/layout/list1"/>
    <dgm:cxn modelId="{185AD27C-4A86-47E3-BD8C-12AB33E8EB3D}" type="presOf" srcId="{027228D1-D4A6-4745-9BBA-4BC4C1EFD198}" destId="{8139AC6C-E887-4D13-BF80-0CFB713EC9FD}" srcOrd="1" destOrd="0" presId="urn:microsoft.com/office/officeart/2005/8/layout/list1"/>
    <dgm:cxn modelId="{5FFDFA5A-2010-461A-B3C9-9F26C0C425BD}" type="presOf" srcId="{47B6566F-4553-4696-8F5C-B29AA8BA25F0}" destId="{F9BD6A49-1EBF-4D5F-B348-F0D74FCDF6DF}" srcOrd="1" destOrd="0" presId="urn:microsoft.com/office/officeart/2005/8/layout/list1"/>
    <dgm:cxn modelId="{B825029D-7AD2-415D-B776-96EC44330903}" srcId="{01481D25-8C49-467E-9E6C-9A142EA6FF2E}" destId="{E659D19B-26C8-4DA6-A0CB-C555A13A8FD5}" srcOrd="1" destOrd="0" parTransId="{D1534169-3280-4291-842F-42E5819FE3E7}" sibTransId="{44AD6A84-38DC-4021-B3F2-1BF60D57B9AA}"/>
    <dgm:cxn modelId="{3EE97E5F-DF5A-481E-9041-3C0124237D1D}" type="presOf" srcId="{E659D19B-26C8-4DA6-A0CB-C555A13A8FD5}" destId="{F27A7D60-94B3-4745-AECA-BC50BA030CEB}" srcOrd="0" destOrd="0" presId="urn:microsoft.com/office/officeart/2005/8/layout/list1"/>
    <dgm:cxn modelId="{8A1FD585-248A-44E8-BFCF-A61F7187F5C5}" type="presOf" srcId="{47B6566F-4553-4696-8F5C-B29AA8BA25F0}" destId="{0D9959B6-1082-4954-9681-4DAF376F3E71}" srcOrd="0" destOrd="0" presId="urn:microsoft.com/office/officeart/2005/8/layout/list1"/>
    <dgm:cxn modelId="{5B8854A5-8ED3-4D12-A5DB-DC860107A643}" type="presOf" srcId="{E659D19B-26C8-4DA6-A0CB-C555A13A8FD5}" destId="{3FA756FA-0EB6-411D-82FA-D36581BBC320}" srcOrd="1" destOrd="0" presId="urn:microsoft.com/office/officeart/2005/8/layout/list1"/>
    <dgm:cxn modelId="{48149071-C908-43DF-8FBF-88EF11579DC2}" srcId="{01481D25-8C49-467E-9E6C-9A142EA6FF2E}" destId="{027228D1-D4A6-4745-9BBA-4BC4C1EFD198}" srcOrd="2" destOrd="0" parTransId="{97984139-0383-4855-B122-F65534B8AA13}" sibTransId="{01B1AE83-3A7E-4A6F-86CA-423B365C3153}"/>
    <dgm:cxn modelId="{B7D95939-FB46-4BAC-8432-C490CC8A2CD0}" srcId="{01481D25-8C49-467E-9E6C-9A142EA6FF2E}" destId="{705E79BE-4A14-4697-AECF-A9862A3EE807}" srcOrd="0" destOrd="0" parTransId="{D0D4E4A3-077C-4DFB-B58C-28F62D12D7F8}" sibTransId="{22986CF1-4249-42B6-8D90-95378880C1F2}"/>
    <dgm:cxn modelId="{D0A2B138-049B-45EA-91FD-03643866DA3B}" type="presOf" srcId="{705E79BE-4A14-4697-AECF-A9862A3EE807}" destId="{300C2F80-0641-45D5-AF4D-ACE313AB0453}" srcOrd="0" destOrd="0" presId="urn:microsoft.com/office/officeart/2005/8/layout/list1"/>
    <dgm:cxn modelId="{226B6928-D1A0-47E7-B4F3-3700048AD6FF}" type="presOf" srcId="{705E79BE-4A14-4697-AECF-A9862A3EE807}" destId="{9303A6B0-4468-4D3B-ABE0-37078ADCCCC1}" srcOrd="1" destOrd="0" presId="urn:microsoft.com/office/officeart/2005/8/layout/list1"/>
    <dgm:cxn modelId="{A36AF690-0879-45C3-81FB-6CDF0F8C161E}" type="presParOf" srcId="{748F8659-CA41-4C43-AFF2-22173ED4CBF2}" destId="{32D3CB83-A943-424D-BB9A-1443274BAFD3}" srcOrd="0" destOrd="0" presId="urn:microsoft.com/office/officeart/2005/8/layout/list1"/>
    <dgm:cxn modelId="{DAE646BB-DE83-4B39-B1E7-A573631878A7}" type="presParOf" srcId="{32D3CB83-A943-424D-BB9A-1443274BAFD3}" destId="{300C2F80-0641-45D5-AF4D-ACE313AB0453}" srcOrd="0" destOrd="0" presId="urn:microsoft.com/office/officeart/2005/8/layout/list1"/>
    <dgm:cxn modelId="{8645FB6C-7AC9-46A6-B396-7DD38CE9BB07}" type="presParOf" srcId="{32D3CB83-A943-424D-BB9A-1443274BAFD3}" destId="{9303A6B0-4468-4D3B-ABE0-37078ADCCCC1}" srcOrd="1" destOrd="0" presId="urn:microsoft.com/office/officeart/2005/8/layout/list1"/>
    <dgm:cxn modelId="{6882BDED-E2A8-423E-AC45-DAD841FDAF6E}" type="presParOf" srcId="{748F8659-CA41-4C43-AFF2-22173ED4CBF2}" destId="{B3060A19-4706-4291-BB94-19BCDE54F6C7}" srcOrd="1" destOrd="0" presId="urn:microsoft.com/office/officeart/2005/8/layout/list1"/>
    <dgm:cxn modelId="{8992451E-E0D0-49F5-9484-930731B5FA6F}" type="presParOf" srcId="{748F8659-CA41-4C43-AFF2-22173ED4CBF2}" destId="{B979C88E-F4C6-4259-BE83-03D413C08075}" srcOrd="2" destOrd="0" presId="urn:microsoft.com/office/officeart/2005/8/layout/list1"/>
    <dgm:cxn modelId="{FA718986-B72D-43A0-A48F-A9C28A8E12E4}" type="presParOf" srcId="{748F8659-CA41-4C43-AFF2-22173ED4CBF2}" destId="{9F07B852-D54A-4584-8171-722DD8D29591}" srcOrd="3" destOrd="0" presId="urn:microsoft.com/office/officeart/2005/8/layout/list1"/>
    <dgm:cxn modelId="{7A8EA704-DFF4-4674-AABC-786B12EFEFCB}" type="presParOf" srcId="{748F8659-CA41-4C43-AFF2-22173ED4CBF2}" destId="{B534926F-E536-4ADA-8729-5D1132E4B60F}" srcOrd="4" destOrd="0" presId="urn:microsoft.com/office/officeart/2005/8/layout/list1"/>
    <dgm:cxn modelId="{FB03B365-3BFE-4232-9BD0-A69EBC2ECBC8}" type="presParOf" srcId="{B534926F-E536-4ADA-8729-5D1132E4B60F}" destId="{F27A7D60-94B3-4745-AECA-BC50BA030CEB}" srcOrd="0" destOrd="0" presId="urn:microsoft.com/office/officeart/2005/8/layout/list1"/>
    <dgm:cxn modelId="{94E6DAAA-4AA4-4D62-A618-A02E2D9CAE73}" type="presParOf" srcId="{B534926F-E536-4ADA-8729-5D1132E4B60F}" destId="{3FA756FA-0EB6-411D-82FA-D36581BBC320}" srcOrd="1" destOrd="0" presId="urn:microsoft.com/office/officeart/2005/8/layout/list1"/>
    <dgm:cxn modelId="{CE2EE025-541B-4AEE-A351-AFFC673F894F}" type="presParOf" srcId="{748F8659-CA41-4C43-AFF2-22173ED4CBF2}" destId="{61115CF0-D828-48CB-A2A2-186F77A13374}" srcOrd="5" destOrd="0" presId="urn:microsoft.com/office/officeart/2005/8/layout/list1"/>
    <dgm:cxn modelId="{09459936-E928-45A6-96A9-E12F8D11BFBE}" type="presParOf" srcId="{748F8659-CA41-4C43-AFF2-22173ED4CBF2}" destId="{DEEA165C-6E13-47C9-9414-4E0D6851F4AC}" srcOrd="6" destOrd="0" presId="urn:microsoft.com/office/officeart/2005/8/layout/list1"/>
    <dgm:cxn modelId="{A0CAD3C5-F8B2-4C1B-A53E-A94AECC9ADE2}" type="presParOf" srcId="{748F8659-CA41-4C43-AFF2-22173ED4CBF2}" destId="{770936A7-8FE9-4E4A-A924-1D315993D4DA}" srcOrd="7" destOrd="0" presId="urn:microsoft.com/office/officeart/2005/8/layout/list1"/>
    <dgm:cxn modelId="{23302539-D0C3-4EAC-AEBD-AE81404CDC51}" type="presParOf" srcId="{748F8659-CA41-4C43-AFF2-22173ED4CBF2}" destId="{4B28D725-9E59-4D9F-AE35-31409A92E2AB}" srcOrd="8" destOrd="0" presId="urn:microsoft.com/office/officeart/2005/8/layout/list1"/>
    <dgm:cxn modelId="{DBF1003A-70AB-45B0-B498-33863DE4F138}" type="presParOf" srcId="{4B28D725-9E59-4D9F-AE35-31409A92E2AB}" destId="{EFECD173-6BC0-4A41-A52A-16ABA8CDE376}" srcOrd="0" destOrd="0" presId="urn:microsoft.com/office/officeart/2005/8/layout/list1"/>
    <dgm:cxn modelId="{3EBCB361-F4EE-43EA-81BA-A495D2AB1E95}" type="presParOf" srcId="{4B28D725-9E59-4D9F-AE35-31409A92E2AB}" destId="{8139AC6C-E887-4D13-BF80-0CFB713EC9FD}" srcOrd="1" destOrd="0" presId="urn:microsoft.com/office/officeart/2005/8/layout/list1"/>
    <dgm:cxn modelId="{07859099-1FF0-4616-A106-F32A1FB0F2B2}" type="presParOf" srcId="{748F8659-CA41-4C43-AFF2-22173ED4CBF2}" destId="{897C0BC3-BEB4-476B-85F3-0B13425AE4B2}" srcOrd="9" destOrd="0" presId="urn:microsoft.com/office/officeart/2005/8/layout/list1"/>
    <dgm:cxn modelId="{FC7B45A4-2E50-4B07-88FA-055E87188450}" type="presParOf" srcId="{748F8659-CA41-4C43-AFF2-22173ED4CBF2}" destId="{E1C5AEB6-5A69-407F-BC2E-E339A2277929}" srcOrd="10" destOrd="0" presId="urn:microsoft.com/office/officeart/2005/8/layout/list1"/>
    <dgm:cxn modelId="{DDF8CC90-5B20-4C71-B57E-4BE91F0FC423}" type="presParOf" srcId="{748F8659-CA41-4C43-AFF2-22173ED4CBF2}" destId="{F6BC8543-A0BB-4F56-A196-F173DD085111}" srcOrd="11" destOrd="0" presId="urn:microsoft.com/office/officeart/2005/8/layout/list1"/>
    <dgm:cxn modelId="{7D3C0D74-5ACB-464D-81A6-2063204684BB}" type="presParOf" srcId="{748F8659-CA41-4C43-AFF2-22173ED4CBF2}" destId="{FEE656C0-4B8F-4871-A699-EBAF3D34FF1B}" srcOrd="12" destOrd="0" presId="urn:microsoft.com/office/officeart/2005/8/layout/list1"/>
    <dgm:cxn modelId="{A3734320-B22A-4D8D-ADA4-FBF8FC97E295}" type="presParOf" srcId="{FEE656C0-4B8F-4871-A699-EBAF3D34FF1B}" destId="{0D9959B6-1082-4954-9681-4DAF376F3E71}" srcOrd="0" destOrd="0" presId="urn:microsoft.com/office/officeart/2005/8/layout/list1"/>
    <dgm:cxn modelId="{8E5F06E9-C63B-4D3C-AA9F-16E6F02E1E94}" type="presParOf" srcId="{FEE656C0-4B8F-4871-A699-EBAF3D34FF1B}" destId="{F9BD6A49-1EBF-4D5F-B348-F0D74FCDF6DF}" srcOrd="1" destOrd="0" presId="urn:microsoft.com/office/officeart/2005/8/layout/list1"/>
    <dgm:cxn modelId="{15431653-98DB-4ADA-8FE0-3CE0B16F6D86}" type="presParOf" srcId="{748F8659-CA41-4C43-AFF2-22173ED4CBF2}" destId="{13F3974A-4405-44B8-A037-B416AB7FF626}" srcOrd="13" destOrd="0" presId="urn:microsoft.com/office/officeart/2005/8/layout/list1"/>
    <dgm:cxn modelId="{3AF629DB-A491-4524-9EFD-CABDBA1CF3B6}" type="presParOf" srcId="{748F8659-CA41-4C43-AFF2-22173ED4CBF2}" destId="{BC7E964A-348C-4368-A7E4-F5FFE4A0564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5AE49F74-EB08-482F-ACF0-7638391E5A9F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</dgm:pt>
    <dgm:pt modelId="{C4E5430E-181E-4D20-86F0-9BCC8E39B432}">
      <dgm:prSet phldrT="[Text]" custT="1"/>
      <dgm:spPr/>
      <dgm:t>
        <a:bodyPr/>
        <a:lstStyle/>
        <a:p>
          <a:r>
            <a:rPr lang="en-US" sz="2200" dirty="0" smtClean="0">
              <a:solidFill>
                <a:schemeClr val="tx1"/>
              </a:solidFill>
            </a:rPr>
            <a:t>Capability Level 2: Managed</a:t>
          </a:r>
          <a:endParaRPr lang="en-US" sz="2200" dirty="0">
            <a:solidFill>
              <a:schemeClr val="tx1"/>
            </a:solidFill>
          </a:endParaRPr>
        </a:p>
      </dgm:t>
    </dgm:pt>
    <dgm:pt modelId="{D6F38E55-F968-4D17-B00C-25D7816C5B0F}" type="parTrans" cxnId="{8903B671-3EB3-464E-8DAE-979DFC8122BD}">
      <dgm:prSet/>
      <dgm:spPr/>
      <dgm:t>
        <a:bodyPr/>
        <a:lstStyle/>
        <a:p>
          <a:endParaRPr lang="en-US"/>
        </a:p>
      </dgm:t>
    </dgm:pt>
    <dgm:pt modelId="{3C535CC7-D7AC-44A3-9437-FFD594CE66D4}" type="sibTrans" cxnId="{8903B671-3EB3-464E-8DAE-979DFC8122BD}">
      <dgm:prSet/>
      <dgm:spPr/>
      <dgm:t>
        <a:bodyPr/>
        <a:lstStyle/>
        <a:p>
          <a:endParaRPr lang="en-US"/>
        </a:p>
      </dgm:t>
    </dgm:pt>
    <dgm:pt modelId="{91B4B6FB-215B-43AB-8B1E-B029D67BC0E6}">
      <dgm:prSet phldrT="[Text]" custT="1"/>
      <dgm:spPr/>
      <dgm:t>
        <a:bodyPr/>
        <a:lstStyle/>
        <a:p>
          <a:r>
            <a:rPr lang="en-US" sz="2200" dirty="0" smtClean="0">
              <a:solidFill>
                <a:schemeClr val="tx1"/>
              </a:solidFill>
            </a:rPr>
            <a:t>Capability Level 1: Performed</a:t>
          </a:r>
          <a:endParaRPr lang="en-US" sz="2200" dirty="0">
            <a:solidFill>
              <a:schemeClr val="tx1"/>
            </a:solidFill>
          </a:endParaRPr>
        </a:p>
      </dgm:t>
    </dgm:pt>
    <dgm:pt modelId="{A31952AB-D5A6-4200-ACF4-6AD48AEA0006}" type="parTrans" cxnId="{5C8F7FF2-BEF9-4E47-B970-1A0FF75E8DFE}">
      <dgm:prSet/>
      <dgm:spPr/>
      <dgm:t>
        <a:bodyPr/>
        <a:lstStyle/>
        <a:p>
          <a:endParaRPr lang="en-US"/>
        </a:p>
      </dgm:t>
    </dgm:pt>
    <dgm:pt modelId="{7D0CC095-D388-40B4-94DE-761EB314D011}" type="sibTrans" cxnId="{5C8F7FF2-BEF9-4E47-B970-1A0FF75E8DFE}">
      <dgm:prSet/>
      <dgm:spPr/>
      <dgm:t>
        <a:bodyPr/>
        <a:lstStyle/>
        <a:p>
          <a:endParaRPr lang="en-US"/>
        </a:p>
      </dgm:t>
    </dgm:pt>
    <dgm:pt modelId="{E4E5A5E7-FA0F-4B89-ABCA-2B5AF4A7467F}">
      <dgm:prSet phldrT="[Text]" custT="1"/>
      <dgm:spPr/>
      <dgm:t>
        <a:bodyPr/>
        <a:lstStyle/>
        <a:p>
          <a:r>
            <a:rPr lang="en-US" sz="2200" dirty="0" smtClean="0">
              <a:solidFill>
                <a:schemeClr val="tx1"/>
              </a:solidFill>
            </a:rPr>
            <a:t>Capability Level 0: Incomplete</a:t>
          </a:r>
          <a:endParaRPr lang="en-US" sz="2200" dirty="0">
            <a:solidFill>
              <a:schemeClr val="tx1"/>
            </a:solidFill>
          </a:endParaRPr>
        </a:p>
      </dgm:t>
    </dgm:pt>
    <dgm:pt modelId="{87C4479F-A097-4164-BAF0-8D03E7BB5FCB}" type="parTrans" cxnId="{3A11F8F9-73F8-4B40-8030-9B2728B2FF58}">
      <dgm:prSet/>
      <dgm:spPr/>
      <dgm:t>
        <a:bodyPr/>
        <a:lstStyle/>
        <a:p>
          <a:endParaRPr lang="en-US"/>
        </a:p>
      </dgm:t>
    </dgm:pt>
    <dgm:pt modelId="{AED69493-3026-4192-9050-D306B10A0854}" type="sibTrans" cxnId="{3A11F8F9-73F8-4B40-8030-9B2728B2FF58}">
      <dgm:prSet/>
      <dgm:spPr/>
      <dgm:t>
        <a:bodyPr/>
        <a:lstStyle/>
        <a:p>
          <a:endParaRPr lang="en-US"/>
        </a:p>
      </dgm:t>
    </dgm:pt>
    <dgm:pt modelId="{A3A39376-ACCD-4C1D-AB24-F902329087E5}">
      <dgm:prSet phldrT="[Text]" custT="1"/>
      <dgm:spPr/>
      <dgm:t>
        <a:bodyPr/>
        <a:lstStyle/>
        <a:p>
          <a:r>
            <a:rPr lang="en-US" sz="2200" dirty="0" smtClean="0">
              <a:solidFill>
                <a:schemeClr val="tx1"/>
              </a:solidFill>
            </a:rPr>
            <a:t>Capability Level 3: Defined</a:t>
          </a:r>
          <a:endParaRPr lang="en-US" sz="2200" dirty="0">
            <a:solidFill>
              <a:schemeClr val="tx1"/>
            </a:solidFill>
          </a:endParaRPr>
        </a:p>
      </dgm:t>
    </dgm:pt>
    <dgm:pt modelId="{DEC8BA13-03F1-4B35-8AC8-2904EE9E9F81}" type="parTrans" cxnId="{923F1D40-B264-4547-9A94-65C25E9F207B}">
      <dgm:prSet/>
      <dgm:spPr/>
      <dgm:t>
        <a:bodyPr/>
        <a:lstStyle/>
        <a:p>
          <a:endParaRPr lang="en-US"/>
        </a:p>
      </dgm:t>
    </dgm:pt>
    <dgm:pt modelId="{AC46B283-18C0-4A1A-950A-457E58E96EF0}" type="sibTrans" cxnId="{923F1D40-B264-4547-9A94-65C25E9F207B}">
      <dgm:prSet/>
      <dgm:spPr/>
      <dgm:t>
        <a:bodyPr/>
        <a:lstStyle/>
        <a:p>
          <a:endParaRPr lang="en-US"/>
        </a:p>
      </dgm:t>
    </dgm:pt>
    <dgm:pt modelId="{AF5C962C-7489-4105-B1B8-A4EC3E7E3316}">
      <dgm:prSet phldrT="[Text]" custT="1"/>
      <dgm:spPr/>
      <dgm:t>
        <a:bodyPr/>
        <a:lstStyle/>
        <a:p>
          <a:r>
            <a:rPr lang="en-US" sz="2200" dirty="0" smtClean="0">
              <a:solidFill>
                <a:schemeClr val="tx1"/>
              </a:solidFill>
            </a:rPr>
            <a:t>Capability Level 4: Quantitatively Managed</a:t>
          </a:r>
          <a:endParaRPr lang="en-US" sz="2200" dirty="0">
            <a:solidFill>
              <a:schemeClr val="tx1"/>
            </a:solidFill>
          </a:endParaRPr>
        </a:p>
      </dgm:t>
    </dgm:pt>
    <dgm:pt modelId="{A2D047FF-DFE2-4C71-A13B-333624619804}" type="parTrans" cxnId="{6AA32F80-9AF6-4440-8A6C-F93A195BD76D}">
      <dgm:prSet/>
      <dgm:spPr/>
      <dgm:t>
        <a:bodyPr/>
        <a:lstStyle/>
        <a:p>
          <a:endParaRPr lang="en-US"/>
        </a:p>
      </dgm:t>
    </dgm:pt>
    <dgm:pt modelId="{30D9E695-F171-4B57-8DEB-79E634A43A97}" type="sibTrans" cxnId="{6AA32F80-9AF6-4440-8A6C-F93A195BD76D}">
      <dgm:prSet/>
      <dgm:spPr/>
      <dgm:t>
        <a:bodyPr/>
        <a:lstStyle/>
        <a:p>
          <a:endParaRPr lang="en-US"/>
        </a:p>
      </dgm:t>
    </dgm:pt>
    <dgm:pt modelId="{F25539D1-9126-45FB-95AC-6F1C2AA3D46C}">
      <dgm:prSet phldrT="[Text]" custT="1"/>
      <dgm:spPr/>
      <dgm:t>
        <a:bodyPr/>
        <a:lstStyle/>
        <a:p>
          <a:r>
            <a:rPr lang="en-US" sz="2200" dirty="0" smtClean="0">
              <a:solidFill>
                <a:schemeClr val="tx1"/>
              </a:solidFill>
            </a:rPr>
            <a:t>Capability Level 5: Optimizing</a:t>
          </a:r>
          <a:endParaRPr lang="en-US" sz="2200" dirty="0">
            <a:solidFill>
              <a:schemeClr val="tx1"/>
            </a:solidFill>
          </a:endParaRPr>
        </a:p>
      </dgm:t>
    </dgm:pt>
    <dgm:pt modelId="{B9DAE2F1-2E6D-4010-A1D0-BAEA5DA4B958}" type="parTrans" cxnId="{DA096088-E066-4DBC-8025-6665A3D38DFD}">
      <dgm:prSet/>
      <dgm:spPr/>
      <dgm:t>
        <a:bodyPr/>
        <a:lstStyle/>
        <a:p>
          <a:endParaRPr lang="en-US"/>
        </a:p>
      </dgm:t>
    </dgm:pt>
    <dgm:pt modelId="{5E4CB268-8278-47A8-B581-0A7DFC8C81C3}" type="sibTrans" cxnId="{DA096088-E066-4DBC-8025-6665A3D38DFD}">
      <dgm:prSet/>
      <dgm:spPr/>
      <dgm:t>
        <a:bodyPr/>
        <a:lstStyle/>
        <a:p>
          <a:endParaRPr lang="en-US"/>
        </a:p>
      </dgm:t>
    </dgm:pt>
    <dgm:pt modelId="{187FBBE4-67CE-437E-BAA1-C549D7F471FA}" type="pres">
      <dgm:prSet presAssocID="{5AE49F74-EB08-482F-ACF0-7638391E5A9F}" presName="compositeShape" presStyleCnt="0">
        <dgm:presLayoutVars>
          <dgm:dir/>
          <dgm:resizeHandles/>
        </dgm:presLayoutVars>
      </dgm:prSet>
      <dgm:spPr/>
    </dgm:pt>
    <dgm:pt modelId="{43FB57C7-3EFD-4635-95AF-3990C4EA02B3}" type="pres">
      <dgm:prSet presAssocID="{5AE49F74-EB08-482F-ACF0-7638391E5A9F}" presName="pyramid" presStyleLbl="node1" presStyleIdx="0" presStyleCnt="1"/>
      <dgm:spPr/>
    </dgm:pt>
    <dgm:pt modelId="{433462DC-53FF-45A6-A392-74D078E80F6B}" type="pres">
      <dgm:prSet presAssocID="{5AE49F74-EB08-482F-ACF0-7638391E5A9F}" presName="theList" presStyleCnt="0"/>
      <dgm:spPr/>
    </dgm:pt>
    <dgm:pt modelId="{647E0E6B-2E38-469F-A7AE-0C3551149FCE}" type="pres">
      <dgm:prSet presAssocID="{F25539D1-9126-45FB-95AC-6F1C2AA3D46C}" presName="aNode" presStyleLbl="fgAcc1" presStyleIdx="0" presStyleCnt="6" custScaleX="207246" custScaleY="15773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8A6300-CD03-4B4E-A4B3-F1B964C5D47E}" type="pres">
      <dgm:prSet presAssocID="{F25539D1-9126-45FB-95AC-6F1C2AA3D46C}" presName="aSpace" presStyleCnt="0"/>
      <dgm:spPr/>
    </dgm:pt>
    <dgm:pt modelId="{C7FF5F83-BA83-4A26-9F61-4F6D2E6F80FC}" type="pres">
      <dgm:prSet presAssocID="{AF5C962C-7489-4105-B1B8-A4EC3E7E3316}" presName="aNode" presStyleLbl="fgAcc1" presStyleIdx="1" presStyleCnt="6" custScaleX="207246" custScaleY="15773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DB75AA-76BD-4304-87BF-C0E740B266AF}" type="pres">
      <dgm:prSet presAssocID="{AF5C962C-7489-4105-B1B8-A4EC3E7E3316}" presName="aSpace" presStyleCnt="0"/>
      <dgm:spPr/>
    </dgm:pt>
    <dgm:pt modelId="{E310CC6B-F355-4A7B-AA82-FF367FC14D4B}" type="pres">
      <dgm:prSet presAssocID="{A3A39376-ACCD-4C1D-AB24-F902329087E5}" presName="aNode" presStyleLbl="fgAcc1" presStyleIdx="2" presStyleCnt="6" custScaleX="207246" custScaleY="15773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2DE412-58E5-4F81-9DE7-DB65FE6014AA}" type="pres">
      <dgm:prSet presAssocID="{A3A39376-ACCD-4C1D-AB24-F902329087E5}" presName="aSpace" presStyleCnt="0"/>
      <dgm:spPr/>
    </dgm:pt>
    <dgm:pt modelId="{A782A836-7041-4BA8-A5EE-8FD743BF0BFA}" type="pres">
      <dgm:prSet presAssocID="{C4E5430E-181E-4D20-86F0-9BCC8E39B432}" presName="aNode" presStyleLbl="fgAcc1" presStyleIdx="3" presStyleCnt="6" custScaleX="207246" custScaleY="15773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5DDC2C-2D9F-424B-B062-9C3F77C02934}" type="pres">
      <dgm:prSet presAssocID="{C4E5430E-181E-4D20-86F0-9BCC8E39B432}" presName="aSpace" presStyleCnt="0"/>
      <dgm:spPr/>
    </dgm:pt>
    <dgm:pt modelId="{140AF665-47D6-4BEF-BD0E-3FDAE1609982}" type="pres">
      <dgm:prSet presAssocID="{91B4B6FB-215B-43AB-8B1E-B029D67BC0E6}" presName="aNode" presStyleLbl="fgAcc1" presStyleIdx="4" presStyleCnt="6" custScaleX="207246" custScaleY="15773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725D7D-11AA-4C29-82CC-741D7E4EE29A}" type="pres">
      <dgm:prSet presAssocID="{91B4B6FB-215B-43AB-8B1E-B029D67BC0E6}" presName="aSpace" presStyleCnt="0"/>
      <dgm:spPr/>
    </dgm:pt>
    <dgm:pt modelId="{05272DB4-3A59-4CE9-955B-B45C2F6CD337}" type="pres">
      <dgm:prSet presAssocID="{E4E5A5E7-FA0F-4B89-ABCA-2B5AF4A7467F}" presName="aNode" presStyleLbl="fgAcc1" presStyleIdx="5" presStyleCnt="6" custScaleX="207246" custScaleY="15773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8633DD-E6E9-4341-97EE-265A1955B160}" type="pres">
      <dgm:prSet presAssocID="{E4E5A5E7-FA0F-4B89-ABCA-2B5AF4A7467F}" presName="aSpace" presStyleCnt="0"/>
      <dgm:spPr/>
    </dgm:pt>
  </dgm:ptLst>
  <dgm:cxnLst>
    <dgm:cxn modelId="{5C8F7FF2-BEF9-4E47-B970-1A0FF75E8DFE}" srcId="{5AE49F74-EB08-482F-ACF0-7638391E5A9F}" destId="{91B4B6FB-215B-43AB-8B1E-B029D67BC0E6}" srcOrd="4" destOrd="0" parTransId="{A31952AB-D5A6-4200-ACF4-6AD48AEA0006}" sibTransId="{7D0CC095-D388-40B4-94DE-761EB314D011}"/>
    <dgm:cxn modelId="{5879CDF5-0FC2-4A15-B728-0B3A3DB0DB92}" type="presOf" srcId="{F25539D1-9126-45FB-95AC-6F1C2AA3D46C}" destId="{647E0E6B-2E38-469F-A7AE-0C3551149FCE}" srcOrd="0" destOrd="0" presId="urn:microsoft.com/office/officeart/2005/8/layout/pyramid2"/>
    <dgm:cxn modelId="{2597EAD0-4B9B-43BF-8C01-9BCE265CD771}" type="presOf" srcId="{5AE49F74-EB08-482F-ACF0-7638391E5A9F}" destId="{187FBBE4-67CE-437E-BAA1-C549D7F471FA}" srcOrd="0" destOrd="0" presId="urn:microsoft.com/office/officeart/2005/8/layout/pyramid2"/>
    <dgm:cxn modelId="{DD4E06C6-0ED0-4424-9EF1-58E1EC9405C9}" type="presOf" srcId="{A3A39376-ACCD-4C1D-AB24-F902329087E5}" destId="{E310CC6B-F355-4A7B-AA82-FF367FC14D4B}" srcOrd="0" destOrd="0" presId="urn:microsoft.com/office/officeart/2005/8/layout/pyramid2"/>
    <dgm:cxn modelId="{328F48D8-8270-4216-B2FC-74C949217911}" type="presOf" srcId="{AF5C962C-7489-4105-B1B8-A4EC3E7E3316}" destId="{C7FF5F83-BA83-4A26-9F61-4F6D2E6F80FC}" srcOrd="0" destOrd="0" presId="urn:microsoft.com/office/officeart/2005/8/layout/pyramid2"/>
    <dgm:cxn modelId="{923F1D40-B264-4547-9A94-65C25E9F207B}" srcId="{5AE49F74-EB08-482F-ACF0-7638391E5A9F}" destId="{A3A39376-ACCD-4C1D-AB24-F902329087E5}" srcOrd="2" destOrd="0" parTransId="{DEC8BA13-03F1-4B35-8AC8-2904EE9E9F81}" sibTransId="{AC46B283-18C0-4A1A-950A-457E58E96EF0}"/>
    <dgm:cxn modelId="{8903B671-3EB3-464E-8DAE-979DFC8122BD}" srcId="{5AE49F74-EB08-482F-ACF0-7638391E5A9F}" destId="{C4E5430E-181E-4D20-86F0-9BCC8E39B432}" srcOrd="3" destOrd="0" parTransId="{D6F38E55-F968-4D17-B00C-25D7816C5B0F}" sibTransId="{3C535CC7-D7AC-44A3-9437-FFD594CE66D4}"/>
    <dgm:cxn modelId="{49FCE101-550E-46E6-91CE-C2D622390880}" type="presOf" srcId="{91B4B6FB-215B-43AB-8B1E-B029D67BC0E6}" destId="{140AF665-47D6-4BEF-BD0E-3FDAE1609982}" srcOrd="0" destOrd="0" presId="urn:microsoft.com/office/officeart/2005/8/layout/pyramid2"/>
    <dgm:cxn modelId="{932EB342-709C-48D9-BD5E-F12B53E6D120}" type="presOf" srcId="{C4E5430E-181E-4D20-86F0-9BCC8E39B432}" destId="{A782A836-7041-4BA8-A5EE-8FD743BF0BFA}" srcOrd="0" destOrd="0" presId="urn:microsoft.com/office/officeart/2005/8/layout/pyramid2"/>
    <dgm:cxn modelId="{18EEFE93-D3A0-4EA8-847C-D1945218B989}" type="presOf" srcId="{E4E5A5E7-FA0F-4B89-ABCA-2B5AF4A7467F}" destId="{05272DB4-3A59-4CE9-955B-B45C2F6CD337}" srcOrd="0" destOrd="0" presId="urn:microsoft.com/office/officeart/2005/8/layout/pyramid2"/>
    <dgm:cxn modelId="{DA096088-E066-4DBC-8025-6665A3D38DFD}" srcId="{5AE49F74-EB08-482F-ACF0-7638391E5A9F}" destId="{F25539D1-9126-45FB-95AC-6F1C2AA3D46C}" srcOrd="0" destOrd="0" parTransId="{B9DAE2F1-2E6D-4010-A1D0-BAEA5DA4B958}" sibTransId="{5E4CB268-8278-47A8-B581-0A7DFC8C81C3}"/>
    <dgm:cxn modelId="{3A11F8F9-73F8-4B40-8030-9B2728B2FF58}" srcId="{5AE49F74-EB08-482F-ACF0-7638391E5A9F}" destId="{E4E5A5E7-FA0F-4B89-ABCA-2B5AF4A7467F}" srcOrd="5" destOrd="0" parTransId="{87C4479F-A097-4164-BAF0-8D03E7BB5FCB}" sibTransId="{AED69493-3026-4192-9050-D306B10A0854}"/>
    <dgm:cxn modelId="{6AA32F80-9AF6-4440-8A6C-F93A195BD76D}" srcId="{5AE49F74-EB08-482F-ACF0-7638391E5A9F}" destId="{AF5C962C-7489-4105-B1B8-A4EC3E7E3316}" srcOrd="1" destOrd="0" parTransId="{A2D047FF-DFE2-4C71-A13B-333624619804}" sibTransId="{30D9E695-F171-4B57-8DEB-79E634A43A97}"/>
    <dgm:cxn modelId="{0FAB09AC-E498-44C1-89BD-9152F144C480}" type="presParOf" srcId="{187FBBE4-67CE-437E-BAA1-C549D7F471FA}" destId="{43FB57C7-3EFD-4635-95AF-3990C4EA02B3}" srcOrd="0" destOrd="0" presId="urn:microsoft.com/office/officeart/2005/8/layout/pyramid2"/>
    <dgm:cxn modelId="{625A3B29-8B09-4553-AB49-C6E108F079E2}" type="presParOf" srcId="{187FBBE4-67CE-437E-BAA1-C549D7F471FA}" destId="{433462DC-53FF-45A6-A392-74D078E80F6B}" srcOrd="1" destOrd="0" presId="urn:microsoft.com/office/officeart/2005/8/layout/pyramid2"/>
    <dgm:cxn modelId="{D3EE081F-45F7-4C32-A535-24AC9CA6D85F}" type="presParOf" srcId="{433462DC-53FF-45A6-A392-74D078E80F6B}" destId="{647E0E6B-2E38-469F-A7AE-0C3551149FCE}" srcOrd="0" destOrd="0" presId="urn:microsoft.com/office/officeart/2005/8/layout/pyramid2"/>
    <dgm:cxn modelId="{A8ABB5E9-106B-4B81-A008-01996A3084D6}" type="presParOf" srcId="{433462DC-53FF-45A6-A392-74D078E80F6B}" destId="{4F8A6300-CD03-4B4E-A4B3-F1B964C5D47E}" srcOrd="1" destOrd="0" presId="urn:microsoft.com/office/officeart/2005/8/layout/pyramid2"/>
    <dgm:cxn modelId="{B72DC7B6-FC9F-472F-BEC2-E9C386982177}" type="presParOf" srcId="{433462DC-53FF-45A6-A392-74D078E80F6B}" destId="{C7FF5F83-BA83-4A26-9F61-4F6D2E6F80FC}" srcOrd="2" destOrd="0" presId="urn:microsoft.com/office/officeart/2005/8/layout/pyramid2"/>
    <dgm:cxn modelId="{226BFEFF-0CDF-483B-9E7C-C2668A63D5B7}" type="presParOf" srcId="{433462DC-53FF-45A6-A392-74D078E80F6B}" destId="{1ADB75AA-76BD-4304-87BF-C0E740B266AF}" srcOrd="3" destOrd="0" presId="urn:microsoft.com/office/officeart/2005/8/layout/pyramid2"/>
    <dgm:cxn modelId="{4D35E08E-E287-4D65-AA80-119EE4C003BF}" type="presParOf" srcId="{433462DC-53FF-45A6-A392-74D078E80F6B}" destId="{E310CC6B-F355-4A7B-AA82-FF367FC14D4B}" srcOrd="4" destOrd="0" presId="urn:microsoft.com/office/officeart/2005/8/layout/pyramid2"/>
    <dgm:cxn modelId="{ECA6CCD7-9D94-43B8-A3DE-435221B1DF22}" type="presParOf" srcId="{433462DC-53FF-45A6-A392-74D078E80F6B}" destId="{8B2DE412-58E5-4F81-9DE7-DB65FE6014AA}" srcOrd="5" destOrd="0" presId="urn:microsoft.com/office/officeart/2005/8/layout/pyramid2"/>
    <dgm:cxn modelId="{B2182D8A-3A3E-4276-A0AF-6056A7DFD1BB}" type="presParOf" srcId="{433462DC-53FF-45A6-A392-74D078E80F6B}" destId="{A782A836-7041-4BA8-A5EE-8FD743BF0BFA}" srcOrd="6" destOrd="0" presId="urn:microsoft.com/office/officeart/2005/8/layout/pyramid2"/>
    <dgm:cxn modelId="{834D1666-EEBA-4988-B776-1405A3DB08F3}" type="presParOf" srcId="{433462DC-53FF-45A6-A392-74D078E80F6B}" destId="{6D5DDC2C-2D9F-424B-B062-9C3F77C02934}" srcOrd="7" destOrd="0" presId="urn:microsoft.com/office/officeart/2005/8/layout/pyramid2"/>
    <dgm:cxn modelId="{1824D2C4-7F01-4B7F-AB12-AB8C6B11EA95}" type="presParOf" srcId="{433462DC-53FF-45A6-A392-74D078E80F6B}" destId="{140AF665-47D6-4BEF-BD0E-3FDAE1609982}" srcOrd="8" destOrd="0" presId="urn:microsoft.com/office/officeart/2005/8/layout/pyramid2"/>
    <dgm:cxn modelId="{9BFD04BC-7907-4BA4-9C52-4232147EB578}" type="presParOf" srcId="{433462DC-53FF-45A6-A392-74D078E80F6B}" destId="{D5725D7D-11AA-4C29-82CC-741D7E4EE29A}" srcOrd="9" destOrd="0" presId="urn:microsoft.com/office/officeart/2005/8/layout/pyramid2"/>
    <dgm:cxn modelId="{6E05AA46-45F0-4459-89D3-80BC18B39C53}" type="presParOf" srcId="{433462DC-53FF-45A6-A392-74D078E80F6B}" destId="{05272DB4-3A59-4CE9-955B-B45C2F6CD337}" srcOrd="10" destOrd="0" presId="urn:microsoft.com/office/officeart/2005/8/layout/pyramid2"/>
    <dgm:cxn modelId="{78D7AD73-847F-4AE5-A8B1-34C59FA3593D}" type="presParOf" srcId="{433462DC-53FF-45A6-A392-74D078E80F6B}" destId="{538633DD-E6E9-4341-97EE-265A1955B160}" srcOrd="1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0268A99-6BBD-40E7-A6BE-B200802E3BB9}">
      <dsp:nvSpPr>
        <dsp:cNvPr id="0" name=""/>
        <dsp:cNvSpPr/>
      </dsp:nvSpPr>
      <dsp:spPr>
        <a:xfrm>
          <a:off x="962" y="159045"/>
          <a:ext cx="6073338" cy="6463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45720" rIns="6858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SG1: Managed Requirements</a:t>
          </a:r>
          <a:endParaRPr lang="en-US" sz="3600" kern="1200" dirty="0"/>
        </a:p>
      </dsp:txBody>
      <dsp:txXfrm>
        <a:off x="962" y="159045"/>
        <a:ext cx="6073338" cy="646304"/>
      </dsp:txXfrm>
    </dsp:sp>
    <dsp:sp modelId="{75B1E9C8-9B79-41B8-836F-D9681B5E6736}">
      <dsp:nvSpPr>
        <dsp:cNvPr id="0" name=""/>
        <dsp:cNvSpPr/>
      </dsp:nvSpPr>
      <dsp:spPr>
        <a:xfrm>
          <a:off x="608296" y="805350"/>
          <a:ext cx="607333" cy="4847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4728"/>
              </a:lnTo>
              <a:lnTo>
                <a:pt x="607333" y="4847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F3615E-2F0A-4C6F-8129-7DC327269C72}">
      <dsp:nvSpPr>
        <dsp:cNvPr id="0" name=""/>
        <dsp:cNvSpPr/>
      </dsp:nvSpPr>
      <dsp:spPr>
        <a:xfrm>
          <a:off x="1215630" y="966926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SP1.1: Obtain an understanding of requirements</a:t>
          </a:r>
          <a:endParaRPr lang="en-US" sz="2200" kern="1200" dirty="0"/>
        </a:p>
      </dsp:txBody>
      <dsp:txXfrm>
        <a:off x="1215630" y="966926"/>
        <a:ext cx="6251007" cy="646304"/>
      </dsp:txXfrm>
    </dsp:sp>
    <dsp:sp modelId="{E19A2895-58A1-4478-BC42-8FE5D431B63F}">
      <dsp:nvSpPr>
        <dsp:cNvPr id="0" name=""/>
        <dsp:cNvSpPr/>
      </dsp:nvSpPr>
      <dsp:spPr>
        <a:xfrm>
          <a:off x="608296" y="805350"/>
          <a:ext cx="607333" cy="1292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2609"/>
              </a:lnTo>
              <a:lnTo>
                <a:pt x="607333" y="129260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62C2A5-6E1E-4CC0-A6B7-E3292E770BA5}">
      <dsp:nvSpPr>
        <dsp:cNvPr id="0" name=""/>
        <dsp:cNvSpPr/>
      </dsp:nvSpPr>
      <dsp:spPr>
        <a:xfrm>
          <a:off x="1215630" y="1774807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SP1.2: Obtain commitment to requirements</a:t>
          </a:r>
          <a:endParaRPr lang="en-US" sz="2200" kern="1200" dirty="0"/>
        </a:p>
      </dsp:txBody>
      <dsp:txXfrm>
        <a:off x="1215630" y="1774807"/>
        <a:ext cx="6251007" cy="646304"/>
      </dsp:txXfrm>
    </dsp:sp>
    <dsp:sp modelId="{1372A0C3-4A5B-4122-9C0F-94377E9A66CF}">
      <dsp:nvSpPr>
        <dsp:cNvPr id="0" name=""/>
        <dsp:cNvSpPr/>
      </dsp:nvSpPr>
      <dsp:spPr>
        <a:xfrm>
          <a:off x="608296" y="805350"/>
          <a:ext cx="607333" cy="21004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00490"/>
              </a:lnTo>
              <a:lnTo>
                <a:pt x="607333" y="210049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DB9EC1-1CF1-45AF-81FD-84998106E3AC}">
      <dsp:nvSpPr>
        <dsp:cNvPr id="0" name=""/>
        <dsp:cNvSpPr/>
      </dsp:nvSpPr>
      <dsp:spPr>
        <a:xfrm>
          <a:off x="1215630" y="2582688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SP1.3: Manage requirements changes</a:t>
          </a:r>
          <a:endParaRPr lang="en-US" sz="2200" kern="1200" dirty="0"/>
        </a:p>
      </dsp:txBody>
      <dsp:txXfrm>
        <a:off x="1215630" y="2582688"/>
        <a:ext cx="6251007" cy="646304"/>
      </dsp:txXfrm>
    </dsp:sp>
    <dsp:sp modelId="{28B6D892-E63B-44C9-8A6B-A9EE4D6431C8}">
      <dsp:nvSpPr>
        <dsp:cNvPr id="0" name=""/>
        <dsp:cNvSpPr/>
      </dsp:nvSpPr>
      <dsp:spPr>
        <a:xfrm>
          <a:off x="608296" y="805350"/>
          <a:ext cx="607333" cy="29083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08371"/>
              </a:lnTo>
              <a:lnTo>
                <a:pt x="607333" y="29083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EA488A-AC12-483E-85E2-70C1CFDBE425}">
      <dsp:nvSpPr>
        <dsp:cNvPr id="0" name=""/>
        <dsp:cNvSpPr/>
      </dsp:nvSpPr>
      <dsp:spPr>
        <a:xfrm>
          <a:off x="1215630" y="3390569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SP1.4: Maintain bi-directional traceability of requirements</a:t>
          </a:r>
          <a:endParaRPr lang="en-US" sz="2200" kern="1200" dirty="0"/>
        </a:p>
      </dsp:txBody>
      <dsp:txXfrm>
        <a:off x="1215630" y="3390569"/>
        <a:ext cx="6251007" cy="646304"/>
      </dsp:txXfrm>
    </dsp:sp>
    <dsp:sp modelId="{2E4718CF-09F1-48B1-9CED-EB5EF98D6A86}">
      <dsp:nvSpPr>
        <dsp:cNvPr id="0" name=""/>
        <dsp:cNvSpPr/>
      </dsp:nvSpPr>
      <dsp:spPr>
        <a:xfrm>
          <a:off x="608296" y="805350"/>
          <a:ext cx="607333" cy="3716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16252"/>
              </a:lnTo>
              <a:lnTo>
                <a:pt x="607333" y="37162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28897F-F6BC-4261-8BB7-D8A2FBCC6A27}">
      <dsp:nvSpPr>
        <dsp:cNvPr id="0" name=""/>
        <dsp:cNvSpPr/>
      </dsp:nvSpPr>
      <dsp:spPr>
        <a:xfrm>
          <a:off x="1215630" y="4198449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SP1.5: Identify inconsistencies between project work and requirements</a:t>
          </a:r>
          <a:endParaRPr lang="en-US" sz="2200" kern="1200" dirty="0"/>
        </a:p>
      </dsp:txBody>
      <dsp:txXfrm>
        <a:off x="1215630" y="4198449"/>
        <a:ext cx="6251007" cy="646304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4E0416C-9F2D-44F8-BC28-D56989EC9BB2}">
      <dsp:nvSpPr>
        <dsp:cNvPr id="0" name=""/>
        <dsp:cNvSpPr/>
      </dsp:nvSpPr>
      <dsp:spPr>
        <a:xfrm rot="5400000">
          <a:off x="4818578" y="-1780336"/>
          <a:ext cx="1244203" cy="51206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Covers the development of total systems, which may or may not include software.</a:t>
          </a:r>
          <a:endParaRPr lang="en-US" sz="2100" kern="1200" dirty="0"/>
        </a:p>
      </dsp:txBody>
      <dsp:txXfrm rot="5400000">
        <a:off x="4818578" y="-1780336"/>
        <a:ext cx="1244203" cy="5120640"/>
      </dsp:txXfrm>
    </dsp:sp>
    <dsp:sp modelId="{DE069798-423A-46C3-A644-04EE2BFE74E0}">
      <dsp:nvSpPr>
        <dsp:cNvPr id="0" name=""/>
        <dsp:cNvSpPr/>
      </dsp:nvSpPr>
      <dsp:spPr>
        <a:xfrm>
          <a:off x="0" y="2356"/>
          <a:ext cx="2880360" cy="1555253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Systems engineering</a:t>
          </a:r>
          <a:endParaRPr lang="en-US" sz="2600" kern="1200" dirty="0"/>
        </a:p>
      </dsp:txBody>
      <dsp:txXfrm>
        <a:off x="0" y="2356"/>
        <a:ext cx="2880360" cy="1555253"/>
      </dsp:txXfrm>
    </dsp:sp>
    <dsp:sp modelId="{47E71582-D616-4880-ADE9-CC4CD265610A}">
      <dsp:nvSpPr>
        <dsp:cNvPr id="0" name=""/>
        <dsp:cNvSpPr/>
      </dsp:nvSpPr>
      <dsp:spPr>
        <a:xfrm rot="5400000">
          <a:off x="4818578" y="-147320"/>
          <a:ext cx="1244203" cy="51206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Covers the development of software systems.</a:t>
          </a:r>
          <a:endParaRPr lang="en-US" sz="2100" kern="1200" dirty="0"/>
        </a:p>
      </dsp:txBody>
      <dsp:txXfrm rot="5400000">
        <a:off x="4818578" y="-147320"/>
        <a:ext cx="1244203" cy="5120640"/>
      </dsp:txXfrm>
    </dsp:sp>
    <dsp:sp modelId="{258A4CD7-AC6A-42D5-9397-DD87805DCE6C}">
      <dsp:nvSpPr>
        <dsp:cNvPr id="0" name=""/>
        <dsp:cNvSpPr/>
      </dsp:nvSpPr>
      <dsp:spPr>
        <a:xfrm>
          <a:off x="0" y="1635373"/>
          <a:ext cx="2880360" cy="1555253"/>
        </a:xfrm>
        <a:prstGeom prst="roundRec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Software engineering</a:t>
          </a:r>
          <a:endParaRPr lang="en-US" sz="2600" kern="1200" dirty="0"/>
        </a:p>
      </dsp:txBody>
      <dsp:txXfrm>
        <a:off x="0" y="1635373"/>
        <a:ext cx="2880360" cy="1555253"/>
      </dsp:txXfrm>
    </dsp:sp>
    <dsp:sp modelId="{936B1941-E3D6-4466-8401-E8879100240B}">
      <dsp:nvSpPr>
        <dsp:cNvPr id="0" name=""/>
        <dsp:cNvSpPr/>
      </dsp:nvSpPr>
      <dsp:spPr>
        <a:xfrm rot="5400000">
          <a:off x="4818578" y="1485696"/>
          <a:ext cx="1244203" cy="51206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Achieves a timely collaboration of relevant stakeholders throughout the product life cycle to better satisfy customer needs.</a:t>
          </a:r>
          <a:endParaRPr lang="en-US" sz="2100" kern="1200" dirty="0"/>
        </a:p>
      </dsp:txBody>
      <dsp:txXfrm rot="5400000">
        <a:off x="4818578" y="1485696"/>
        <a:ext cx="1244203" cy="5120640"/>
      </dsp:txXfrm>
    </dsp:sp>
    <dsp:sp modelId="{1CCFC096-763E-456B-9B2D-DFD321AA2FE0}">
      <dsp:nvSpPr>
        <dsp:cNvPr id="0" name=""/>
        <dsp:cNvSpPr/>
      </dsp:nvSpPr>
      <dsp:spPr>
        <a:xfrm>
          <a:off x="0" y="3268389"/>
          <a:ext cx="2880360" cy="1555253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Integrated product and process development</a:t>
          </a:r>
          <a:endParaRPr lang="en-US" sz="2600" kern="1200" dirty="0"/>
        </a:p>
      </dsp:txBody>
      <dsp:txXfrm>
        <a:off x="0" y="3268389"/>
        <a:ext cx="2880360" cy="1555253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6C5BA53-67B6-4963-81AE-BA5CCBA0E76F}">
      <dsp:nvSpPr>
        <dsp:cNvPr id="0" name=""/>
        <dsp:cNvSpPr/>
      </dsp:nvSpPr>
      <dsp:spPr>
        <a:xfrm>
          <a:off x="1330000" y="528252"/>
          <a:ext cx="2403799" cy="130055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6464" rIns="156464" bIns="156464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Customer’s force</a:t>
          </a:r>
          <a:endParaRPr lang="en-US" sz="2200" kern="1200" dirty="0"/>
        </a:p>
      </dsp:txBody>
      <dsp:txXfrm>
        <a:off x="1714608" y="528252"/>
        <a:ext cx="2019191" cy="1300552"/>
      </dsp:txXfrm>
    </dsp:sp>
    <dsp:sp modelId="{1EBB9614-2B6D-45AC-9BEE-C021250C6415}">
      <dsp:nvSpPr>
        <dsp:cNvPr id="0" name=""/>
        <dsp:cNvSpPr/>
      </dsp:nvSpPr>
      <dsp:spPr>
        <a:xfrm>
          <a:off x="1330000" y="1823647"/>
          <a:ext cx="2403799" cy="130055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6464" rIns="156464" bIns="156464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Process improvement</a:t>
          </a:r>
          <a:endParaRPr lang="en-US" sz="2200" kern="1200" dirty="0"/>
        </a:p>
      </dsp:txBody>
      <dsp:txXfrm>
        <a:off x="1714608" y="1823647"/>
        <a:ext cx="2019191" cy="1300552"/>
      </dsp:txXfrm>
    </dsp:sp>
    <dsp:sp modelId="{5CBAEC45-6511-4BC5-B550-FCA49EBBC6ED}">
      <dsp:nvSpPr>
        <dsp:cNvPr id="0" name=""/>
        <dsp:cNvSpPr/>
      </dsp:nvSpPr>
      <dsp:spPr>
        <a:xfrm>
          <a:off x="381001" y="0"/>
          <a:ext cx="1299902" cy="1299902"/>
        </a:xfrm>
        <a:prstGeom prst="ellipse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Goals</a:t>
          </a:r>
          <a:endParaRPr lang="en-US" sz="2200" kern="1200" dirty="0"/>
        </a:p>
      </dsp:txBody>
      <dsp:txXfrm>
        <a:off x="381001" y="0"/>
        <a:ext cx="1299902" cy="1299902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6C5BA53-67B6-4963-81AE-BA5CCBA0E76F}">
      <dsp:nvSpPr>
        <dsp:cNvPr id="0" name=""/>
        <dsp:cNvSpPr/>
      </dsp:nvSpPr>
      <dsp:spPr>
        <a:xfrm>
          <a:off x="1192577" y="521319"/>
          <a:ext cx="2617375" cy="130081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6464" rIns="156464" bIns="156464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The assessment view</a:t>
          </a:r>
          <a:endParaRPr lang="en-US" sz="2200" kern="1200" dirty="0"/>
        </a:p>
      </dsp:txBody>
      <dsp:txXfrm>
        <a:off x="1611357" y="521319"/>
        <a:ext cx="2198595" cy="1300812"/>
      </dsp:txXfrm>
    </dsp:sp>
    <dsp:sp modelId="{1EBB9614-2B6D-45AC-9BEE-C021250C6415}">
      <dsp:nvSpPr>
        <dsp:cNvPr id="0" name=""/>
        <dsp:cNvSpPr/>
      </dsp:nvSpPr>
      <dsp:spPr>
        <a:xfrm>
          <a:off x="1192577" y="1822132"/>
          <a:ext cx="2617375" cy="130081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6464" rIns="156464" bIns="156464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The process improvement view</a:t>
          </a:r>
          <a:endParaRPr lang="en-US" sz="2200" kern="1200" dirty="0"/>
        </a:p>
      </dsp:txBody>
      <dsp:txXfrm>
        <a:off x="1611357" y="1822132"/>
        <a:ext cx="2198595" cy="1300812"/>
      </dsp:txXfrm>
    </dsp:sp>
    <dsp:sp modelId="{5CBAEC45-6511-4BC5-B550-FCA49EBBC6ED}">
      <dsp:nvSpPr>
        <dsp:cNvPr id="0" name=""/>
        <dsp:cNvSpPr/>
      </dsp:nvSpPr>
      <dsp:spPr>
        <a:xfrm>
          <a:off x="228591" y="0"/>
          <a:ext cx="1300162" cy="1300162"/>
        </a:xfrm>
        <a:prstGeom prst="ellipse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Views</a:t>
          </a:r>
          <a:endParaRPr lang="en-US" sz="2200" kern="1200" dirty="0"/>
        </a:p>
      </dsp:txBody>
      <dsp:txXfrm>
        <a:off x="228591" y="0"/>
        <a:ext cx="1300162" cy="1300162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3FB57C7-3EFD-4635-95AF-3990C4EA02B3}">
      <dsp:nvSpPr>
        <dsp:cNvPr id="0" name=""/>
        <dsp:cNvSpPr/>
      </dsp:nvSpPr>
      <dsp:spPr>
        <a:xfrm>
          <a:off x="125732" y="0"/>
          <a:ext cx="4267200" cy="42672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FF5F83-BA83-4A26-9F61-4F6D2E6F80FC}">
      <dsp:nvSpPr>
        <dsp:cNvPr id="0" name=""/>
        <dsp:cNvSpPr/>
      </dsp:nvSpPr>
      <dsp:spPr>
        <a:xfrm>
          <a:off x="2084077" y="427136"/>
          <a:ext cx="3124189" cy="6067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solidFill>
                <a:schemeClr val="tx1"/>
              </a:solidFill>
            </a:rPr>
            <a:t>Maturity Level 5: Optimizing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2084077" y="427136"/>
        <a:ext cx="3124189" cy="606742"/>
      </dsp:txXfrm>
    </dsp:sp>
    <dsp:sp modelId="{E310CC6B-F355-4A7B-AA82-FF367FC14D4B}">
      <dsp:nvSpPr>
        <dsp:cNvPr id="0" name=""/>
        <dsp:cNvSpPr/>
      </dsp:nvSpPr>
      <dsp:spPr>
        <a:xfrm>
          <a:off x="2084077" y="1109722"/>
          <a:ext cx="3124189" cy="6067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solidFill>
                <a:schemeClr val="tx1"/>
              </a:solidFill>
            </a:rPr>
            <a:t>Maturity Level 4: Quantitatively Managed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2084077" y="1109722"/>
        <a:ext cx="3124189" cy="606742"/>
      </dsp:txXfrm>
    </dsp:sp>
    <dsp:sp modelId="{A782A836-7041-4BA8-A5EE-8FD743BF0BFA}">
      <dsp:nvSpPr>
        <dsp:cNvPr id="0" name=""/>
        <dsp:cNvSpPr/>
      </dsp:nvSpPr>
      <dsp:spPr>
        <a:xfrm>
          <a:off x="2084077" y="1792307"/>
          <a:ext cx="3124189" cy="6067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solidFill>
                <a:schemeClr val="tx1"/>
              </a:solidFill>
            </a:rPr>
            <a:t>Maturity Level 3: Defined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2084077" y="1792307"/>
        <a:ext cx="3124189" cy="606742"/>
      </dsp:txXfrm>
    </dsp:sp>
    <dsp:sp modelId="{140AF665-47D6-4BEF-BD0E-3FDAE1609982}">
      <dsp:nvSpPr>
        <dsp:cNvPr id="0" name=""/>
        <dsp:cNvSpPr/>
      </dsp:nvSpPr>
      <dsp:spPr>
        <a:xfrm>
          <a:off x="2084077" y="2474892"/>
          <a:ext cx="3124189" cy="6067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solidFill>
                <a:schemeClr val="tx1"/>
              </a:solidFill>
            </a:rPr>
            <a:t>Maturity Level 2: Managed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2084077" y="2474892"/>
        <a:ext cx="3124189" cy="606742"/>
      </dsp:txXfrm>
    </dsp:sp>
    <dsp:sp modelId="{05272DB4-3A59-4CE9-955B-B45C2F6CD337}">
      <dsp:nvSpPr>
        <dsp:cNvPr id="0" name=""/>
        <dsp:cNvSpPr/>
      </dsp:nvSpPr>
      <dsp:spPr>
        <a:xfrm>
          <a:off x="2084077" y="3157477"/>
          <a:ext cx="3124189" cy="60674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solidFill>
                <a:schemeClr val="tx1"/>
              </a:solidFill>
            </a:rPr>
            <a:t>Maturity Level 1: Initial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2084077" y="3157477"/>
        <a:ext cx="3124189" cy="606742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0268A99-6BBD-40E7-A6BE-B200802E3BB9}">
      <dsp:nvSpPr>
        <dsp:cNvPr id="0" name=""/>
        <dsp:cNvSpPr/>
      </dsp:nvSpPr>
      <dsp:spPr>
        <a:xfrm>
          <a:off x="962" y="159045"/>
          <a:ext cx="6073338" cy="6463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45720" rIns="6858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SG1: Managed Requirements</a:t>
          </a:r>
          <a:endParaRPr lang="en-US" sz="3600" kern="1200" dirty="0"/>
        </a:p>
      </dsp:txBody>
      <dsp:txXfrm>
        <a:off x="962" y="159045"/>
        <a:ext cx="6073338" cy="646304"/>
      </dsp:txXfrm>
    </dsp:sp>
    <dsp:sp modelId="{75B1E9C8-9B79-41B8-836F-D9681B5E6736}">
      <dsp:nvSpPr>
        <dsp:cNvPr id="0" name=""/>
        <dsp:cNvSpPr/>
      </dsp:nvSpPr>
      <dsp:spPr>
        <a:xfrm>
          <a:off x="608296" y="805350"/>
          <a:ext cx="607333" cy="4847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4728"/>
              </a:lnTo>
              <a:lnTo>
                <a:pt x="607333" y="4847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F3615E-2F0A-4C6F-8129-7DC327269C72}">
      <dsp:nvSpPr>
        <dsp:cNvPr id="0" name=""/>
        <dsp:cNvSpPr/>
      </dsp:nvSpPr>
      <dsp:spPr>
        <a:xfrm>
          <a:off x="1215630" y="966926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SP1.1: Obtain an understanding of requirements</a:t>
          </a:r>
          <a:endParaRPr lang="en-US" sz="2200" kern="1200" dirty="0"/>
        </a:p>
      </dsp:txBody>
      <dsp:txXfrm>
        <a:off x="1215630" y="966926"/>
        <a:ext cx="6251007" cy="646304"/>
      </dsp:txXfrm>
    </dsp:sp>
    <dsp:sp modelId="{E19A2895-58A1-4478-BC42-8FE5D431B63F}">
      <dsp:nvSpPr>
        <dsp:cNvPr id="0" name=""/>
        <dsp:cNvSpPr/>
      </dsp:nvSpPr>
      <dsp:spPr>
        <a:xfrm>
          <a:off x="608296" y="805350"/>
          <a:ext cx="607333" cy="1292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2609"/>
              </a:lnTo>
              <a:lnTo>
                <a:pt x="607333" y="129260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62C2A5-6E1E-4CC0-A6B7-E3292E770BA5}">
      <dsp:nvSpPr>
        <dsp:cNvPr id="0" name=""/>
        <dsp:cNvSpPr/>
      </dsp:nvSpPr>
      <dsp:spPr>
        <a:xfrm>
          <a:off x="1215630" y="1774807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SP1.2: Obtain commitment to requirements</a:t>
          </a:r>
          <a:endParaRPr lang="en-US" sz="2200" kern="1200" dirty="0"/>
        </a:p>
      </dsp:txBody>
      <dsp:txXfrm>
        <a:off x="1215630" y="1774807"/>
        <a:ext cx="6251007" cy="646304"/>
      </dsp:txXfrm>
    </dsp:sp>
    <dsp:sp modelId="{1372A0C3-4A5B-4122-9C0F-94377E9A66CF}">
      <dsp:nvSpPr>
        <dsp:cNvPr id="0" name=""/>
        <dsp:cNvSpPr/>
      </dsp:nvSpPr>
      <dsp:spPr>
        <a:xfrm>
          <a:off x="608296" y="805350"/>
          <a:ext cx="607333" cy="21004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00490"/>
              </a:lnTo>
              <a:lnTo>
                <a:pt x="607333" y="210049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DB9EC1-1CF1-45AF-81FD-84998106E3AC}">
      <dsp:nvSpPr>
        <dsp:cNvPr id="0" name=""/>
        <dsp:cNvSpPr/>
      </dsp:nvSpPr>
      <dsp:spPr>
        <a:xfrm>
          <a:off x="1215630" y="2582688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SP1.3: Manage requirements changes</a:t>
          </a:r>
          <a:endParaRPr lang="en-US" sz="2200" kern="1200" dirty="0"/>
        </a:p>
      </dsp:txBody>
      <dsp:txXfrm>
        <a:off x="1215630" y="2582688"/>
        <a:ext cx="6251007" cy="646304"/>
      </dsp:txXfrm>
    </dsp:sp>
    <dsp:sp modelId="{28B6D892-E63B-44C9-8A6B-A9EE4D6431C8}">
      <dsp:nvSpPr>
        <dsp:cNvPr id="0" name=""/>
        <dsp:cNvSpPr/>
      </dsp:nvSpPr>
      <dsp:spPr>
        <a:xfrm>
          <a:off x="608296" y="805350"/>
          <a:ext cx="607333" cy="29083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08371"/>
              </a:lnTo>
              <a:lnTo>
                <a:pt x="607333" y="29083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EA488A-AC12-483E-85E2-70C1CFDBE425}">
      <dsp:nvSpPr>
        <dsp:cNvPr id="0" name=""/>
        <dsp:cNvSpPr/>
      </dsp:nvSpPr>
      <dsp:spPr>
        <a:xfrm>
          <a:off x="1215630" y="3390569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SP1.4: Maintain bi-directional traceability of requirements</a:t>
          </a:r>
          <a:endParaRPr lang="en-US" sz="2200" kern="1200" dirty="0"/>
        </a:p>
      </dsp:txBody>
      <dsp:txXfrm>
        <a:off x="1215630" y="3390569"/>
        <a:ext cx="6251007" cy="646304"/>
      </dsp:txXfrm>
    </dsp:sp>
    <dsp:sp modelId="{2E4718CF-09F1-48B1-9CED-EB5EF98D6A86}">
      <dsp:nvSpPr>
        <dsp:cNvPr id="0" name=""/>
        <dsp:cNvSpPr/>
      </dsp:nvSpPr>
      <dsp:spPr>
        <a:xfrm>
          <a:off x="608296" y="805350"/>
          <a:ext cx="607333" cy="3716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16252"/>
              </a:lnTo>
              <a:lnTo>
                <a:pt x="607333" y="37162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28897F-F6BC-4261-8BB7-D8A2FBCC6A27}">
      <dsp:nvSpPr>
        <dsp:cNvPr id="0" name=""/>
        <dsp:cNvSpPr/>
      </dsp:nvSpPr>
      <dsp:spPr>
        <a:xfrm>
          <a:off x="1215630" y="4198449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SP1.5: Identify inconsistencies between project work and requirements</a:t>
          </a:r>
          <a:endParaRPr lang="en-US" sz="2200" kern="1200" dirty="0"/>
        </a:p>
      </dsp:txBody>
      <dsp:txXfrm>
        <a:off x="1215630" y="4198449"/>
        <a:ext cx="6251007" cy="646304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0268A99-6BBD-40E7-A6BE-B200802E3BB9}">
      <dsp:nvSpPr>
        <dsp:cNvPr id="0" name=""/>
        <dsp:cNvSpPr/>
      </dsp:nvSpPr>
      <dsp:spPr>
        <a:xfrm>
          <a:off x="962" y="562985"/>
          <a:ext cx="6073338" cy="6463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45720" rIns="6858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SG1: Establish estimates</a:t>
          </a:r>
          <a:endParaRPr lang="en-US" sz="3600" kern="1200" dirty="0"/>
        </a:p>
      </dsp:txBody>
      <dsp:txXfrm>
        <a:off x="962" y="562985"/>
        <a:ext cx="6073338" cy="646304"/>
      </dsp:txXfrm>
    </dsp:sp>
    <dsp:sp modelId="{75B1E9C8-9B79-41B8-836F-D9681B5E6736}">
      <dsp:nvSpPr>
        <dsp:cNvPr id="0" name=""/>
        <dsp:cNvSpPr/>
      </dsp:nvSpPr>
      <dsp:spPr>
        <a:xfrm>
          <a:off x="608296" y="1209290"/>
          <a:ext cx="607333" cy="4847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4728"/>
              </a:lnTo>
              <a:lnTo>
                <a:pt x="607333" y="4847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F3615E-2F0A-4C6F-8129-7DC327269C72}">
      <dsp:nvSpPr>
        <dsp:cNvPr id="0" name=""/>
        <dsp:cNvSpPr/>
      </dsp:nvSpPr>
      <dsp:spPr>
        <a:xfrm>
          <a:off x="1215630" y="1370866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SP1.1: Estimate the scope of the project</a:t>
          </a:r>
          <a:endParaRPr lang="en-US" sz="1900" kern="1200" dirty="0"/>
        </a:p>
      </dsp:txBody>
      <dsp:txXfrm>
        <a:off x="1215630" y="1370866"/>
        <a:ext cx="6251007" cy="646304"/>
      </dsp:txXfrm>
    </dsp:sp>
    <dsp:sp modelId="{E19A2895-58A1-4478-BC42-8FE5D431B63F}">
      <dsp:nvSpPr>
        <dsp:cNvPr id="0" name=""/>
        <dsp:cNvSpPr/>
      </dsp:nvSpPr>
      <dsp:spPr>
        <a:xfrm>
          <a:off x="608296" y="1209290"/>
          <a:ext cx="607333" cy="1292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2609"/>
              </a:lnTo>
              <a:lnTo>
                <a:pt x="607333" y="129260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62C2A5-6E1E-4CC0-A6B7-E3292E770BA5}">
      <dsp:nvSpPr>
        <dsp:cNvPr id="0" name=""/>
        <dsp:cNvSpPr/>
      </dsp:nvSpPr>
      <dsp:spPr>
        <a:xfrm>
          <a:off x="1215630" y="2178747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SP1.2: Establish estimates of work product and task attributes</a:t>
          </a:r>
          <a:endParaRPr lang="en-US" sz="1900" kern="1200" dirty="0"/>
        </a:p>
      </dsp:txBody>
      <dsp:txXfrm>
        <a:off x="1215630" y="2178747"/>
        <a:ext cx="6251007" cy="646304"/>
      </dsp:txXfrm>
    </dsp:sp>
    <dsp:sp modelId="{1372A0C3-4A5B-4122-9C0F-94377E9A66CF}">
      <dsp:nvSpPr>
        <dsp:cNvPr id="0" name=""/>
        <dsp:cNvSpPr/>
      </dsp:nvSpPr>
      <dsp:spPr>
        <a:xfrm>
          <a:off x="608296" y="1209290"/>
          <a:ext cx="607333" cy="21004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00490"/>
              </a:lnTo>
              <a:lnTo>
                <a:pt x="607333" y="210049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DB9EC1-1CF1-45AF-81FD-84998106E3AC}">
      <dsp:nvSpPr>
        <dsp:cNvPr id="0" name=""/>
        <dsp:cNvSpPr/>
      </dsp:nvSpPr>
      <dsp:spPr>
        <a:xfrm>
          <a:off x="1215630" y="2986628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SP1.3: Define project life cycle</a:t>
          </a:r>
          <a:endParaRPr lang="en-US" sz="1900" kern="1200" dirty="0"/>
        </a:p>
      </dsp:txBody>
      <dsp:txXfrm>
        <a:off x="1215630" y="2986628"/>
        <a:ext cx="6251007" cy="646304"/>
      </dsp:txXfrm>
    </dsp:sp>
    <dsp:sp modelId="{28B6D892-E63B-44C9-8A6B-A9EE4D6431C8}">
      <dsp:nvSpPr>
        <dsp:cNvPr id="0" name=""/>
        <dsp:cNvSpPr/>
      </dsp:nvSpPr>
      <dsp:spPr>
        <a:xfrm>
          <a:off x="608296" y="1209290"/>
          <a:ext cx="607333" cy="29083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08371"/>
              </a:lnTo>
              <a:lnTo>
                <a:pt x="607333" y="29083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EA488A-AC12-483E-85E2-70C1CFDBE425}">
      <dsp:nvSpPr>
        <dsp:cNvPr id="0" name=""/>
        <dsp:cNvSpPr/>
      </dsp:nvSpPr>
      <dsp:spPr>
        <a:xfrm>
          <a:off x="1215630" y="3794509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SP1.4: Determine estimates of effort and cost</a:t>
          </a:r>
          <a:endParaRPr lang="en-US" sz="1900" kern="1200" dirty="0"/>
        </a:p>
      </dsp:txBody>
      <dsp:txXfrm>
        <a:off x="1215630" y="3794509"/>
        <a:ext cx="6251007" cy="646304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0268A99-6BBD-40E7-A6BE-B200802E3BB9}">
      <dsp:nvSpPr>
        <dsp:cNvPr id="0" name=""/>
        <dsp:cNvSpPr/>
      </dsp:nvSpPr>
      <dsp:spPr>
        <a:xfrm>
          <a:off x="580506" y="4419"/>
          <a:ext cx="4814127" cy="512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SG2: Develop a project plan</a:t>
          </a:r>
          <a:endParaRPr lang="en-US" sz="2900" kern="1200" dirty="0"/>
        </a:p>
      </dsp:txBody>
      <dsp:txXfrm>
        <a:off x="580506" y="4419"/>
        <a:ext cx="4814127" cy="512303"/>
      </dsp:txXfrm>
    </dsp:sp>
    <dsp:sp modelId="{75B1E9C8-9B79-41B8-836F-D9681B5E6736}">
      <dsp:nvSpPr>
        <dsp:cNvPr id="0" name=""/>
        <dsp:cNvSpPr/>
      </dsp:nvSpPr>
      <dsp:spPr>
        <a:xfrm>
          <a:off x="1061919" y="516723"/>
          <a:ext cx="481412" cy="3842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4227"/>
              </a:lnTo>
              <a:lnTo>
                <a:pt x="481412" y="38422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F3615E-2F0A-4C6F-8129-7DC327269C72}">
      <dsp:nvSpPr>
        <dsp:cNvPr id="0" name=""/>
        <dsp:cNvSpPr/>
      </dsp:nvSpPr>
      <dsp:spPr>
        <a:xfrm>
          <a:off x="1543332" y="644799"/>
          <a:ext cx="5343761" cy="512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SP2.1: Establish the budget and schedule</a:t>
          </a:r>
          <a:endParaRPr lang="en-US" sz="2200" kern="1200" dirty="0"/>
        </a:p>
      </dsp:txBody>
      <dsp:txXfrm>
        <a:off x="1543332" y="644799"/>
        <a:ext cx="5343761" cy="512303"/>
      </dsp:txXfrm>
    </dsp:sp>
    <dsp:sp modelId="{E19A2895-58A1-4478-BC42-8FE5D431B63F}">
      <dsp:nvSpPr>
        <dsp:cNvPr id="0" name=""/>
        <dsp:cNvSpPr/>
      </dsp:nvSpPr>
      <dsp:spPr>
        <a:xfrm>
          <a:off x="1061919" y="516723"/>
          <a:ext cx="481412" cy="10246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4607"/>
              </a:lnTo>
              <a:lnTo>
                <a:pt x="481412" y="102460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62C2A5-6E1E-4CC0-A6B7-E3292E770BA5}">
      <dsp:nvSpPr>
        <dsp:cNvPr id="0" name=""/>
        <dsp:cNvSpPr/>
      </dsp:nvSpPr>
      <dsp:spPr>
        <a:xfrm>
          <a:off x="1543332" y="1285178"/>
          <a:ext cx="5343761" cy="512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SP2.2: Identify project risks</a:t>
          </a:r>
          <a:endParaRPr lang="en-US" sz="2200" kern="1200" dirty="0"/>
        </a:p>
      </dsp:txBody>
      <dsp:txXfrm>
        <a:off x="1543332" y="1285178"/>
        <a:ext cx="5343761" cy="512303"/>
      </dsp:txXfrm>
    </dsp:sp>
    <dsp:sp modelId="{1372A0C3-4A5B-4122-9C0F-94377E9A66CF}">
      <dsp:nvSpPr>
        <dsp:cNvPr id="0" name=""/>
        <dsp:cNvSpPr/>
      </dsp:nvSpPr>
      <dsp:spPr>
        <a:xfrm>
          <a:off x="1061919" y="516723"/>
          <a:ext cx="481412" cy="16649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4986"/>
              </a:lnTo>
              <a:lnTo>
                <a:pt x="481412" y="166498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DB9EC1-1CF1-45AF-81FD-84998106E3AC}">
      <dsp:nvSpPr>
        <dsp:cNvPr id="0" name=""/>
        <dsp:cNvSpPr/>
      </dsp:nvSpPr>
      <dsp:spPr>
        <a:xfrm>
          <a:off x="1543332" y="1925558"/>
          <a:ext cx="5343761" cy="512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SP2.3: Plan for data management</a:t>
          </a:r>
          <a:endParaRPr lang="en-US" sz="2200" kern="1200" dirty="0"/>
        </a:p>
      </dsp:txBody>
      <dsp:txXfrm>
        <a:off x="1543332" y="1925558"/>
        <a:ext cx="5343761" cy="512303"/>
      </dsp:txXfrm>
    </dsp:sp>
    <dsp:sp modelId="{28B6D892-E63B-44C9-8A6B-A9EE4D6431C8}">
      <dsp:nvSpPr>
        <dsp:cNvPr id="0" name=""/>
        <dsp:cNvSpPr/>
      </dsp:nvSpPr>
      <dsp:spPr>
        <a:xfrm>
          <a:off x="1061919" y="516723"/>
          <a:ext cx="481412" cy="23053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05366"/>
              </a:lnTo>
              <a:lnTo>
                <a:pt x="481412" y="230536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EA488A-AC12-483E-85E2-70C1CFDBE425}">
      <dsp:nvSpPr>
        <dsp:cNvPr id="0" name=""/>
        <dsp:cNvSpPr/>
      </dsp:nvSpPr>
      <dsp:spPr>
        <a:xfrm>
          <a:off x="1543332" y="2565937"/>
          <a:ext cx="5343761" cy="512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SP2.4: Plan for project resources</a:t>
          </a:r>
          <a:endParaRPr lang="en-US" sz="2200" kern="1200" dirty="0"/>
        </a:p>
      </dsp:txBody>
      <dsp:txXfrm>
        <a:off x="1543332" y="2565937"/>
        <a:ext cx="5343761" cy="512303"/>
      </dsp:txXfrm>
    </dsp:sp>
    <dsp:sp modelId="{7A292247-FBF7-4C3F-AD26-C07310E147A1}">
      <dsp:nvSpPr>
        <dsp:cNvPr id="0" name=""/>
        <dsp:cNvSpPr/>
      </dsp:nvSpPr>
      <dsp:spPr>
        <a:xfrm>
          <a:off x="1061919" y="516723"/>
          <a:ext cx="481412" cy="29457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45745"/>
              </a:lnTo>
              <a:lnTo>
                <a:pt x="481412" y="294574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87FF07-AFD9-4917-92B0-8660FED7C7F3}">
      <dsp:nvSpPr>
        <dsp:cNvPr id="0" name=""/>
        <dsp:cNvSpPr/>
      </dsp:nvSpPr>
      <dsp:spPr>
        <a:xfrm>
          <a:off x="1543332" y="3206317"/>
          <a:ext cx="5313572" cy="512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SP2.5: Plan for needed knowledge and skills</a:t>
          </a:r>
          <a:endParaRPr lang="en-US" sz="2200" kern="1200" dirty="0"/>
        </a:p>
      </dsp:txBody>
      <dsp:txXfrm>
        <a:off x="1543332" y="3206317"/>
        <a:ext cx="5313572" cy="512303"/>
      </dsp:txXfrm>
    </dsp:sp>
    <dsp:sp modelId="{12E8C08B-2066-4337-B2D2-001598F2C17D}">
      <dsp:nvSpPr>
        <dsp:cNvPr id="0" name=""/>
        <dsp:cNvSpPr/>
      </dsp:nvSpPr>
      <dsp:spPr>
        <a:xfrm>
          <a:off x="1061919" y="516723"/>
          <a:ext cx="481412" cy="35861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86125"/>
              </a:lnTo>
              <a:lnTo>
                <a:pt x="481412" y="358612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508599-2371-43D2-B56E-9B27754C72AF}">
      <dsp:nvSpPr>
        <dsp:cNvPr id="0" name=""/>
        <dsp:cNvSpPr/>
      </dsp:nvSpPr>
      <dsp:spPr>
        <a:xfrm>
          <a:off x="1543332" y="3846696"/>
          <a:ext cx="5321670" cy="512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SP2.6: Plan stakeholder involvement</a:t>
          </a:r>
          <a:endParaRPr lang="en-US" sz="2200" kern="1200" dirty="0"/>
        </a:p>
      </dsp:txBody>
      <dsp:txXfrm>
        <a:off x="1543332" y="3846696"/>
        <a:ext cx="5321670" cy="512303"/>
      </dsp:txXfrm>
    </dsp:sp>
    <dsp:sp modelId="{3C5DA3F3-AAD7-474D-9AB2-8213E6AD7D0E}">
      <dsp:nvSpPr>
        <dsp:cNvPr id="0" name=""/>
        <dsp:cNvSpPr/>
      </dsp:nvSpPr>
      <dsp:spPr>
        <a:xfrm>
          <a:off x="1061919" y="516723"/>
          <a:ext cx="481412" cy="42265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26504"/>
              </a:lnTo>
              <a:lnTo>
                <a:pt x="481412" y="422650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A95697-64E5-4C3D-BC7D-F2153C4D9092}">
      <dsp:nvSpPr>
        <dsp:cNvPr id="0" name=""/>
        <dsp:cNvSpPr/>
      </dsp:nvSpPr>
      <dsp:spPr>
        <a:xfrm>
          <a:off x="1543332" y="4487076"/>
          <a:ext cx="5321670" cy="512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SP2.7: Establish the project plan</a:t>
          </a:r>
          <a:endParaRPr lang="en-US" sz="2200" kern="1200" dirty="0"/>
        </a:p>
      </dsp:txBody>
      <dsp:txXfrm>
        <a:off x="1543332" y="4487076"/>
        <a:ext cx="5321670" cy="512303"/>
      </dsp:txXfrm>
    </dsp:sp>
  </dsp:spTree>
</dsp:drawing>
</file>

<file path=ppt/diagrams/drawing1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0268A99-6BBD-40E7-A6BE-B200802E3BB9}">
      <dsp:nvSpPr>
        <dsp:cNvPr id="0" name=""/>
        <dsp:cNvSpPr/>
      </dsp:nvSpPr>
      <dsp:spPr>
        <a:xfrm>
          <a:off x="962" y="966926"/>
          <a:ext cx="6073338" cy="6463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SG3: Obtain commitment to the plan</a:t>
          </a:r>
          <a:endParaRPr lang="en-US" sz="3100" kern="1200" dirty="0"/>
        </a:p>
      </dsp:txBody>
      <dsp:txXfrm>
        <a:off x="962" y="966926"/>
        <a:ext cx="6073338" cy="646304"/>
      </dsp:txXfrm>
    </dsp:sp>
    <dsp:sp modelId="{75B1E9C8-9B79-41B8-836F-D9681B5E6736}">
      <dsp:nvSpPr>
        <dsp:cNvPr id="0" name=""/>
        <dsp:cNvSpPr/>
      </dsp:nvSpPr>
      <dsp:spPr>
        <a:xfrm>
          <a:off x="608296" y="1613230"/>
          <a:ext cx="607333" cy="4847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4728"/>
              </a:lnTo>
              <a:lnTo>
                <a:pt x="607333" y="4847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F3615E-2F0A-4C6F-8129-7DC327269C72}">
      <dsp:nvSpPr>
        <dsp:cNvPr id="0" name=""/>
        <dsp:cNvSpPr/>
      </dsp:nvSpPr>
      <dsp:spPr>
        <a:xfrm>
          <a:off x="1215630" y="1774807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SP3.1: Review plans that affect the project</a:t>
          </a:r>
          <a:endParaRPr lang="en-US" sz="2800" kern="1200" dirty="0"/>
        </a:p>
      </dsp:txBody>
      <dsp:txXfrm>
        <a:off x="1215630" y="1774807"/>
        <a:ext cx="6251007" cy="646304"/>
      </dsp:txXfrm>
    </dsp:sp>
    <dsp:sp modelId="{E19A2895-58A1-4478-BC42-8FE5D431B63F}">
      <dsp:nvSpPr>
        <dsp:cNvPr id="0" name=""/>
        <dsp:cNvSpPr/>
      </dsp:nvSpPr>
      <dsp:spPr>
        <a:xfrm>
          <a:off x="608296" y="1613230"/>
          <a:ext cx="607333" cy="1292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2609"/>
              </a:lnTo>
              <a:lnTo>
                <a:pt x="607333" y="129260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62C2A5-6E1E-4CC0-A6B7-E3292E770BA5}">
      <dsp:nvSpPr>
        <dsp:cNvPr id="0" name=""/>
        <dsp:cNvSpPr/>
      </dsp:nvSpPr>
      <dsp:spPr>
        <a:xfrm>
          <a:off x="1215630" y="2582688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SP3.2: Reconcile work and resource levels</a:t>
          </a:r>
          <a:endParaRPr lang="en-US" sz="2800" kern="1200" dirty="0"/>
        </a:p>
      </dsp:txBody>
      <dsp:txXfrm>
        <a:off x="1215630" y="2582688"/>
        <a:ext cx="6251007" cy="646304"/>
      </dsp:txXfrm>
    </dsp:sp>
    <dsp:sp modelId="{1372A0C3-4A5B-4122-9C0F-94377E9A66CF}">
      <dsp:nvSpPr>
        <dsp:cNvPr id="0" name=""/>
        <dsp:cNvSpPr/>
      </dsp:nvSpPr>
      <dsp:spPr>
        <a:xfrm>
          <a:off x="608296" y="1613230"/>
          <a:ext cx="607333" cy="21004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00490"/>
              </a:lnTo>
              <a:lnTo>
                <a:pt x="607333" y="210049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DB9EC1-1CF1-45AF-81FD-84998106E3AC}">
      <dsp:nvSpPr>
        <dsp:cNvPr id="0" name=""/>
        <dsp:cNvSpPr/>
      </dsp:nvSpPr>
      <dsp:spPr>
        <a:xfrm>
          <a:off x="1215630" y="3390569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SP3.3: Obtain plan commitment</a:t>
          </a:r>
          <a:endParaRPr lang="en-US" sz="2800" kern="1200" dirty="0"/>
        </a:p>
      </dsp:txBody>
      <dsp:txXfrm>
        <a:off x="1215630" y="3390569"/>
        <a:ext cx="6251007" cy="646304"/>
      </dsp:txXfrm>
    </dsp:sp>
  </dsp:spTree>
</dsp:drawing>
</file>

<file path=ppt/diagrams/drawing1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0268A99-6BBD-40E7-A6BE-B200802E3BB9}">
      <dsp:nvSpPr>
        <dsp:cNvPr id="0" name=""/>
        <dsp:cNvSpPr/>
      </dsp:nvSpPr>
      <dsp:spPr>
        <a:xfrm>
          <a:off x="3345" y="173849"/>
          <a:ext cx="7544710" cy="6626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SG1: Objectively evaluate processes and work products</a:t>
          </a:r>
          <a:endParaRPr lang="en-US" sz="2400" kern="1200" dirty="0"/>
        </a:p>
      </dsp:txBody>
      <dsp:txXfrm>
        <a:off x="3345" y="173849"/>
        <a:ext cx="7544710" cy="662657"/>
      </dsp:txXfrm>
    </dsp:sp>
    <dsp:sp modelId="{75B1E9C8-9B79-41B8-836F-D9681B5E6736}">
      <dsp:nvSpPr>
        <dsp:cNvPr id="0" name=""/>
        <dsp:cNvSpPr/>
      </dsp:nvSpPr>
      <dsp:spPr>
        <a:xfrm>
          <a:off x="757816" y="836507"/>
          <a:ext cx="754471" cy="4969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6992"/>
              </a:lnTo>
              <a:lnTo>
                <a:pt x="754471" y="49699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F3615E-2F0A-4C6F-8129-7DC327269C72}">
      <dsp:nvSpPr>
        <dsp:cNvPr id="0" name=""/>
        <dsp:cNvSpPr/>
      </dsp:nvSpPr>
      <dsp:spPr>
        <a:xfrm>
          <a:off x="1512287" y="1002171"/>
          <a:ext cx="6409167" cy="66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SP1.1: Objectively evaluate processes</a:t>
          </a:r>
          <a:endParaRPr lang="en-US" sz="2200" kern="1200" dirty="0"/>
        </a:p>
      </dsp:txBody>
      <dsp:txXfrm>
        <a:off x="1512287" y="1002171"/>
        <a:ext cx="6409167" cy="662657"/>
      </dsp:txXfrm>
    </dsp:sp>
    <dsp:sp modelId="{E19A2895-58A1-4478-BC42-8FE5D431B63F}">
      <dsp:nvSpPr>
        <dsp:cNvPr id="0" name=""/>
        <dsp:cNvSpPr/>
      </dsp:nvSpPr>
      <dsp:spPr>
        <a:xfrm>
          <a:off x="757816" y="836507"/>
          <a:ext cx="754471" cy="13253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5314"/>
              </a:lnTo>
              <a:lnTo>
                <a:pt x="754471" y="132531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62C2A5-6E1E-4CC0-A6B7-E3292E770BA5}">
      <dsp:nvSpPr>
        <dsp:cNvPr id="0" name=""/>
        <dsp:cNvSpPr/>
      </dsp:nvSpPr>
      <dsp:spPr>
        <a:xfrm>
          <a:off x="1512287" y="1830492"/>
          <a:ext cx="6409167" cy="66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SP1.2: Objectively evaluate work products and services</a:t>
          </a:r>
          <a:endParaRPr lang="en-US" sz="2200" kern="1200" dirty="0"/>
        </a:p>
      </dsp:txBody>
      <dsp:txXfrm>
        <a:off x="1512287" y="1830492"/>
        <a:ext cx="6409167" cy="662657"/>
      </dsp:txXfrm>
    </dsp:sp>
  </dsp:spTree>
</dsp:drawing>
</file>

<file path=ppt/diagrams/drawing1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0268A99-6BBD-40E7-A6BE-B200802E3BB9}">
      <dsp:nvSpPr>
        <dsp:cNvPr id="0" name=""/>
        <dsp:cNvSpPr/>
      </dsp:nvSpPr>
      <dsp:spPr>
        <a:xfrm>
          <a:off x="962" y="202466"/>
          <a:ext cx="6073338" cy="6463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SG2: Provide objective insight</a:t>
          </a:r>
          <a:endParaRPr lang="en-US" sz="2400" kern="1200" dirty="0"/>
        </a:p>
      </dsp:txBody>
      <dsp:txXfrm>
        <a:off x="962" y="202466"/>
        <a:ext cx="6073338" cy="646304"/>
      </dsp:txXfrm>
    </dsp:sp>
    <dsp:sp modelId="{75B1E9C8-9B79-41B8-836F-D9681B5E6736}">
      <dsp:nvSpPr>
        <dsp:cNvPr id="0" name=""/>
        <dsp:cNvSpPr/>
      </dsp:nvSpPr>
      <dsp:spPr>
        <a:xfrm>
          <a:off x="608296" y="848771"/>
          <a:ext cx="607333" cy="4847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4728"/>
              </a:lnTo>
              <a:lnTo>
                <a:pt x="607333" y="4847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F3615E-2F0A-4C6F-8129-7DC327269C72}">
      <dsp:nvSpPr>
        <dsp:cNvPr id="0" name=""/>
        <dsp:cNvSpPr/>
      </dsp:nvSpPr>
      <dsp:spPr>
        <a:xfrm>
          <a:off x="1215630" y="1010347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SP2.1: Communicate and ensure resolution of noncompliance issues</a:t>
          </a:r>
          <a:endParaRPr lang="en-US" sz="2200" kern="1200" dirty="0"/>
        </a:p>
      </dsp:txBody>
      <dsp:txXfrm>
        <a:off x="1215630" y="1010347"/>
        <a:ext cx="6251007" cy="646304"/>
      </dsp:txXfrm>
    </dsp:sp>
    <dsp:sp modelId="{E19A2895-58A1-4478-BC42-8FE5D431B63F}">
      <dsp:nvSpPr>
        <dsp:cNvPr id="0" name=""/>
        <dsp:cNvSpPr/>
      </dsp:nvSpPr>
      <dsp:spPr>
        <a:xfrm>
          <a:off x="608296" y="848771"/>
          <a:ext cx="607333" cy="1292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2609"/>
              </a:lnTo>
              <a:lnTo>
                <a:pt x="607333" y="129260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62C2A5-6E1E-4CC0-A6B7-E3292E770BA5}">
      <dsp:nvSpPr>
        <dsp:cNvPr id="0" name=""/>
        <dsp:cNvSpPr/>
      </dsp:nvSpPr>
      <dsp:spPr>
        <a:xfrm>
          <a:off x="1215630" y="1818228"/>
          <a:ext cx="6251007" cy="6463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SP2.2: Establish records</a:t>
          </a:r>
          <a:endParaRPr lang="en-US" sz="2200" kern="1200" dirty="0"/>
        </a:p>
      </dsp:txBody>
      <dsp:txXfrm>
        <a:off x="1215630" y="1818228"/>
        <a:ext cx="6251007" cy="646304"/>
      </dsp:txXfrm>
    </dsp:sp>
  </dsp:spTree>
</dsp:drawing>
</file>

<file path=ppt/diagrams/drawing1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0268A99-6BBD-40E7-A6BE-B200802E3BB9}">
      <dsp:nvSpPr>
        <dsp:cNvPr id="0" name=""/>
        <dsp:cNvSpPr/>
      </dsp:nvSpPr>
      <dsp:spPr>
        <a:xfrm>
          <a:off x="457199" y="302"/>
          <a:ext cx="4219747" cy="4490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SG1: Establish baselines</a:t>
          </a:r>
          <a:endParaRPr lang="en-US" sz="2400" kern="1200" dirty="0"/>
        </a:p>
      </dsp:txBody>
      <dsp:txXfrm>
        <a:off x="457199" y="302"/>
        <a:ext cx="4219747" cy="449051"/>
      </dsp:txXfrm>
    </dsp:sp>
    <dsp:sp modelId="{75B1E9C8-9B79-41B8-836F-D9681B5E6736}">
      <dsp:nvSpPr>
        <dsp:cNvPr id="0" name=""/>
        <dsp:cNvSpPr/>
      </dsp:nvSpPr>
      <dsp:spPr>
        <a:xfrm>
          <a:off x="879174" y="449353"/>
          <a:ext cx="421974" cy="3367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788"/>
              </a:lnTo>
              <a:lnTo>
                <a:pt x="421974" y="33678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F3615E-2F0A-4C6F-8129-7DC327269C72}">
      <dsp:nvSpPr>
        <dsp:cNvPr id="0" name=""/>
        <dsp:cNvSpPr/>
      </dsp:nvSpPr>
      <dsp:spPr>
        <a:xfrm>
          <a:off x="1301149" y="561616"/>
          <a:ext cx="6471251" cy="4490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SP1.1: Identify configuration items</a:t>
          </a:r>
          <a:endParaRPr lang="en-US" sz="2200" kern="1200" dirty="0"/>
        </a:p>
      </dsp:txBody>
      <dsp:txXfrm>
        <a:off x="1301149" y="561616"/>
        <a:ext cx="6471251" cy="449051"/>
      </dsp:txXfrm>
    </dsp:sp>
    <dsp:sp modelId="{E19A2895-58A1-4478-BC42-8FE5D431B63F}">
      <dsp:nvSpPr>
        <dsp:cNvPr id="0" name=""/>
        <dsp:cNvSpPr/>
      </dsp:nvSpPr>
      <dsp:spPr>
        <a:xfrm>
          <a:off x="879174" y="449353"/>
          <a:ext cx="421974" cy="8981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8103"/>
              </a:lnTo>
              <a:lnTo>
                <a:pt x="421974" y="89810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62C2A5-6E1E-4CC0-A6B7-E3292E770BA5}">
      <dsp:nvSpPr>
        <dsp:cNvPr id="0" name=""/>
        <dsp:cNvSpPr/>
      </dsp:nvSpPr>
      <dsp:spPr>
        <a:xfrm>
          <a:off x="1301149" y="1122931"/>
          <a:ext cx="6471251" cy="4490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SP1.2: Establish a configuration management system</a:t>
          </a:r>
          <a:endParaRPr lang="en-US" sz="2200" kern="1200" dirty="0"/>
        </a:p>
      </dsp:txBody>
      <dsp:txXfrm>
        <a:off x="1301149" y="1122931"/>
        <a:ext cx="6471251" cy="449051"/>
      </dsp:txXfrm>
    </dsp:sp>
    <dsp:sp modelId="{3D0CC303-45BC-4849-909E-9AE2EB033039}">
      <dsp:nvSpPr>
        <dsp:cNvPr id="0" name=""/>
        <dsp:cNvSpPr/>
      </dsp:nvSpPr>
      <dsp:spPr>
        <a:xfrm>
          <a:off x="879174" y="449353"/>
          <a:ext cx="421974" cy="14594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9417"/>
              </a:lnTo>
              <a:lnTo>
                <a:pt x="421974" y="145941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89FAB2-78D3-444E-AE74-7D9321419BC3}">
      <dsp:nvSpPr>
        <dsp:cNvPr id="0" name=""/>
        <dsp:cNvSpPr/>
      </dsp:nvSpPr>
      <dsp:spPr>
        <a:xfrm>
          <a:off x="1301149" y="1684246"/>
          <a:ext cx="6471251" cy="4490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SP1.3: Create or release baselines</a:t>
          </a:r>
          <a:endParaRPr lang="en-US" sz="2200" kern="1200" dirty="0"/>
        </a:p>
      </dsp:txBody>
      <dsp:txXfrm>
        <a:off x="1301149" y="1684246"/>
        <a:ext cx="6471251" cy="449051"/>
      </dsp:txXfrm>
    </dsp:sp>
  </dsp:spTree>
</dsp:drawing>
</file>

<file path=ppt/diagrams/drawing1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0268A99-6BBD-40E7-A6BE-B200802E3BB9}">
      <dsp:nvSpPr>
        <dsp:cNvPr id="0" name=""/>
        <dsp:cNvSpPr/>
      </dsp:nvSpPr>
      <dsp:spPr>
        <a:xfrm>
          <a:off x="279683" y="0"/>
          <a:ext cx="4195279" cy="4571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SG2: Track and control changes</a:t>
          </a:r>
          <a:endParaRPr lang="en-US" sz="2400" kern="1200" dirty="0"/>
        </a:p>
      </dsp:txBody>
      <dsp:txXfrm>
        <a:off x="279683" y="0"/>
        <a:ext cx="4195279" cy="457153"/>
      </dsp:txXfrm>
    </dsp:sp>
    <dsp:sp modelId="{75B1E9C8-9B79-41B8-836F-D9681B5E6736}">
      <dsp:nvSpPr>
        <dsp:cNvPr id="0" name=""/>
        <dsp:cNvSpPr/>
      </dsp:nvSpPr>
      <dsp:spPr>
        <a:xfrm>
          <a:off x="699211" y="457153"/>
          <a:ext cx="419527" cy="3429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2946"/>
              </a:lnTo>
              <a:lnTo>
                <a:pt x="419527" y="34294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F3615E-2F0A-4C6F-8129-7DC327269C72}">
      <dsp:nvSpPr>
        <dsp:cNvPr id="0" name=""/>
        <dsp:cNvSpPr/>
      </dsp:nvSpPr>
      <dsp:spPr>
        <a:xfrm>
          <a:off x="1118739" y="571523"/>
          <a:ext cx="6069177" cy="4571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SP2.1: Track change requests</a:t>
          </a:r>
          <a:endParaRPr lang="en-US" sz="2200" kern="1200" dirty="0"/>
        </a:p>
      </dsp:txBody>
      <dsp:txXfrm>
        <a:off x="1118739" y="571523"/>
        <a:ext cx="6069177" cy="457153"/>
      </dsp:txXfrm>
    </dsp:sp>
    <dsp:sp modelId="{E19A2895-58A1-4478-BC42-8FE5D431B63F}">
      <dsp:nvSpPr>
        <dsp:cNvPr id="0" name=""/>
        <dsp:cNvSpPr/>
      </dsp:nvSpPr>
      <dsp:spPr>
        <a:xfrm>
          <a:off x="699211" y="457153"/>
          <a:ext cx="419527" cy="9143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14388"/>
              </a:lnTo>
              <a:lnTo>
                <a:pt x="419527" y="91438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62C2A5-6E1E-4CC0-A6B7-E3292E770BA5}">
      <dsp:nvSpPr>
        <dsp:cNvPr id="0" name=""/>
        <dsp:cNvSpPr/>
      </dsp:nvSpPr>
      <dsp:spPr>
        <a:xfrm>
          <a:off x="1118739" y="1142965"/>
          <a:ext cx="6069177" cy="4571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SP2.2: Control configuration items</a:t>
          </a:r>
          <a:endParaRPr lang="en-US" sz="2200" kern="1200" dirty="0"/>
        </a:p>
      </dsp:txBody>
      <dsp:txXfrm>
        <a:off x="1118739" y="1142965"/>
        <a:ext cx="6069177" cy="457153"/>
      </dsp:txXfrm>
    </dsp:sp>
  </dsp:spTree>
</dsp:drawing>
</file>

<file path=ppt/diagrams/drawing1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0268A99-6BBD-40E7-A6BE-B200802E3BB9}">
      <dsp:nvSpPr>
        <dsp:cNvPr id="0" name=""/>
        <dsp:cNvSpPr/>
      </dsp:nvSpPr>
      <dsp:spPr>
        <a:xfrm>
          <a:off x="564755" y="0"/>
          <a:ext cx="4204194" cy="4353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SG3: Establish integrity</a:t>
          </a:r>
          <a:endParaRPr lang="en-US" sz="2400" kern="1200" dirty="0"/>
        </a:p>
      </dsp:txBody>
      <dsp:txXfrm>
        <a:off x="564755" y="0"/>
        <a:ext cx="4204194" cy="435322"/>
      </dsp:txXfrm>
    </dsp:sp>
    <dsp:sp modelId="{75B1E9C8-9B79-41B8-836F-D9681B5E6736}">
      <dsp:nvSpPr>
        <dsp:cNvPr id="0" name=""/>
        <dsp:cNvSpPr/>
      </dsp:nvSpPr>
      <dsp:spPr>
        <a:xfrm>
          <a:off x="985175" y="435322"/>
          <a:ext cx="344220" cy="3266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6677"/>
              </a:lnTo>
              <a:lnTo>
                <a:pt x="344220" y="32667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F3615E-2F0A-4C6F-8129-7DC327269C72}">
      <dsp:nvSpPr>
        <dsp:cNvPr id="0" name=""/>
        <dsp:cNvSpPr/>
      </dsp:nvSpPr>
      <dsp:spPr>
        <a:xfrm>
          <a:off x="1329395" y="544338"/>
          <a:ext cx="6106847" cy="4353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SP3.1: Establish configuration management records</a:t>
          </a:r>
          <a:endParaRPr lang="en-US" sz="2200" kern="1200" dirty="0"/>
        </a:p>
      </dsp:txBody>
      <dsp:txXfrm>
        <a:off x="1329395" y="544338"/>
        <a:ext cx="6106847" cy="435322"/>
      </dsp:txXfrm>
    </dsp:sp>
    <dsp:sp modelId="{E19A2895-58A1-4478-BC42-8FE5D431B63F}">
      <dsp:nvSpPr>
        <dsp:cNvPr id="0" name=""/>
        <dsp:cNvSpPr/>
      </dsp:nvSpPr>
      <dsp:spPr>
        <a:xfrm>
          <a:off x="985175" y="435322"/>
          <a:ext cx="344220" cy="870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0830"/>
              </a:lnTo>
              <a:lnTo>
                <a:pt x="344220" y="87083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62C2A5-6E1E-4CC0-A6B7-E3292E770BA5}">
      <dsp:nvSpPr>
        <dsp:cNvPr id="0" name=""/>
        <dsp:cNvSpPr/>
      </dsp:nvSpPr>
      <dsp:spPr>
        <a:xfrm>
          <a:off x="1329395" y="1088491"/>
          <a:ext cx="6106847" cy="4353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SP3.2: Perform configuration audits</a:t>
          </a:r>
          <a:endParaRPr lang="en-US" sz="2200" kern="1200" dirty="0"/>
        </a:p>
      </dsp:txBody>
      <dsp:txXfrm>
        <a:off x="1329395" y="1088491"/>
        <a:ext cx="6106847" cy="435322"/>
      </dsp:txXfrm>
    </dsp:sp>
  </dsp:spTree>
</dsp:drawing>
</file>

<file path=ppt/diagrams/drawing1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0D86D38-86CA-4354-BC69-97A151854F3B}">
      <dsp:nvSpPr>
        <dsp:cNvPr id="0" name=""/>
        <dsp:cNvSpPr/>
      </dsp:nvSpPr>
      <dsp:spPr>
        <a:xfrm rot="5400000">
          <a:off x="879149" y="953212"/>
          <a:ext cx="1486818" cy="17949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692A37-B4BC-4C0F-AD7E-A7E67D02C529}">
      <dsp:nvSpPr>
        <dsp:cNvPr id="0" name=""/>
        <dsp:cNvSpPr/>
      </dsp:nvSpPr>
      <dsp:spPr>
        <a:xfrm>
          <a:off x="761351" y="1390"/>
          <a:ext cx="2910074" cy="1196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Requirements Management</a:t>
          </a:r>
          <a:endParaRPr lang="en-US" sz="2200" kern="1200" dirty="0"/>
        </a:p>
      </dsp:txBody>
      <dsp:txXfrm>
        <a:off x="761351" y="1390"/>
        <a:ext cx="2910074" cy="1196633"/>
      </dsp:txXfrm>
    </dsp:sp>
    <dsp:sp modelId="{E00C79AC-B7EB-4EC6-B626-750217C08AD6}">
      <dsp:nvSpPr>
        <dsp:cNvPr id="0" name=""/>
        <dsp:cNvSpPr/>
      </dsp:nvSpPr>
      <dsp:spPr>
        <a:xfrm rot="5400000">
          <a:off x="879149" y="2449005"/>
          <a:ext cx="1486818" cy="17949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612463-D567-4C22-8B1A-4A4648F05C70}">
      <dsp:nvSpPr>
        <dsp:cNvPr id="0" name=""/>
        <dsp:cNvSpPr/>
      </dsp:nvSpPr>
      <dsp:spPr>
        <a:xfrm>
          <a:off x="761351" y="1497183"/>
          <a:ext cx="2910074" cy="1196633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Project Planning</a:t>
          </a:r>
          <a:endParaRPr lang="en-US" sz="2200" kern="1200" dirty="0"/>
        </a:p>
      </dsp:txBody>
      <dsp:txXfrm>
        <a:off x="761351" y="1497183"/>
        <a:ext cx="2910074" cy="1196633"/>
      </dsp:txXfrm>
    </dsp:sp>
    <dsp:sp modelId="{804AEB10-AC69-4AFE-BBB0-90D734999BEE}">
      <dsp:nvSpPr>
        <dsp:cNvPr id="0" name=""/>
        <dsp:cNvSpPr/>
      </dsp:nvSpPr>
      <dsp:spPr>
        <a:xfrm>
          <a:off x="1629105" y="3196901"/>
          <a:ext cx="3555129" cy="17949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4FC3F8-FCA0-4837-B54B-827A487FFC43}">
      <dsp:nvSpPr>
        <dsp:cNvPr id="0" name=""/>
        <dsp:cNvSpPr/>
      </dsp:nvSpPr>
      <dsp:spPr>
        <a:xfrm>
          <a:off x="761351" y="2992975"/>
          <a:ext cx="2910074" cy="1196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Project Monitoring and Control</a:t>
          </a:r>
          <a:endParaRPr lang="en-US" sz="2200" kern="1200" dirty="0"/>
        </a:p>
      </dsp:txBody>
      <dsp:txXfrm>
        <a:off x="761351" y="2992975"/>
        <a:ext cx="2910074" cy="1196633"/>
      </dsp:txXfrm>
    </dsp:sp>
    <dsp:sp modelId="{CE443209-2A9A-4410-AE76-758A027389CC}">
      <dsp:nvSpPr>
        <dsp:cNvPr id="0" name=""/>
        <dsp:cNvSpPr/>
      </dsp:nvSpPr>
      <dsp:spPr>
        <a:xfrm rot="16200000">
          <a:off x="4447371" y="2449005"/>
          <a:ext cx="1486818" cy="17949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CB24B3-7534-4E8C-B70A-4585A5C86A6F}">
      <dsp:nvSpPr>
        <dsp:cNvPr id="0" name=""/>
        <dsp:cNvSpPr/>
      </dsp:nvSpPr>
      <dsp:spPr>
        <a:xfrm>
          <a:off x="4329574" y="2992975"/>
          <a:ext cx="2910074" cy="1196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Supplier Agreement Management</a:t>
          </a:r>
          <a:endParaRPr lang="en-US" sz="2200" kern="1200" dirty="0"/>
        </a:p>
      </dsp:txBody>
      <dsp:txXfrm>
        <a:off x="4329574" y="2992975"/>
        <a:ext cx="2910074" cy="1196633"/>
      </dsp:txXfrm>
    </dsp:sp>
    <dsp:sp modelId="{F9ABA099-5BB8-441C-BCAC-742A6E20A040}">
      <dsp:nvSpPr>
        <dsp:cNvPr id="0" name=""/>
        <dsp:cNvSpPr/>
      </dsp:nvSpPr>
      <dsp:spPr>
        <a:xfrm rot="16200000">
          <a:off x="4447371" y="953212"/>
          <a:ext cx="1486818" cy="17949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E2D241-60FB-433E-89DC-CD0953407E96}">
      <dsp:nvSpPr>
        <dsp:cNvPr id="0" name=""/>
        <dsp:cNvSpPr/>
      </dsp:nvSpPr>
      <dsp:spPr>
        <a:xfrm>
          <a:off x="4329574" y="1497183"/>
          <a:ext cx="2910074" cy="1196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Measurement and Analysis</a:t>
          </a:r>
          <a:endParaRPr lang="en-US" sz="2200" kern="1200" dirty="0"/>
        </a:p>
      </dsp:txBody>
      <dsp:txXfrm>
        <a:off x="4329574" y="1497183"/>
        <a:ext cx="2910074" cy="1196633"/>
      </dsp:txXfrm>
    </dsp:sp>
    <dsp:sp modelId="{726C4BCE-69BB-4144-BABF-F99592B27E47}">
      <dsp:nvSpPr>
        <dsp:cNvPr id="0" name=""/>
        <dsp:cNvSpPr/>
      </dsp:nvSpPr>
      <dsp:spPr>
        <a:xfrm>
          <a:off x="4329574" y="1390"/>
          <a:ext cx="2910074" cy="1196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Process and Product Quality Assurance</a:t>
          </a:r>
          <a:endParaRPr lang="en-US" sz="2200" kern="1200" dirty="0"/>
        </a:p>
      </dsp:txBody>
      <dsp:txXfrm>
        <a:off x="4329574" y="1390"/>
        <a:ext cx="2910074" cy="1196633"/>
      </dsp:txXfrm>
    </dsp:sp>
  </dsp:spTree>
</dsp:drawing>
</file>

<file path=ppt/diagrams/drawing1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4E0416C-9F2D-44F8-BC28-D56989EC9BB2}">
      <dsp:nvSpPr>
        <dsp:cNvPr id="0" name=""/>
        <dsp:cNvSpPr/>
      </dsp:nvSpPr>
      <dsp:spPr>
        <a:xfrm rot="5400000">
          <a:off x="4990663" y="-1995460"/>
          <a:ext cx="900033" cy="51206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Organizational Process Focus, Definition, Training...</a:t>
          </a:r>
          <a:endParaRPr lang="en-US" sz="2100" kern="1200" dirty="0"/>
        </a:p>
      </dsp:txBody>
      <dsp:txXfrm rot="5400000">
        <a:off x="4990663" y="-1995460"/>
        <a:ext cx="900033" cy="5120640"/>
      </dsp:txXfrm>
    </dsp:sp>
    <dsp:sp modelId="{DE069798-423A-46C3-A644-04EE2BFE74E0}">
      <dsp:nvSpPr>
        <dsp:cNvPr id="0" name=""/>
        <dsp:cNvSpPr/>
      </dsp:nvSpPr>
      <dsp:spPr>
        <a:xfrm>
          <a:off x="0" y="2339"/>
          <a:ext cx="2880360" cy="1125041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Process Management</a:t>
          </a:r>
          <a:endParaRPr lang="en-US" sz="3200" kern="1200" dirty="0"/>
        </a:p>
      </dsp:txBody>
      <dsp:txXfrm>
        <a:off x="0" y="2339"/>
        <a:ext cx="2880360" cy="1125041"/>
      </dsp:txXfrm>
    </dsp:sp>
    <dsp:sp modelId="{47E71582-D616-4880-ADE9-CC4CD265610A}">
      <dsp:nvSpPr>
        <dsp:cNvPr id="0" name=""/>
        <dsp:cNvSpPr/>
      </dsp:nvSpPr>
      <dsp:spPr>
        <a:xfrm rot="5400000">
          <a:off x="4990663" y="-814166"/>
          <a:ext cx="900033" cy="51206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Project Planning, Monitoring, Control...</a:t>
          </a:r>
          <a:endParaRPr lang="en-US" sz="2100" kern="1200" dirty="0"/>
        </a:p>
      </dsp:txBody>
      <dsp:txXfrm rot="5400000">
        <a:off x="4990663" y="-814166"/>
        <a:ext cx="900033" cy="5120640"/>
      </dsp:txXfrm>
    </dsp:sp>
    <dsp:sp modelId="{258A4CD7-AC6A-42D5-9397-DD87805DCE6C}">
      <dsp:nvSpPr>
        <dsp:cNvPr id="0" name=""/>
        <dsp:cNvSpPr/>
      </dsp:nvSpPr>
      <dsp:spPr>
        <a:xfrm>
          <a:off x="0" y="1183632"/>
          <a:ext cx="2880360" cy="1125041"/>
        </a:xfrm>
        <a:prstGeom prst="roundRec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Project Management</a:t>
          </a:r>
          <a:endParaRPr lang="en-US" sz="3200" kern="1200" dirty="0"/>
        </a:p>
      </dsp:txBody>
      <dsp:txXfrm>
        <a:off x="0" y="1183632"/>
        <a:ext cx="2880360" cy="1125041"/>
      </dsp:txXfrm>
    </dsp:sp>
    <dsp:sp modelId="{936B1941-E3D6-4466-8401-E8879100240B}">
      <dsp:nvSpPr>
        <dsp:cNvPr id="0" name=""/>
        <dsp:cNvSpPr/>
      </dsp:nvSpPr>
      <dsp:spPr>
        <a:xfrm rot="5400000">
          <a:off x="4990663" y="367126"/>
          <a:ext cx="900033" cy="51206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Requirements Management, Development, Technical Solution, Product Integration...</a:t>
          </a:r>
          <a:endParaRPr lang="en-US" sz="2100" kern="1200" dirty="0"/>
        </a:p>
      </dsp:txBody>
      <dsp:txXfrm rot="5400000">
        <a:off x="4990663" y="367126"/>
        <a:ext cx="900033" cy="5120640"/>
      </dsp:txXfrm>
    </dsp:sp>
    <dsp:sp modelId="{1CCFC096-763E-456B-9B2D-DFD321AA2FE0}">
      <dsp:nvSpPr>
        <dsp:cNvPr id="0" name=""/>
        <dsp:cNvSpPr/>
      </dsp:nvSpPr>
      <dsp:spPr>
        <a:xfrm>
          <a:off x="0" y="2364926"/>
          <a:ext cx="2880360" cy="1125041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Engineering</a:t>
          </a:r>
          <a:endParaRPr lang="en-US" sz="3200" kern="1200" dirty="0"/>
        </a:p>
      </dsp:txBody>
      <dsp:txXfrm>
        <a:off x="0" y="2364926"/>
        <a:ext cx="2880360" cy="1125041"/>
      </dsp:txXfrm>
    </dsp:sp>
    <dsp:sp modelId="{3CDD71DC-5C71-49FC-9C03-1F6DF94BFFCB}">
      <dsp:nvSpPr>
        <dsp:cNvPr id="0" name=""/>
        <dsp:cNvSpPr/>
      </dsp:nvSpPr>
      <dsp:spPr>
        <a:xfrm rot="5400000">
          <a:off x="4990663" y="1548420"/>
          <a:ext cx="900033" cy="51206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Configuration Management, Process and Product Quality Assurance...</a:t>
          </a:r>
          <a:endParaRPr lang="en-US" sz="2100" kern="1200" dirty="0"/>
        </a:p>
      </dsp:txBody>
      <dsp:txXfrm rot="5400000">
        <a:off x="4990663" y="1548420"/>
        <a:ext cx="900033" cy="5120640"/>
      </dsp:txXfrm>
    </dsp:sp>
    <dsp:sp modelId="{A60A0906-6F39-4249-85E3-73A164EC4C36}">
      <dsp:nvSpPr>
        <dsp:cNvPr id="0" name=""/>
        <dsp:cNvSpPr/>
      </dsp:nvSpPr>
      <dsp:spPr>
        <a:xfrm>
          <a:off x="0" y="3546219"/>
          <a:ext cx="2880360" cy="1125041"/>
        </a:xfrm>
        <a:prstGeom prst="roundRect">
          <a:avLst/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Support</a:t>
          </a:r>
          <a:endParaRPr lang="en-US" sz="3200" kern="1200" dirty="0"/>
        </a:p>
      </dsp:txBody>
      <dsp:txXfrm>
        <a:off x="0" y="3546219"/>
        <a:ext cx="2880360" cy="1125041"/>
      </dsp:txXfrm>
    </dsp:sp>
  </dsp:spTree>
</dsp:drawing>
</file>

<file path=ppt/diagrams/drawing2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54505DE-B927-4598-97BF-EAC7380B5755}">
      <dsp:nvSpPr>
        <dsp:cNvPr id="0" name=""/>
        <dsp:cNvSpPr/>
      </dsp:nvSpPr>
      <dsp:spPr>
        <a:xfrm>
          <a:off x="2491615" y="1395708"/>
          <a:ext cx="2428800" cy="1342640"/>
        </a:xfrm>
        <a:prstGeom prst="ellipse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Specific Goal 1: Establish estimates</a:t>
          </a:r>
          <a:endParaRPr lang="en-US" sz="2400" kern="1200" dirty="0"/>
        </a:p>
      </dsp:txBody>
      <dsp:txXfrm>
        <a:off x="2491615" y="1395708"/>
        <a:ext cx="2428800" cy="1342640"/>
      </dsp:txXfrm>
    </dsp:sp>
    <dsp:sp modelId="{44F46352-8D20-4D0B-84FE-D207073F28D8}">
      <dsp:nvSpPr>
        <dsp:cNvPr id="0" name=""/>
        <dsp:cNvSpPr/>
      </dsp:nvSpPr>
      <dsp:spPr>
        <a:xfrm rot="13102728">
          <a:off x="1452191" y="667522"/>
          <a:ext cx="1662518" cy="54570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267A5-861E-4BD2-B7C3-3585283ACF87}">
      <dsp:nvSpPr>
        <dsp:cNvPr id="0" name=""/>
        <dsp:cNvSpPr/>
      </dsp:nvSpPr>
      <dsp:spPr>
        <a:xfrm>
          <a:off x="0" y="0"/>
          <a:ext cx="3263614" cy="848561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SP1: Estimate the scope of the project</a:t>
          </a:r>
          <a:endParaRPr lang="en-US" sz="2400" kern="1200" dirty="0"/>
        </a:p>
      </dsp:txBody>
      <dsp:txXfrm>
        <a:off x="0" y="0"/>
        <a:ext cx="3263614" cy="848561"/>
      </dsp:txXfrm>
    </dsp:sp>
    <dsp:sp modelId="{735F1A0A-3E93-421D-AA7A-D127A9D11242}">
      <dsp:nvSpPr>
        <dsp:cNvPr id="0" name=""/>
        <dsp:cNvSpPr/>
      </dsp:nvSpPr>
      <dsp:spPr>
        <a:xfrm rot="19325331">
          <a:off x="4311048" y="683405"/>
          <a:ext cx="1642488" cy="54570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6DEC3A-1D1E-4D10-8FCC-DB18046D0D0E}">
      <dsp:nvSpPr>
        <dsp:cNvPr id="0" name=""/>
        <dsp:cNvSpPr/>
      </dsp:nvSpPr>
      <dsp:spPr>
        <a:xfrm>
          <a:off x="3940450" y="0"/>
          <a:ext cx="3679549" cy="903306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SP2: Determine estimates of effort and cost</a:t>
          </a:r>
          <a:endParaRPr lang="en-US" sz="2400" kern="1200" dirty="0"/>
        </a:p>
      </dsp:txBody>
      <dsp:txXfrm>
        <a:off x="3940450" y="0"/>
        <a:ext cx="3679549" cy="903306"/>
      </dsp:txXfrm>
    </dsp:sp>
  </dsp:spTree>
</dsp:drawing>
</file>

<file path=ppt/diagrams/drawing2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54505DE-B927-4598-97BF-EAC7380B5755}">
      <dsp:nvSpPr>
        <dsp:cNvPr id="0" name=""/>
        <dsp:cNvSpPr/>
      </dsp:nvSpPr>
      <dsp:spPr>
        <a:xfrm>
          <a:off x="2390014" y="1774193"/>
          <a:ext cx="3101076" cy="1414486"/>
        </a:xfrm>
        <a:prstGeom prst="ellipse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Generic Goal 2: Institutionalize a Managed Process</a:t>
          </a:r>
          <a:endParaRPr lang="en-US" sz="2200" kern="1200" dirty="0"/>
        </a:p>
      </dsp:txBody>
      <dsp:txXfrm>
        <a:off x="2390014" y="1774193"/>
        <a:ext cx="3101076" cy="1414486"/>
      </dsp:txXfrm>
    </dsp:sp>
    <dsp:sp modelId="{44F46352-8D20-4D0B-84FE-D207073F28D8}">
      <dsp:nvSpPr>
        <dsp:cNvPr id="0" name=""/>
        <dsp:cNvSpPr/>
      </dsp:nvSpPr>
      <dsp:spPr>
        <a:xfrm rot="12523440">
          <a:off x="1296257" y="1281667"/>
          <a:ext cx="1669902" cy="416395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267A5-861E-4BD2-B7C3-3585283ACF87}">
      <dsp:nvSpPr>
        <dsp:cNvPr id="0" name=""/>
        <dsp:cNvSpPr/>
      </dsp:nvSpPr>
      <dsp:spPr>
        <a:xfrm>
          <a:off x="273007" y="533401"/>
          <a:ext cx="2251989" cy="1110386"/>
        </a:xfrm>
        <a:prstGeom prst="roundRect">
          <a:avLst>
            <a:gd name="adj" fmla="val 10000"/>
          </a:avLst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GP1: Plan the process</a:t>
          </a:r>
          <a:endParaRPr lang="en-US" sz="2200" kern="1200" dirty="0"/>
        </a:p>
      </dsp:txBody>
      <dsp:txXfrm>
        <a:off x="273007" y="533401"/>
        <a:ext cx="2251989" cy="1110386"/>
      </dsp:txXfrm>
    </dsp:sp>
    <dsp:sp modelId="{E68CF474-E6D4-47E6-ACF9-36C7F5B5925E}">
      <dsp:nvSpPr>
        <dsp:cNvPr id="0" name=""/>
        <dsp:cNvSpPr/>
      </dsp:nvSpPr>
      <dsp:spPr>
        <a:xfrm rot="16389432">
          <a:off x="3539591" y="1043662"/>
          <a:ext cx="937569" cy="416395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742E8-DA18-4732-B61C-50CE03A75F64}">
      <dsp:nvSpPr>
        <dsp:cNvPr id="0" name=""/>
        <dsp:cNvSpPr/>
      </dsp:nvSpPr>
      <dsp:spPr>
        <a:xfrm>
          <a:off x="2895597" y="228592"/>
          <a:ext cx="2277195" cy="1110386"/>
        </a:xfrm>
        <a:prstGeom prst="roundRect">
          <a:avLst>
            <a:gd name="adj" fmla="val 10000"/>
          </a:avLst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GP2: Provide resources</a:t>
          </a:r>
          <a:endParaRPr lang="en-US" sz="2200" kern="1200" dirty="0"/>
        </a:p>
      </dsp:txBody>
      <dsp:txXfrm>
        <a:off x="2895597" y="228592"/>
        <a:ext cx="2277195" cy="1110386"/>
      </dsp:txXfrm>
    </dsp:sp>
    <dsp:sp modelId="{735F1A0A-3E93-421D-AA7A-D127A9D11242}">
      <dsp:nvSpPr>
        <dsp:cNvPr id="0" name=""/>
        <dsp:cNvSpPr/>
      </dsp:nvSpPr>
      <dsp:spPr>
        <a:xfrm rot="19773960">
          <a:off x="4854335" y="1153970"/>
          <a:ext cx="1982751" cy="416395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6DEC3A-1D1E-4D10-8FCC-DB18046D0D0E}">
      <dsp:nvSpPr>
        <dsp:cNvPr id="0" name=""/>
        <dsp:cNvSpPr/>
      </dsp:nvSpPr>
      <dsp:spPr>
        <a:xfrm>
          <a:off x="5607000" y="304797"/>
          <a:ext cx="2186976" cy="1110386"/>
        </a:xfrm>
        <a:prstGeom prst="roundRect">
          <a:avLst>
            <a:gd name="adj" fmla="val 10000"/>
          </a:avLst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GP3: Assign responsibility</a:t>
          </a:r>
          <a:endParaRPr lang="en-US" sz="2200" kern="1200" dirty="0"/>
        </a:p>
      </dsp:txBody>
      <dsp:txXfrm>
        <a:off x="5607000" y="304797"/>
        <a:ext cx="2186976" cy="1110386"/>
      </dsp:txXfrm>
    </dsp:sp>
  </dsp:spTree>
</dsp:drawing>
</file>

<file path=ppt/diagrams/drawing2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979C88E-F4C6-4259-BE83-03D413C08075}">
      <dsp:nvSpPr>
        <dsp:cNvPr id="0" name=""/>
        <dsp:cNvSpPr/>
      </dsp:nvSpPr>
      <dsp:spPr>
        <a:xfrm>
          <a:off x="0" y="347020"/>
          <a:ext cx="60960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03A6B0-4468-4D3B-ABE0-37078ADCCCC1}">
      <dsp:nvSpPr>
        <dsp:cNvPr id="0" name=""/>
        <dsp:cNvSpPr/>
      </dsp:nvSpPr>
      <dsp:spPr>
        <a:xfrm>
          <a:off x="304800" y="3"/>
          <a:ext cx="4267200" cy="67896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Commitment to Perform (CO)</a:t>
          </a:r>
          <a:endParaRPr lang="en-US" sz="2400" kern="1200" dirty="0"/>
        </a:p>
      </dsp:txBody>
      <dsp:txXfrm>
        <a:off x="304800" y="3"/>
        <a:ext cx="4267200" cy="678960"/>
      </dsp:txXfrm>
    </dsp:sp>
    <dsp:sp modelId="{DEEA165C-6E13-47C9-9414-4E0D6851F4AC}">
      <dsp:nvSpPr>
        <dsp:cNvPr id="0" name=""/>
        <dsp:cNvSpPr/>
      </dsp:nvSpPr>
      <dsp:spPr>
        <a:xfrm>
          <a:off x="0" y="1390300"/>
          <a:ext cx="60960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A756FA-0EB6-411D-82FA-D36581BBC320}">
      <dsp:nvSpPr>
        <dsp:cNvPr id="0" name=""/>
        <dsp:cNvSpPr/>
      </dsp:nvSpPr>
      <dsp:spPr>
        <a:xfrm>
          <a:off x="304800" y="1050819"/>
          <a:ext cx="4267200" cy="678960"/>
        </a:xfrm>
        <a:prstGeom prst="roundRec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Ability to Perform (AB)</a:t>
          </a:r>
          <a:endParaRPr lang="en-US" sz="2400" kern="1200" dirty="0"/>
        </a:p>
      </dsp:txBody>
      <dsp:txXfrm>
        <a:off x="304800" y="1050819"/>
        <a:ext cx="4267200" cy="678960"/>
      </dsp:txXfrm>
    </dsp:sp>
    <dsp:sp modelId="{E1C5AEB6-5A69-407F-BC2E-E339A2277929}">
      <dsp:nvSpPr>
        <dsp:cNvPr id="0" name=""/>
        <dsp:cNvSpPr/>
      </dsp:nvSpPr>
      <dsp:spPr>
        <a:xfrm>
          <a:off x="0" y="2433580"/>
          <a:ext cx="60960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39AC6C-E887-4D13-BF80-0CFB713EC9FD}">
      <dsp:nvSpPr>
        <dsp:cNvPr id="0" name=""/>
        <dsp:cNvSpPr/>
      </dsp:nvSpPr>
      <dsp:spPr>
        <a:xfrm>
          <a:off x="304800" y="2094100"/>
          <a:ext cx="4267200" cy="67896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Directing Implementation (DI)</a:t>
          </a:r>
          <a:endParaRPr lang="en-US" sz="2400" kern="1200" dirty="0"/>
        </a:p>
      </dsp:txBody>
      <dsp:txXfrm>
        <a:off x="304800" y="2094100"/>
        <a:ext cx="4267200" cy="678960"/>
      </dsp:txXfrm>
    </dsp:sp>
    <dsp:sp modelId="{BC7E964A-348C-4368-A7E4-F5FFE4A0564E}">
      <dsp:nvSpPr>
        <dsp:cNvPr id="0" name=""/>
        <dsp:cNvSpPr/>
      </dsp:nvSpPr>
      <dsp:spPr>
        <a:xfrm>
          <a:off x="0" y="3476860"/>
          <a:ext cx="60960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BD6A49-1EBF-4D5F-B348-F0D74FCDF6DF}">
      <dsp:nvSpPr>
        <dsp:cNvPr id="0" name=""/>
        <dsp:cNvSpPr/>
      </dsp:nvSpPr>
      <dsp:spPr>
        <a:xfrm>
          <a:off x="304800" y="3137380"/>
          <a:ext cx="4267200" cy="678960"/>
        </a:xfrm>
        <a:prstGeom prst="roundRect">
          <a:avLst/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Verifying Implementation (VE)</a:t>
          </a:r>
          <a:endParaRPr lang="en-US" sz="2400" kern="1200" dirty="0"/>
        </a:p>
      </dsp:txBody>
      <dsp:txXfrm>
        <a:off x="304800" y="3137380"/>
        <a:ext cx="4267200" cy="678960"/>
      </dsp:txXfrm>
    </dsp:sp>
  </dsp:spTree>
</dsp:drawing>
</file>

<file path=ppt/diagrams/drawing2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3FB57C7-3EFD-4635-95AF-3990C4EA02B3}">
      <dsp:nvSpPr>
        <dsp:cNvPr id="0" name=""/>
        <dsp:cNvSpPr/>
      </dsp:nvSpPr>
      <dsp:spPr>
        <a:xfrm>
          <a:off x="3094" y="0"/>
          <a:ext cx="4267200" cy="42672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7E0E6B-2E38-469F-A7AE-0C3551149FCE}">
      <dsp:nvSpPr>
        <dsp:cNvPr id="0" name=""/>
        <dsp:cNvSpPr/>
      </dsp:nvSpPr>
      <dsp:spPr>
        <a:xfrm>
          <a:off x="649364" y="426810"/>
          <a:ext cx="5748340" cy="52715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solidFill>
                <a:schemeClr val="tx1"/>
              </a:solidFill>
            </a:rPr>
            <a:t>Capability Level 5: Optimizing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649364" y="426810"/>
        <a:ext cx="5748340" cy="527153"/>
      </dsp:txXfrm>
    </dsp:sp>
    <dsp:sp modelId="{C7FF5F83-BA83-4A26-9F61-4F6D2E6F80FC}">
      <dsp:nvSpPr>
        <dsp:cNvPr id="0" name=""/>
        <dsp:cNvSpPr/>
      </dsp:nvSpPr>
      <dsp:spPr>
        <a:xfrm>
          <a:off x="649364" y="995740"/>
          <a:ext cx="5748340" cy="52715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solidFill>
                <a:schemeClr val="tx1"/>
              </a:solidFill>
            </a:rPr>
            <a:t>Capability Level 4: Quantitatively Managed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649364" y="995740"/>
        <a:ext cx="5748340" cy="527153"/>
      </dsp:txXfrm>
    </dsp:sp>
    <dsp:sp modelId="{E310CC6B-F355-4A7B-AA82-FF367FC14D4B}">
      <dsp:nvSpPr>
        <dsp:cNvPr id="0" name=""/>
        <dsp:cNvSpPr/>
      </dsp:nvSpPr>
      <dsp:spPr>
        <a:xfrm>
          <a:off x="649364" y="1564670"/>
          <a:ext cx="5748340" cy="52715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solidFill>
                <a:schemeClr val="tx1"/>
              </a:solidFill>
            </a:rPr>
            <a:t>Capability Level 3: Defined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649364" y="1564670"/>
        <a:ext cx="5748340" cy="527153"/>
      </dsp:txXfrm>
    </dsp:sp>
    <dsp:sp modelId="{A782A836-7041-4BA8-A5EE-8FD743BF0BFA}">
      <dsp:nvSpPr>
        <dsp:cNvPr id="0" name=""/>
        <dsp:cNvSpPr/>
      </dsp:nvSpPr>
      <dsp:spPr>
        <a:xfrm>
          <a:off x="649364" y="2133600"/>
          <a:ext cx="5748340" cy="52715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solidFill>
                <a:schemeClr val="tx1"/>
              </a:solidFill>
            </a:rPr>
            <a:t>Capability Level 2: Managed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649364" y="2133600"/>
        <a:ext cx="5748340" cy="527153"/>
      </dsp:txXfrm>
    </dsp:sp>
    <dsp:sp modelId="{140AF665-47D6-4BEF-BD0E-3FDAE1609982}">
      <dsp:nvSpPr>
        <dsp:cNvPr id="0" name=""/>
        <dsp:cNvSpPr/>
      </dsp:nvSpPr>
      <dsp:spPr>
        <a:xfrm>
          <a:off x="649364" y="2702529"/>
          <a:ext cx="5748340" cy="52715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solidFill>
                <a:schemeClr val="tx1"/>
              </a:solidFill>
            </a:rPr>
            <a:t>Capability Level 1: Performed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649364" y="2702529"/>
        <a:ext cx="5748340" cy="527153"/>
      </dsp:txXfrm>
    </dsp:sp>
    <dsp:sp modelId="{05272DB4-3A59-4CE9-955B-B45C2F6CD337}">
      <dsp:nvSpPr>
        <dsp:cNvPr id="0" name=""/>
        <dsp:cNvSpPr/>
      </dsp:nvSpPr>
      <dsp:spPr>
        <a:xfrm>
          <a:off x="649364" y="3271459"/>
          <a:ext cx="5748340" cy="52715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solidFill>
                <a:schemeClr val="tx1"/>
              </a:solidFill>
            </a:rPr>
            <a:t>Capability Level 0: Incomplete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649364" y="3271459"/>
        <a:ext cx="5748340" cy="5271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94110-7B92-47DD-A7EA-143F1A862DD2}" type="datetimeFigureOut">
              <a:rPr lang="en-US" smtClean="0"/>
              <a:pPr/>
              <a:t>12/25/2017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572A4-342A-4B29-A3DA-B9854557607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F74688-041D-4FC9-902F-D5E3D355A780}" type="datetimeFigureOut">
              <a:rPr lang="en-US" smtClean="0"/>
              <a:pPr/>
              <a:t>12/25/2017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FF8F4A-5E88-493E-905F-12CD3520EA5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43B9-1B5B-487E-9475-53D990437C3F}" type="datetimeFigureOut">
              <a:rPr lang="en-US" smtClean="0"/>
              <a:pPr/>
              <a:t>12/25/2017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E-99FC-4AD3-80E3-205DCB542E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43B9-1B5B-487E-9475-53D990437C3F}" type="datetimeFigureOut">
              <a:rPr lang="en-US" smtClean="0"/>
              <a:pPr/>
              <a:t>12/25/2017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E-99FC-4AD3-80E3-205DCB542E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43B9-1B5B-487E-9475-53D990437C3F}" type="datetimeFigureOut">
              <a:rPr lang="en-US" smtClean="0"/>
              <a:pPr/>
              <a:t>12/25/2017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E-99FC-4AD3-80E3-205DCB542E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43B9-1B5B-487E-9475-53D990437C3F}" type="datetimeFigureOut">
              <a:rPr lang="en-US" smtClean="0"/>
              <a:pPr/>
              <a:t>12/25/2017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E-99FC-4AD3-80E3-205DCB542E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43B9-1B5B-487E-9475-53D990437C3F}" type="datetimeFigureOut">
              <a:rPr lang="en-US" smtClean="0"/>
              <a:pPr/>
              <a:t>12/25/2017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E-99FC-4AD3-80E3-205DCB542E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43B9-1B5B-487E-9475-53D990437C3F}" type="datetimeFigureOut">
              <a:rPr lang="en-US" smtClean="0"/>
              <a:pPr/>
              <a:t>12/25/2017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E-99FC-4AD3-80E3-205DCB542E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43B9-1B5B-487E-9475-53D990437C3F}" type="datetimeFigureOut">
              <a:rPr lang="en-US" smtClean="0"/>
              <a:pPr/>
              <a:t>12/25/2017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E-99FC-4AD3-80E3-205DCB542E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43B9-1B5B-487E-9475-53D990437C3F}" type="datetimeFigureOut">
              <a:rPr lang="en-US" smtClean="0"/>
              <a:pPr/>
              <a:t>12/25/2017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E-99FC-4AD3-80E3-205DCB542E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43B9-1B5B-487E-9475-53D990437C3F}" type="datetimeFigureOut">
              <a:rPr lang="en-US" smtClean="0"/>
              <a:pPr/>
              <a:t>12/25/2017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E-99FC-4AD3-80E3-205DCB542E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43B9-1B5B-487E-9475-53D990437C3F}" type="datetimeFigureOut">
              <a:rPr lang="en-US" smtClean="0"/>
              <a:pPr/>
              <a:t>12/25/2017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E-99FC-4AD3-80E3-205DCB542E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43B9-1B5B-487E-9475-53D990437C3F}" type="datetimeFigureOut">
              <a:rPr lang="en-US" smtClean="0"/>
              <a:pPr/>
              <a:t>12/25/2017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BC74E-99FC-4AD3-80E3-205DCB542E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C43B9-1B5B-487E-9475-53D990437C3F}" type="datetimeFigureOut">
              <a:rPr lang="en-US" smtClean="0"/>
              <a:pPr/>
              <a:t>12/25/2017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BC74E-99FC-4AD3-80E3-205DCB542E0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5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4.xml"/><Relationship Id="rId3" Type="http://schemas.openxmlformats.org/officeDocument/2006/relationships/diagramLayout" Target="../diagrams/layout13.xml"/><Relationship Id="rId7" Type="http://schemas.openxmlformats.org/officeDocument/2006/relationships/diagramData" Target="../diagrams/data14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11" Type="http://schemas.microsoft.com/office/2007/relationships/diagramDrawing" Target="../diagrams/drawing14.xml"/><Relationship Id="rId5" Type="http://schemas.openxmlformats.org/officeDocument/2006/relationships/diagramColors" Target="../diagrams/colors13.xml"/><Relationship Id="rId10" Type="http://schemas.openxmlformats.org/officeDocument/2006/relationships/diagramColors" Target="../diagrams/colors14.xml"/><Relationship Id="rId4" Type="http://schemas.openxmlformats.org/officeDocument/2006/relationships/diagramQuickStyle" Target="../diagrams/quickStyle13.xml"/><Relationship Id="rId9" Type="http://schemas.openxmlformats.org/officeDocument/2006/relationships/diagramQuickStyle" Target="../diagrams/quickStyle1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6.xml"/><Relationship Id="rId13" Type="http://schemas.openxmlformats.org/officeDocument/2006/relationships/diagramLayout" Target="../diagrams/layout17.xml"/><Relationship Id="rId3" Type="http://schemas.openxmlformats.org/officeDocument/2006/relationships/diagramLayout" Target="../diagrams/layout15.xml"/><Relationship Id="rId7" Type="http://schemas.openxmlformats.org/officeDocument/2006/relationships/diagramData" Target="../diagrams/data16.xml"/><Relationship Id="rId12" Type="http://schemas.openxmlformats.org/officeDocument/2006/relationships/diagramData" Target="../diagrams/data17.xml"/><Relationship Id="rId2" Type="http://schemas.openxmlformats.org/officeDocument/2006/relationships/diagramData" Target="../diagrams/data15.xml"/><Relationship Id="rId16" Type="http://schemas.microsoft.com/office/2007/relationships/diagramDrawing" Target="../diagrams/drawing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11" Type="http://schemas.microsoft.com/office/2007/relationships/diagramDrawing" Target="../diagrams/drawing16.xml"/><Relationship Id="rId5" Type="http://schemas.openxmlformats.org/officeDocument/2006/relationships/diagramColors" Target="../diagrams/colors15.xml"/><Relationship Id="rId15" Type="http://schemas.openxmlformats.org/officeDocument/2006/relationships/diagramColors" Target="../diagrams/colors17.xml"/><Relationship Id="rId10" Type="http://schemas.openxmlformats.org/officeDocument/2006/relationships/diagramColors" Target="../diagrams/colors16.xml"/><Relationship Id="rId4" Type="http://schemas.openxmlformats.org/officeDocument/2006/relationships/diagramQuickStyle" Target="../diagrams/quickStyle15.xml"/><Relationship Id="rId9" Type="http://schemas.openxmlformats.org/officeDocument/2006/relationships/diagramQuickStyle" Target="../diagrams/quickStyle16.xml"/><Relationship Id="rId14" Type="http://schemas.openxmlformats.org/officeDocument/2006/relationships/diagramQuickStyle" Target="../diagrams/quickStyle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pPr eaLnBrk="1" hangingPunct="1"/>
            <a:r>
              <a:rPr lang="en-US" sz="6000" dirty="0" smtClean="0"/>
              <a:t>CMMI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1"/>
            <a:ext cx="5105400" cy="2514599"/>
          </a:xfrm>
        </p:spPr>
        <p:txBody>
          <a:bodyPr>
            <a:normAutofit/>
          </a:bodyPr>
          <a:lstStyle/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what</a:t>
            </a:r>
            <a:r>
              <a:rPr lang="en-US" sz="2400" dirty="0" smtClean="0"/>
              <a:t> is CMMI.</a:t>
            </a:r>
          </a:p>
          <a:p>
            <a:pPr marL="514350" indent="-514350">
              <a:buFont typeface="Wingdings" pitchFamily="2" charset="2"/>
              <a:buChar char="Ø"/>
            </a:pPr>
            <a:endParaRPr lang="en-US" sz="2400" dirty="0" smtClean="0"/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why</a:t>
            </a:r>
            <a:r>
              <a:rPr lang="en-US" sz="2400" dirty="0" smtClean="0"/>
              <a:t> use CMMI.</a:t>
            </a:r>
          </a:p>
          <a:p>
            <a:pPr marL="514350" indent="-514350">
              <a:buFont typeface="Wingdings" pitchFamily="2" charset="2"/>
              <a:buChar char="Ø"/>
            </a:pPr>
            <a:endParaRPr lang="en-US" sz="2400" dirty="0" smtClean="0"/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CMMI structure</a:t>
            </a:r>
            <a:r>
              <a:rPr lang="en-US" sz="2400" dirty="0" smtClean="0"/>
              <a:t>.</a:t>
            </a:r>
          </a:p>
          <a:p>
            <a:pPr marL="514350" indent="-514350">
              <a:buFont typeface="Wingdings" pitchFamily="2" charset="2"/>
              <a:buChar char="Ø"/>
            </a:pPr>
            <a:endParaRPr lang="en-US" sz="2400" dirty="0" smtClean="0"/>
          </a:p>
          <a:p>
            <a:pPr marL="51435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2228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486400" cy="39624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Margaret K. </a:t>
            </a:r>
            <a:r>
              <a:rPr lang="en-US" sz="2400" dirty="0" err="1" smtClean="0">
                <a:latin typeface="+mj-lt"/>
              </a:rPr>
              <a:t>Kulpa</a:t>
            </a:r>
            <a:r>
              <a:rPr lang="en-US" sz="2400" dirty="0" smtClean="0">
                <a:latin typeface="+mj-lt"/>
              </a:rPr>
              <a:t> and Kent A. Johnson (</a:t>
            </a:r>
            <a:r>
              <a:rPr lang="en-US" sz="2400" dirty="0" smtClean="0"/>
              <a:t>2003)</a:t>
            </a:r>
            <a:r>
              <a:rPr lang="en-US" sz="2400" dirty="0" smtClean="0">
                <a:latin typeface="+mj-lt"/>
              </a:rPr>
              <a:t>. Interpreting the CMMI: A Process Improvement Approach.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Tim </a:t>
            </a:r>
            <a:r>
              <a:rPr lang="en-US" sz="2400" dirty="0" err="1" smtClean="0"/>
              <a:t>Kasse</a:t>
            </a:r>
            <a:r>
              <a:rPr lang="en-US" sz="2400" dirty="0" smtClean="0"/>
              <a:t> (2008). Practical Insight into CMMI.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Use a Process?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77200" cy="4800599"/>
          </a:xfrm>
        </p:spPr>
        <p:txBody>
          <a:bodyPr>
            <a:normAutofit/>
          </a:bodyPr>
          <a:lstStyle/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process</a:t>
            </a:r>
            <a:r>
              <a:rPr lang="en-US" sz="2400" dirty="0" smtClean="0"/>
              <a:t> is a series of steps that help to solve a problem.</a:t>
            </a:r>
          </a:p>
          <a:p>
            <a:r>
              <a:rPr lang="en-US" sz="2400" dirty="0" smtClean="0"/>
              <a:t>A process </a:t>
            </a:r>
            <a:r>
              <a:rPr lang="en-US" sz="2400" i="1" dirty="0" smtClean="0">
                <a:solidFill>
                  <a:srgbClr val="C00000"/>
                </a:solidFill>
              </a:rPr>
              <a:t>helps</a:t>
            </a:r>
            <a:r>
              <a:rPr lang="en-US" sz="2400" dirty="0" smtClean="0"/>
              <a:t> us do things consistently.</a:t>
            </a:r>
          </a:p>
          <a:p>
            <a:r>
              <a:rPr lang="en-US" sz="2400" dirty="0" smtClean="0"/>
              <a:t>Why do we want to </a:t>
            </a:r>
            <a:r>
              <a:rPr lang="en-US" sz="2400" i="1" dirty="0" smtClean="0">
                <a:solidFill>
                  <a:srgbClr val="C00000"/>
                </a:solidFill>
              </a:rPr>
              <a:t>do things consistently</a:t>
            </a:r>
            <a:r>
              <a:rPr lang="en-US" sz="2400" dirty="0" smtClean="0"/>
              <a:t>?</a:t>
            </a:r>
          </a:p>
          <a:p>
            <a:r>
              <a:rPr lang="en-US" sz="2400" dirty="0" smtClean="0"/>
              <a:t>Are we promoting turning the workers into </a:t>
            </a:r>
            <a:r>
              <a:rPr lang="en-US" sz="2400" i="1" dirty="0" smtClean="0">
                <a:solidFill>
                  <a:srgbClr val="C00000"/>
                </a:solidFill>
              </a:rPr>
              <a:t>robots</a:t>
            </a:r>
            <a:r>
              <a:rPr lang="en-US" sz="2400" dirty="0" smtClean="0"/>
              <a:t>?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No. What focusing on process does for your organization is to </a:t>
            </a:r>
            <a:r>
              <a:rPr lang="en-US" sz="2400" i="1" dirty="0" smtClean="0">
                <a:solidFill>
                  <a:srgbClr val="C00000"/>
                </a:solidFill>
              </a:rPr>
              <a:t>reduce redundant work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1752600"/>
            <a:ext cx="244792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2" name="Picture 2" descr="http://appliedchange.co.uk/wp-content/uploads/2013/11/project-failure-300x19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1600200"/>
            <a:ext cx="2857500" cy="18859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Why is Process </a:t>
            </a:r>
            <a:r>
              <a:rPr lang="en-US" sz="4000" i="1" dirty="0" smtClean="0">
                <a:solidFill>
                  <a:srgbClr val="C00000"/>
                </a:solidFill>
              </a:rPr>
              <a:t>Important</a:t>
            </a:r>
            <a:r>
              <a:rPr lang="en-US" sz="4000" dirty="0" smtClean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600" dirty="0" smtClean="0"/>
              <a:t>Why not focus on the </a:t>
            </a:r>
            <a:r>
              <a:rPr lang="en-US" sz="2600" i="1" dirty="0" smtClean="0">
                <a:solidFill>
                  <a:srgbClr val="C00000"/>
                </a:solidFill>
              </a:rPr>
              <a:t>product</a:t>
            </a:r>
            <a:r>
              <a:rPr lang="en-US" sz="2600" dirty="0" smtClean="0"/>
              <a:t>, or the </a:t>
            </a:r>
            <a:r>
              <a:rPr lang="en-US" sz="2600" i="1" dirty="0" smtClean="0">
                <a:solidFill>
                  <a:srgbClr val="C00000"/>
                </a:solidFill>
              </a:rPr>
              <a:t>people</a:t>
            </a:r>
            <a:r>
              <a:rPr lang="en-US" sz="2600" dirty="0" smtClean="0"/>
              <a:t>, or the </a:t>
            </a:r>
            <a:r>
              <a:rPr lang="en-US" sz="2600" i="1" dirty="0" smtClean="0">
                <a:solidFill>
                  <a:srgbClr val="C00000"/>
                </a:solidFill>
              </a:rPr>
              <a:t>technology</a:t>
            </a:r>
            <a:r>
              <a:rPr lang="en-US" sz="2600" dirty="0" smtClean="0"/>
              <a:t> used?</a:t>
            </a:r>
          </a:p>
          <a:p>
            <a:pPr lvl="1"/>
            <a:r>
              <a:rPr lang="en-US" sz="2200" dirty="0" smtClean="0"/>
              <a:t>Give guidelines to the people responsible for doing this work on </a:t>
            </a:r>
            <a:r>
              <a:rPr lang="en-US" sz="2200" i="1" dirty="0" smtClean="0">
                <a:solidFill>
                  <a:srgbClr val="C00000"/>
                </a:solidFill>
              </a:rPr>
              <a:t>how to do</a:t>
            </a:r>
            <a:r>
              <a:rPr lang="en-US" sz="2200" dirty="0" smtClean="0"/>
              <a:t> it.</a:t>
            </a:r>
          </a:p>
          <a:p>
            <a:pPr lvl="1"/>
            <a:r>
              <a:rPr lang="en-US" sz="2200" dirty="0" smtClean="0"/>
              <a:t>Rather than having people work harder, have them work </a:t>
            </a:r>
            <a:r>
              <a:rPr lang="en-US" sz="2200" i="1" dirty="0" smtClean="0">
                <a:solidFill>
                  <a:srgbClr val="C00000"/>
                </a:solidFill>
              </a:rPr>
              <a:t>smarter</a:t>
            </a:r>
            <a:r>
              <a:rPr lang="en-US" sz="2200" dirty="0" smtClean="0"/>
              <a:t>.</a:t>
            </a:r>
          </a:p>
          <a:p>
            <a:pPr lvl="1"/>
            <a:r>
              <a:rPr lang="en-US" sz="2200" dirty="0" smtClean="0"/>
              <a:t>Most of those companies sold quick-fix technologies without any underlying </a:t>
            </a:r>
            <a:r>
              <a:rPr lang="en-US" sz="2200" i="1" dirty="0" smtClean="0">
                <a:solidFill>
                  <a:srgbClr val="C00000"/>
                </a:solidFill>
              </a:rPr>
              <a:t>analysis of the problems</a:t>
            </a:r>
            <a:r>
              <a:rPr lang="en-US" sz="2200" dirty="0" smtClean="0"/>
              <a:t> organizations faced.</a:t>
            </a:r>
          </a:p>
          <a:p>
            <a:r>
              <a:rPr lang="en-US" sz="2600" dirty="0" smtClean="0"/>
              <a:t>Is process the </a:t>
            </a:r>
            <a:r>
              <a:rPr lang="en-US" sz="2600" i="1" dirty="0" smtClean="0">
                <a:solidFill>
                  <a:srgbClr val="C00000"/>
                </a:solidFill>
              </a:rPr>
              <a:t>only answer</a:t>
            </a:r>
            <a:r>
              <a:rPr lang="en-US" sz="2600" dirty="0" smtClean="0"/>
              <a:t>?</a:t>
            </a:r>
          </a:p>
          <a:p>
            <a:pPr lvl="1"/>
            <a:r>
              <a:rPr lang="en-US" sz="2200" dirty="0" smtClean="0"/>
              <a:t>No. Process is </a:t>
            </a:r>
            <a:r>
              <a:rPr lang="en-US" sz="2200" i="1" dirty="0" smtClean="0">
                <a:solidFill>
                  <a:srgbClr val="C00000"/>
                </a:solidFill>
              </a:rPr>
              <a:t>part of the answer</a:t>
            </a:r>
            <a:r>
              <a:rPr lang="en-US" sz="2200" dirty="0" smtClean="0"/>
              <a:t>.</a:t>
            </a:r>
          </a:p>
          <a:p>
            <a:pPr lvl="1"/>
            <a:r>
              <a:rPr lang="en-US" sz="2200" dirty="0" smtClean="0"/>
              <a:t>Process, when </a:t>
            </a:r>
            <a:r>
              <a:rPr lang="en-US" sz="2200" i="1" dirty="0" smtClean="0">
                <a:solidFill>
                  <a:srgbClr val="C00000"/>
                </a:solidFill>
              </a:rPr>
              <a:t>supported</a:t>
            </a:r>
            <a:r>
              <a:rPr lang="en-US" sz="2200" dirty="0" smtClean="0"/>
              <a:t> by training, enough money, enough skilled people, proper tools, and management commitment, can help your organization.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Process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599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 smtClean="0"/>
              <a:t>The steps must be defined in such a way as to be </a:t>
            </a:r>
            <a:r>
              <a:rPr lang="en-US" sz="2800" i="1" dirty="0" smtClean="0">
                <a:solidFill>
                  <a:srgbClr val="C00000"/>
                </a:solidFill>
              </a:rPr>
              <a:t>unambiguous</a:t>
            </a:r>
            <a:r>
              <a:rPr lang="en-US" sz="2800" dirty="0" smtClean="0"/>
              <a:t> — that is, readily understood and capable of being followed in a consistent manner </a:t>
            </a:r>
            <a:r>
              <a:rPr lang="en-US" sz="2800" i="1" dirty="0" smtClean="0">
                <a:solidFill>
                  <a:srgbClr val="C00000"/>
                </a:solidFill>
              </a:rPr>
              <a:t>by anyone</a:t>
            </a:r>
            <a:r>
              <a:rPr lang="en-US" sz="2800" dirty="0" smtClean="0"/>
              <a:t> using the process.</a:t>
            </a:r>
          </a:p>
          <a:p>
            <a:endParaRPr lang="en-US" sz="2600" dirty="0" smtClean="0"/>
          </a:p>
          <a:p>
            <a:r>
              <a:rPr lang="en-US" sz="2800" i="1" dirty="0" smtClean="0">
                <a:solidFill>
                  <a:srgbClr val="C00000"/>
                </a:solidFill>
              </a:rPr>
              <a:t>Example</a:t>
            </a:r>
            <a:r>
              <a:rPr lang="en-US" sz="2800" dirty="0" smtClean="0"/>
              <a:t>: A risk management process</a:t>
            </a:r>
          </a:p>
          <a:p>
            <a:pPr lvl="1"/>
            <a:r>
              <a:rPr lang="en-US" sz="2400" dirty="0" smtClean="0"/>
              <a:t>Identify the risks</a:t>
            </a:r>
          </a:p>
          <a:p>
            <a:pPr lvl="1"/>
            <a:r>
              <a:rPr lang="en-US" sz="2400" dirty="0" smtClean="0"/>
              <a:t>Analyze the risks</a:t>
            </a:r>
          </a:p>
          <a:p>
            <a:pPr lvl="1"/>
            <a:r>
              <a:rPr lang="en-US" sz="2400" dirty="0" smtClean="0"/>
              <a:t>Categorize the seriousness and probability of the risks</a:t>
            </a:r>
          </a:p>
          <a:p>
            <a:pPr lvl="1"/>
            <a:r>
              <a:rPr lang="en-US" sz="2400" dirty="0" smtClean="0"/>
              <a:t>Mitigate the risks</a:t>
            </a:r>
          </a:p>
          <a:p>
            <a:endParaRPr lang="en-US" sz="2400" dirty="0" smtClean="0"/>
          </a:p>
          <a:p>
            <a:r>
              <a:rPr lang="en-US" sz="2800" dirty="0" smtClean="0"/>
              <a:t>What is the </a:t>
            </a:r>
            <a:r>
              <a:rPr lang="en-US" sz="2800" i="1" dirty="0" smtClean="0">
                <a:solidFill>
                  <a:srgbClr val="C00000"/>
                </a:solidFill>
              </a:rPr>
              <a:t>problem</a:t>
            </a:r>
            <a:r>
              <a:rPr lang="en-US" sz="2800" dirty="0" smtClean="0"/>
              <a:t> with this process?</a:t>
            </a:r>
          </a:p>
          <a:p>
            <a:pPr lvl="1"/>
            <a:r>
              <a:rPr lang="en-US" sz="2400" dirty="0" smtClean="0"/>
              <a:t>It is </a:t>
            </a:r>
            <a:r>
              <a:rPr lang="en-US" sz="2400" i="1" dirty="0" smtClean="0">
                <a:solidFill>
                  <a:srgbClr val="C00000"/>
                </a:solidFill>
              </a:rPr>
              <a:t>too general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 smtClean="0"/>
              <a:t>Each manager would have interpreted </a:t>
            </a:r>
            <a:r>
              <a:rPr lang="en-US" sz="2400" i="1" dirty="0" smtClean="0">
                <a:solidFill>
                  <a:srgbClr val="C00000"/>
                </a:solidFill>
              </a:rPr>
              <a:t>how</a:t>
            </a:r>
            <a:r>
              <a:rPr lang="en-US" sz="2400" dirty="0" smtClean="0"/>
              <a:t> to do this process differently.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895600"/>
            <a:ext cx="217170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Procedures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22437"/>
            <a:ext cx="8229600" cy="4373563"/>
          </a:xfrm>
        </p:spPr>
        <p:txBody>
          <a:bodyPr>
            <a:normAutofit/>
          </a:bodyPr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Clarify how</a:t>
            </a:r>
            <a:r>
              <a:rPr lang="en-US" sz="2400" dirty="0" smtClean="0"/>
              <a:t> we do the steps in your process?</a:t>
            </a:r>
          </a:p>
          <a:p>
            <a:endParaRPr lang="en-US" sz="24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Identify</a:t>
            </a:r>
            <a:r>
              <a:rPr lang="en-US" sz="2400" dirty="0" smtClean="0"/>
              <a:t> the risk.</a:t>
            </a:r>
          </a:p>
          <a:p>
            <a:pPr lvl="1"/>
            <a:r>
              <a:rPr lang="en-US" sz="1800" dirty="0" smtClean="0"/>
              <a:t>Track the problems they have in delivering products and then find trends.</a:t>
            </a:r>
          </a:p>
          <a:p>
            <a:pPr lvl="1"/>
            <a:r>
              <a:rPr lang="en-US" sz="1800" dirty="0" smtClean="0"/>
              <a:t>From the list of trends, create a list of the ten most frequently occurring problems on the projects.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Categorize</a:t>
            </a:r>
            <a:r>
              <a:rPr lang="en-US" sz="2400" dirty="0" smtClean="0"/>
              <a:t> the seriousness and probability of the risk.</a:t>
            </a:r>
          </a:p>
          <a:p>
            <a:pPr lvl="1"/>
            <a:r>
              <a:rPr lang="en-US" sz="1800" dirty="0" smtClean="0"/>
              <a:t>Define risks as 1 — most critical and most likely to occur; 2 — critical but work may continue; and 3 — not critical, work may continue, fix this problem during the next phase or release.</a:t>
            </a:r>
          </a:p>
          <a:p>
            <a:pPr lvl="1"/>
            <a:r>
              <a:rPr lang="en-US" sz="1800" dirty="0" smtClean="0"/>
              <a:t>Define </a:t>
            </a:r>
            <a:r>
              <a:rPr lang="en-US" sz="1800" i="1" dirty="0" smtClean="0">
                <a:solidFill>
                  <a:srgbClr val="C00000"/>
                </a:solidFill>
              </a:rPr>
              <a:t>procedures</a:t>
            </a:r>
            <a:r>
              <a:rPr lang="en-US" sz="1800" dirty="0" smtClean="0"/>
              <a:t> for how to determine what would put a risk into category 1, 2, or 3.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 smtClean="0"/>
          </a:p>
          <a:p>
            <a:pPr marL="914400" lvl="1" indent="-457200">
              <a:buFont typeface="+mj-lt"/>
              <a:buAutoNum type="arabicPeriod"/>
            </a:pPr>
            <a:endParaRPr lang="en-US" sz="2000" dirty="0" smtClean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1219200"/>
            <a:ext cx="242887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Procedures vs. Processes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Procedures</a:t>
            </a:r>
            <a:r>
              <a:rPr lang="en-US" sz="2400" dirty="0" smtClean="0"/>
              <a:t> are step-by-step instructions on how to perform a task.</a:t>
            </a:r>
          </a:p>
          <a:p>
            <a:pPr lvl="1"/>
            <a:r>
              <a:rPr lang="en-US" sz="2000" dirty="0" smtClean="0"/>
              <a:t>Procedures are a subset of processes.</a:t>
            </a:r>
          </a:p>
          <a:p>
            <a:r>
              <a:rPr lang="en-US" sz="2400" dirty="0" smtClean="0"/>
              <a:t>The process is </a:t>
            </a:r>
            <a:r>
              <a:rPr lang="en-US" sz="2400" i="1" dirty="0" smtClean="0">
                <a:solidFill>
                  <a:srgbClr val="C00000"/>
                </a:solidFill>
              </a:rPr>
              <a:t>what</a:t>
            </a:r>
            <a:r>
              <a:rPr lang="en-US" sz="2400" dirty="0" smtClean="0"/>
              <a:t> to do; the procedures are </a:t>
            </a:r>
            <a:r>
              <a:rPr lang="en-US" sz="2400" i="1" dirty="0" smtClean="0">
                <a:solidFill>
                  <a:srgbClr val="C00000"/>
                </a:solidFill>
              </a:rPr>
              <a:t>how</a:t>
            </a:r>
            <a:r>
              <a:rPr lang="en-US" sz="2400" dirty="0" smtClean="0"/>
              <a:t> to do the steps in the process.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3962400"/>
            <a:ext cx="242887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3962400"/>
            <a:ext cx="1638300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Procedure Template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197" y="1397000"/>
          <a:ext cx="7467602" cy="510943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733801"/>
                <a:gridCol w="3733801"/>
              </a:tblGrid>
              <a:tr h="211117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Document Number:</a:t>
                      </a:r>
                    </a:p>
                  </a:txBody>
                  <a:tcPr marL="52779" marR="52779" marT="26390" marB="263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Date:</a:t>
                      </a:r>
                    </a:p>
                  </a:txBody>
                  <a:tcPr marL="52779" marR="52779" marT="26390" marB="26390"/>
                </a:tc>
              </a:tr>
              <a:tr h="211117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 </a:t>
                      </a:r>
                    </a:p>
                  </a:txBody>
                  <a:tcPr marL="52779" marR="52779" marT="26390" marB="263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Revision Number</a:t>
                      </a:r>
                    </a:p>
                  </a:txBody>
                  <a:tcPr marL="52779" marR="52779" marT="26390" marB="26390"/>
                </a:tc>
              </a:tr>
              <a:tr h="211117">
                <a:tc gridSpan="2">
                  <a:txBody>
                    <a:bodyPr/>
                    <a:lstStyle/>
                    <a:p>
                      <a:pPr algn="l"/>
                      <a:r>
                        <a:rPr lang="en-US" sz="1400"/>
                        <a:t>Description:</a:t>
                      </a:r>
                    </a:p>
                  </a:txBody>
                  <a:tcPr marL="52779" marR="52779" marT="26390" marB="2639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11117">
                <a:tc gridSpan="2">
                  <a:txBody>
                    <a:bodyPr/>
                    <a:lstStyle/>
                    <a:p>
                      <a:pPr algn="l"/>
                      <a:r>
                        <a:rPr lang="en-US" sz="1400"/>
                        <a:t>This procedure involves… The activity's primary aim is to...</a:t>
                      </a:r>
                    </a:p>
                  </a:txBody>
                  <a:tcPr marL="52779" marR="52779" marT="26390" marB="2639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11117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Entry Criteria/Inputs:</a:t>
                      </a:r>
                    </a:p>
                  </a:txBody>
                  <a:tcPr marL="52779" marR="52779" marT="26390" marB="263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Exit Criteria/Outputs:</a:t>
                      </a:r>
                    </a:p>
                  </a:txBody>
                  <a:tcPr marL="52779" marR="52779" marT="26390" marB="26390"/>
                </a:tc>
              </a:tr>
              <a:tr h="369455">
                <a:tc gridSpan="2">
                  <a:txBody>
                    <a:bodyPr/>
                    <a:lstStyle/>
                    <a:p>
                      <a:pPr algn="l"/>
                      <a:r>
                        <a:rPr lang="en-US" sz="1400"/>
                        <a:t>Roles:</a:t>
                      </a:r>
                    </a:p>
                    <a:p>
                      <a:pPr algn="l"/>
                      <a:r>
                        <a:rPr lang="en-US" sz="1400"/>
                        <a:t>Role Name: What does s/he do?</a:t>
                      </a:r>
                    </a:p>
                  </a:txBody>
                  <a:tcPr marL="52779" marR="52779" marT="26390" marB="2639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27792">
                <a:tc gridSpan="2">
                  <a:txBody>
                    <a:bodyPr/>
                    <a:lstStyle/>
                    <a:p>
                      <a:pPr algn="l"/>
                      <a:r>
                        <a:rPr lang="en-US" sz="1400"/>
                        <a:t>Assets:</a:t>
                      </a:r>
                    </a:p>
                    <a:p>
                      <a:pPr algn="l"/>
                      <a:r>
                        <a:rPr lang="en-US" sz="1400"/>
                        <a:t>Standards, reference material, deliverables, previous process descriptions… </a:t>
                      </a:r>
                    </a:p>
                  </a:txBody>
                  <a:tcPr marL="52779" marR="52779" marT="26390" marB="2639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44467">
                <a:tc gridSpan="2">
                  <a:txBody>
                    <a:bodyPr/>
                    <a:lstStyle/>
                    <a:p>
                      <a:pPr algn="l"/>
                      <a:r>
                        <a:rPr lang="en-US" sz="1400"/>
                        <a:t>Summary of Tasks (list major tasks/process steps):</a:t>
                      </a:r>
                    </a:p>
                    <a:p>
                      <a:pPr algn="l"/>
                      <a:r>
                        <a:rPr lang="en-US" sz="1400"/>
                        <a:t>Task 1</a:t>
                      </a:r>
                    </a:p>
                    <a:p>
                      <a:pPr algn="l"/>
                      <a:r>
                        <a:rPr lang="en-US" sz="1400"/>
                        <a:t>Task 2</a:t>
                      </a:r>
                    </a:p>
                    <a:p>
                      <a:pPr algn="l"/>
                      <a:r>
                        <a:rPr lang="en-US" sz="1400"/>
                        <a:t>Task 3</a:t>
                      </a:r>
                    </a:p>
                    <a:p>
                      <a:pPr algn="l"/>
                      <a:r>
                        <a:rPr lang="en-US" sz="1400"/>
                        <a:t>Task 4</a:t>
                      </a:r>
                    </a:p>
                  </a:txBody>
                  <a:tcPr marL="52779" marR="52779" marT="26390" marB="2639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11117">
                <a:tc gridSpan="2">
                  <a:txBody>
                    <a:bodyPr/>
                    <a:lstStyle/>
                    <a:p>
                      <a:pPr algn="l"/>
                      <a:r>
                        <a:rPr lang="en-US" sz="1400"/>
                        <a:t>Procedure Steps:</a:t>
                      </a:r>
                    </a:p>
                  </a:txBody>
                  <a:tcPr marL="52779" marR="52779" marT="26390" marB="2639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44467">
                <a:tc gridSpan="2"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Task 1</a:t>
                      </a:r>
                    </a:p>
                    <a:p>
                      <a:pPr algn="l">
                        <a:buFont typeface="Arial"/>
                        <a:buChar char="•"/>
                      </a:pPr>
                      <a:r>
                        <a:rPr lang="en-US" sz="1400" dirty="0" smtClean="0"/>
                        <a:t> Detail </a:t>
                      </a:r>
                      <a:r>
                        <a:rPr lang="en-US" sz="1400" dirty="0"/>
                        <a:t>Step 1</a:t>
                      </a:r>
                    </a:p>
                    <a:p>
                      <a:pPr algn="l">
                        <a:buFont typeface="Arial"/>
                        <a:buChar char="•"/>
                      </a:pPr>
                      <a:r>
                        <a:rPr lang="en-US" sz="1400" dirty="0" smtClean="0"/>
                        <a:t> Detail </a:t>
                      </a:r>
                      <a:r>
                        <a:rPr lang="en-US" sz="1400" dirty="0"/>
                        <a:t>Step 2</a:t>
                      </a:r>
                    </a:p>
                    <a:p>
                      <a:pPr algn="l">
                        <a:buFont typeface="Arial"/>
                        <a:buChar char="•"/>
                      </a:pPr>
                      <a:r>
                        <a:rPr lang="en-US" sz="1400" dirty="0" smtClean="0"/>
                        <a:t> Detail </a:t>
                      </a:r>
                      <a:r>
                        <a:rPr lang="en-US" sz="1400" dirty="0"/>
                        <a:t>Step 3</a:t>
                      </a:r>
                    </a:p>
                    <a:p>
                      <a:pPr algn="l">
                        <a:buFont typeface="Arial"/>
                        <a:buChar char="•"/>
                      </a:pPr>
                      <a:r>
                        <a:rPr lang="en-US" sz="1400" dirty="0" smtClean="0"/>
                        <a:t> Detail </a:t>
                      </a:r>
                      <a:r>
                        <a:rPr lang="en-US" sz="1400" dirty="0"/>
                        <a:t>Step 4</a:t>
                      </a:r>
                    </a:p>
                  </a:txBody>
                  <a:tcPr marL="52779" marR="52779" marT="26390" marB="2639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11117">
                <a:tc gridSpan="2"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Task 2</a:t>
                      </a:r>
                    </a:p>
                  </a:txBody>
                  <a:tcPr marL="52779" marR="52779" marT="26390" marB="2639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Process Does Not Work!</a:t>
            </a:r>
            <a:endParaRPr lang="en-US" dirty="0"/>
          </a:p>
        </p:txBody>
      </p:sp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85975" y="1428750"/>
            <a:ext cx="497205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Improve Your Process</a:t>
            </a:r>
            <a:endParaRPr lang="en-US" dirty="0"/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8775" y="1800225"/>
            <a:ext cx="5886450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Improve a Process?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Problem</a:t>
            </a:r>
            <a:r>
              <a:rPr lang="en-US" sz="2400" dirty="0" smtClean="0"/>
              <a:t>: We cannot keep up with the number of requirements changes.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Goal</a:t>
            </a:r>
            <a:r>
              <a:rPr lang="en-US" sz="2400" dirty="0" smtClean="0"/>
              <a:t>: To improve our requirements change process.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Question</a:t>
            </a:r>
            <a:r>
              <a:rPr lang="en-US" sz="2400" dirty="0" smtClean="0"/>
              <a:t>: How can we improve our requirements change process?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Metric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Number of requirements changes submitted, approved, implemented, or</a:t>
            </a:r>
          </a:p>
          <a:p>
            <a:pPr lvl="1"/>
            <a:r>
              <a:rPr lang="en-US" sz="2000" dirty="0" smtClean="0"/>
              <a:t>cancelled versus the number of original requirements documented.</a:t>
            </a:r>
          </a:p>
          <a:p>
            <a:pPr lvl="1"/>
            <a:r>
              <a:rPr lang="en-US" sz="2000" dirty="0" smtClean="0"/>
              <a:t>Time it takes to implement a change in requirements.</a:t>
            </a:r>
          </a:p>
          <a:p>
            <a:pPr>
              <a:buFont typeface="Wingdings" pitchFamily="2" charset="2"/>
              <a:buChar char="Ø"/>
            </a:pPr>
            <a:r>
              <a:rPr lang="en-US" sz="2400" i="1" dirty="0" smtClean="0">
                <a:solidFill>
                  <a:srgbClr val="C00000"/>
                </a:solidFill>
              </a:rPr>
              <a:t>Solution</a:t>
            </a:r>
            <a:r>
              <a:rPr lang="en-US" sz="2400" dirty="0" smtClean="0"/>
              <a:t> (What should we do?): </a:t>
            </a:r>
            <a:r>
              <a:rPr lang="en-US" sz="2400" strike="sngStrike" dirty="0" smtClean="0"/>
              <a:t>Trial and Error?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Solution: Use a Model</a:t>
            </a:r>
            <a:endParaRPr lang="en-US" dirty="0"/>
          </a:p>
        </p:txBody>
      </p:sp>
      <p:pic>
        <p:nvPicPr>
          <p:cNvPr id="5939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3913" y="1809750"/>
            <a:ext cx="7496175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5562600" cy="5029199"/>
          </a:xfrm>
        </p:spPr>
        <p:txBody>
          <a:bodyPr>
            <a:noAutofit/>
          </a:bodyPr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model</a:t>
            </a:r>
            <a:r>
              <a:rPr lang="en-US" sz="2400" dirty="0" smtClean="0"/>
              <a:t> is considered a guideline of </a:t>
            </a:r>
            <a:r>
              <a:rPr lang="en-US" sz="2400" u="sng" dirty="0" smtClean="0"/>
              <a:t>best practices</a:t>
            </a:r>
            <a:r>
              <a:rPr lang="en-US" sz="2400" dirty="0" smtClean="0"/>
              <a:t> found by studying other, highly functioning and successful organizations.</a:t>
            </a:r>
          </a:p>
          <a:p>
            <a:pPr lvl="1"/>
            <a:r>
              <a:rPr lang="en-US" sz="2000" dirty="0" smtClean="0"/>
              <a:t>A model does </a:t>
            </a:r>
            <a:r>
              <a:rPr lang="en-US" sz="2000" u="sng" dirty="0" smtClean="0"/>
              <a:t>not</a:t>
            </a:r>
            <a:r>
              <a:rPr lang="en-US" sz="2000" dirty="0" smtClean="0"/>
              <a:t> contain </a:t>
            </a:r>
            <a:r>
              <a:rPr lang="en-US" sz="2000" i="1" dirty="0" smtClean="0">
                <a:solidFill>
                  <a:srgbClr val="C00000"/>
                </a:solidFill>
              </a:rPr>
              <a:t>the steps</a:t>
            </a:r>
            <a:r>
              <a:rPr lang="en-US" sz="2000" dirty="0" smtClean="0"/>
              <a:t> needed or the </a:t>
            </a:r>
            <a:r>
              <a:rPr lang="en-US" sz="2000" i="1" dirty="0" smtClean="0">
                <a:solidFill>
                  <a:srgbClr val="C00000"/>
                </a:solidFill>
              </a:rPr>
              <a:t>sequence of steps</a:t>
            </a:r>
            <a:r>
              <a:rPr lang="en-US" sz="2000" dirty="0" smtClean="0"/>
              <a:t> needed to implement a process improvement program.</a:t>
            </a:r>
          </a:p>
          <a:p>
            <a:pPr lvl="1"/>
            <a:r>
              <a:rPr lang="en-US" sz="2000" dirty="0" smtClean="0"/>
              <a:t>The model used simply says, "this is a </a:t>
            </a:r>
            <a:r>
              <a:rPr lang="en-US" sz="2000" i="1" dirty="0" smtClean="0">
                <a:solidFill>
                  <a:srgbClr val="C00000"/>
                </a:solidFill>
              </a:rPr>
              <a:t>good thing</a:t>
            </a:r>
            <a:r>
              <a:rPr lang="en-US" sz="2000" dirty="0" smtClean="0"/>
              <a:t> to do.“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Why</a:t>
            </a:r>
            <a:r>
              <a:rPr lang="en-US" sz="2400" dirty="0" smtClean="0"/>
              <a:t> use a model?</a:t>
            </a:r>
          </a:p>
          <a:p>
            <a:pPr lvl="1"/>
            <a:r>
              <a:rPr lang="en-US" sz="2000" dirty="0" smtClean="0"/>
              <a:t>Without using a model as your basis of reference, you have nothing around which to </a:t>
            </a:r>
            <a:r>
              <a:rPr lang="en-US" sz="2000" i="1" dirty="0" smtClean="0">
                <a:solidFill>
                  <a:srgbClr val="C00000"/>
                </a:solidFill>
              </a:rPr>
              <a:t>plan your improvement</a:t>
            </a:r>
            <a:r>
              <a:rPr lang="en-US" sz="2000" dirty="0" smtClean="0"/>
              <a:t>, and nothing against which to </a:t>
            </a:r>
            <a:r>
              <a:rPr lang="en-US" sz="2000" i="1" dirty="0" smtClean="0">
                <a:solidFill>
                  <a:srgbClr val="C00000"/>
                </a:solidFill>
              </a:rPr>
              <a:t>measure your results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62650" y="2133600"/>
            <a:ext cx="3028950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PA: Requirements Management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219200" y="1397000"/>
          <a:ext cx="7467600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36220" y="3200400"/>
            <a:ext cx="2125980" cy="777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620000" y="1600200"/>
            <a:ext cx="121920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Why Don’t Create Your Own Model?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It takes a </a:t>
            </a:r>
            <a:r>
              <a:rPr lang="en-US" sz="2400" i="1" dirty="0" smtClean="0">
                <a:solidFill>
                  <a:srgbClr val="C00000"/>
                </a:solidFill>
              </a:rPr>
              <a:t>long time</a:t>
            </a:r>
            <a:r>
              <a:rPr lang="en-US" sz="2400" dirty="0" smtClean="0"/>
              <a:t> and it costs </a:t>
            </a:r>
            <a:r>
              <a:rPr lang="en-US" sz="2400" i="1" dirty="0" smtClean="0">
                <a:solidFill>
                  <a:srgbClr val="C00000"/>
                </a:solidFill>
              </a:rPr>
              <a:t>a lot of money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Most models allow an organization to substitute </a:t>
            </a:r>
            <a:r>
              <a:rPr lang="en-US" sz="2400" i="1" dirty="0" smtClean="0">
                <a:solidFill>
                  <a:srgbClr val="C00000"/>
                </a:solidFill>
              </a:rPr>
              <a:t>alternative practices</a:t>
            </a:r>
            <a:r>
              <a:rPr lang="en-US" sz="2400" dirty="0" smtClean="0"/>
              <a:t> for those practices in the chosen model that do not fit the organization.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ISO</a:t>
            </a:r>
            <a:r>
              <a:rPr lang="en-US" sz="2400" dirty="0" smtClean="0"/>
              <a:t> stands for International Standards Organization.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ISO 9000/9001</a:t>
            </a:r>
            <a:r>
              <a:rPr lang="en-US" sz="2000" dirty="0" smtClean="0"/>
              <a:t> series generates a fundamental quality management framework. 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CMM</a:t>
            </a:r>
            <a:r>
              <a:rPr lang="en-US" sz="2400" dirty="0" smtClean="0"/>
              <a:t> stands for the Capability Maturity Model.</a:t>
            </a:r>
          </a:p>
          <a:p>
            <a:pPr lvl="1"/>
            <a:r>
              <a:rPr lang="en-US" sz="2000" dirty="0" smtClean="0"/>
              <a:t>The CMM was created by analyzing the activities of </a:t>
            </a:r>
            <a:r>
              <a:rPr lang="en-US" sz="2000" i="1" dirty="0" smtClean="0">
                <a:solidFill>
                  <a:srgbClr val="C00000"/>
                </a:solidFill>
              </a:rPr>
              <a:t>highly functioning software organizations</a:t>
            </a:r>
            <a:r>
              <a:rPr lang="en-US" sz="2000" dirty="0" smtClean="0"/>
              <a:t>; that is, those organizations that consistently delivered software systems to their customers on time, within budget, and that actually worked.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[2]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533400" y="1600200"/>
          <a:ext cx="8001000" cy="482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Capability Maturity Model Integration</a:t>
            </a:r>
            <a:endParaRPr lang="en-US" sz="4000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81000" y="3124200"/>
          <a:ext cx="3733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/>
          <p:cNvGraphicFramePr/>
          <p:nvPr/>
        </p:nvGraphicFramePr>
        <p:xfrm>
          <a:off x="4724400" y="3048000"/>
          <a:ext cx="39624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" name="Rectangle 7"/>
          <p:cNvSpPr/>
          <p:nvPr/>
        </p:nvSpPr>
        <p:spPr>
          <a:xfrm>
            <a:off x="762000" y="1600200"/>
            <a:ext cx="7620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rgbClr val="C00000"/>
                </a:solidFill>
              </a:rPr>
              <a:t>CMMI</a:t>
            </a:r>
            <a:r>
              <a:rPr lang="en-US" sz="2400" dirty="0" smtClean="0"/>
              <a:t> is a merger of </a:t>
            </a:r>
            <a:r>
              <a:rPr lang="en-US" sz="2400" u="sng" dirty="0" smtClean="0"/>
              <a:t>process improvement models</a:t>
            </a:r>
            <a:r>
              <a:rPr lang="en-US" sz="2400" dirty="0" smtClean="0"/>
              <a:t> for systems engineering, software engineering, integrated product development, and software acquisition.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Maturity Levels [1]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228600" y="2362200"/>
          <a:ext cx="53340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381000" y="1295400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maturity level</a:t>
            </a:r>
            <a:r>
              <a:rPr lang="en-US" sz="2400" dirty="0" smtClean="0">
                <a:latin typeface="+mj-lt"/>
              </a:rPr>
              <a:t> signifies the level of performance that can be expected from an organization.</a:t>
            </a:r>
            <a:endParaRPr lang="en-US" sz="2400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62600" y="5486400"/>
            <a:ext cx="3429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 smtClean="0">
                <a:latin typeface="+mj-lt"/>
              </a:rPr>
              <a:t>The process supports and enables achievement of the specific goals.</a:t>
            </a:r>
            <a:endParaRPr lang="en-US" dirty="0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562600" y="4800600"/>
            <a:ext cx="3124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 smtClean="0">
                <a:latin typeface="+mj-lt"/>
              </a:rPr>
              <a:t>The process is institutionalized as a managed process</a:t>
            </a:r>
            <a:endParaRPr lang="en-US" dirty="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62600" y="4114800"/>
            <a:ext cx="3200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 smtClean="0">
                <a:latin typeface="+mj-lt"/>
              </a:rPr>
              <a:t>The process is institutionalized as a defined process.</a:t>
            </a:r>
            <a:endParaRPr lang="en-US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562600" y="3352800"/>
            <a:ext cx="3429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 smtClean="0">
                <a:latin typeface="+mj-lt"/>
              </a:rPr>
              <a:t>The process is institutionalized as a quantitatively managed process.</a:t>
            </a:r>
            <a:endParaRPr lang="en-US" dirty="0"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562600" y="2667000"/>
            <a:ext cx="3048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 smtClean="0">
                <a:latin typeface="+mj-lt"/>
              </a:rPr>
              <a:t>The process is institutionalized as an optimizing process.</a:t>
            </a:r>
            <a:endParaRPr lang="en-US" dirty="0">
              <a:latin typeface="+mj-lt"/>
            </a:endParaRPr>
          </a:p>
        </p:txBody>
      </p:sp>
      <p:pic>
        <p:nvPicPr>
          <p:cNvPr id="64516" name="Picture 4" descr="http://downloadicons.net/sites/default/files/guestion-icon-23670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5800" y="2819400"/>
            <a:ext cx="1056640" cy="10566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CMMI Level 2 Appraisal</a:t>
            </a:r>
            <a:endParaRPr lang="en-US" dirty="0"/>
          </a:p>
        </p:txBody>
      </p:sp>
      <p:pic>
        <p:nvPicPr>
          <p:cNvPr id="1026" name="Picture 2" descr="http://agile-defense.com/wp-content/uploads/2012/05/cmmi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2419350"/>
            <a:ext cx="5486400" cy="2990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PA: Requirements </a:t>
            </a:r>
            <a:r>
              <a:rPr lang="en-US" smtClean="0"/>
              <a:t>Management [1]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838200" y="1397000"/>
          <a:ext cx="7467600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PA: Project Planning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0" y="1371600"/>
          <a:ext cx="8534400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/>
          <p:cNvGraphicFramePr/>
          <p:nvPr/>
        </p:nvGraphicFramePr>
        <p:xfrm>
          <a:off x="838200" y="1397000"/>
          <a:ext cx="7467600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PA: Project Planning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0" y="1371600"/>
          <a:ext cx="8534400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/>
          <p:cNvGraphicFramePr/>
          <p:nvPr/>
        </p:nvGraphicFramePr>
        <p:xfrm>
          <a:off x="838200" y="1397000"/>
          <a:ext cx="7467600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PA: Project Planning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0" y="1371600"/>
          <a:ext cx="8534400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/>
          <p:cNvGraphicFramePr/>
          <p:nvPr/>
        </p:nvGraphicFramePr>
        <p:xfrm>
          <a:off x="838200" y="1397000"/>
          <a:ext cx="7467600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PA: Process and Product Quality Assurance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914400" y="1447800"/>
          <a:ext cx="7924800" cy="266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/>
          <p:cNvGraphicFramePr/>
          <p:nvPr/>
        </p:nvGraphicFramePr>
        <p:xfrm>
          <a:off x="990600" y="3886200"/>
          <a:ext cx="7467600" cy="266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PA: Configuration Management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609600" y="1295400"/>
          <a:ext cx="8229600" cy="213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/>
          <p:cNvGraphicFramePr/>
          <p:nvPr/>
        </p:nvGraphicFramePr>
        <p:xfrm>
          <a:off x="762000" y="3505200"/>
          <a:ext cx="7467600" cy="160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Diagram 8"/>
          <p:cNvGraphicFramePr/>
          <p:nvPr/>
        </p:nvGraphicFramePr>
        <p:xfrm>
          <a:off x="533400" y="5181600"/>
          <a:ext cx="7924800" cy="152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Areas (PAs)</a:t>
            </a:r>
            <a:endParaRPr lang="en-US" dirty="0"/>
          </a:p>
        </p:txBody>
      </p:sp>
      <p:sp>
        <p:nvSpPr>
          <p:cNvPr id="5" name="TextBox 10"/>
          <p:cNvSpPr txBox="1">
            <a:spLocks noChangeArrowheads="1"/>
          </p:cNvSpPr>
          <p:nvPr/>
        </p:nvSpPr>
        <p:spPr bwMode="auto">
          <a:xfrm>
            <a:off x="381000" y="1219200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process area</a:t>
            </a:r>
            <a:r>
              <a:rPr lang="en-US" sz="2400" dirty="0" smtClean="0">
                <a:latin typeface="+mj-lt"/>
              </a:rPr>
              <a:t> is a </a:t>
            </a:r>
            <a:r>
              <a:rPr lang="en-US" sz="2400" u="sng" dirty="0" smtClean="0">
                <a:latin typeface="+mj-lt"/>
              </a:rPr>
              <a:t>group of practices</a:t>
            </a:r>
            <a:r>
              <a:rPr lang="en-US" sz="2400" dirty="0" smtClean="0">
                <a:latin typeface="+mj-lt"/>
              </a:rPr>
              <a:t> performed collectively to achieve a specific goal.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7" name="Diagram 6"/>
          <p:cNvGraphicFramePr/>
          <p:nvPr/>
        </p:nvGraphicFramePr>
        <p:xfrm>
          <a:off x="457200" y="2286000"/>
          <a:ext cx="80010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Area Groups</a:t>
            </a:r>
            <a:endParaRPr lang="en-US" dirty="0"/>
          </a:p>
        </p:txBody>
      </p:sp>
      <p:graphicFrame>
        <p:nvGraphicFramePr>
          <p:cNvPr id="3" name="Diagram 2"/>
          <p:cNvGraphicFramePr/>
          <p:nvPr/>
        </p:nvGraphicFramePr>
        <p:xfrm>
          <a:off x="533400" y="1752600"/>
          <a:ext cx="8001000" cy="467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04800" y="2971800"/>
            <a:ext cx="8610600" cy="3733800"/>
            <a:chOff x="761351" y="1497183"/>
            <a:chExt cx="2910074" cy="1196633"/>
          </a:xfrm>
        </p:grpSpPr>
        <p:sp>
          <p:nvSpPr>
            <p:cNvPr id="6" name="Rounded Rectangle 5"/>
            <p:cNvSpPr/>
            <p:nvPr/>
          </p:nvSpPr>
          <p:spPr>
            <a:xfrm>
              <a:off x="761351" y="1497183"/>
              <a:ext cx="2910074" cy="1196633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796399" y="1532231"/>
              <a:ext cx="2839978" cy="112653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b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200" kern="1200" dirty="0" smtClean="0"/>
                <a:t>Project Planning</a:t>
              </a:r>
              <a:endParaRPr lang="en-US" sz="2200" kern="12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Specific Goals</a:t>
            </a:r>
            <a:endParaRPr lang="en-US" dirty="0"/>
          </a:p>
        </p:txBody>
      </p:sp>
      <p:graphicFrame>
        <p:nvGraphicFramePr>
          <p:cNvPr id="11" name="Diagram 10"/>
          <p:cNvGraphicFramePr/>
          <p:nvPr/>
        </p:nvGraphicFramePr>
        <p:xfrm>
          <a:off x="838200" y="3276600"/>
          <a:ext cx="76200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457200" y="1325940"/>
            <a:ext cx="8229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Specific goals</a:t>
            </a:r>
            <a:r>
              <a:rPr lang="en-US" sz="2400" dirty="0" smtClean="0">
                <a:latin typeface="+mj-lt"/>
              </a:rPr>
              <a:t> (SG): activities that relate to the specific PA under study.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Practices</a:t>
            </a:r>
            <a:r>
              <a:rPr lang="en-US" sz="2400" dirty="0" smtClean="0">
                <a:latin typeface="+mj-lt"/>
              </a:rPr>
              <a:t> are activities that must be performed to satisfy the goals for each PA. Each practice relates to only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one goal</a:t>
            </a:r>
            <a:r>
              <a:rPr lang="en-US" sz="2400" dirty="0" smtClean="0">
                <a:latin typeface="+mj-lt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Generic Goals</a:t>
            </a:r>
            <a:endParaRPr lang="en-US" dirty="0"/>
          </a:p>
        </p:txBody>
      </p:sp>
      <p:graphicFrame>
        <p:nvGraphicFramePr>
          <p:cNvPr id="9" name="Diagram 8"/>
          <p:cNvGraphicFramePr/>
          <p:nvPr/>
        </p:nvGraphicFramePr>
        <p:xfrm>
          <a:off x="685800" y="3352800"/>
          <a:ext cx="78486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381000" y="1455003"/>
            <a:ext cx="82296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Generic goals</a:t>
            </a:r>
            <a:r>
              <a:rPr lang="en-US" sz="2400" dirty="0" smtClean="0">
                <a:latin typeface="+mj-lt"/>
              </a:rPr>
              <a:t> (GG): goals that are common to multiple PAs throughout the model; they help determine whether the PA has been institutionalized.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Generic practices</a:t>
            </a:r>
            <a:r>
              <a:rPr lang="en-US" sz="2400" dirty="0" smtClean="0">
                <a:latin typeface="+mj-lt"/>
              </a:rPr>
              <a:t> (GP): are associated with the generic goals for institutionalization.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Generic Practices Functions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Commitment to Perform (CO)</a:t>
            </a:r>
            <a:r>
              <a:rPr lang="en-US" sz="2400" dirty="0" smtClean="0"/>
              <a:t> is shown through</a:t>
            </a:r>
          </a:p>
          <a:p>
            <a:pPr lvl="1"/>
            <a:r>
              <a:rPr lang="en-US" sz="2000" dirty="0" smtClean="0"/>
              <a:t>senior management commitment and </a:t>
            </a:r>
          </a:p>
          <a:p>
            <a:pPr lvl="1"/>
            <a:r>
              <a:rPr lang="en-US" sz="2000" dirty="0" smtClean="0"/>
              <a:t>written policies.</a:t>
            </a:r>
          </a:p>
          <a:p>
            <a:pPr lvl="1"/>
            <a:endParaRPr lang="en-US" sz="2000" dirty="0" smtClean="0"/>
          </a:p>
          <a:p>
            <a:pPr lvl="1"/>
            <a:endParaRPr lang="en-US" sz="20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Ability to Perform (AB) </a:t>
            </a:r>
            <a:r>
              <a:rPr lang="en-US" sz="2400" dirty="0" smtClean="0"/>
              <a:t>is shown through</a:t>
            </a:r>
          </a:p>
          <a:p>
            <a:pPr lvl="1"/>
            <a:r>
              <a:rPr lang="en-US" sz="2000" dirty="0" smtClean="0"/>
              <a:t>training personnel in their duties,</a:t>
            </a:r>
          </a:p>
          <a:p>
            <a:pPr lvl="1"/>
            <a:r>
              <a:rPr lang="en-US" sz="2000" dirty="0" smtClean="0"/>
              <a:t>providing adequate resources and funding,</a:t>
            </a:r>
          </a:p>
          <a:p>
            <a:pPr lvl="1"/>
            <a:r>
              <a:rPr lang="en-US" sz="2000" dirty="0" smtClean="0"/>
              <a:t>assigning responsibility,</a:t>
            </a:r>
          </a:p>
          <a:p>
            <a:pPr lvl="1"/>
            <a:r>
              <a:rPr lang="en-US" sz="2000" dirty="0" smtClean="0"/>
              <a:t>planning the process, and </a:t>
            </a:r>
          </a:p>
          <a:p>
            <a:pPr lvl="1"/>
            <a:r>
              <a:rPr lang="en-US" sz="2000" dirty="0" smtClean="0"/>
              <a:t>establishing a tailored and defined process.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Generic Practices Functions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Directing Implementation (DI)</a:t>
            </a:r>
            <a:r>
              <a:rPr lang="en-US" sz="2400" dirty="0" smtClean="0"/>
              <a:t> is demonstrated by</a:t>
            </a:r>
          </a:p>
          <a:p>
            <a:pPr lvl="1"/>
            <a:r>
              <a:rPr lang="en-US" sz="2000" dirty="0" smtClean="0"/>
              <a:t>managing configurations,</a:t>
            </a:r>
          </a:p>
          <a:p>
            <a:pPr lvl="1"/>
            <a:r>
              <a:rPr lang="en-US" sz="2000" dirty="0" smtClean="0"/>
              <a:t>identifying and involving relevant stakeholders,</a:t>
            </a:r>
          </a:p>
          <a:p>
            <a:pPr lvl="1"/>
            <a:r>
              <a:rPr lang="en-US" sz="2000" dirty="0" smtClean="0"/>
              <a:t>monitoring and controlling the process, and</a:t>
            </a:r>
          </a:p>
          <a:p>
            <a:pPr lvl="1"/>
            <a:r>
              <a:rPr lang="en-US" sz="2000" dirty="0" smtClean="0"/>
              <a:t>collecting improvement information.</a:t>
            </a:r>
          </a:p>
          <a:p>
            <a:endParaRPr lang="en-US" sz="2400" i="1" dirty="0" smtClean="0">
              <a:solidFill>
                <a:srgbClr val="C00000"/>
              </a:solidFill>
            </a:endParaRPr>
          </a:p>
          <a:p>
            <a:endParaRPr lang="en-US" sz="2400" i="1" dirty="0" smtClean="0">
              <a:solidFill>
                <a:srgbClr val="C00000"/>
              </a:solidFill>
            </a:endParaRPr>
          </a:p>
          <a:p>
            <a:r>
              <a:rPr lang="en-US" sz="2400" i="1" dirty="0" smtClean="0">
                <a:solidFill>
                  <a:srgbClr val="C00000"/>
                </a:solidFill>
              </a:rPr>
              <a:t>Verifying Implementation (VE)</a:t>
            </a:r>
            <a:r>
              <a:rPr lang="en-US" sz="2400" dirty="0" smtClean="0"/>
              <a:t> is demonstrated via</a:t>
            </a:r>
          </a:p>
          <a:p>
            <a:pPr lvl="1"/>
            <a:r>
              <a:rPr lang="en-US" sz="2000" dirty="0" smtClean="0"/>
              <a:t>objectively evaluating adherence (both process and product adherence to organizational policies, procedures, and standards) and by </a:t>
            </a:r>
          </a:p>
          <a:p>
            <a:pPr lvl="1"/>
            <a:r>
              <a:rPr lang="en-US" sz="2000" dirty="0" smtClean="0"/>
              <a:t>reviewing status with higher-level management.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Features</a:t>
            </a:r>
            <a:endParaRPr lang="en-US" dirty="0"/>
          </a:p>
        </p:txBody>
      </p:sp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457200" y="1219200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Common features</a:t>
            </a:r>
            <a:r>
              <a:rPr lang="en-US" sz="2400" dirty="0" smtClean="0">
                <a:latin typeface="+mj-lt"/>
              </a:rPr>
              <a:t> group together the generic practices within a PA, according to the function that the practices fulfill.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1524000" y="23622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CMMI Other 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Typical Work Products</a:t>
            </a:r>
            <a:r>
              <a:rPr lang="en-US" sz="2400" dirty="0" smtClean="0"/>
              <a:t>: each process area gives examples of typical</a:t>
            </a:r>
          </a:p>
          <a:p>
            <a:pPr lvl="1"/>
            <a:r>
              <a:rPr lang="en-US" sz="2000" dirty="0" smtClean="0"/>
              <a:t>documents,</a:t>
            </a:r>
          </a:p>
          <a:p>
            <a:pPr lvl="1"/>
            <a:r>
              <a:rPr lang="en-US" sz="2000" dirty="0" smtClean="0"/>
              <a:t>deliverables, or </a:t>
            </a:r>
          </a:p>
          <a:p>
            <a:pPr lvl="1"/>
            <a:r>
              <a:rPr lang="en-US" sz="2000" dirty="0" smtClean="0"/>
              <a:t>other outputs produced within the process area.</a:t>
            </a:r>
          </a:p>
          <a:p>
            <a:pPr lvl="1"/>
            <a:endParaRPr lang="en-US" sz="20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Sub-practices</a:t>
            </a:r>
            <a:r>
              <a:rPr lang="en-US" sz="2400" dirty="0" smtClean="0"/>
              <a:t>: lower-level practices that provide more information about the practice.</a:t>
            </a:r>
          </a:p>
          <a:p>
            <a:pPr lvl="1"/>
            <a:r>
              <a:rPr lang="en-US" sz="2000" dirty="0" smtClean="0"/>
              <a:t>For example, the Practice may be to write a project plan.</a:t>
            </a:r>
          </a:p>
          <a:p>
            <a:pPr lvl="1"/>
            <a:r>
              <a:rPr lang="en-US" sz="2000" dirty="0" smtClean="0"/>
              <a:t>The sub-practice would offer information as to what should go into the project plan itself.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CMMI Other Terms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Discipline Amplifications</a:t>
            </a:r>
            <a:r>
              <a:rPr lang="en-US" sz="2400" dirty="0" smtClean="0"/>
              <a:t>: simple guidance offered to direct the user as to which discipline is more relevant for specific practices, or to offer some guidance in applying the PA to the discipline.</a:t>
            </a:r>
          </a:p>
          <a:p>
            <a:pPr lvl="1"/>
            <a:r>
              <a:rPr lang="en-US" sz="2000" dirty="0" smtClean="0"/>
              <a:t>The disciplines are Systems Engineering, Software Engineering, Supplier Sourcing, and Integrated Product and Process Development (IPPD).</a:t>
            </a:r>
          </a:p>
          <a:p>
            <a:endParaRPr lang="en-US" sz="24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Elaborations</a:t>
            </a:r>
            <a:r>
              <a:rPr lang="en-US" sz="2400" dirty="0" smtClean="0"/>
              <a:t>: more information and examples concerning generic practices.</a:t>
            </a:r>
          </a:p>
          <a:p>
            <a:r>
              <a:rPr lang="en-US" sz="2400" dirty="0" smtClean="0"/>
              <a:t>…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 &amp; PA </a:t>
            </a:r>
            <a:r>
              <a:rPr lang="en-US" dirty="0" smtClean="0"/>
              <a:t>[2]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2488" y="1819275"/>
            <a:ext cx="7439025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Maturity </a:t>
            </a:r>
            <a:r>
              <a:rPr lang="en-US" dirty="0" smtClean="0"/>
              <a:t>Level Key </a:t>
            </a:r>
            <a:r>
              <a:rPr lang="en-US" dirty="0" smtClean="0"/>
              <a:t>Challenges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8700" y="2057400"/>
            <a:ext cx="7086600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Staged Representation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609725"/>
            <a:ext cx="7620000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Capability Levels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2133600" y="2362200"/>
          <a:ext cx="64008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381000" y="1295400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Capability levels</a:t>
            </a:r>
            <a:r>
              <a:rPr lang="en-US" sz="2400" dirty="0" smtClean="0">
                <a:latin typeface="+mj-lt"/>
              </a:rPr>
              <a:t> focus on maturing the organization's ability to perform, control, and improve its performance </a:t>
            </a:r>
            <a:r>
              <a:rPr lang="en-US" sz="2400" u="sng" dirty="0" smtClean="0">
                <a:latin typeface="+mj-lt"/>
              </a:rPr>
              <a:t>in a process area</a:t>
            </a:r>
            <a:r>
              <a:rPr lang="en-US" sz="2400" dirty="0" smtClean="0">
                <a:latin typeface="+mj-lt"/>
              </a:rPr>
              <a:t>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Representation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9150" y="1619250"/>
            <a:ext cx="75057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Appraisals using the CMMI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1828800"/>
            <a:ext cx="39624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ISO 21500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ISO 21500 is the standard that governs </a:t>
            </a:r>
            <a:r>
              <a:rPr lang="en-US" sz="2400" i="1" dirty="0" smtClean="0">
                <a:solidFill>
                  <a:srgbClr val="C00000"/>
                </a:solidFill>
              </a:rPr>
              <a:t>project management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This standard builds on a </a:t>
            </a:r>
            <a:r>
              <a:rPr lang="en-US" sz="2400" i="1" dirty="0" smtClean="0">
                <a:solidFill>
                  <a:srgbClr val="C00000"/>
                </a:solidFill>
              </a:rPr>
              <a:t>number of existing standards</a:t>
            </a:r>
            <a:r>
              <a:rPr lang="en-US" sz="2400" dirty="0" smtClean="0"/>
              <a:t>, and is applicable to organizations of all sizes and natures.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Benefits</a:t>
            </a:r>
            <a:r>
              <a:rPr lang="en-US" sz="2400" dirty="0" smtClean="0"/>
              <a:t> of the ISO 21500 Standard for project management include:</a:t>
            </a:r>
          </a:p>
          <a:p>
            <a:pPr lvl="1"/>
            <a:r>
              <a:rPr lang="en-US" sz="1600" dirty="0" smtClean="0"/>
              <a:t>a higher level of quality management</a:t>
            </a:r>
          </a:p>
          <a:p>
            <a:pPr lvl="1"/>
            <a:r>
              <a:rPr lang="en-US" sz="1600" dirty="0" smtClean="0"/>
              <a:t>encouraging transfer of knowledge between projects and organizations for improved project delivery</a:t>
            </a:r>
          </a:p>
          <a:p>
            <a:pPr lvl="1"/>
            <a:r>
              <a:rPr lang="en-US" sz="1600" dirty="0" smtClean="0"/>
              <a:t>Facilitating efficient tendering processes through the use of consistent project management terminology</a:t>
            </a:r>
          </a:p>
          <a:p>
            <a:pPr lvl="1"/>
            <a:r>
              <a:rPr lang="en-US" sz="1600" dirty="0" smtClean="0"/>
              <a:t>enabling the flexibility of project management employees and their ability to work on international projects</a:t>
            </a:r>
          </a:p>
          <a:p>
            <a:pPr lvl="1"/>
            <a:r>
              <a:rPr lang="en-US" sz="1600" dirty="0" smtClean="0"/>
              <a:t>providing a framework as the basis for certification programs</a:t>
            </a:r>
          </a:p>
          <a:p>
            <a:pPr lvl="1"/>
            <a:r>
              <a:rPr lang="en-US" sz="1600" dirty="0" smtClean="0"/>
              <a:t>providing universal project management principles and processes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</a:t>
            </a:r>
            <a:r>
              <a:rPr lang="en-US" smtClean="0"/>
              <a:t>You for </a:t>
            </a:r>
            <a:r>
              <a:rPr lang="en-US" dirty="0" smtClean="0"/>
              <a:t>Your Time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1996</TotalTime>
  <Words>2085</Words>
  <Application>Microsoft Office PowerPoint</Application>
  <PresentationFormat>On-screen Show (4:3)</PresentationFormat>
  <Paragraphs>289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CMMI</vt:lpstr>
      <vt:lpstr>Objectives</vt:lpstr>
      <vt:lpstr>References</vt:lpstr>
      <vt:lpstr>Why Use a Process? [1]</vt:lpstr>
      <vt:lpstr>Why is Process Important?</vt:lpstr>
      <vt:lpstr>Defining Process Steps</vt:lpstr>
      <vt:lpstr>Procedures</vt:lpstr>
      <vt:lpstr>Procedures vs. Processes </vt:lpstr>
      <vt:lpstr>Procedure Template</vt:lpstr>
      <vt:lpstr>Our Process Does Not Work!</vt:lpstr>
      <vt:lpstr>Improve Your Process</vt:lpstr>
      <vt:lpstr>How to Improve a Process?</vt:lpstr>
      <vt:lpstr>Solution: Use a Model</vt:lpstr>
      <vt:lpstr>Models</vt:lpstr>
      <vt:lpstr>PA: Requirements Management</vt:lpstr>
      <vt:lpstr>Why Don’t Create Your Own Model?</vt:lpstr>
      <vt:lpstr>Slide 17</vt:lpstr>
      <vt:lpstr>Introduction [2]</vt:lpstr>
      <vt:lpstr>Capability Maturity Model Integration</vt:lpstr>
      <vt:lpstr>Maturity Levels [1]</vt:lpstr>
      <vt:lpstr>CMMI Level 2 Appraisal</vt:lpstr>
      <vt:lpstr>PA: Requirements Management [1]</vt:lpstr>
      <vt:lpstr>PA: Project Planning</vt:lpstr>
      <vt:lpstr>PA: Project Planning</vt:lpstr>
      <vt:lpstr>PA: Project Planning</vt:lpstr>
      <vt:lpstr>PA: Process and Product Quality Assurance</vt:lpstr>
      <vt:lpstr>PA: Configuration Management</vt:lpstr>
      <vt:lpstr>Slide 28</vt:lpstr>
      <vt:lpstr>Process Areas (PAs)</vt:lpstr>
      <vt:lpstr>Process Area Groups</vt:lpstr>
      <vt:lpstr>Specific Goals</vt:lpstr>
      <vt:lpstr>Generic Goals</vt:lpstr>
      <vt:lpstr>Generic Practices Functions (I)</vt:lpstr>
      <vt:lpstr>Generic Practices Functions (II)</vt:lpstr>
      <vt:lpstr>Common Features</vt:lpstr>
      <vt:lpstr>CMMI Other Terms</vt:lpstr>
      <vt:lpstr>CMMI Other Terms (cont.)</vt:lpstr>
      <vt:lpstr>Level &amp; PA [2]</vt:lpstr>
      <vt:lpstr>Maturity Level Key Challenges</vt:lpstr>
      <vt:lpstr>Staged Representation</vt:lpstr>
      <vt:lpstr>Capability Levels</vt:lpstr>
      <vt:lpstr>Continuous Representation</vt:lpstr>
      <vt:lpstr>Slide 43</vt:lpstr>
      <vt:lpstr>Appraisals using the CMMI</vt:lpstr>
      <vt:lpstr>Slide 45</vt:lpstr>
      <vt:lpstr>ISO 21500</vt:lpstr>
      <vt:lpstr>Thank You for Your Time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 Project</dc:title>
  <dc:creator>Huy Bien</dc:creator>
  <cp:lastModifiedBy>admin</cp:lastModifiedBy>
  <cp:revision>684</cp:revision>
  <dcterms:created xsi:type="dcterms:W3CDTF">2009-01-06T14:34:07Z</dcterms:created>
  <dcterms:modified xsi:type="dcterms:W3CDTF">2017-12-25T16:28:31Z</dcterms:modified>
</cp:coreProperties>
</file>