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477" r:id="rId3"/>
    <p:sldId id="607" r:id="rId4"/>
    <p:sldId id="478" r:id="rId5"/>
    <p:sldId id="619" r:id="rId6"/>
    <p:sldId id="620" r:id="rId7"/>
    <p:sldId id="621" r:id="rId8"/>
    <p:sldId id="618" r:id="rId9"/>
    <p:sldId id="343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52" autoAdjust="0"/>
    <p:restoredTop sz="94667" autoAdjust="0"/>
  </p:normalViewPr>
  <p:slideViewPr>
    <p:cSldViewPr>
      <p:cViewPr>
        <p:scale>
          <a:sx n="50" d="100"/>
          <a:sy n="50" d="100"/>
        </p:scale>
        <p:origin x="-154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1/2/2025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Memory Management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5410200" cy="37338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6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22288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8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5259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>
              <a:latin typeface="+mj-lt"/>
            </a:endParaRP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 Table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088" y="2327275"/>
            <a:ext cx="7489825" cy="308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Least-Recently Used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6163" y="2041525"/>
            <a:ext cx="7051675" cy="352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LRU-K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2800" y="2028825"/>
            <a:ext cx="7518400" cy="376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9665</TotalTime>
  <Words>40</Words>
  <Application>Microsoft Office PowerPoint</Application>
  <PresentationFormat>On-screen Show (4:3)</PresentationFormat>
  <Paragraphs>14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Memory Management</vt:lpstr>
      <vt:lpstr>Objectives</vt:lpstr>
      <vt:lpstr>Contents</vt:lpstr>
      <vt:lpstr>References</vt:lpstr>
      <vt:lpstr>Page Table</vt:lpstr>
      <vt:lpstr>Least-Recently Used</vt:lpstr>
      <vt:lpstr>LRU-K</vt:lpstr>
      <vt:lpstr>Slide 8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3906</cp:revision>
  <dcterms:created xsi:type="dcterms:W3CDTF">2007-10-06T08:25:13Z</dcterms:created>
  <dcterms:modified xsi:type="dcterms:W3CDTF">2025-01-01T17:36:19Z</dcterms:modified>
</cp:coreProperties>
</file>