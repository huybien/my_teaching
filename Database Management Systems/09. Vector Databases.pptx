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477" r:id="rId3"/>
    <p:sldId id="607" r:id="rId4"/>
    <p:sldId id="478" r:id="rId5"/>
    <p:sldId id="618" r:id="rId6"/>
    <p:sldId id="343" r:id="rId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52" autoAdjust="0"/>
    <p:restoredTop sz="94667" autoAdjust="0"/>
  </p:normalViewPr>
  <p:slideViewPr>
    <p:cSldViewPr>
      <p:cViewPr>
        <p:scale>
          <a:sx n="50" d="100"/>
          <a:sy n="50" d="100"/>
        </p:scale>
        <p:origin x="-154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Vector Databases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0"/>
            <a:ext cx="5410200" cy="37338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6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28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8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638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>
              <a:latin typeface="+mj-lt"/>
            </a:endParaRP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9189</TotalTime>
  <Words>35</Words>
  <Application>Microsoft Office PowerPoint</Application>
  <PresentationFormat>On-screen Show (4:3)</PresentationFormat>
  <Paragraphs>11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Vector Databases</vt:lpstr>
      <vt:lpstr>Objectives</vt:lpstr>
      <vt:lpstr>Contents</vt:lpstr>
      <vt:lpstr>References</vt:lpstr>
      <vt:lpstr>Slide 5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3719</cp:revision>
  <dcterms:created xsi:type="dcterms:W3CDTF">2007-10-06T08:25:13Z</dcterms:created>
  <dcterms:modified xsi:type="dcterms:W3CDTF">2026-05-17T19:41:28Z</dcterms:modified>
</cp:coreProperties>
</file>