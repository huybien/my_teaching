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handoutMasterIdLst>
    <p:handoutMasterId r:id="rId23"/>
  </p:handoutMasterIdLst>
  <p:sldIdLst>
    <p:sldId id="433" r:id="rId2"/>
    <p:sldId id="434" r:id="rId3"/>
    <p:sldId id="435" r:id="rId4"/>
    <p:sldId id="436" r:id="rId5"/>
    <p:sldId id="414" r:id="rId6"/>
    <p:sldId id="413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3" r:id="rId15"/>
    <p:sldId id="437" r:id="rId16"/>
    <p:sldId id="438" r:id="rId17"/>
    <p:sldId id="439" r:id="rId18"/>
    <p:sldId id="440" r:id="rId19"/>
    <p:sldId id="441" r:id="rId20"/>
    <p:sldId id="360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1" autoAdjust="0"/>
    <p:restoredTop sz="94667" autoAdjust="0"/>
  </p:normalViewPr>
  <p:slideViewPr>
    <p:cSldViewPr>
      <p:cViewPr>
        <p:scale>
          <a:sx n="50" d="100"/>
          <a:sy n="50" d="100"/>
        </p:scale>
        <p:origin x="-16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727DC-2E8F-43B3-8355-CCE0B6704CEB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B4380-3815-4B2E-92FA-ED1993E061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2DA80-43E5-449E-88AF-2E2C2DF54C84}" type="datetimeFigureOut">
              <a:rPr lang="en-US" smtClean="0"/>
              <a:pPr/>
              <a:t>3/23/2025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14B24-2777-4D86-8BC0-E5D2CA3597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6A842-585B-4FB8-B0AD-5A22636E93BF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57F44-DAAA-4BFA-A1D9-B690FD69F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CC13E-AA34-4DB7-B0EC-5E3AAA7D3BAC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6660F-9FDB-4AFB-BE29-11A381729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83334-71C9-49E2-A0BB-A043C182B878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881E5-BD58-41FC-93AD-0A9091087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3020B-3D2A-4D8C-B5FF-4D6A024CBDE8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8E1C0-584A-404B-B99A-E5AD89ACF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17DBA-E622-4CD1-BCA3-A03CD04FDCC6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F4D90-9228-45C4-A427-06E557DE9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1D3DF-EF49-4212-81A5-83E2D6EC0182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97F0E-0BE9-471F-A7B8-4D2E909F9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6690-AF43-474E-AAC4-06B4786F7A5B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6AD9-6F95-4021-BF75-BF9B58A70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F0E39-78E2-4DE3-8C65-7CAB11F37A23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0FB-C1F7-4ADD-9C33-A8D7E6B49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2A139-0756-4DC4-8001-1DFC6C3458CC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95BAB-E1F5-4BBA-9D33-03EFE2F8D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FC515-BCDF-4B2C-80BB-863C58D176FB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6CC5B-ED2C-42FF-AE49-898FC683E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C8C39-B056-4409-B30D-266D32EB71C5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D453D-B7C3-4D56-B8B4-B49BCBFB8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325272-1ED5-4E24-A128-8E8DEE352665}" type="datetimeFigureOut">
              <a:rPr lang="en-US"/>
              <a:pPr>
                <a:defRPr/>
              </a:pPr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7590F4-D8FE-45EA-A958-7E45569A0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astic.co/downloads/elasticsearch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astic.co/downloads/kibana" TargetMode="External"/><Relationship Id="rId2" Type="http://schemas.openxmlformats.org/officeDocument/2006/relationships/hyperlink" Target="https://www.elastic.co/downloads/elasticsearch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rmAutofit/>
          </a:bodyPr>
          <a:lstStyle/>
          <a:p>
            <a:r>
              <a:rPr lang="en-US" sz="6000" dirty="0" err="1" smtClean="0"/>
              <a:t>Elasticsearch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867400" cy="3992563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Pranav</a:t>
            </a:r>
            <a:r>
              <a:rPr lang="en-US" sz="2400" dirty="0" smtClean="0"/>
              <a:t> </a:t>
            </a:r>
            <a:r>
              <a:rPr lang="en-US" sz="2400" dirty="0" err="1" smtClean="0"/>
              <a:t>Shukla</a:t>
            </a:r>
            <a:r>
              <a:rPr lang="en-US" sz="2400" dirty="0" smtClean="0"/>
              <a:t>, </a:t>
            </a:r>
            <a:r>
              <a:rPr lang="en-US" sz="2400" dirty="0" err="1" smtClean="0"/>
              <a:t>Sharath</a:t>
            </a:r>
            <a:r>
              <a:rPr lang="en-US" sz="2400" dirty="0" smtClean="0"/>
              <a:t> Kumar M N  (2017). Learning Elastic Stack 6.0. </a:t>
            </a:r>
            <a:r>
              <a:rPr lang="en-US" sz="2400" dirty="0" err="1" smtClean="0"/>
              <a:t>Packt</a:t>
            </a:r>
            <a:r>
              <a:rPr lang="en-US" sz="2400" dirty="0" smtClean="0"/>
              <a:t> Publishing.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Elasticsearch</a:t>
            </a:r>
            <a:r>
              <a:rPr lang="en-US" dirty="0" smtClean="0"/>
              <a:t>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/>
              <a:t>Elasticsearch</a:t>
            </a:r>
            <a:r>
              <a:rPr lang="en-US" sz="2400" i="1" dirty="0" smtClean="0"/>
              <a:t> is a </a:t>
            </a:r>
            <a:r>
              <a:rPr lang="en-US" sz="2400" i="1" dirty="0" err="1" smtClean="0"/>
              <a:t>realtime</a:t>
            </a:r>
            <a:r>
              <a:rPr lang="en-US" sz="2400" i="1" dirty="0" smtClean="0"/>
              <a:t>, distributed search and analytics engine that is horizontally scalable and capable of solving a wide variety of use cases. At the heart of Elastic Stack, it centrally stores your data so you can discover the expected and uncover the unexpected.</a:t>
            </a:r>
            <a:endParaRPr lang="en-US" sz="2400" dirty="0" smtClean="0"/>
          </a:p>
          <a:p>
            <a:r>
              <a:rPr lang="en-US" sz="2400" dirty="0" smtClean="0"/>
              <a:t>Any application that needs to find the most relevant item from millions or billions of items can use </a:t>
            </a:r>
            <a:r>
              <a:rPr lang="en-US" sz="2400" dirty="0" err="1" smtClean="0"/>
              <a:t>Elasticsearch</a:t>
            </a:r>
            <a:r>
              <a:rPr lang="en-US" sz="2400" dirty="0" smtClean="0"/>
              <a:t> to solve this problem.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Elasticsearch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Download the ZIP distribution.</a:t>
            </a:r>
            <a:endParaRPr lang="en-US" sz="2400" dirty="0" smtClean="0">
              <a:hlinkClick r:id="rId2"/>
            </a:endParaRPr>
          </a:p>
          <a:p>
            <a:pPr lvl="1"/>
            <a:r>
              <a:rPr lang="en-US" sz="2000" dirty="0" smtClean="0">
                <a:hlinkClick r:id="rId2"/>
              </a:rPr>
              <a:t>https://www.elastic.co/downloads/elasticsearch</a:t>
            </a:r>
            <a:endParaRPr lang="en-US" sz="2000" dirty="0" smtClean="0"/>
          </a:p>
          <a:p>
            <a:r>
              <a:rPr lang="en-US" sz="2400" dirty="0" smtClean="0"/>
              <a:t>Extract the file and add </a:t>
            </a:r>
            <a:r>
              <a:rPr lang="en-US" sz="2400" b="1" dirty="0" smtClean="0">
                <a:latin typeface="Consolas" pitchFamily="49" charset="0"/>
              </a:rPr>
              <a:t>C:\elasticsearch-7.5.1\bin</a:t>
            </a:r>
            <a:r>
              <a:rPr lang="en-US" sz="2400" dirty="0" smtClean="0"/>
              <a:t> to your PATH</a:t>
            </a:r>
          </a:p>
          <a:p>
            <a:r>
              <a:rPr lang="en-US" sz="2400" dirty="0" smtClean="0"/>
              <a:t>Run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elasticsearch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400" dirty="0" smtClean="0"/>
              <a:t>Run</a:t>
            </a:r>
          </a:p>
          <a:p>
            <a:pPr lvl="1"/>
            <a:r>
              <a:rPr lang="en-US" sz="2000" b="1" dirty="0" smtClean="0">
                <a:latin typeface="Consolas" pitchFamily="49" charset="0"/>
              </a:rPr>
              <a:t>curl http://localhost:9200</a:t>
            </a:r>
          </a:p>
          <a:p>
            <a:pPr lvl="1"/>
            <a:endParaRPr lang="en-US" sz="20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</a:t>
            </a:r>
            <a:r>
              <a:rPr lang="en-US" dirty="0" err="1" smtClean="0"/>
              <a:t>Elasticsearch</a:t>
            </a:r>
            <a:r>
              <a:rPr lang="en-US" dirty="0" smtClean="0"/>
              <a:t> Install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600200"/>
            <a:ext cx="5229225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</a:t>
            </a:r>
            <a:r>
              <a:rPr lang="en-US" dirty="0" err="1" smtClean="0"/>
              <a:t>Kibana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Download the ZIP distribution.</a:t>
            </a:r>
            <a:endParaRPr lang="en-US" sz="2400" dirty="0" smtClean="0">
              <a:hlinkClick r:id="rId2"/>
            </a:endParaRPr>
          </a:p>
          <a:p>
            <a:pPr lvl="1"/>
            <a:r>
              <a:rPr lang="en-US" sz="2000" dirty="0" smtClean="0">
                <a:hlinkClick r:id="rId3"/>
              </a:rPr>
              <a:t>https://www.elastic.co/downloads/kibana</a:t>
            </a:r>
            <a:endParaRPr lang="en-US" sz="2000" dirty="0" smtClean="0"/>
          </a:p>
          <a:p>
            <a:r>
              <a:rPr lang="en-US" sz="2400" dirty="0" smtClean="0"/>
              <a:t>Extract the file and add </a:t>
            </a:r>
            <a:r>
              <a:rPr lang="en-US" sz="2400" b="1" dirty="0" smtClean="0">
                <a:latin typeface="Consolas" pitchFamily="49" charset="0"/>
              </a:rPr>
              <a:t>C:\kibana-7.5.1-windows-x86_64\bin</a:t>
            </a:r>
            <a:r>
              <a:rPr lang="en-US" sz="2400" dirty="0" smtClean="0"/>
              <a:t> to your PATH</a:t>
            </a:r>
          </a:p>
          <a:p>
            <a:r>
              <a:rPr lang="en-US" sz="2400" dirty="0" smtClean="0"/>
              <a:t>Run</a:t>
            </a:r>
          </a:p>
          <a:p>
            <a:pPr lvl="1"/>
            <a:r>
              <a:rPr lang="en-US" sz="2000" b="1" dirty="0" err="1" smtClean="0">
                <a:latin typeface="Consolas" pitchFamily="49" charset="0"/>
              </a:rPr>
              <a:t>kibana</a:t>
            </a:r>
            <a:endParaRPr lang="en-US" sz="2000" b="1" dirty="0" smtClean="0">
              <a:latin typeface="Consolas" pitchFamily="49" charset="0"/>
            </a:endParaRPr>
          </a:p>
          <a:p>
            <a:r>
              <a:rPr lang="en-US" sz="2400" dirty="0" smtClean="0"/>
              <a:t>Open the URL </a:t>
            </a:r>
            <a:r>
              <a:rPr lang="en-US" sz="2400" b="1" dirty="0" smtClean="0">
                <a:latin typeface="Consolas" pitchFamily="49" charset="0"/>
              </a:rPr>
              <a:t>http://localhost:5601</a:t>
            </a:r>
            <a:r>
              <a:rPr lang="en-US" sz="2400" dirty="0" smtClean="0"/>
              <a:t> in your favorite browser.</a:t>
            </a:r>
          </a:p>
          <a:p>
            <a:pPr lvl="1"/>
            <a:endParaRPr lang="en-US" sz="20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Verify </a:t>
            </a:r>
            <a:r>
              <a:rPr lang="en-US" dirty="0" err="1" smtClean="0"/>
              <a:t>Kibana</a:t>
            </a:r>
            <a:r>
              <a:rPr lang="en-US" dirty="0" smtClean="0"/>
              <a:t> Install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4338" y="1828800"/>
            <a:ext cx="577532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</a:t>
            </a:r>
            <a:r>
              <a:rPr lang="en-US" dirty="0" smtClean="0"/>
              <a:t>Put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PUT /catalog/_doc/1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  "</a:t>
            </a:r>
            <a:r>
              <a:rPr lang="en-US" sz="2400" b="1" dirty="0" err="1" smtClean="0">
                <a:latin typeface="Consolas" pitchFamily="49" charset="0"/>
              </a:rPr>
              <a:t>sku</a:t>
            </a:r>
            <a:r>
              <a:rPr lang="en-US" sz="2400" b="1" dirty="0" smtClean="0">
                <a:latin typeface="Consolas" pitchFamily="49" charset="0"/>
              </a:rPr>
              <a:t>": "SP000001",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  "title": "</a:t>
            </a:r>
            <a:r>
              <a:rPr lang="en-US" sz="2400" b="1" dirty="0" err="1" smtClean="0">
                <a:latin typeface="Consolas" pitchFamily="49" charset="0"/>
              </a:rPr>
              <a:t>Elasticsearch</a:t>
            </a:r>
            <a:r>
              <a:rPr lang="en-US" sz="2400" b="1" dirty="0" smtClean="0">
                <a:latin typeface="Consolas" pitchFamily="49" charset="0"/>
              </a:rPr>
              <a:t> for </a:t>
            </a:r>
            <a:r>
              <a:rPr lang="en-US" sz="2400" b="1" dirty="0" err="1" smtClean="0">
                <a:latin typeface="Consolas" pitchFamily="49" charset="0"/>
              </a:rPr>
              <a:t>Hadoop</a:t>
            </a:r>
            <a:r>
              <a:rPr lang="en-US" sz="2400" b="1" dirty="0" smtClean="0">
                <a:latin typeface="Consolas" pitchFamily="49" charset="0"/>
              </a:rPr>
              <a:t>",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  "description": "</a:t>
            </a:r>
            <a:r>
              <a:rPr lang="en-US" sz="2400" b="1" dirty="0" err="1" smtClean="0">
                <a:latin typeface="Consolas" pitchFamily="49" charset="0"/>
              </a:rPr>
              <a:t>Elasticsearch</a:t>
            </a:r>
            <a:r>
              <a:rPr lang="en-US" sz="2400" b="1" dirty="0" smtClean="0">
                <a:latin typeface="Consolas" pitchFamily="49" charset="0"/>
              </a:rPr>
              <a:t> for </a:t>
            </a:r>
            <a:r>
              <a:rPr lang="en-US" sz="2400" b="1" dirty="0" err="1" smtClean="0">
                <a:latin typeface="Consolas" pitchFamily="49" charset="0"/>
              </a:rPr>
              <a:t>Hadoop</a:t>
            </a:r>
            <a:r>
              <a:rPr lang="en-US" sz="2400" b="1" dirty="0" smtClean="0">
                <a:latin typeface="Consolas" pitchFamily="49" charset="0"/>
              </a:rPr>
              <a:t>",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  "author": "</a:t>
            </a:r>
            <a:r>
              <a:rPr lang="en-US" sz="2400" b="1" dirty="0" err="1" smtClean="0">
                <a:latin typeface="Consolas" pitchFamily="49" charset="0"/>
              </a:rPr>
              <a:t>Vishal</a:t>
            </a:r>
            <a:r>
              <a:rPr lang="en-US" sz="2400" b="1" dirty="0" smtClean="0">
                <a:latin typeface="Consolas" pitchFamily="49" charset="0"/>
              </a:rPr>
              <a:t> </a:t>
            </a:r>
            <a:r>
              <a:rPr lang="en-US" sz="2400" b="1" dirty="0" err="1" smtClean="0">
                <a:latin typeface="Consolas" pitchFamily="49" charset="0"/>
              </a:rPr>
              <a:t>Shukla</a:t>
            </a:r>
            <a:r>
              <a:rPr lang="en-US" sz="2400" b="1" dirty="0" smtClean="0">
                <a:latin typeface="Consolas" pitchFamily="49" charset="0"/>
              </a:rPr>
              <a:t>",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  "ISBN": "1785288997",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  "price": 26.99</a:t>
            </a:r>
          </a:p>
          <a:p>
            <a:pPr>
              <a:buNone/>
            </a:pPr>
            <a:r>
              <a:rPr lang="en-US" sz="2400" b="1" dirty="0" smtClean="0">
                <a:latin typeface="Consolas" pitchFamily="49" charset="0"/>
              </a:rPr>
              <a:t>}</a:t>
            </a:r>
            <a:endParaRPr lang="en-US" sz="24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Respone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{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"_index" : "catalog",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"_type" : "_doc",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"_id" : "1",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"_version" : 1,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"result" : "created",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"_shards" : {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"total" : 2,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"successful" : 1,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  "failed" : 0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},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"_</a:t>
            </a:r>
            <a:r>
              <a:rPr lang="en-US" sz="1800" b="1" dirty="0" err="1" smtClean="0">
                <a:latin typeface="Consolas" pitchFamily="49" charset="0"/>
              </a:rPr>
              <a:t>seq_no</a:t>
            </a:r>
            <a:r>
              <a:rPr lang="en-US" sz="1800" b="1" dirty="0" smtClean="0">
                <a:latin typeface="Consolas" pitchFamily="49" charset="0"/>
              </a:rPr>
              <a:t>" : 0,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  "_</a:t>
            </a:r>
            <a:r>
              <a:rPr lang="en-US" sz="1800" b="1" dirty="0" err="1" smtClean="0">
                <a:latin typeface="Consolas" pitchFamily="49" charset="0"/>
              </a:rPr>
              <a:t>primary_term</a:t>
            </a:r>
            <a:r>
              <a:rPr lang="en-US" sz="1800" b="1" dirty="0" smtClean="0">
                <a:latin typeface="Consolas" pitchFamily="49" charset="0"/>
              </a:rPr>
              <a:t>" : 1</a:t>
            </a:r>
          </a:p>
          <a:p>
            <a:pPr>
              <a:buNone/>
            </a:pPr>
            <a:r>
              <a:rPr lang="en-US" sz="1800" b="1" dirty="0" smtClean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index is a container that stores and manages documents of a single type in </a:t>
            </a:r>
            <a:r>
              <a:rPr lang="en-US" sz="2400" dirty="0" err="1" smtClean="0"/>
              <a:t>Elasticsearch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An index can contain documents of a single Type, as depicted in the following diagram: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3505200"/>
            <a:ext cx="2401887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525963"/>
          </a:xfrm>
        </p:spPr>
        <p:txBody>
          <a:bodyPr/>
          <a:lstStyle/>
          <a:p>
            <a:r>
              <a:rPr lang="en-US" sz="2400" dirty="0" smtClean="0"/>
              <a:t>An index is a logical container of a type.</a:t>
            </a:r>
          </a:p>
          <a:p>
            <a:r>
              <a:rPr lang="en-US" sz="2400" dirty="0" smtClean="0"/>
              <a:t>Some configuration parameters are defined at the index level, while other configuration parameters are defined at the type level.</a:t>
            </a:r>
          </a:p>
          <a:p>
            <a:r>
              <a:rPr lang="en-US" sz="2400" dirty="0" smtClean="0"/>
              <a:t>Typically, documents with mostly common sets of fields are grouped under one type.</a:t>
            </a:r>
          </a:p>
          <a:p>
            <a:r>
              <a:rPr lang="en-US" sz="2400" dirty="0" err="1" smtClean="0"/>
              <a:t>Elasticsearch</a:t>
            </a:r>
            <a:r>
              <a:rPr lang="en-US" sz="2400" dirty="0" smtClean="0"/>
              <a:t> is </a:t>
            </a:r>
            <a:r>
              <a:rPr lang="en-US" sz="2400" dirty="0" err="1" smtClean="0"/>
              <a:t>schemaless</a:t>
            </a:r>
            <a:r>
              <a:rPr lang="en-US" sz="2400" dirty="0" smtClean="0"/>
              <a:t>, allowing you to store any JSON document with any set of fields into a type.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2590800"/>
            <a:ext cx="2401887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document consists of multiple fields and is the basic unit of information that's stored in </a:t>
            </a:r>
            <a:r>
              <a:rPr lang="en-US" sz="2400" dirty="0" err="1" smtClean="0"/>
              <a:t>Elasticsearch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field in the JSON document is of a particular </a:t>
            </a:r>
            <a:r>
              <a:rPr lang="en-US" sz="2400" smtClean="0"/>
              <a:t>type.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Elasticsearch</a:t>
            </a:r>
            <a:r>
              <a:rPr lang="en-US" dirty="0" smtClean="0"/>
              <a:t> </a:t>
            </a:r>
            <a:r>
              <a:rPr lang="en-US" dirty="0" smtClean="0"/>
              <a:t>on </a:t>
            </a:r>
            <a:r>
              <a:rPr lang="en-US" dirty="0" err="1" smtClean="0"/>
              <a:t>Ubuntu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apt-get install </a:t>
            </a:r>
            <a:r>
              <a:rPr lang="en-US" sz="2400" dirty="0" err="1" smtClean="0">
                <a:latin typeface="Consolas" pitchFamily="49" charset="0"/>
              </a:rPr>
              <a:t>wget</a:t>
            </a:r>
            <a:r>
              <a:rPr lang="en-US" sz="2400" dirty="0" smtClean="0">
                <a:latin typeface="Consolas" pitchFamily="49" charset="0"/>
              </a:rPr>
              <a:t> </a:t>
            </a:r>
          </a:p>
          <a:p>
            <a:r>
              <a:rPr lang="en-US" sz="2400" dirty="0" err="1" smtClean="0">
                <a:latin typeface="Consolas" pitchFamily="49" charset="0"/>
              </a:rPr>
              <a:t>wget</a:t>
            </a:r>
            <a:r>
              <a:rPr lang="en-US" sz="2400" dirty="0" smtClean="0">
                <a:latin typeface="Consolas" pitchFamily="49" charset="0"/>
              </a:rPr>
              <a:t> -</a:t>
            </a:r>
            <a:r>
              <a:rPr lang="en-US" sz="2400" dirty="0" err="1" smtClean="0">
                <a:latin typeface="Consolas" pitchFamily="49" charset="0"/>
              </a:rPr>
              <a:t>qO</a:t>
            </a:r>
            <a:r>
              <a:rPr lang="en-US" sz="2400" dirty="0" smtClean="0">
                <a:latin typeface="Consolas" pitchFamily="49" charset="0"/>
              </a:rPr>
              <a:t> - https://artifacts.elastic.co/GPG-KEY-elasticsearch | </a:t>
            </a:r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apt-key add -</a:t>
            </a:r>
          </a:p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apt-get install apt-transport-https</a:t>
            </a:r>
          </a:p>
          <a:p>
            <a:r>
              <a:rPr lang="en-US" sz="2400" dirty="0" smtClean="0">
                <a:latin typeface="Consolas" pitchFamily="49" charset="0"/>
              </a:rPr>
              <a:t>echo "</a:t>
            </a:r>
            <a:r>
              <a:rPr lang="en-US" sz="2400" dirty="0" err="1" smtClean="0">
                <a:latin typeface="Consolas" pitchFamily="49" charset="0"/>
              </a:rPr>
              <a:t>deb</a:t>
            </a:r>
            <a:r>
              <a:rPr lang="en-US" sz="2400" dirty="0" smtClean="0">
                <a:latin typeface="Consolas" pitchFamily="49" charset="0"/>
              </a:rPr>
              <a:t> https://artifacts.elastic.co/packages/7.x/apt stable main" | </a:t>
            </a:r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tee /etc/apt/</a:t>
            </a:r>
            <a:r>
              <a:rPr lang="en-US" sz="2400" dirty="0" err="1" smtClean="0">
                <a:latin typeface="Consolas" pitchFamily="49" charset="0"/>
              </a:rPr>
              <a:t>sources.list.d</a:t>
            </a:r>
            <a:r>
              <a:rPr lang="en-US" sz="2400" dirty="0" smtClean="0">
                <a:latin typeface="Consolas" pitchFamily="49" charset="0"/>
              </a:rPr>
              <a:t>/elastic-7.x.list</a:t>
            </a:r>
          </a:p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apt-get update</a:t>
            </a:r>
          </a:p>
          <a:p>
            <a:r>
              <a:rPr lang="en-US" sz="2400" dirty="0" err="1" smtClean="0">
                <a:latin typeface="Consolas" pitchFamily="49" charset="0"/>
              </a:rPr>
              <a:t>sudo</a:t>
            </a:r>
            <a:r>
              <a:rPr lang="en-US" sz="2400" dirty="0" smtClean="0">
                <a:latin typeface="Consolas" pitchFamily="49" charset="0"/>
              </a:rPr>
              <a:t> apt-get install </a:t>
            </a:r>
            <a:r>
              <a:rPr lang="en-US" sz="2400" dirty="0" err="1" smtClean="0">
                <a:latin typeface="Consolas" pitchFamily="49" charset="0"/>
              </a:rPr>
              <a:t>elasticsearch</a:t>
            </a:r>
            <a:r>
              <a:rPr lang="en-US" sz="2400" dirty="0" smtClean="0">
                <a:latin typeface="Consolas" pitchFamily="49" charset="0"/>
              </a:rPr>
              <a:t> 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Configure </a:t>
            </a:r>
            <a:r>
              <a:rPr lang="en-US" dirty="0" smtClean="0"/>
              <a:t>Network Host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nano</a:t>
            </a:r>
            <a:r>
              <a:rPr lang="en-US" sz="1800" dirty="0" smtClean="0">
                <a:latin typeface="Consolas" pitchFamily="49" charset="0"/>
              </a:rPr>
              <a:t> /etc/</a:t>
            </a:r>
            <a:r>
              <a:rPr lang="en-US" sz="1800" dirty="0" err="1" smtClean="0">
                <a:latin typeface="Consolas" pitchFamily="49" charset="0"/>
              </a:rPr>
              <a:t>elasticsearch</a:t>
            </a:r>
            <a:r>
              <a:rPr lang="en-US" sz="1800" dirty="0" smtClean="0">
                <a:latin typeface="Consolas" pitchFamily="49" charset="0"/>
              </a:rPr>
              <a:t>/elasticsearch.yml</a:t>
            </a:r>
          </a:p>
          <a:p>
            <a:pPr lvl="1">
              <a:buNone/>
            </a:pPr>
            <a:r>
              <a:rPr lang="en-US" sz="1600" i="1" dirty="0" err="1" smtClean="0">
                <a:solidFill>
                  <a:srgbClr val="C00000"/>
                </a:solidFill>
                <a:latin typeface="Consolas" pitchFamily="49" charset="0"/>
              </a:rPr>
              <a:t>network.host</a:t>
            </a: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: 192.168.1.19</a:t>
            </a:r>
          </a:p>
          <a:p>
            <a:pPr lvl="1">
              <a:buNone/>
            </a:pP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#</a:t>
            </a:r>
            <a:r>
              <a:rPr lang="en-US" sz="1600" i="1" dirty="0" err="1" smtClean="0">
                <a:solidFill>
                  <a:srgbClr val="C00000"/>
                </a:solidFill>
                <a:latin typeface="Consolas" pitchFamily="49" charset="0"/>
              </a:rPr>
              <a:t>discovery.seed_hosts</a:t>
            </a: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: ["host1", "host2"]</a:t>
            </a:r>
          </a:p>
          <a:p>
            <a:pPr lvl="1">
              <a:buNone/>
            </a:pPr>
            <a:r>
              <a:rPr lang="en-US" sz="1600" i="1" dirty="0" err="1" smtClean="0">
                <a:solidFill>
                  <a:srgbClr val="C00000"/>
                </a:solidFill>
                <a:latin typeface="Consolas" pitchFamily="49" charset="0"/>
              </a:rPr>
              <a:t>discovery.type</a:t>
            </a: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: single-node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/bin/</a:t>
            </a:r>
            <a:r>
              <a:rPr lang="en-US" sz="1800" dirty="0" err="1" smtClean="0">
                <a:latin typeface="Consolas" pitchFamily="49" charset="0"/>
              </a:rPr>
              <a:t>systemctl</a:t>
            </a:r>
            <a:r>
              <a:rPr lang="en-US" sz="1800" dirty="0" smtClean="0">
                <a:latin typeface="Consolas" pitchFamily="49" charset="0"/>
              </a:rPr>
              <a:t> daemon-reload</a:t>
            </a: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/bin/</a:t>
            </a:r>
            <a:r>
              <a:rPr lang="en-US" sz="1800" dirty="0" err="1" smtClean="0">
                <a:latin typeface="Consolas" pitchFamily="49" charset="0"/>
              </a:rPr>
              <a:t>systemctl</a:t>
            </a:r>
            <a:r>
              <a:rPr lang="en-US" sz="1800" dirty="0" smtClean="0">
                <a:latin typeface="Consolas" pitchFamily="49" charset="0"/>
              </a:rPr>
              <a:t> restart </a:t>
            </a:r>
            <a:r>
              <a:rPr lang="en-US" sz="1800" dirty="0" err="1" smtClean="0">
                <a:latin typeface="Consolas" pitchFamily="49" charset="0"/>
              </a:rPr>
              <a:t>elasticsearch.service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systemctl</a:t>
            </a:r>
            <a:r>
              <a:rPr lang="en-US" sz="1800" dirty="0" smtClean="0">
                <a:latin typeface="Consolas" pitchFamily="49" charset="0"/>
              </a:rPr>
              <a:t> status </a:t>
            </a:r>
            <a:r>
              <a:rPr lang="en-US" sz="1800" dirty="0" err="1" smtClean="0">
                <a:latin typeface="Consolas" pitchFamily="49" charset="0"/>
              </a:rPr>
              <a:t>elasticsearch.service</a:t>
            </a:r>
            <a:endParaRPr lang="en-US" sz="1800" dirty="0" smtClean="0">
              <a:latin typeface="Consolas" pitchFamily="49" charset="0"/>
            </a:endParaRPr>
          </a:p>
          <a:p>
            <a:pPr marL="342900" lvl="1" indent="-342900">
              <a:buFont typeface="Arial" charset="0"/>
              <a:buChar char="•"/>
            </a:pPr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/bin/</a:t>
            </a:r>
            <a:r>
              <a:rPr lang="en-US" sz="1800" dirty="0" err="1" smtClean="0">
                <a:latin typeface="Consolas" pitchFamily="49" charset="0"/>
              </a:rPr>
              <a:t>systemctl</a:t>
            </a:r>
            <a:r>
              <a:rPr lang="en-US" sz="1800" dirty="0" smtClean="0">
                <a:latin typeface="Consolas" pitchFamily="49" charset="0"/>
              </a:rPr>
              <a:t> enable </a:t>
            </a:r>
            <a:r>
              <a:rPr lang="en-US" sz="1800" dirty="0" err="1" smtClean="0">
                <a:latin typeface="Consolas" pitchFamily="49" charset="0"/>
              </a:rPr>
              <a:t>elasticsearch.service</a:t>
            </a:r>
            <a:endParaRPr lang="en-US" sz="1800" dirty="0" smtClean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4343400"/>
            <a:ext cx="6283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Verify</a:t>
            </a:r>
            <a:r>
              <a:rPr lang="en-US" dirty="0" smtClean="0"/>
              <a:t> </a:t>
            </a:r>
            <a:r>
              <a:rPr lang="en-US" dirty="0" err="1" smtClean="0"/>
              <a:t>Elasticsearch</a:t>
            </a:r>
            <a:r>
              <a:rPr lang="en-US" dirty="0" smtClean="0"/>
              <a:t> Install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sz="2200" b="1" dirty="0" smtClean="0">
                <a:latin typeface="Consolas" pitchFamily="49" charset="0"/>
              </a:rPr>
              <a:t>curl http://192.168.1.19:9200</a:t>
            </a:r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2952750"/>
            <a:ext cx="6283325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Configure </a:t>
            </a:r>
            <a:r>
              <a:rPr lang="en-US" dirty="0" smtClean="0"/>
              <a:t>Data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chmod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a+w</a:t>
            </a:r>
            <a:r>
              <a:rPr lang="en-US" sz="1800" dirty="0" smtClean="0">
                <a:latin typeface="Consolas" pitchFamily="49" charset="0"/>
              </a:rPr>
              <a:t> /data</a:t>
            </a:r>
          </a:p>
          <a:p>
            <a:r>
              <a:rPr lang="en-US" sz="1800" dirty="0" err="1" smtClean="0">
                <a:latin typeface="Consolas" pitchFamily="49" charset="0"/>
              </a:rPr>
              <a:t>mkdir</a:t>
            </a:r>
            <a:r>
              <a:rPr lang="en-US" sz="1800" dirty="0" smtClean="0">
                <a:latin typeface="Consolas" pitchFamily="49" charset="0"/>
              </a:rPr>
              <a:t> /data/</a:t>
            </a:r>
            <a:r>
              <a:rPr lang="en-US" sz="1800" dirty="0" err="1" smtClean="0">
                <a:latin typeface="Consolas" pitchFamily="49" charset="0"/>
              </a:rPr>
              <a:t>elasticsearch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chown</a:t>
            </a:r>
            <a:r>
              <a:rPr lang="en-US" sz="1800" dirty="0" smtClean="0">
                <a:latin typeface="Consolas" pitchFamily="49" charset="0"/>
              </a:rPr>
              <a:t> -R </a:t>
            </a:r>
            <a:r>
              <a:rPr lang="en-US" sz="1800" dirty="0" err="1" smtClean="0">
                <a:latin typeface="Consolas" pitchFamily="49" charset="0"/>
              </a:rPr>
              <a:t>elasticsearch:elasticsearch</a:t>
            </a:r>
            <a:r>
              <a:rPr lang="en-US" sz="1800" dirty="0" smtClean="0">
                <a:latin typeface="Consolas" pitchFamily="49" charset="0"/>
              </a:rPr>
              <a:t> /data/</a:t>
            </a:r>
            <a:r>
              <a:rPr lang="en-US" sz="1800" dirty="0" err="1" smtClean="0">
                <a:latin typeface="Consolas" pitchFamily="49" charset="0"/>
              </a:rPr>
              <a:t>elasticsearch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nano</a:t>
            </a:r>
            <a:r>
              <a:rPr lang="en-US" sz="1800" dirty="0" smtClean="0">
                <a:latin typeface="Consolas" pitchFamily="49" charset="0"/>
              </a:rPr>
              <a:t> /etc/</a:t>
            </a:r>
            <a:r>
              <a:rPr lang="en-US" sz="1800" dirty="0" err="1" smtClean="0">
                <a:latin typeface="Consolas" pitchFamily="49" charset="0"/>
              </a:rPr>
              <a:t>elasticsearch</a:t>
            </a:r>
            <a:r>
              <a:rPr lang="en-US" sz="1800" dirty="0" smtClean="0">
                <a:latin typeface="Consolas" pitchFamily="49" charset="0"/>
              </a:rPr>
              <a:t>/elasticsearch.yml</a:t>
            </a:r>
          </a:p>
          <a:p>
            <a:endParaRPr lang="en-US" sz="1800" dirty="0" smtClean="0">
              <a:latin typeface="Consolas" pitchFamily="49" charset="0"/>
            </a:endParaRPr>
          </a:p>
          <a:p>
            <a:pPr lvl="1">
              <a:buNone/>
            </a:pPr>
            <a:r>
              <a:rPr lang="en-US" sz="1600" i="1" dirty="0" err="1" smtClean="0">
                <a:solidFill>
                  <a:srgbClr val="C00000"/>
                </a:solidFill>
                <a:latin typeface="Consolas" pitchFamily="49" charset="0"/>
              </a:rPr>
              <a:t>path.data</a:t>
            </a:r>
            <a:r>
              <a:rPr lang="en-US" sz="1600" i="1" dirty="0" smtClean="0">
                <a:solidFill>
                  <a:srgbClr val="C00000"/>
                </a:solidFill>
                <a:latin typeface="Consolas" pitchFamily="49" charset="0"/>
              </a:rPr>
              <a:t>: /data/</a:t>
            </a:r>
            <a:r>
              <a:rPr lang="en-US" sz="1600" i="1" dirty="0" err="1" smtClean="0">
                <a:solidFill>
                  <a:srgbClr val="C00000"/>
                </a:solidFill>
                <a:latin typeface="Consolas" pitchFamily="49" charset="0"/>
              </a:rPr>
              <a:t>elasticsearch</a:t>
            </a:r>
            <a:endParaRPr lang="en-US" sz="1600" i="1" dirty="0" smtClean="0">
              <a:solidFill>
                <a:srgbClr val="C00000"/>
              </a:solidFill>
              <a:latin typeface="Consolas" pitchFamily="49" charset="0"/>
            </a:endParaRPr>
          </a:p>
          <a:p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/bin/</a:t>
            </a:r>
            <a:r>
              <a:rPr lang="en-US" sz="1800" dirty="0" err="1" smtClean="0">
                <a:latin typeface="Consolas" pitchFamily="49" charset="0"/>
              </a:rPr>
              <a:t>systemctl</a:t>
            </a:r>
            <a:r>
              <a:rPr lang="en-US" sz="1800" dirty="0" smtClean="0">
                <a:latin typeface="Consolas" pitchFamily="49" charset="0"/>
              </a:rPr>
              <a:t> restart </a:t>
            </a:r>
            <a:r>
              <a:rPr lang="en-US" sz="1800" dirty="0" err="1" smtClean="0">
                <a:latin typeface="Consolas" pitchFamily="49" charset="0"/>
              </a:rPr>
              <a:t>elasticsearch.service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systemctl</a:t>
            </a:r>
            <a:r>
              <a:rPr lang="en-US" sz="1800" dirty="0" smtClean="0">
                <a:latin typeface="Consolas" pitchFamily="49" charset="0"/>
              </a:rPr>
              <a:t> status </a:t>
            </a:r>
            <a:r>
              <a:rPr lang="en-US" sz="1800" dirty="0" err="1" smtClean="0">
                <a:latin typeface="Consolas" pitchFamily="49" charset="0"/>
              </a:rPr>
              <a:t>elasticsearch.service</a:t>
            </a:r>
            <a:endParaRPr lang="en-US" sz="1800" dirty="0" smtClean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7585</TotalTime>
  <Words>615</Words>
  <Application>Microsoft Office PowerPoint</Application>
  <PresentationFormat>On-screen Show (4:3)</PresentationFormat>
  <Paragraphs>97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Elasticsearch</vt:lpstr>
      <vt:lpstr>Objectives</vt:lpstr>
      <vt:lpstr>Contents</vt:lpstr>
      <vt:lpstr>References</vt:lpstr>
      <vt:lpstr>What is Elasticsearch? [1]</vt:lpstr>
      <vt:lpstr>1. Install Elasticsearch</vt:lpstr>
      <vt:lpstr>2. Verify Elasticsearch Install</vt:lpstr>
      <vt:lpstr>3. Install Kibana</vt:lpstr>
      <vt:lpstr>4. Verify Kibana Install</vt:lpstr>
      <vt:lpstr>5. Put Document</vt:lpstr>
      <vt:lpstr>Respone</vt:lpstr>
      <vt:lpstr>Indexes</vt:lpstr>
      <vt:lpstr>Types</vt:lpstr>
      <vt:lpstr>Documents</vt:lpstr>
      <vt:lpstr>Slide 15</vt:lpstr>
      <vt:lpstr>1. Install Elasticsearch on Ubuntu</vt:lpstr>
      <vt:lpstr>2. Configure Network Host</vt:lpstr>
      <vt:lpstr>3. Verify Elasticsearch Install</vt:lpstr>
      <vt:lpstr>4. Configure Data Location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3491</cp:revision>
  <dcterms:created xsi:type="dcterms:W3CDTF">2007-10-06T08:25:13Z</dcterms:created>
  <dcterms:modified xsi:type="dcterms:W3CDTF">2025-03-22T19:22:55Z</dcterms:modified>
</cp:coreProperties>
</file>