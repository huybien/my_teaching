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77" r:id="rId3"/>
    <p:sldId id="607" r:id="rId4"/>
    <p:sldId id="478" r:id="rId5"/>
    <p:sldId id="608" r:id="rId6"/>
    <p:sldId id="609" r:id="rId7"/>
    <p:sldId id="610" r:id="rId8"/>
    <p:sldId id="611" r:id="rId9"/>
    <p:sldId id="612" r:id="rId10"/>
    <p:sldId id="613" r:id="rId11"/>
    <p:sldId id="616" r:id="rId12"/>
    <p:sldId id="619" r:id="rId13"/>
    <p:sldId id="618" r:id="rId14"/>
    <p:sldId id="614" r:id="rId15"/>
    <p:sldId id="617" r:id="rId16"/>
    <p:sldId id="615" r:id="rId17"/>
    <p:sldId id="34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angod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arangodb.com/docs/stable/data-modeling-databases-working-with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angodb.com/docs/stable/security-change-root-password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1.19:8529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angodb.com/docs/stable/programs-starter-security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arangodb.com/docs/stable/deployment-cluster-using-the-starter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192.168.1.19:8529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ArangoDB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ArangoDB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https://www.arangodb.com/</a:t>
            </a:r>
            <a:endParaRPr lang="en-US" sz="2400" dirty="0" smtClean="0"/>
          </a:p>
          <a:p>
            <a:r>
              <a:rPr lang="en-US" sz="2400" dirty="0" smtClean="0"/>
              <a:t>Natively store data for </a:t>
            </a:r>
            <a:r>
              <a:rPr lang="en-US" sz="2400" i="1" dirty="0" smtClean="0">
                <a:solidFill>
                  <a:srgbClr val="C00000"/>
                </a:solidFill>
              </a:rPr>
              <a:t>graph</a:t>
            </a:r>
            <a:r>
              <a:rPr lang="en-US" sz="2400" dirty="0" smtClean="0"/>
              <a:t>, document and search needs.</a:t>
            </a:r>
          </a:p>
          <a:p>
            <a:r>
              <a:rPr lang="en-US" sz="2400" dirty="0" smtClean="0"/>
              <a:t>Utilize feature-rich access with one query language.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ArangoDB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curl -OL https://download.arangodb.com/arangodb37/DEBIAN/Release.key 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apt-key add - &lt; </a:t>
            </a:r>
            <a:r>
              <a:rPr lang="en-US" sz="1800" dirty="0" err="1" smtClean="0">
                <a:latin typeface="Consolas" pitchFamily="49" charset="0"/>
              </a:rPr>
              <a:t>Release.key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Consolas" pitchFamily="49" charset="0"/>
              </a:rPr>
              <a:t>echo '</a:t>
            </a:r>
            <a:r>
              <a:rPr lang="en-US" sz="1800" dirty="0" err="1" smtClean="0">
                <a:latin typeface="Consolas" pitchFamily="49" charset="0"/>
              </a:rPr>
              <a:t>deb</a:t>
            </a:r>
            <a:r>
              <a:rPr lang="en-US" sz="1800" dirty="0" smtClean="0">
                <a:latin typeface="Consolas" pitchFamily="49" charset="0"/>
              </a:rPr>
              <a:t> https://download.arangodb.com/arangodb37/DEBIAN/ /' | </a:t>
            </a:r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tee /etc/apt/</a:t>
            </a:r>
            <a:r>
              <a:rPr lang="en-US" sz="1800" dirty="0" err="1" smtClean="0">
                <a:latin typeface="Consolas" pitchFamily="49" charset="0"/>
              </a:rPr>
              <a:t>sources.list.d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arangodb.list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apt-get install apt-transport-https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apt-get update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apt-get install arangodb3=3.7.12-1</a:t>
            </a:r>
            <a:endParaRPr lang="en-US" sz="18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41960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Test </a:t>
            </a:r>
            <a:r>
              <a:rPr lang="en-US" dirty="0" err="1" smtClean="0"/>
              <a:t>ArangoDB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strike="sngStrike" dirty="0" err="1" smtClean="0">
                <a:latin typeface="Consolas" pitchFamily="49" charset="0"/>
              </a:rPr>
              <a:t>sudo</a:t>
            </a:r>
            <a:r>
              <a:rPr lang="en-US" sz="2000" strike="sngStrike" dirty="0" smtClean="0">
                <a:latin typeface="Consolas" pitchFamily="49" charset="0"/>
              </a:rPr>
              <a:t> </a:t>
            </a:r>
            <a:r>
              <a:rPr lang="en-US" sz="2000" strike="sngStrike" dirty="0" err="1" smtClean="0">
                <a:latin typeface="Consolas" pitchFamily="49" charset="0"/>
              </a:rPr>
              <a:t>systemctl</a:t>
            </a:r>
            <a:r>
              <a:rPr lang="en-US" sz="2000" strike="sngStrike" dirty="0" smtClean="0">
                <a:latin typeface="Consolas" pitchFamily="49" charset="0"/>
              </a:rPr>
              <a:t> disable arangodb3 (</a:t>
            </a:r>
            <a:r>
              <a:rPr lang="en-US" sz="2000" strike="sngStrike" dirty="0" smtClean="0"/>
              <a:t>Disable the service from starting automatically</a:t>
            </a:r>
            <a:r>
              <a:rPr lang="en-US" sz="2000" strike="sngStrike" dirty="0" smtClean="0">
                <a:latin typeface="Consolas" pitchFamily="49" charset="0"/>
              </a:rPr>
              <a:t>)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status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start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arangosh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562350"/>
            <a:ext cx="628332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Work with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https://www.arangodb.com/docs/stable/data-modeling-databases-working-with.html</a:t>
            </a:r>
            <a:endParaRPr lang="en-US" sz="2200" dirty="0" smtClean="0">
              <a:latin typeface="+mj-lt"/>
            </a:endParaRPr>
          </a:p>
          <a:p>
            <a:r>
              <a:rPr lang="en-US" sz="2200" dirty="0" smtClean="0">
                <a:latin typeface="Consolas" pitchFamily="49" charset="0"/>
              </a:rPr>
              <a:t>require("@</a:t>
            </a:r>
            <a:r>
              <a:rPr lang="en-US" sz="2200" dirty="0" err="1" smtClean="0">
                <a:latin typeface="Consolas" pitchFamily="49" charset="0"/>
              </a:rPr>
              <a:t>arangodb</a:t>
            </a:r>
            <a:r>
              <a:rPr lang="en-US" sz="2200" dirty="0" smtClean="0">
                <a:latin typeface="Consolas" pitchFamily="49" charset="0"/>
              </a:rPr>
              <a:t>").</a:t>
            </a:r>
            <a:r>
              <a:rPr lang="en-US" sz="2200" dirty="0" err="1" smtClean="0">
                <a:latin typeface="Consolas" pitchFamily="49" charset="0"/>
              </a:rPr>
              <a:t>db._name</a:t>
            </a:r>
            <a:r>
              <a:rPr lang="en-US" sz="2200" dirty="0" smtClean="0">
                <a:latin typeface="Consolas" pitchFamily="49" charset="0"/>
              </a:rPr>
              <a:t>();</a:t>
            </a:r>
          </a:p>
          <a:p>
            <a:r>
              <a:rPr lang="en-US" sz="2200" dirty="0" err="1" smtClean="0">
                <a:latin typeface="Consolas" pitchFamily="49" charset="0"/>
              </a:rPr>
              <a:t>db._properties</a:t>
            </a:r>
            <a:r>
              <a:rPr lang="en-US" sz="2200" dirty="0" smtClean="0">
                <a:latin typeface="Consolas" pitchFamily="49" charset="0"/>
              </a:rPr>
              <a:t>()</a:t>
            </a:r>
          </a:p>
          <a:p>
            <a:r>
              <a:rPr lang="en-US" sz="2200" dirty="0" err="1" smtClean="0">
                <a:latin typeface="Consolas" pitchFamily="49" charset="0"/>
              </a:rPr>
              <a:t>db._createDatabase</a:t>
            </a:r>
            <a:r>
              <a:rPr lang="en-US" sz="2200" dirty="0" smtClean="0">
                <a:latin typeface="Consolas" pitchFamily="49" charset="0"/>
              </a:rPr>
              <a:t>("</a:t>
            </a:r>
            <a:r>
              <a:rPr lang="en-US" sz="2200" dirty="0" err="1" smtClean="0">
                <a:latin typeface="Consolas" pitchFamily="49" charset="0"/>
              </a:rPr>
              <a:t>testDB</a:t>
            </a:r>
            <a:r>
              <a:rPr lang="en-US" sz="2200" dirty="0" smtClean="0">
                <a:latin typeface="Consolas" pitchFamily="49" charset="0"/>
              </a:rPr>
              <a:t>", {}, [{ username: "</a:t>
            </a:r>
            <a:r>
              <a:rPr lang="en-US" sz="2200" dirty="0" err="1" smtClean="0">
                <a:latin typeface="Consolas" pitchFamily="49" charset="0"/>
              </a:rPr>
              <a:t>testUser</a:t>
            </a:r>
            <a:r>
              <a:rPr lang="en-US" sz="2200" dirty="0" smtClean="0">
                <a:latin typeface="Consolas" pitchFamily="49" charset="0"/>
              </a:rPr>
              <a:t>", </a:t>
            </a:r>
            <a:r>
              <a:rPr lang="en-US" sz="2200" dirty="0" err="1" smtClean="0">
                <a:latin typeface="Consolas" pitchFamily="49" charset="0"/>
              </a:rPr>
              <a:t>passwd</a:t>
            </a:r>
            <a:r>
              <a:rPr lang="en-US" sz="2200" dirty="0" smtClean="0">
                <a:latin typeface="Consolas" pitchFamily="49" charset="0"/>
              </a:rPr>
              <a:t>: "123456", active: true}])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415290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Change </a:t>
            </a:r>
            <a:r>
              <a:rPr lang="en-US" dirty="0" err="1" smtClean="0"/>
              <a:t>ArangoDB</a:t>
            </a:r>
            <a:r>
              <a:rPr lang="en-US" dirty="0" smtClean="0"/>
              <a:t> Data 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/data/arangodb3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chmod</a:t>
            </a:r>
            <a:r>
              <a:rPr lang="en-US" sz="2000" dirty="0" smtClean="0">
                <a:latin typeface="Consolas" pitchFamily="49" charset="0"/>
              </a:rPr>
              <a:t> 700 /data/arangodb3/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chown</a:t>
            </a:r>
            <a:r>
              <a:rPr lang="en-US" sz="2000" dirty="0" smtClean="0">
                <a:latin typeface="Consolas" pitchFamily="49" charset="0"/>
              </a:rPr>
              <a:t> -R </a:t>
            </a:r>
            <a:r>
              <a:rPr lang="en-US" sz="2000" dirty="0" err="1" smtClean="0">
                <a:latin typeface="Consolas" pitchFamily="49" charset="0"/>
              </a:rPr>
              <a:t>arangodb:arangodb</a:t>
            </a:r>
            <a:r>
              <a:rPr lang="en-US" sz="2000" dirty="0" smtClean="0">
                <a:latin typeface="Consolas" pitchFamily="49" charset="0"/>
              </a:rPr>
              <a:t> /data/arangodb3/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/etc/arangodb3/</a:t>
            </a:r>
            <a:r>
              <a:rPr lang="en-US" sz="2000" dirty="0" err="1" smtClean="0">
                <a:latin typeface="Consolas" pitchFamily="49" charset="0"/>
              </a:rPr>
              <a:t>arangod.conf</a:t>
            </a:r>
            <a:endParaRPr lang="en-US" sz="2000" dirty="0" smtClean="0">
              <a:latin typeface="Consolas" pitchFamily="49" charset="0"/>
            </a:endParaRPr>
          </a:p>
          <a:p>
            <a:endParaRPr lang="en-US" sz="1600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[database]</a:t>
            </a: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# directory = /</a:t>
            </a: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var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/lib/arangodb3</a:t>
            </a: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directory = /data/arangodb3</a:t>
            </a:r>
          </a:p>
          <a:p>
            <a:pPr lvl="1">
              <a:buNone/>
            </a:pPr>
            <a:endParaRPr lang="en-US" sz="1600" i="1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restart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status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arangosh</a:t>
            </a:r>
            <a:r>
              <a:rPr lang="en-US" sz="2000" dirty="0" smtClean="0">
                <a:latin typeface="Consolas" pitchFamily="49" charset="0"/>
              </a:rPr>
              <a:t> (</a:t>
            </a:r>
            <a:r>
              <a:rPr lang="en-US" sz="2000" b="1" dirty="0" smtClean="0">
                <a:latin typeface="Consolas" pitchFamily="49" charset="0"/>
              </a:rPr>
              <a:t>empty password</a:t>
            </a:r>
            <a:r>
              <a:rPr lang="en-US" sz="2000" dirty="0" smtClean="0">
                <a:latin typeface="Consolas" pitchFamily="49" charset="0"/>
              </a:rPr>
              <a:t>)</a:t>
            </a:r>
          </a:p>
          <a:p>
            <a:pPr lvl="1"/>
            <a:endParaRPr lang="en-US" sz="16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Change Root Password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+mj-lt"/>
                <a:hlinkClick r:id="rId2"/>
              </a:rPr>
              <a:t>https://www.arangodb.com/docs/stable/security-change-root-password.html</a:t>
            </a:r>
            <a:endParaRPr lang="en-US" sz="2000" dirty="0" smtClean="0">
              <a:latin typeface="+mj-lt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/etc/arangodb3/</a:t>
            </a:r>
            <a:r>
              <a:rPr lang="en-US" sz="2000" dirty="0" err="1" smtClean="0">
                <a:latin typeface="Consolas" pitchFamily="49" charset="0"/>
              </a:rPr>
              <a:t>arangod.conf</a:t>
            </a:r>
            <a:endParaRPr lang="en-US" sz="2000" dirty="0" smtClean="0">
              <a:latin typeface="Consolas" pitchFamily="49" charset="0"/>
            </a:endParaRPr>
          </a:p>
          <a:p>
            <a:endParaRPr lang="en-US" sz="1600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authentication = false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restart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status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arangosh</a:t>
            </a:r>
            <a:endParaRPr lang="en-US" sz="2000" dirty="0" smtClean="0">
              <a:latin typeface="Consolas" pitchFamily="49" charset="0"/>
            </a:endParaRPr>
          </a:p>
          <a:p>
            <a:pPr lvl="1"/>
            <a:endParaRPr lang="en-US" sz="1600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require("org/</a:t>
            </a: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arangodb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/users").update("root", "</a:t>
            </a:r>
            <a:r>
              <a:rPr lang="en-US" sz="1600" b="1" dirty="0" smtClean="0">
                <a:latin typeface="Consolas" pitchFamily="49" charset="0"/>
              </a:rPr>
              <a:t>Localpw@1234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");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Change Server Endpoint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/etc/arangodb3/</a:t>
            </a:r>
            <a:r>
              <a:rPr lang="en-US" sz="2000" dirty="0" err="1" smtClean="0">
                <a:latin typeface="Consolas" pitchFamily="49" charset="0"/>
              </a:rPr>
              <a:t>arangod.conf</a:t>
            </a:r>
            <a:endParaRPr lang="en-US" sz="2000" dirty="0" smtClean="0">
              <a:latin typeface="Consolas" pitchFamily="49" charset="0"/>
            </a:endParaRPr>
          </a:p>
          <a:p>
            <a:endParaRPr lang="en-US" sz="1600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endpoint = tcp://0.0.0.0:8529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restart arangodb3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status arangodb3</a:t>
            </a:r>
          </a:p>
          <a:p>
            <a:r>
              <a:rPr lang="en-US" sz="2000" b="1" dirty="0" err="1" smtClean="0">
                <a:latin typeface="Consolas" pitchFamily="49" charset="0"/>
              </a:rPr>
              <a:t>arangosh</a:t>
            </a:r>
            <a:r>
              <a:rPr lang="en-US" sz="2000" b="1" dirty="0" smtClean="0">
                <a:latin typeface="Consolas" pitchFamily="49" charset="0"/>
              </a:rPr>
              <a:t> --</a:t>
            </a:r>
            <a:r>
              <a:rPr lang="en-US" sz="2000" b="1" dirty="0" err="1" smtClean="0">
                <a:latin typeface="Consolas" pitchFamily="49" charset="0"/>
              </a:rPr>
              <a:t>server.endpoint</a:t>
            </a:r>
            <a:r>
              <a:rPr lang="en-US" sz="2000" b="1" dirty="0" smtClean="0">
                <a:latin typeface="Consolas" pitchFamily="49" charset="0"/>
              </a:rPr>
              <a:t> tcp://192.168.1.19:8529 --</a:t>
            </a:r>
            <a:r>
              <a:rPr lang="en-US" sz="2000" b="1" dirty="0" err="1" smtClean="0">
                <a:latin typeface="Consolas" pitchFamily="49" charset="0"/>
              </a:rPr>
              <a:t>server.username</a:t>
            </a:r>
            <a:r>
              <a:rPr lang="en-US" sz="2000" b="1" dirty="0" smtClean="0">
                <a:latin typeface="Consolas" pitchFamily="49" charset="0"/>
              </a:rPr>
              <a:t> root</a:t>
            </a:r>
          </a:p>
          <a:p>
            <a:endParaRPr lang="en-US" sz="2000" b="1" dirty="0" smtClean="0">
              <a:latin typeface="Consolas" pitchFamily="49" charset="0"/>
            </a:endParaRPr>
          </a:p>
          <a:p>
            <a:r>
              <a:rPr lang="en-US" sz="2000" b="1" dirty="0" smtClean="0">
                <a:latin typeface="Consolas" pitchFamily="49" charset="0"/>
                <a:hlinkClick r:id="rId2"/>
              </a:rPr>
              <a:t>http://192.168.1.19:8529/</a:t>
            </a:r>
            <a:r>
              <a:rPr lang="en-US" sz="2000" b="1" dirty="0" smtClean="0">
                <a:latin typeface="Consolas" pitchFamily="49" charset="0"/>
              </a:rPr>
              <a:t> (root / Localpw@1234)</a:t>
            </a:r>
          </a:p>
          <a:p>
            <a:endParaRPr lang="en-US" sz="2000" b="1" dirty="0" smtClean="0">
              <a:latin typeface="Consolas" pitchFamily="49" charset="0"/>
            </a:endParaRPr>
          </a:p>
          <a:p>
            <a:pPr lvl="1">
              <a:buNone/>
            </a:pPr>
            <a:endParaRPr lang="en-US" sz="1600" b="1" dirty="0" smtClean="0">
              <a:latin typeface="Consolas" pitchFamily="49" charset="0"/>
            </a:endParaRPr>
          </a:p>
          <a:p>
            <a:pPr lvl="1">
              <a:buNone/>
            </a:pPr>
            <a:endParaRPr lang="en-US" sz="1600" b="1" dirty="0" smtClean="0">
              <a:latin typeface="Consolas" pitchFamily="49" charset="0"/>
            </a:endParaRPr>
          </a:p>
          <a:p>
            <a:pPr lvl="1">
              <a:buNone/>
            </a:pPr>
            <a:endParaRPr lang="en-US" sz="1600" b="1" i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lvl="1">
              <a:buNone/>
            </a:pPr>
            <a:endParaRPr lang="en-US" sz="1600" i="1" dirty="0" smtClean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Start a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systemctl</a:t>
            </a:r>
            <a:r>
              <a:rPr lang="en-US" sz="2200" dirty="0" smtClean="0">
                <a:latin typeface="Consolas" pitchFamily="49" charset="0"/>
              </a:rPr>
              <a:t> status arangodb3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arangod</a:t>
            </a:r>
            <a:r>
              <a:rPr lang="en-US" sz="2200" dirty="0" smtClean="0">
                <a:latin typeface="Consolas" pitchFamily="49" charset="0"/>
              </a:rPr>
              <a:t> --</a:t>
            </a:r>
            <a:r>
              <a:rPr lang="en-US" sz="2200" dirty="0" err="1" smtClean="0">
                <a:latin typeface="Consolas" pitchFamily="49" charset="0"/>
              </a:rPr>
              <a:t>server.endpoint</a:t>
            </a:r>
            <a:r>
              <a:rPr lang="en-US" sz="2200" dirty="0" smtClean="0">
                <a:latin typeface="Consolas" pitchFamily="49" charset="0"/>
              </a:rPr>
              <a:t> tcp://0.0.0.0:8529 --</a:t>
            </a:r>
            <a:r>
              <a:rPr lang="en-US" sz="2200" dirty="0" err="1" smtClean="0">
                <a:latin typeface="Consolas" pitchFamily="49" charset="0"/>
              </a:rPr>
              <a:t>database.directory</a:t>
            </a:r>
            <a:r>
              <a:rPr lang="en-US" sz="2200" dirty="0" smtClean="0">
                <a:latin typeface="Consolas" pitchFamily="49" charset="0"/>
              </a:rPr>
              <a:t> /data/arangodb3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nohup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arangod</a:t>
            </a:r>
            <a:r>
              <a:rPr lang="en-US" sz="2200" dirty="0" smtClean="0">
                <a:latin typeface="Consolas" pitchFamily="49" charset="0"/>
              </a:rPr>
              <a:t> --</a:t>
            </a:r>
            <a:r>
              <a:rPr lang="en-US" sz="2200" dirty="0" err="1" smtClean="0">
                <a:latin typeface="Consolas" pitchFamily="49" charset="0"/>
              </a:rPr>
              <a:t>server.endpoint</a:t>
            </a:r>
            <a:r>
              <a:rPr lang="en-US" sz="2200" dirty="0" smtClean="0">
                <a:latin typeface="Consolas" pitchFamily="49" charset="0"/>
              </a:rPr>
              <a:t> tcp://0.0.0.0:8529 --</a:t>
            </a:r>
            <a:r>
              <a:rPr lang="en-US" sz="2200" dirty="0" err="1" smtClean="0">
                <a:latin typeface="Consolas" pitchFamily="49" charset="0"/>
              </a:rPr>
              <a:t>database.directory</a:t>
            </a:r>
            <a:r>
              <a:rPr lang="en-US" sz="2200" dirty="0" smtClean="0">
                <a:latin typeface="Consolas" pitchFamily="49" charset="0"/>
              </a:rPr>
              <a:t> /data/arangodb3 &gt; arangodb.log &amp;</a:t>
            </a:r>
          </a:p>
          <a:p>
            <a:r>
              <a:rPr lang="en-US" sz="2200" dirty="0" smtClean="0"/>
              <a:t>If a command is terminated by the control operator ( '&amp;' ), the shell shall execute the command asynchronously in a </a:t>
            </a:r>
            <a:r>
              <a:rPr lang="en-US" sz="2200" dirty="0" err="1" smtClean="0"/>
              <a:t>subshell</a:t>
            </a:r>
            <a:r>
              <a:rPr lang="en-US" sz="2200" dirty="0" smtClean="0"/>
              <a:t>. This means that the shell shall not wait for the command to finish before executing the next command.</a:t>
            </a:r>
          </a:p>
          <a:p>
            <a:r>
              <a:rPr lang="en-US" sz="2200" b="1" dirty="0" err="1" smtClean="0">
                <a:latin typeface="Consolas" pitchFamily="49" charset="0"/>
              </a:rPr>
              <a:t>sudo</a:t>
            </a:r>
            <a:r>
              <a:rPr lang="en-US" sz="2200" b="1" dirty="0" smtClean="0">
                <a:latin typeface="Consolas" pitchFamily="49" charset="0"/>
              </a:rPr>
              <a:t> kill 3815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Authentication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https://www.arangodb.com/docs/stable/programs-starter-security.html</a:t>
            </a: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arangodb</a:t>
            </a:r>
            <a:r>
              <a:rPr lang="en-US" sz="2400" dirty="0" smtClean="0">
                <a:latin typeface="Consolas" pitchFamily="49" charset="0"/>
              </a:rPr>
              <a:t> create </a:t>
            </a:r>
            <a:r>
              <a:rPr lang="en-US" sz="2400" dirty="0" err="1" smtClean="0">
                <a:latin typeface="Consolas" pitchFamily="49" charset="0"/>
              </a:rPr>
              <a:t>jwt</a:t>
            </a:r>
            <a:r>
              <a:rPr lang="en-US" sz="2400" dirty="0" smtClean="0">
                <a:latin typeface="Consolas" pitchFamily="49" charset="0"/>
              </a:rPr>
              <a:t>-secret --secret=arangodb-secret.jwt</a:t>
            </a:r>
          </a:p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mv</a:t>
            </a:r>
            <a:r>
              <a:rPr lang="en-US" sz="2400" dirty="0" smtClean="0">
                <a:latin typeface="Consolas" pitchFamily="49" charset="0"/>
              </a:rPr>
              <a:t> ./arangodb-secret.jwt /etc/arangodb-secret.jwt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Local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https://www.arangodb.com/docs/stable/deployment-cluster-using-the-starter.html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systemctl</a:t>
            </a:r>
            <a:r>
              <a:rPr lang="en-US" sz="2200" dirty="0" smtClean="0">
                <a:latin typeface="Consolas" pitchFamily="49" charset="0"/>
              </a:rPr>
              <a:t> stop arangodb3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systemctl</a:t>
            </a:r>
            <a:r>
              <a:rPr lang="en-US" sz="2200" dirty="0" smtClean="0">
                <a:latin typeface="Consolas" pitchFamily="49" charset="0"/>
              </a:rPr>
              <a:t> disable arangodb3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arangodb</a:t>
            </a:r>
            <a:r>
              <a:rPr lang="en-US" sz="2200" dirty="0" smtClean="0">
                <a:latin typeface="Consolas" pitchFamily="49" charset="0"/>
              </a:rPr>
              <a:t> --</a:t>
            </a:r>
            <a:r>
              <a:rPr lang="en-US" sz="2200" dirty="0" err="1" smtClean="0">
                <a:latin typeface="Consolas" pitchFamily="49" charset="0"/>
              </a:rPr>
              <a:t>starter.local</a:t>
            </a:r>
            <a:r>
              <a:rPr lang="en-US" sz="2200" dirty="0" smtClean="0">
                <a:latin typeface="Consolas" pitchFamily="49" charset="0"/>
              </a:rPr>
              <a:t> --</a:t>
            </a:r>
            <a:r>
              <a:rPr lang="en-US" sz="2200" dirty="0" err="1" smtClean="0">
                <a:latin typeface="Consolas" pitchFamily="49" charset="0"/>
              </a:rPr>
              <a:t>starter.data</a:t>
            </a:r>
            <a:r>
              <a:rPr lang="en-US" sz="2200" dirty="0" smtClean="0">
                <a:latin typeface="Consolas" pitchFamily="49" charset="0"/>
              </a:rPr>
              <a:t>-dir=/data/arangodb3 --</a:t>
            </a:r>
            <a:r>
              <a:rPr lang="en-US" sz="2200" dirty="0" err="1" smtClean="0">
                <a:latin typeface="Consolas" pitchFamily="49" charset="0"/>
              </a:rPr>
              <a:t>auth.jwt</a:t>
            </a:r>
            <a:r>
              <a:rPr lang="en-US" sz="2200" dirty="0" smtClean="0">
                <a:latin typeface="Consolas" pitchFamily="49" charset="0"/>
              </a:rPr>
              <a:t>-secret=/etc/arangodb-secret.jwt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443865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Start a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arangodb</a:t>
            </a:r>
            <a:r>
              <a:rPr lang="en-US" sz="2400" dirty="0" smtClean="0">
                <a:latin typeface="Consolas" pitchFamily="49" charset="0"/>
              </a:rPr>
              <a:t> --</a:t>
            </a:r>
            <a:r>
              <a:rPr lang="en-US" sz="2400" dirty="0" err="1" smtClean="0">
                <a:latin typeface="Consolas" pitchFamily="49" charset="0"/>
              </a:rPr>
              <a:t>server.storage</a:t>
            </a:r>
            <a:r>
              <a:rPr lang="en-US" sz="2400" dirty="0" smtClean="0">
                <a:latin typeface="Consolas" pitchFamily="49" charset="0"/>
              </a:rPr>
              <a:t>-engine=</a:t>
            </a:r>
            <a:r>
              <a:rPr lang="en-US" sz="2400" dirty="0" err="1" smtClean="0">
                <a:latin typeface="Consolas" pitchFamily="49" charset="0"/>
              </a:rPr>
              <a:t>rocksdb</a:t>
            </a:r>
            <a:r>
              <a:rPr lang="en-US" sz="2400" dirty="0" smtClean="0">
                <a:latin typeface="Consolas" pitchFamily="49" charset="0"/>
              </a:rPr>
              <a:t> --</a:t>
            </a:r>
            <a:r>
              <a:rPr lang="en-US" sz="2400" dirty="0" err="1" smtClean="0">
                <a:latin typeface="Consolas" pitchFamily="49" charset="0"/>
              </a:rPr>
              <a:t>auth.jwt</a:t>
            </a:r>
            <a:r>
              <a:rPr lang="en-US" sz="2400" dirty="0" smtClean="0">
                <a:latin typeface="Consolas" pitchFamily="49" charset="0"/>
              </a:rPr>
              <a:t>-secret=/etc/arangodb-secret.jwt --</a:t>
            </a:r>
            <a:r>
              <a:rPr lang="en-US" sz="2400" dirty="0" err="1" smtClean="0">
                <a:latin typeface="Consolas" pitchFamily="49" charset="0"/>
              </a:rPr>
              <a:t>starter.data</a:t>
            </a:r>
            <a:r>
              <a:rPr lang="en-US" sz="2400" dirty="0" smtClean="0">
                <a:latin typeface="Consolas" pitchFamily="49" charset="0"/>
              </a:rPr>
              <a:t>-dir=/data/arangodb3 --</a:t>
            </a:r>
            <a:r>
              <a:rPr lang="en-US" sz="2400" dirty="0" err="1" smtClean="0">
                <a:latin typeface="Consolas" pitchFamily="49" charset="0"/>
              </a:rPr>
              <a:t>starter.join</a:t>
            </a:r>
            <a:r>
              <a:rPr lang="en-US" sz="2400" dirty="0" smtClean="0">
                <a:latin typeface="Consolas" pitchFamily="49" charset="0"/>
              </a:rPr>
              <a:t> 192.168.1.19,192.168.1.18</a:t>
            </a:r>
          </a:p>
          <a:p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+mj-lt"/>
                <a:hlinkClick r:id="rId2"/>
              </a:rPr>
              <a:t>http://192.168.1.19:8529/</a:t>
            </a:r>
            <a:endParaRPr lang="en-US" sz="2400" dirty="0" smtClean="0"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3333750"/>
            <a:ext cx="62833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9189</TotalTime>
  <Words>441</Words>
  <Application>Microsoft Office PowerPoint</Application>
  <PresentationFormat>On-screen Show (4:3)</PresentationFormat>
  <Paragraphs>93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ArangoDB</vt:lpstr>
      <vt:lpstr>Objectives</vt:lpstr>
      <vt:lpstr>Contents</vt:lpstr>
      <vt:lpstr>References</vt:lpstr>
      <vt:lpstr>ArangoDB</vt:lpstr>
      <vt:lpstr>1. Install ArangoDB</vt:lpstr>
      <vt:lpstr>2. Test ArangoDB</vt:lpstr>
      <vt:lpstr>3. Work with Databases</vt:lpstr>
      <vt:lpstr>4. Change ArangoDB Data Location</vt:lpstr>
      <vt:lpstr>5. Change Root Password</vt:lpstr>
      <vt:lpstr>6. Change Server Endpoint</vt:lpstr>
      <vt:lpstr>7. Start a Server</vt:lpstr>
      <vt:lpstr>Slide 13</vt:lpstr>
      <vt:lpstr>1. Create Authentication Token</vt:lpstr>
      <vt:lpstr>2. Local Tests</vt:lpstr>
      <vt:lpstr>3. Start a Cluster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3717</cp:revision>
  <dcterms:created xsi:type="dcterms:W3CDTF">2007-10-06T08:25:13Z</dcterms:created>
  <dcterms:modified xsi:type="dcterms:W3CDTF">2025-03-18T09:23:41Z</dcterms:modified>
</cp:coreProperties>
</file>