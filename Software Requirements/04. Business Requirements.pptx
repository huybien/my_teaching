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3"/>
  </p:notesMasterIdLst>
  <p:handoutMasterIdLst>
    <p:handoutMasterId r:id="rId84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810" r:id="rId66"/>
    <p:sldId id="706" r:id="rId67"/>
    <p:sldId id="795" r:id="rId68"/>
    <p:sldId id="796" r:id="rId69"/>
    <p:sldId id="797" r:id="rId70"/>
    <p:sldId id="798" r:id="rId71"/>
    <p:sldId id="799" r:id="rId72"/>
    <p:sldId id="800" r:id="rId73"/>
    <p:sldId id="801" r:id="rId74"/>
    <p:sldId id="802" r:id="rId75"/>
    <p:sldId id="803" r:id="rId76"/>
    <p:sldId id="804" r:id="rId77"/>
    <p:sldId id="805" r:id="rId78"/>
    <p:sldId id="807" r:id="rId79"/>
    <p:sldId id="809" r:id="rId80"/>
    <p:sldId id="808" r:id="rId81"/>
    <p:sldId id="359" r:id="rId8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  <a:endParaRPr lang="en-US" sz="2400" dirty="0" smtClean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Project/Product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Problem</a:t>
            </a:r>
          </a:p>
          <a:p>
            <a:r>
              <a:rPr lang="en-US" dirty="0" smtClean="0"/>
              <a:t>Solution</a:t>
            </a:r>
          </a:p>
          <a:p>
            <a:r>
              <a:rPr lang="en-US" dirty="0" smtClean="0"/>
              <a:t>Evaluation</a:t>
            </a:r>
            <a:endParaRPr lang="en-US" dirty="0" smtClean="0"/>
          </a:p>
        </p:txBody>
      </p:sp>
      <p:pic>
        <p:nvPicPr>
          <p:cNvPr id="4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304800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152400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12184</TotalTime>
  <Words>2336</Words>
  <Application>Microsoft Office PowerPoint</Application>
  <PresentationFormat>On-screen Show (4:3)</PresentationFormat>
  <Paragraphs>344</Paragraphs>
  <Slides>81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2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Project/Product Proposal</vt:lpstr>
      <vt:lpstr>Slide 66</vt:lpstr>
      <vt:lpstr>Project Feasibility?</vt:lpstr>
      <vt:lpstr>Feasibility Study [6]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77</vt:lpstr>
      <vt:lpstr>7. Conduct Project Blastoff Meeting [3]</vt:lpstr>
      <vt:lpstr>Slide 79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4998</cp:revision>
  <dcterms:created xsi:type="dcterms:W3CDTF">2007-10-06T08:25:13Z</dcterms:created>
  <dcterms:modified xsi:type="dcterms:W3CDTF">2026-06-17T19:23:26Z</dcterms:modified>
</cp:coreProperties>
</file>