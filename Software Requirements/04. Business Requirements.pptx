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diagrams/drawing2.xml" ContentType="application/vnd.ms-office.drawingml.diagramDrawing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6.xml" ContentType="application/vnd.openxmlformats-officedocument.presentationml.slideLayout+xml"/>
  <Override PartName="/ppt/diagrams/quickStyle2.xml" ContentType="application/vnd.openxmlformats-officedocument.drawingml.diagramStyle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9.xml" ContentType="application/vnd.openxmlformats-officedocument.presentationml.slide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slides/slide7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s/slide7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s/slide71.xml" ContentType="application/vnd.openxmlformats-officedocument.presentationml.slide+xml"/>
  <Override PartName="/ppt/slides/slide80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handoutMasters/handoutMaster1.xml" ContentType="application/vnd.openxmlformats-officedocument.presentationml.handoutMaster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83"/>
  </p:notesMasterIdLst>
  <p:handoutMasterIdLst>
    <p:handoutMasterId r:id="rId84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06" r:id="rId67"/>
    <p:sldId id="795" r:id="rId68"/>
    <p:sldId id="796" r:id="rId69"/>
    <p:sldId id="797" r:id="rId70"/>
    <p:sldId id="798" r:id="rId71"/>
    <p:sldId id="799" r:id="rId72"/>
    <p:sldId id="800" r:id="rId73"/>
    <p:sldId id="801" r:id="rId74"/>
    <p:sldId id="802" r:id="rId75"/>
    <p:sldId id="803" r:id="rId76"/>
    <p:sldId id="804" r:id="rId77"/>
    <p:sldId id="805" r:id="rId78"/>
    <p:sldId id="807" r:id="rId79"/>
    <p:sldId id="809" r:id="rId80"/>
    <p:sldId id="808" r:id="rId81"/>
    <p:sldId id="359" r:id="rId8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4" autoAdjust="0"/>
    <p:restoredTop sz="94667" autoAdjust="0"/>
  </p:normalViewPr>
  <p:slideViewPr>
    <p:cSldViewPr>
      <p:cViewPr>
        <p:scale>
          <a:sx n="50" d="100"/>
          <a:sy n="50" d="100"/>
        </p:scale>
        <p:origin x="-148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2DECAE8C-73B7-4091-8046-73A2B44E3844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23E0822A-9104-444C-B185-B0C961D8F07E}" type="presOf" srcId="{0100315B-D429-4EAC-8AA1-BEFCB3B6B2D9}" destId="{4290549B-C467-406D-AC08-B83AFD29D973}" srcOrd="0" destOrd="0" presId="urn:microsoft.com/office/officeart/2005/8/layout/list1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8FBA6457-EBE3-43F1-806E-E7C17D05FB05}" type="presOf" srcId="{F14627D2-99F3-4BB9-ACF0-9B3757D4BA23}" destId="{90065A47-6053-496C-B292-B863C5F1C893}" srcOrd="1" destOrd="0" presId="urn:microsoft.com/office/officeart/2005/8/layout/list1"/>
    <dgm:cxn modelId="{77BB01D2-6225-4165-9458-940D1163A968}" type="presOf" srcId="{BE2D09AC-4CBB-4424-A502-FFF2C66BDC24}" destId="{757F47A7-B9B2-4985-A0DB-301ED68CBB06}" srcOrd="0" destOrd="0" presId="urn:microsoft.com/office/officeart/2005/8/layout/list1"/>
    <dgm:cxn modelId="{74A7C082-4E8C-4672-AC5C-FC237087C41F}" type="presOf" srcId="{17F78D15-90A9-4321-80C0-7F95643E32E1}" destId="{A5CDB8F0-A3D9-4691-8832-2F348E9FEF4B}" srcOrd="0" destOrd="0" presId="urn:microsoft.com/office/officeart/2005/8/layout/list1"/>
    <dgm:cxn modelId="{4C743D07-4CF7-412A-BD4A-D67E507FA207}" type="presOf" srcId="{8CA78F25-E4A0-4965-A658-0084AB99CA1F}" destId="{4F622BEB-62C0-41FB-AA25-3807F8F602A7}" srcOrd="1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B9424CC8-62DA-4E25-9D1E-D70C8AF6FE0F}" type="presOf" srcId="{700EE0F2-D2BF-46CD-ABAB-85E8CD19E387}" destId="{AE055BEC-1FF1-49C3-AC9E-0EE2DBDEE993}" srcOrd="0" destOrd="0" presId="urn:microsoft.com/office/officeart/2005/8/layout/list1"/>
    <dgm:cxn modelId="{269F35B4-2F18-4D45-B14C-44F219BFA222}" type="presOf" srcId="{8CA78F25-E4A0-4965-A658-0084AB99CA1F}" destId="{5C1DC1E6-7DCB-43E0-BA21-A8A0AB80CD78}" srcOrd="0" destOrd="0" presId="urn:microsoft.com/office/officeart/2005/8/layout/list1"/>
    <dgm:cxn modelId="{C576338D-CFAC-4D47-A03B-B8FC196DDFF1}" type="presOf" srcId="{FD345B50-5AD1-478C-8BEE-7B1273750DCB}" destId="{9EFE8DBD-3349-4550-A4EC-39766CB04F86}" srcOrd="0" destOrd="0" presId="urn:microsoft.com/office/officeart/2005/8/layout/list1"/>
    <dgm:cxn modelId="{F20A06BA-DD96-4DC8-A097-7816649CAE25}" type="presOf" srcId="{17F78D15-90A9-4321-80C0-7F95643E32E1}" destId="{0ABD91B7-67D8-4835-9472-249FD879718E}" srcOrd="1" destOrd="0" presId="urn:microsoft.com/office/officeart/2005/8/layout/list1"/>
    <dgm:cxn modelId="{2478C1BF-7B96-4F91-BD91-34889EA6C7A3}" type="presOf" srcId="{0100315B-D429-4EAC-8AA1-BEFCB3B6B2D9}" destId="{AD646C37-0DDC-40B6-BFF6-68C35C41D431}" srcOrd="1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BD0239DE-9802-4555-9B9F-A06652BEA115}" type="presOf" srcId="{BE2D09AC-4CBB-4424-A502-FFF2C66BDC24}" destId="{1F9781A0-24EF-4D22-863B-387A9EB35B5D}" srcOrd="1" destOrd="0" presId="urn:microsoft.com/office/officeart/2005/8/layout/list1"/>
    <dgm:cxn modelId="{D1E64805-FF36-4E8E-A482-EB14BA5FB20A}" type="presOf" srcId="{F14627D2-99F3-4BB9-ACF0-9B3757D4BA23}" destId="{1599F2CB-C4E6-4818-A1E7-E4DBD180D586}" srcOrd="0" destOrd="0" presId="urn:microsoft.com/office/officeart/2005/8/layout/list1"/>
    <dgm:cxn modelId="{56DE42D4-1BF0-4869-9C1A-000D209F7315}" type="presParOf" srcId="{9EFE8DBD-3349-4550-A4EC-39766CB04F86}" destId="{DF23568B-F979-44DF-84C3-ADBBD77DD4B6}" srcOrd="0" destOrd="0" presId="urn:microsoft.com/office/officeart/2005/8/layout/list1"/>
    <dgm:cxn modelId="{83A6EA42-5C13-43A7-98FF-0871F5EF658B}" type="presParOf" srcId="{DF23568B-F979-44DF-84C3-ADBBD77DD4B6}" destId="{5C1DC1E6-7DCB-43E0-BA21-A8A0AB80CD78}" srcOrd="0" destOrd="0" presId="urn:microsoft.com/office/officeart/2005/8/layout/list1"/>
    <dgm:cxn modelId="{7AAA0A90-CF94-4C30-A30A-EC32B31DCC49}" type="presParOf" srcId="{DF23568B-F979-44DF-84C3-ADBBD77DD4B6}" destId="{4F622BEB-62C0-41FB-AA25-3807F8F602A7}" srcOrd="1" destOrd="0" presId="urn:microsoft.com/office/officeart/2005/8/layout/list1"/>
    <dgm:cxn modelId="{8D036881-4697-420C-A137-3A95AB1B52F4}" type="presParOf" srcId="{9EFE8DBD-3349-4550-A4EC-39766CB04F86}" destId="{F112E137-4C01-4626-80BD-8612A623F0E4}" srcOrd="1" destOrd="0" presId="urn:microsoft.com/office/officeart/2005/8/layout/list1"/>
    <dgm:cxn modelId="{EB7A6754-9D75-4C56-9949-BAD2E545C275}" type="presParOf" srcId="{9EFE8DBD-3349-4550-A4EC-39766CB04F86}" destId="{56CABD1B-944E-49F7-866A-C6598132C0E2}" srcOrd="2" destOrd="0" presId="urn:microsoft.com/office/officeart/2005/8/layout/list1"/>
    <dgm:cxn modelId="{6887860D-B45C-42DC-B707-0C0CF0BF23E7}" type="presParOf" srcId="{9EFE8DBD-3349-4550-A4EC-39766CB04F86}" destId="{81ACD076-1FCC-4FF6-A274-B3BD90DC9978}" srcOrd="3" destOrd="0" presId="urn:microsoft.com/office/officeart/2005/8/layout/list1"/>
    <dgm:cxn modelId="{9067BE2C-D83F-41A8-AA0B-FDC8ABDC2966}" type="presParOf" srcId="{9EFE8DBD-3349-4550-A4EC-39766CB04F86}" destId="{EAA56398-F73A-4FE2-B746-BD84BFC141F8}" srcOrd="4" destOrd="0" presId="urn:microsoft.com/office/officeart/2005/8/layout/list1"/>
    <dgm:cxn modelId="{D6409929-CA7C-463D-A819-C514F9BC6965}" type="presParOf" srcId="{EAA56398-F73A-4FE2-B746-BD84BFC141F8}" destId="{A5CDB8F0-A3D9-4691-8832-2F348E9FEF4B}" srcOrd="0" destOrd="0" presId="urn:microsoft.com/office/officeart/2005/8/layout/list1"/>
    <dgm:cxn modelId="{5BEC91F5-B2D1-4608-946B-1923D8E6769B}" type="presParOf" srcId="{EAA56398-F73A-4FE2-B746-BD84BFC141F8}" destId="{0ABD91B7-67D8-4835-9472-249FD879718E}" srcOrd="1" destOrd="0" presId="urn:microsoft.com/office/officeart/2005/8/layout/list1"/>
    <dgm:cxn modelId="{38BD9A6E-D5C6-449A-9400-A557C6524895}" type="presParOf" srcId="{9EFE8DBD-3349-4550-A4EC-39766CB04F86}" destId="{46C1D4E5-54DD-4F5D-8B65-D8E3491AED12}" srcOrd="5" destOrd="0" presId="urn:microsoft.com/office/officeart/2005/8/layout/list1"/>
    <dgm:cxn modelId="{3FF17C39-0D5B-4F87-9BC3-0AE1A4893D56}" type="presParOf" srcId="{9EFE8DBD-3349-4550-A4EC-39766CB04F86}" destId="{8B5298D1-CF53-49BC-9023-0EE6E258E573}" srcOrd="6" destOrd="0" presId="urn:microsoft.com/office/officeart/2005/8/layout/list1"/>
    <dgm:cxn modelId="{FCAAE229-699A-4436-A772-E5DA8A69C4E4}" type="presParOf" srcId="{9EFE8DBD-3349-4550-A4EC-39766CB04F86}" destId="{AB539887-6226-438A-9686-BCE467EC5E8D}" srcOrd="7" destOrd="0" presId="urn:microsoft.com/office/officeart/2005/8/layout/list1"/>
    <dgm:cxn modelId="{6F0550FC-89DD-4963-A1EB-16E4DBAAF16F}" type="presParOf" srcId="{9EFE8DBD-3349-4550-A4EC-39766CB04F86}" destId="{D0E10FBA-41A3-4B5B-B01A-D81B69CB9BA2}" srcOrd="8" destOrd="0" presId="urn:microsoft.com/office/officeart/2005/8/layout/list1"/>
    <dgm:cxn modelId="{F1E842C6-5C4E-45F4-A3ED-E254DB76F6CE}" type="presParOf" srcId="{D0E10FBA-41A3-4B5B-B01A-D81B69CB9BA2}" destId="{4290549B-C467-406D-AC08-B83AFD29D973}" srcOrd="0" destOrd="0" presId="urn:microsoft.com/office/officeart/2005/8/layout/list1"/>
    <dgm:cxn modelId="{1B8D592D-C361-4C45-902E-DCFF7B3D305B}" type="presParOf" srcId="{D0E10FBA-41A3-4B5B-B01A-D81B69CB9BA2}" destId="{AD646C37-0DDC-40B6-BFF6-68C35C41D431}" srcOrd="1" destOrd="0" presId="urn:microsoft.com/office/officeart/2005/8/layout/list1"/>
    <dgm:cxn modelId="{8DC3C010-00EC-4632-8414-E0CA5F77C098}" type="presParOf" srcId="{9EFE8DBD-3349-4550-A4EC-39766CB04F86}" destId="{BD781924-C0DF-43D6-B614-711C5553AD2F}" srcOrd="9" destOrd="0" presId="urn:microsoft.com/office/officeart/2005/8/layout/list1"/>
    <dgm:cxn modelId="{800E09E9-5FF8-4A6D-8673-0438C3312520}" type="presParOf" srcId="{9EFE8DBD-3349-4550-A4EC-39766CB04F86}" destId="{8011D070-568F-4A84-BD56-7ABA35D47A61}" srcOrd="10" destOrd="0" presId="urn:microsoft.com/office/officeart/2005/8/layout/list1"/>
    <dgm:cxn modelId="{B2152833-7CE9-4619-A209-00A171221164}" type="presParOf" srcId="{9EFE8DBD-3349-4550-A4EC-39766CB04F86}" destId="{75BE8DB7-21DB-46A5-9B89-C43D3257A63A}" srcOrd="11" destOrd="0" presId="urn:microsoft.com/office/officeart/2005/8/layout/list1"/>
    <dgm:cxn modelId="{02FE2AD8-55CE-426B-8184-8D016EED6204}" type="presParOf" srcId="{9EFE8DBD-3349-4550-A4EC-39766CB04F86}" destId="{22B3EFEA-0ED8-4B23-A002-30559B3EF99F}" srcOrd="12" destOrd="0" presId="urn:microsoft.com/office/officeart/2005/8/layout/list1"/>
    <dgm:cxn modelId="{9CA57BF7-6008-4B92-B780-CA0BADA51294}" type="presParOf" srcId="{22B3EFEA-0ED8-4B23-A002-30559B3EF99F}" destId="{1599F2CB-C4E6-4818-A1E7-E4DBD180D586}" srcOrd="0" destOrd="0" presId="urn:microsoft.com/office/officeart/2005/8/layout/list1"/>
    <dgm:cxn modelId="{96EEA89D-585D-46DC-A5CA-CF469909E3C5}" type="presParOf" srcId="{22B3EFEA-0ED8-4B23-A002-30559B3EF99F}" destId="{90065A47-6053-496C-B292-B863C5F1C893}" srcOrd="1" destOrd="0" presId="urn:microsoft.com/office/officeart/2005/8/layout/list1"/>
    <dgm:cxn modelId="{7C769026-504C-41B2-B317-87DE6C4339AA}" type="presParOf" srcId="{9EFE8DBD-3349-4550-A4EC-39766CB04F86}" destId="{92641813-5179-4554-A4AA-CE9C7A39B4EC}" srcOrd="13" destOrd="0" presId="urn:microsoft.com/office/officeart/2005/8/layout/list1"/>
    <dgm:cxn modelId="{38DAD0A3-AE86-4B1D-BBDC-51BD8BED2C3E}" type="presParOf" srcId="{9EFE8DBD-3349-4550-A4EC-39766CB04F86}" destId="{2CC94E98-C2BC-40BA-BA2C-53E02A202477}" srcOrd="14" destOrd="0" presId="urn:microsoft.com/office/officeart/2005/8/layout/list1"/>
    <dgm:cxn modelId="{B4F9C62B-87C6-4822-A609-035FB42F4658}" type="presParOf" srcId="{9EFE8DBD-3349-4550-A4EC-39766CB04F86}" destId="{030C9054-684D-4B3C-A5A3-8C45E7C47894}" srcOrd="15" destOrd="0" presId="urn:microsoft.com/office/officeart/2005/8/layout/list1"/>
    <dgm:cxn modelId="{77569391-A4AA-4190-AD31-2024D0309ABA}" type="presParOf" srcId="{9EFE8DBD-3349-4550-A4EC-39766CB04F86}" destId="{588861EA-FE8F-4D0F-96CC-889C27A7F9A5}" srcOrd="16" destOrd="0" presId="urn:microsoft.com/office/officeart/2005/8/layout/list1"/>
    <dgm:cxn modelId="{F13D2860-988E-4A35-A85A-EA7461F02EB7}" type="presParOf" srcId="{588861EA-FE8F-4D0F-96CC-889C27A7F9A5}" destId="{757F47A7-B9B2-4985-A0DB-301ED68CBB06}" srcOrd="0" destOrd="0" presId="urn:microsoft.com/office/officeart/2005/8/layout/list1"/>
    <dgm:cxn modelId="{D783582E-FA60-4BA0-A232-C01B825C01BE}" type="presParOf" srcId="{588861EA-FE8F-4D0F-96CC-889C27A7F9A5}" destId="{1F9781A0-24EF-4D22-863B-387A9EB35B5D}" srcOrd="1" destOrd="0" presId="urn:microsoft.com/office/officeart/2005/8/layout/list1"/>
    <dgm:cxn modelId="{0B0CAB34-E071-42C4-876C-384781E71794}" type="presParOf" srcId="{9EFE8DBD-3349-4550-A4EC-39766CB04F86}" destId="{481254B0-7198-4BFC-A80D-3CB26DB1F0A8}" srcOrd="17" destOrd="0" presId="urn:microsoft.com/office/officeart/2005/8/layout/list1"/>
    <dgm:cxn modelId="{95BE303B-328E-4049-8FC6-14BB61615E70}" type="presParOf" srcId="{9EFE8DBD-3349-4550-A4EC-39766CB04F86}" destId="{10C80C59-D601-4AD4-9AE0-F459A2AD1F9A}" srcOrd="18" destOrd="0" presId="urn:microsoft.com/office/officeart/2005/8/layout/list1"/>
    <dgm:cxn modelId="{0909616B-DFB8-4701-B7A1-6B868C10223B}" type="presParOf" srcId="{9EFE8DBD-3349-4550-A4EC-39766CB04F86}" destId="{B4C4D495-AE16-4121-BE91-32BFC1BEEEB5}" srcOrd="19" destOrd="0" presId="urn:microsoft.com/office/officeart/2005/8/layout/list1"/>
    <dgm:cxn modelId="{12F7281D-C297-4246-8AE6-53A56085C605}" type="presParOf" srcId="{9EFE8DBD-3349-4550-A4EC-39766CB04F86}" destId="{2CD3D00A-2FB7-418E-9441-8C7E48C07CC2}" srcOrd="20" destOrd="0" presId="urn:microsoft.com/office/officeart/2005/8/layout/list1"/>
    <dgm:cxn modelId="{E5C742A4-41E4-401C-9322-AB8CFB4A692B}" type="presParOf" srcId="{2CD3D00A-2FB7-418E-9441-8C7E48C07CC2}" destId="{AE055BEC-1FF1-49C3-AC9E-0EE2DBDEE993}" srcOrd="0" destOrd="0" presId="urn:microsoft.com/office/officeart/2005/8/layout/list1"/>
    <dgm:cxn modelId="{9D5D1C7B-F422-4236-BD69-88419AC67FD8}" type="presParOf" srcId="{2CD3D00A-2FB7-418E-9441-8C7E48C07CC2}" destId="{D321BBAD-41C6-45AB-9362-3E65DEBF3BC5}" srcOrd="1" destOrd="0" presId="urn:microsoft.com/office/officeart/2005/8/layout/list1"/>
    <dgm:cxn modelId="{C0E5CD1B-1998-46F4-8CC3-4B8DE5E70FB5}" type="presParOf" srcId="{9EFE8DBD-3349-4550-A4EC-39766CB04F86}" destId="{2A10BBF1-7B96-4E5C-BC0C-EF1FEDDF9610}" srcOrd="21" destOrd="0" presId="urn:microsoft.com/office/officeart/2005/8/layout/list1"/>
    <dgm:cxn modelId="{A7A92957-F576-49CF-9880-A1A7D801DCEA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CED6709-AD26-42C2-B560-FC54B5B810B2}" type="presOf" srcId="{2937DDEE-C3F9-4543-9F3A-E8259D957669}" destId="{C264362E-209D-4D40-9D36-3FDCF2274E08}" srcOrd="1" destOrd="0" presId="urn:microsoft.com/office/officeart/2005/8/layout/list1"/>
    <dgm:cxn modelId="{E987540F-5837-4A69-B11B-6C6C86639026}" type="presOf" srcId="{EE8CF9E2-D057-449B-9F77-989BF0A428D5}" destId="{867F3D5F-57B6-4767-A5FE-FB4D9BE1412F}" srcOrd="0" destOrd="0" presId="urn:microsoft.com/office/officeart/2005/8/layout/list1"/>
    <dgm:cxn modelId="{3E68D729-D50F-4786-B99B-4F1BCEF62330}" type="presOf" srcId="{751FA402-92B1-4F34-A9A9-21D2D327DD3D}" destId="{64CA6F2C-D3F3-4B3E-B7DB-188235DAC2AC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204EE8A9-0FFB-4BF3-AF0A-54BD8A50AB09}" type="presOf" srcId="{EE8CF9E2-D057-449B-9F77-989BF0A428D5}" destId="{DE21590D-5DE3-41E9-874A-72B6B165BD0F}" srcOrd="1" destOrd="0" presId="urn:microsoft.com/office/officeart/2005/8/layout/list1"/>
    <dgm:cxn modelId="{A2F6C4B8-C1DD-4E6F-8709-8255CDFA4280}" type="presOf" srcId="{FD345B50-5AD1-478C-8BEE-7B1273750DCB}" destId="{9EFE8DBD-3349-4550-A4EC-39766CB04F86}" srcOrd="0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CE80DBE9-C263-473C-8AF1-3772629AE743}" type="presOf" srcId="{751FA402-92B1-4F34-A9A9-21D2D327DD3D}" destId="{06AF805B-F6F3-4E8C-87A7-7C5E13722586}" srcOrd="1" destOrd="0" presId="urn:microsoft.com/office/officeart/2005/8/layout/list1"/>
    <dgm:cxn modelId="{FDDC2CEA-90D2-43A2-9607-357E8DF89813}" type="presOf" srcId="{A18431F4-AB3C-4FFE-A51F-640AA583A75E}" destId="{5FAA833E-6D98-490D-A6E4-DC5E02D539A9}" srcOrd="1" destOrd="0" presId="urn:microsoft.com/office/officeart/2005/8/layout/list1"/>
    <dgm:cxn modelId="{3CCE2D78-625A-4E58-8745-6DACBB3BB4B0}" type="presOf" srcId="{2937DDEE-C3F9-4543-9F3A-E8259D957669}" destId="{E71A77D1-0C64-45EC-A638-B21F18F784D2}" srcOrd="0" destOrd="0" presId="urn:microsoft.com/office/officeart/2005/8/layout/list1"/>
    <dgm:cxn modelId="{D1B68311-31A5-42D4-A016-FAC19F20EF6B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91FD6227-5463-41E3-BC66-86988E003908}" type="presParOf" srcId="{9EFE8DBD-3349-4550-A4EC-39766CB04F86}" destId="{E770DFFA-8742-4762-A4C6-461D9EEBF452}" srcOrd="0" destOrd="0" presId="urn:microsoft.com/office/officeart/2005/8/layout/list1"/>
    <dgm:cxn modelId="{A58038D9-0C50-4CB5-B46B-E1CA250CE165}" type="presParOf" srcId="{E770DFFA-8742-4762-A4C6-461D9EEBF452}" destId="{867F3D5F-57B6-4767-A5FE-FB4D9BE1412F}" srcOrd="0" destOrd="0" presId="urn:microsoft.com/office/officeart/2005/8/layout/list1"/>
    <dgm:cxn modelId="{7D676E99-9E7E-4D5A-9958-8F10B879BCC3}" type="presParOf" srcId="{E770DFFA-8742-4762-A4C6-461D9EEBF452}" destId="{DE21590D-5DE3-41E9-874A-72B6B165BD0F}" srcOrd="1" destOrd="0" presId="urn:microsoft.com/office/officeart/2005/8/layout/list1"/>
    <dgm:cxn modelId="{6E52D68C-60AB-42B1-8C6C-9E1247A02F7E}" type="presParOf" srcId="{9EFE8DBD-3349-4550-A4EC-39766CB04F86}" destId="{5D10A079-3CEA-4429-AB9B-66A255F21ED3}" srcOrd="1" destOrd="0" presId="urn:microsoft.com/office/officeart/2005/8/layout/list1"/>
    <dgm:cxn modelId="{53902326-FAA8-41CC-99FE-2C9FE3F0AF44}" type="presParOf" srcId="{9EFE8DBD-3349-4550-A4EC-39766CB04F86}" destId="{00169986-F2F3-4B85-8ED4-5DAA51E975C1}" srcOrd="2" destOrd="0" presId="urn:microsoft.com/office/officeart/2005/8/layout/list1"/>
    <dgm:cxn modelId="{3BD5DF87-86BD-4C44-966F-1B00E48C4FC1}" type="presParOf" srcId="{9EFE8DBD-3349-4550-A4EC-39766CB04F86}" destId="{587EF223-F6DC-4691-AFC8-9D18FB663BB5}" srcOrd="3" destOrd="0" presId="urn:microsoft.com/office/officeart/2005/8/layout/list1"/>
    <dgm:cxn modelId="{F8F42A94-A517-4D5B-9AB9-C1E722B02D07}" type="presParOf" srcId="{9EFE8DBD-3349-4550-A4EC-39766CB04F86}" destId="{CE8F38E6-3CE4-4C9A-871B-93560FB7BFEB}" srcOrd="4" destOrd="0" presId="urn:microsoft.com/office/officeart/2005/8/layout/list1"/>
    <dgm:cxn modelId="{556168C9-2B81-48D5-8A26-4F3395CAFD06}" type="presParOf" srcId="{CE8F38E6-3CE4-4C9A-871B-93560FB7BFEB}" destId="{E71A77D1-0C64-45EC-A638-B21F18F784D2}" srcOrd="0" destOrd="0" presId="urn:microsoft.com/office/officeart/2005/8/layout/list1"/>
    <dgm:cxn modelId="{9517BBC8-3C08-425F-B32F-C0C594CA0FD0}" type="presParOf" srcId="{CE8F38E6-3CE4-4C9A-871B-93560FB7BFEB}" destId="{C264362E-209D-4D40-9D36-3FDCF2274E08}" srcOrd="1" destOrd="0" presId="urn:microsoft.com/office/officeart/2005/8/layout/list1"/>
    <dgm:cxn modelId="{B3AB6B47-11E3-4630-A5ED-F03323A62C47}" type="presParOf" srcId="{9EFE8DBD-3349-4550-A4EC-39766CB04F86}" destId="{6CE0A26B-7211-4925-9375-4897FB1E0F56}" srcOrd="5" destOrd="0" presId="urn:microsoft.com/office/officeart/2005/8/layout/list1"/>
    <dgm:cxn modelId="{2D64F205-020F-4BF2-BB10-7AF502B44113}" type="presParOf" srcId="{9EFE8DBD-3349-4550-A4EC-39766CB04F86}" destId="{0ED62FB5-CD8C-4E35-9A42-1C6E2E6D9675}" srcOrd="6" destOrd="0" presId="urn:microsoft.com/office/officeart/2005/8/layout/list1"/>
    <dgm:cxn modelId="{023A603B-5226-4E0C-80D9-866E51315F61}" type="presParOf" srcId="{9EFE8DBD-3349-4550-A4EC-39766CB04F86}" destId="{253570E9-9F37-4E7B-8AFD-41C6C8C939E2}" srcOrd="7" destOrd="0" presId="urn:microsoft.com/office/officeart/2005/8/layout/list1"/>
    <dgm:cxn modelId="{BCB38ECD-5073-4BC8-8AAB-705A35FC0F54}" type="presParOf" srcId="{9EFE8DBD-3349-4550-A4EC-39766CB04F86}" destId="{B8898AE1-27C2-4A59-8D6B-60BCA6D3B817}" srcOrd="8" destOrd="0" presId="urn:microsoft.com/office/officeart/2005/8/layout/list1"/>
    <dgm:cxn modelId="{34E8FC49-0BF8-45BA-A34C-A3C288700541}" type="presParOf" srcId="{B8898AE1-27C2-4A59-8D6B-60BCA6D3B817}" destId="{64CA6F2C-D3F3-4B3E-B7DB-188235DAC2AC}" srcOrd="0" destOrd="0" presId="urn:microsoft.com/office/officeart/2005/8/layout/list1"/>
    <dgm:cxn modelId="{A9AC0CAB-0DA4-428F-AE61-1AB0D70B7C15}" type="presParOf" srcId="{B8898AE1-27C2-4A59-8D6B-60BCA6D3B817}" destId="{06AF805B-F6F3-4E8C-87A7-7C5E13722586}" srcOrd="1" destOrd="0" presId="urn:microsoft.com/office/officeart/2005/8/layout/list1"/>
    <dgm:cxn modelId="{3D1784F6-2B05-446E-B27F-C300FA436DFE}" type="presParOf" srcId="{9EFE8DBD-3349-4550-A4EC-39766CB04F86}" destId="{19D48958-94FF-48AC-B7F5-539EE35ABDB5}" srcOrd="9" destOrd="0" presId="urn:microsoft.com/office/officeart/2005/8/layout/list1"/>
    <dgm:cxn modelId="{9E634DD0-3CBA-43DE-8B55-1D7E53C81C8A}" type="presParOf" srcId="{9EFE8DBD-3349-4550-A4EC-39766CB04F86}" destId="{3EB6538B-407D-401A-B5D9-4166DB5DE084}" srcOrd="10" destOrd="0" presId="urn:microsoft.com/office/officeart/2005/8/layout/list1"/>
    <dgm:cxn modelId="{3991CD7A-5074-468E-B1C8-E80045852B3A}" type="presParOf" srcId="{9EFE8DBD-3349-4550-A4EC-39766CB04F86}" destId="{6248AB87-84DD-410D-A491-32DBA78CB015}" srcOrd="11" destOrd="0" presId="urn:microsoft.com/office/officeart/2005/8/layout/list1"/>
    <dgm:cxn modelId="{F20D0A1C-B1CA-4F44-A54C-808B933F2AD6}" type="presParOf" srcId="{9EFE8DBD-3349-4550-A4EC-39766CB04F86}" destId="{CE7F436F-93F5-410F-B734-B200F60627A9}" srcOrd="12" destOrd="0" presId="urn:microsoft.com/office/officeart/2005/8/layout/list1"/>
    <dgm:cxn modelId="{F2F8A504-D031-4E0E-9682-FFCCC7BB4875}" type="presParOf" srcId="{CE7F436F-93F5-410F-B734-B200F60627A9}" destId="{EEF9B4A1-0A47-4614-A3E7-8E12595AAAD2}" srcOrd="0" destOrd="0" presId="urn:microsoft.com/office/officeart/2005/8/layout/list1"/>
    <dgm:cxn modelId="{AD0334D8-34AF-439D-A615-4A42EF18571F}" type="presParOf" srcId="{CE7F436F-93F5-410F-B734-B200F60627A9}" destId="{5FAA833E-6D98-490D-A6E4-DC5E02D539A9}" srcOrd="1" destOrd="0" presId="urn:microsoft.com/office/officeart/2005/8/layout/list1"/>
    <dgm:cxn modelId="{DD4D260A-C332-44AD-9211-F03DCE7FF2AB}" type="presParOf" srcId="{9EFE8DBD-3349-4550-A4EC-39766CB04F86}" destId="{74085ECF-BEB8-4148-8092-8544F5301924}" srcOrd="13" destOrd="0" presId="urn:microsoft.com/office/officeart/2005/8/layout/list1"/>
    <dgm:cxn modelId="{FCFF5B23-07FD-437D-870B-9D6687BCE31B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6/18/2026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8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87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400" dirty="0" smtClean="0"/>
              <a:t>.</a:t>
            </a:r>
            <a:endParaRPr lang="en-US" sz="2400" dirty="0" smtClean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 </a:t>
            </a:r>
            <a:r>
              <a:rPr lang="en-US" sz="2400" i="1" dirty="0" smtClean="0">
                <a:solidFill>
                  <a:srgbClr val="C00000"/>
                </a:solidFill>
              </a:rPr>
              <a:t>feasibility study</a:t>
            </a:r>
            <a:r>
              <a:rPr lang="en-US" sz="2400" dirty="0" smtClean="0"/>
              <a:t> report.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Study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Karl </a:t>
            </a:r>
            <a:r>
              <a:rPr lang="en-US" sz="2000" dirty="0" err="1" smtClean="0"/>
              <a:t>Wiegers</a:t>
            </a:r>
            <a:r>
              <a:rPr lang="en-US" sz="20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Alan R. </a:t>
            </a:r>
            <a:r>
              <a:rPr lang="en-US" sz="2000" dirty="0" err="1" smtClean="0"/>
              <a:t>Hevner</a:t>
            </a:r>
            <a:r>
              <a:rPr lang="en-US" sz="20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Joy Beatty and Anthony Chen (2012). Visual Models for Software Requirements. Microsoft Press.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Jessica Keyes (2008). Leading IT Projects: The IT Manager's Guide. Taylor &amp; Francis Group.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2860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5908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40386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2192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STAKEHOLDERS' 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</a:t>
            </a:r>
            <a:r>
              <a:rPr lang="en-US" dirty="0" smtClean="0"/>
              <a:t>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artifacts,.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[6]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12140</TotalTime>
  <Words>2420</Words>
  <Application>Microsoft Office PowerPoint</Application>
  <PresentationFormat>On-screen Show (4:3)</PresentationFormat>
  <Paragraphs>351</Paragraphs>
  <Slides>81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2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Project Proposal</vt:lpstr>
      <vt:lpstr>Slide 66</vt:lpstr>
      <vt:lpstr>Project Feasibility?</vt:lpstr>
      <vt:lpstr>Feasibility Study [6]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77</vt:lpstr>
      <vt:lpstr>7. Conduct Project Blastoff Meeting [3]</vt:lpstr>
      <vt:lpstr>Slide 79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4944</cp:revision>
  <dcterms:created xsi:type="dcterms:W3CDTF">2007-10-06T08:25:13Z</dcterms:created>
  <dcterms:modified xsi:type="dcterms:W3CDTF">2026-06-17T18:39:19Z</dcterms:modified>
</cp:coreProperties>
</file>