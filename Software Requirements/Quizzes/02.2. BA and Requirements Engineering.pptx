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4aLbT4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BA </a:t>
            </a:r>
            <a:r>
              <a:rPr lang="en-US" sz="3800" dirty="0" smtClean="0"/>
              <a:t>and Requirements Engineering </a:t>
            </a:r>
            <a:r>
              <a:rPr lang="en-US" sz="3800" dirty="0" smtClean="0"/>
              <a:t>Quiz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  <a:hlinkClick r:id="rId2"/>
              </a:rPr>
              <a:t>https</a:t>
            </a:r>
            <a:r>
              <a:rPr lang="en-US" smtClean="0">
                <a:latin typeface="Consolas" pitchFamily="49" charset="0"/>
                <a:hlinkClick r:id="rId2"/>
              </a:rPr>
              <a:t>://</a:t>
            </a:r>
            <a:r>
              <a:rPr lang="en-US" smtClean="0">
                <a:latin typeface="Consolas" pitchFamily="49" charset="0"/>
                <a:hlinkClick r:id="rId2"/>
              </a:rPr>
              <a:t>bit.ly/4aLbT4T</a:t>
            </a:r>
            <a:endParaRPr lang="en-US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pic>
        <p:nvPicPr>
          <p:cNvPr id="2050" name="Picture 2" descr="C:\Users\admin\AppData\Local\Packages\Microsoft.Windows.Photos_8wekyb3d8bbwe\TempState\ShareServiceTempFolder\bit.ly_4aLbT4T-1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2667000"/>
            <a:ext cx="3124200" cy="3124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25240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BA and Requirements Engineering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8477</cp:revision>
  <dcterms:created xsi:type="dcterms:W3CDTF">2007-10-06T08:25:13Z</dcterms:created>
  <dcterms:modified xsi:type="dcterms:W3CDTF">2024-03-25T11:56:56Z</dcterms:modified>
</cp:coreProperties>
</file>