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TQ65R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Software Requirements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bit.ly/3TQ65RO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2050" name="Picture 2" descr="C:\Users\admin\AppData\Local\Packages\Microsoft.Windows.Photos_8wekyb3d8bbwe\TempState\ShareServiceTempFolder\bit.ly_3TQ65RO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7432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25236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Software Requirements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8473</cp:revision>
  <dcterms:created xsi:type="dcterms:W3CDTF">2007-10-06T08:25:13Z</dcterms:created>
  <dcterms:modified xsi:type="dcterms:W3CDTF">2024-03-25T11:53:45Z</dcterms:modified>
</cp:coreProperties>
</file>