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apwM5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</a:t>
            </a:r>
            <a:r>
              <a:rPr lang="en-US" dirty="0" smtClean="0"/>
              <a:t>Cases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  <a:hlinkClick r:id="rId2"/>
              </a:rPr>
              <a:t>https://bit.ly/4apwM5i</a:t>
            </a:r>
            <a:endParaRPr lang="en-US" dirty="0" smtClean="0">
              <a:latin typeface="Consolas" pitchFamily="49" charset="0"/>
            </a:endParaRPr>
          </a:p>
          <a:p>
            <a:endParaRPr lang="en-US" dirty="0" smtClean="0">
              <a:latin typeface="Consolas" pitchFamily="49" charset="0"/>
            </a:endParaRPr>
          </a:p>
          <a:p>
            <a:endParaRPr lang="en-US" dirty="0">
              <a:latin typeface="Consolas" pitchFamily="49" charset="0"/>
            </a:endParaRPr>
          </a:p>
        </p:txBody>
      </p:sp>
      <p:sp>
        <p:nvSpPr>
          <p:cNvPr id="2050" name="AutoShape 2" descr="QR code previe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2819400"/>
            <a:ext cx="3124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25246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Use Cases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8504</cp:revision>
  <dcterms:created xsi:type="dcterms:W3CDTF">2007-10-06T08:25:13Z</dcterms:created>
  <dcterms:modified xsi:type="dcterms:W3CDTF">2024-03-25T12:15:18Z</dcterms:modified>
</cp:coreProperties>
</file>