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3"/>
  </p:notesMasterIdLst>
  <p:handoutMasterIdLst>
    <p:handoutMasterId r:id="rId4"/>
  </p:handoutMasterIdLst>
  <p:sldIdLst>
    <p:sldId id="854" r:id="rId2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5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2/27/2023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2/27/2023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2/27/2023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bit.ly/30aRJhX" TargetMode="Externa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000" dirty="0" smtClean="0"/>
              <a:t>Introduction to Software </a:t>
            </a:r>
            <a:r>
              <a:rPr lang="en-US" sz="4000" dirty="0" smtClean="0"/>
              <a:t>Testing Quiz</a:t>
            </a:r>
            <a:endParaRPr lang="en-US" sz="40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2133599"/>
          </a:xfrm>
        </p:spPr>
        <p:txBody>
          <a:bodyPr/>
          <a:lstStyle/>
          <a:p>
            <a:r>
              <a:rPr lang="en-US" u="sng" dirty="0" smtClean="0">
                <a:hlinkClick r:id="rId2"/>
              </a:rPr>
              <a:t>https://bit.ly/30aRJhX</a:t>
            </a:r>
            <a:endParaRPr lang="en-US" u="sng" dirty="0" smtClean="0"/>
          </a:p>
          <a:p>
            <a:endParaRPr lang="en-US" dirty="0" smtClean="0"/>
          </a:p>
        </p:txBody>
      </p:sp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0" y="2743200"/>
            <a:ext cx="3810000" cy="2543175"/>
          </a:xfrm>
          <a:prstGeom prst="rect">
            <a:avLst/>
          </a:prstGeom>
          <a:noFill/>
        </p:spPr>
      </p:pic>
      <p:pic>
        <p:nvPicPr>
          <p:cNvPr id="1030" name="Picture 6" descr="Related image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200400" y="2819400"/>
            <a:ext cx="2381250" cy="2381250"/>
          </a:xfrm>
          <a:prstGeom prst="rect">
            <a:avLst/>
          </a:prstGeom>
          <a:noFill/>
        </p:spPr>
      </p:pic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5810250" y="2305050"/>
            <a:ext cx="2952750" cy="2952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25236</TotalTime>
  <Words>8</Words>
  <Application>Microsoft Office PowerPoint</Application>
  <PresentationFormat>On-screen Show (4:3)</PresentationFormat>
  <Paragraphs>2</Paragraphs>
  <Slides>1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2" baseType="lpstr">
      <vt:lpstr>Office Theme</vt:lpstr>
      <vt:lpstr>Introduction to Software Testing Quiz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8470</cp:revision>
  <dcterms:created xsi:type="dcterms:W3CDTF">2007-10-06T08:25:13Z</dcterms:created>
  <dcterms:modified xsi:type="dcterms:W3CDTF">2023-02-26T18:00:00Z</dcterms:modified>
</cp:coreProperties>
</file>