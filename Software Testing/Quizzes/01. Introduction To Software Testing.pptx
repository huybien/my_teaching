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708" r:id="rId1"/>
  </p:sldMasterIdLst>
  <p:notesMasterIdLst>
    <p:notesMasterId r:id="rId3"/>
  </p:notesMasterIdLst>
  <p:handoutMasterIdLst>
    <p:handoutMasterId r:id="rId4"/>
  </p:handoutMasterIdLst>
  <p:sldIdLst>
    <p:sldId id="855" r:id="rId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aximized">
    <p:restoredLeft sz="20376" autoAdjust="0"/>
    <p:restoredTop sz="90392" autoAdjust="0"/>
  </p:normalViewPr>
  <p:slideViewPr>
    <p:cSldViewPr>
      <p:cViewPr>
        <p:scale>
          <a:sx n="50" d="100"/>
          <a:sy n="50" d="100"/>
        </p:scale>
        <p:origin x="-1576" y="-3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66" d="100"/>
        <a:sy n="66" d="100"/>
      </p:scale>
      <p:origin x="0" y="276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CF70C7-1A17-4B8F-8E82-A20E29AAAC58}" type="datetimeFigureOut">
              <a:rPr lang="en-US" smtClean="0"/>
              <a:pPr/>
              <a:t>7/15/2026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D3D353-3471-4C5D-A6F3-11F1DDA05BD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72150E-24DE-4D23-AF8D-CF01896B0C83}" type="datetimeFigureOut">
              <a:rPr lang="en-US" smtClean="0"/>
              <a:pPr/>
              <a:t>7/15/2026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8E95B1-5ED0-4005-B293-784E4C93134E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1B9AD-E267-41B8-AFB9-F339B3C6A571}" type="datetimeFigureOut">
              <a:rPr lang="en-US"/>
              <a:pPr>
                <a:defRPr/>
              </a:pPr>
              <a:t>7/15/2026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FAA6B-5534-44A2-AEB6-C3AA6AD1372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B7B48-E476-4875-A0CA-B0673732DFDD}" type="datetimeFigureOut">
              <a:rPr lang="en-US"/>
              <a:pPr>
                <a:defRPr/>
              </a:pPr>
              <a:t>7/15/2026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A623A-42AC-4D11-AF54-DB15196F08D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0A2C2-9A3C-44C4-9D1F-47B44EB3EF12}" type="datetimeFigureOut">
              <a:rPr lang="en-US"/>
              <a:pPr>
                <a:defRPr/>
              </a:pPr>
              <a:t>7/15/2026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8AB1B-E996-4ECC-822F-4BC1227516D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52965-9852-4C5D-9CFD-AA7D7C51A3F1}" type="datetimeFigureOut">
              <a:rPr lang="en-US"/>
              <a:pPr>
                <a:defRPr/>
              </a:pPr>
              <a:t>7/15/2026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D760F-B2EC-4EEB-B282-45333B11576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BA97A-E8D3-4153-8AD9-0AC754381ACA}" type="datetimeFigureOut">
              <a:rPr lang="en-US"/>
              <a:pPr>
                <a:defRPr/>
              </a:pPr>
              <a:t>7/15/2026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E96F6-D03D-4FB0-942F-6504F81FF6F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1E0C7-1AF5-43CF-B84A-415948674BE8}" type="datetimeFigureOut">
              <a:rPr lang="en-US"/>
              <a:pPr>
                <a:defRPr/>
              </a:pPr>
              <a:t>7/15/2026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45132-88B8-4DDF-85A7-99B030F49BC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F585-6AB3-4A98-8C00-3FB0F428366B}" type="datetimeFigureOut">
              <a:rPr lang="en-US"/>
              <a:pPr>
                <a:defRPr/>
              </a:pPr>
              <a:t>7/15/2026</a:t>
            </a:fld>
            <a:endParaRPr lang="en-US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EE648-0B22-4684-A888-DEB1CE6260B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5A04C-D082-4B30-8565-236556BDD91C}" type="datetimeFigureOut">
              <a:rPr lang="en-US"/>
              <a:pPr>
                <a:defRPr/>
              </a:pPr>
              <a:t>7/15/2026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D6D829-2DC4-4B7D-B12C-FDD216EF07F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3085A-46E4-429D-86C3-B3CDAC36DAFB}" type="datetimeFigureOut">
              <a:rPr lang="en-US"/>
              <a:pPr>
                <a:defRPr/>
              </a:pPr>
              <a:t>7/15/2026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732C7-0A09-4095-98E8-F693C2579E3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270D8-9F80-4CBC-9EEB-40BF8E1F9541}" type="datetimeFigureOut">
              <a:rPr lang="en-US"/>
              <a:pPr>
                <a:defRPr/>
              </a:pPr>
              <a:t>7/15/2026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B142B-9F3F-466D-9D5E-77E7230DF7F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4C27D-6266-4BC5-9F9E-701F440BBF98}" type="datetimeFigureOut">
              <a:rPr lang="en-US"/>
              <a:pPr>
                <a:defRPr/>
              </a:pPr>
              <a:t>7/15/2026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74873-7D28-4297-9E3C-7A8D1F19C83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A4E31BE-3B20-405B-8063-BB6777AF4DB8}" type="datetimeFigureOut">
              <a:rPr lang="en-US"/>
              <a:pPr>
                <a:defRPr/>
              </a:pPr>
              <a:t>7/15/2026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9667343-960E-49C7-A8DE-9C4E4237023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bit.ly/30aRJhX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Introduction to Software Testing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u="sng" dirty="0" smtClean="0">
                <a:hlinkClick r:id="rId2"/>
              </a:rPr>
              <a:t>https://bit.ly/30aRJhX</a:t>
            </a:r>
            <a:endParaRPr lang="en-US" u="sng" dirty="0" smtClean="0"/>
          </a:p>
          <a:p>
            <a:endParaRPr lang="en-US" dirty="0" smtClean="0"/>
          </a:p>
          <a:p>
            <a:endParaRPr 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029200" y="2686050"/>
            <a:ext cx="2952750" cy="295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25240</TotalTime>
  <Words>7</Words>
  <Application>Microsoft Office PowerPoint</Application>
  <PresentationFormat>On-screen Show (4:3)</PresentationFormat>
  <Paragraphs>2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Introduction to Software Testing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8476</cp:revision>
  <dcterms:created xsi:type="dcterms:W3CDTF">2007-10-06T08:25:13Z</dcterms:created>
  <dcterms:modified xsi:type="dcterms:W3CDTF">2026-07-14T18:04:14Z</dcterms:modified>
</cp:coreProperties>
</file>