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8"/>
  </p:notesMasterIdLst>
  <p:sldIdLst>
    <p:sldId id="256" r:id="rId2"/>
    <p:sldId id="465" r:id="rId3"/>
    <p:sldId id="466" r:id="rId4"/>
    <p:sldId id="467" r:id="rId5"/>
    <p:sldId id="476" r:id="rId6"/>
    <p:sldId id="34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94585" autoAdjust="0"/>
  </p:normalViewPr>
  <p:slideViewPr>
    <p:cSldViewPr>
      <p:cViewPr>
        <p:scale>
          <a:sx n="50" d="100"/>
          <a:sy n="50" d="100"/>
        </p:scale>
        <p:origin x="-1586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ypress.io/app/get-started/why-cypres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Cypress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hlinkClick r:id="rId2"/>
              </a:rPr>
              <a:t>https://docs.cypress.io/app/get-started/why-cypress</a:t>
            </a:r>
            <a:endParaRPr lang="en-US" sz="2800" dirty="0" smtClean="0"/>
          </a:p>
          <a:p>
            <a:r>
              <a:rPr lang="en-US" sz="2800" dirty="0" smtClean="0"/>
              <a:t>Cypress is a next generation front end testing tool built for the modern web. </a:t>
            </a:r>
          </a:p>
          <a:p>
            <a:r>
              <a:rPr lang="en-US" sz="2800" dirty="0" smtClean="0"/>
              <a:t>Cypress provides solutions for:</a:t>
            </a:r>
          </a:p>
          <a:p>
            <a:pPr lvl="1"/>
            <a:r>
              <a:rPr lang="en-US" sz="2400" dirty="0" smtClean="0"/>
              <a:t>End-to-end </a:t>
            </a:r>
            <a:r>
              <a:rPr lang="en-US" sz="2400" dirty="0" smtClean="0"/>
              <a:t>testing</a:t>
            </a:r>
          </a:p>
          <a:p>
            <a:pPr lvl="1"/>
            <a:r>
              <a:rPr lang="en-US" sz="2400" dirty="0" smtClean="0"/>
              <a:t>Component </a:t>
            </a:r>
            <a:r>
              <a:rPr lang="en-US" sz="2400" dirty="0" smtClean="0"/>
              <a:t>testing</a:t>
            </a:r>
          </a:p>
          <a:p>
            <a:pPr lvl="1"/>
            <a:r>
              <a:rPr lang="en-US" sz="2400" dirty="0" smtClean="0"/>
              <a:t>Accessibility </a:t>
            </a:r>
            <a:r>
              <a:rPr lang="en-US" sz="2400" dirty="0" smtClean="0"/>
              <a:t>testing</a:t>
            </a:r>
          </a:p>
          <a:p>
            <a:pPr lvl="1"/>
            <a:r>
              <a:rPr lang="en-US" sz="2400" dirty="0" smtClean="0"/>
              <a:t>UI </a:t>
            </a:r>
            <a:r>
              <a:rPr lang="en-US" sz="2400" dirty="0" smtClean="0"/>
              <a:t>Coverage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14514</TotalTime>
  <Words>53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Cypress</vt:lpstr>
      <vt:lpstr>Objectives</vt:lpstr>
      <vt:lpstr>Contents</vt:lpstr>
      <vt:lpstr>References</vt:lpstr>
      <vt:lpstr>Cypress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4857</cp:revision>
  <dcterms:created xsi:type="dcterms:W3CDTF">2007-10-06T08:25:13Z</dcterms:created>
  <dcterms:modified xsi:type="dcterms:W3CDTF">2026-03-26T15:33:57Z</dcterms:modified>
</cp:coreProperties>
</file>