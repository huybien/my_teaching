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40"/>
  </p:notesMasterIdLst>
  <p:handoutMasterIdLst>
    <p:handoutMasterId r:id="rId41"/>
  </p:handoutMasterIdLst>
  <p:sldIdLst>
    <p:sldId id="256" r:id="rId2"/>
    <p:sldId id="589" r:id="rId3"/>
    <p:sldId id="590" r:id="rId4"/>
    <p:sldId id="591" r:id="rId5"/>
    <p:sldId id="666" r:id="rId6"/>
    <p:sldId id="667" r:id="rId7"/>
    <p:sldId id="668" r:id="rId8"/>
    <p:sldId id="669" r:id="rId9"/>
    <p:sldId id="660" r:id="rId10"/>
    <p:sldId id="661" r:id="rId11"/>
    <p:sldId id="659" r:id="rId12"/>
    <p:sldId id="632" r:id="rId13"/>
    <p:sldId id="638" r:id="rId14"/>
    <p:sldId id="637" r:id="rId15"/>
    <p:sldId id="633" r:id="rId16"/>
    <p:sldId id="634" r:id="rId17"/>
    <p:sldId id="640" r:id="rId18"/>
    <p:sldId id="639" r:id="rId19"/>
    <p:sldId id="631" r:id="rId20"/>
    <p:sldId id="664" r:id="rId21"/>
    <p:sldId id="641" r:id="rId22"/>
    <p:sldId id="643" r:id="rId23"/>
    <p:sldId id="665" r:id="rId24"/>
    <p:sldId id="635" r:id="rId25"/>
    <p:sldId id="644" r:id="rId26"/>
    <p:sldId id="636" r:id="rId27"/>
    <p:sldId id="645" r:id="rId28"/>
    <p:sldId id="652" r:id="rId29"/>
    <p:sldId id="646" r:id="rId30"/>
    <p:sldId id="649" r:id="rId31"/>
    <p:sldId id="647" r:id="rId32"/>
    <p:sldId id="653" r:id="rId33"/>
    <p:sldId id="654" r:id="rId34"/>
    <p:sldId id="656" r:id="rId35"/>
    <p:sldId id="655" r:id="rId36"/>
    <p:sldId id="657" r:id="rId37"/>
    <p:sldId id="658" r:id="rId38"/>
    <p:sldId id="343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06" autoAdjust="0"/>
    <p:restoredTop sz="94585" autoAdjust="0"/>
  </p:normalViewPr>
  <p:slideViewPr>
    <p:cSldViewPr>
      <p:cViewPr>
        <p:scale>
          <a:sx n="50" d="100"/>
          <a:sy n="50" d="100"/>
        </p:scale>
        <p:origin x="-1550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8BFB5-794C-4D8F-A7A0-447467B3BA6F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41D53-27B3-4381-8155-F4CFBCEB07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3D5C3-0820-4FAB-ABA1-6D9651D57222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560AE-83EB-4E74-ABFC-279D183C46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560AE-83EB-4E74-ABFC-279D183C468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swigger.net/burp/communitydownloa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nyk.io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aproxy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observatory.mozilla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pp.neuralegion.com/signu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pmjs.com/package/@neuralegion/nexploit-cli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npmjs.com/package/@neuralegion/nexploit-cli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etectify.com/createaccount/professiona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Penetration Testing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18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Burp Suite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https://portswigger.net/burp/communitydownload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Snyk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https://snyk.io/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Zed Attack Proxy (ZAP)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hlinkClick r:id="rId2"/>
              </a:rPr>
              <a:t>https://www.zaproxy.org/</a:t>
            </a:r>
            <a:endParaRPr lang="en-US" sz="240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Scan a Domain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https://observatory.mozilla.org/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464960"/>
            <a:ext cx="8259924" cy="3707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Review the Result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981200"/>
            <a:ext cx="7556500" cy="3891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Register </a:t>
            </a:r>
            <a:r>
              <a:rPr lang="en-US" dirty="0" err="1" smtClean="0"/>
              <a:t>NeuraLegion</a:t>
            </a:r>
            <a:r>
              <a:rPr lang="en-US" dirty="0" smtClean="0"/>
              <a:t>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https://app.neuralegion.com/signup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438400"/>
            <a:ext cx="7129780" cy="3709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New Organization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438400"/>
            <a:ext cx="8214360" cy="284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</a:t>
            </a:r>
            <a:r>
              <a:rPr lang="en-US" dirty="0" err="1" smtClean="0"/>
              <a:t>NeuraLegion</a:t>
            </a:r>
            <a:r>
              <a:rPr lang="en-US" dirty="0" smtClean="0"/>
              <a:t> API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User Settings &gt; Manage your User API keys</a:t>
            </a:r>
            <a:endParaRPr lang="en-US" sz="2400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02000"/>
            <a:ext cx="8237063" cy="294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1981200" y="2286000"/>
            <a:ext cx="1143000" cy="6858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7696200" y="3733800"/>
            <a:ext cx="1143000" cy="6858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4. Retrieve </a:t>
            </a:r>
            <a:r>
              <a:rPr lang="en-US" sz="4200" dirty="0" err="1" smtClean="0"/>
              <a:t>NeuraLegion</a:t>
            </a:r>
            <a:r>
              <a:rPr lang="en-US" sz="4200" dirty="0" smtClean="0"/>
              <a:t> Repeater ID</a:t>
            </a:r>
            <a:endParaRPr lang="en-US" sz="4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3904" y="2819400"/>
            <a:ext cx="8429096" cy="21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457200" y="3505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2438400" y="2438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6705600" y="3733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Install Node.js 16.14.2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https://nodejs.org/en/</a:t>
            </a:r>
            <a:endParaRPr lang="en-US" sz="2400" dirty="0" smtClean="0">
              <a:latin typeface="+mj-lt"/>
            </a:endParaRPr>
          </a:p>
          <a:p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Install Python 3.10.4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https://www.python.org/downloads/</a:t>
            </a:r>
            <a:endParaRPr lang="en-US" sz="2400" dirty="0" smtClean="0">
              <a:latin typeface="+mj-lt"/>
            </a:endParaRPr>
          </a:p>
          <a:p>
            <a:endParaRPr lang="en-US" sz="2400" dirty="0" smtClean="0">
              <a:latin typeface="+mj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8588" y="2286000"/>
            <a:ext cx="6346825" cy="389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Install </a:t>
            </a:r>
            <a:r>
              <a:rPr lang="en-US" dirty="0" err="1" smtClean="0"/>
              <a:t>Neuralegion</a:t>
            </a:r>
            <a:r>
              <a:rPr lang="en-US" dirty="0" smtClean="0"/>
              <a:t>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npm</a:t>
            </a:r>
            <a:r>
              <a:rPr lang="en-US" sz="2200" dirty="0" smtClean="0">
                <a:latin typeface="Consolas" pitchFamily="49" charset="0"/>
              </a:rPr>
              <a:t> install -g @</a:t>
            </a:r>
            <a:r>
              <a:rPr lang="en-US" sz="2200" dirty="0" err="1" smtClean="0">
                <a:latin typeface="Consolas" pitchFamily="49" charset="0"/>
              </a:rPr>
              <a:t>neuralegion</a:t>
            </a:r>
            <a:r>
              <a:rPr lang="en-US" sz="2200" dirty="0" smtClean="0">
                <a:latin typeface="Consolas" pitchFamily="49" charset="0"/>
              </a:rPr>
              <a:t>/</a:t>
            </a:r>
            <a:r>
              <a:rPr lang="en-US" sz="2200" dirty="0" err="1" smtClean="0">
                <a:latin typeface="Consolas" pitchFamily="49" charset="0"/>
              </a:rPr>
              <a:t>nexploit-cli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nexploit-cli</a:t>
            </a:r>
            <a:r>
              <a:rPr lang="en-US" sz="2200" dirty="0" smtClean="0">
                <a:latin typeface="Consolas" pitchFamily="49" charset="0"/>
              </a:rPr>
              <a:t> --version</a:t>
            </a: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ISSUE!!!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Start a Repeater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https://www.npmjs.com/package/@neuralegion/nexploit-cli</a:t>
            </a:r>
            <a:endParaRPr lang="en-US" sz="2400" dirty="0" smtClean="0">
              <a:latin typeface="+mj-lt"/>
            </a:endParaRPr>
          </a:p>
          <a:p>
            <a:r>
              <a:rPr lang="en-US" sz="2400" dirty="0" err="1" smtClean="0">
                <a:latin typeface="Consolas" pitchFamily="49" charset="0"/>
              </a:rPr>
              <a:t>nexploit-cli</a:t>
            </a:r>
            <a:r>
              <a:rPr lang="en-US" sz="2400" dirty="0" smtClean="0">
                <a:latin typeface="Consolas" pitchFamily="49" charset="0"/>
              </a:rPr>
              <a:t> repeater --token ix0x00l.nexp.itmhswlelyovzyjibfs3eekej21pbhgs --id 4ofnsRvqvU7Ji5EdETa9HV --bus amqps://amq.app.neuralegion.com:5672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Neuralegion</a:t>
            </a:r>
            <a:r>
              <a:rPr lang="en-US" dirty="0" smtClean="0"/>
              <a:t> CLI in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npm</a:t>
            </a:r>
            <a:r>
              <a:rPr lang="en-US" sz="2200" dirty="0" smtClean="0">
                <a:latin typeface="Consolas" pitchFamily="49" charset="0"/>
              </a:rPr>
              <a:t> install -g @</a:t>
            </a:r>
            <a:r>
              <a:rPr lang="en-US" sz="2200" dirty="0" err="1" smtClean="0">
                <a:latin typeface="Consolas" pitchFamily="49" charset="0"/>
              </a:rPr>
              <a:t>neuralegion</a:t>
            </a:r>
            <a:r>
              <a:rPr lang="en-US" sz="2200" dirty="0" smtClean="0">
                <a:latin typeface="Consolas" pitchFamily="49" charset="0"/>
              </a:rPr>
              <a:t>/</a:t>
            </a:r>
            <a:r>
              <a:rPr lang="en-US" sz="2200" dirty="0" err="1" smtClean="0">
                <a:latin typeface="Consolas" pitchFamily="49" charset="0"/>
              </a:rPr>
              <a:t>nexploit-cli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nexploit-cli</a:t>
            </a:r>
            <a:r>
              <a:rPr lang="en-US" sz="2200" dirty="0" smtClean="0">
                <a:latin typeface="Consolas" pitchFamily="49" charset="0"/>
              </a:rPr>
              <a:t> --version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5138" y="3105150"/>
            <a:ext cx="567372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Start a Repeater in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https://www.npmjs.com/package/@neuralegion/nexploit-cli</a:t>
            </a:r>
            <a:endParaRPr lang="en-US" sz="2400" dirty="0" smtClean="0">
              <a:latin typeface="+mj-lt"/>
            </a:endParaRPr>
          </a:p>
          <a:p>
            <a:r>
              <a:rPr lang="en-US" sz="2400" dirty="0" err="1" smtClean="0">
                <a:latin typeface="Consolas" pitchFamily="49" charset="0"/>
              </a:rPr>
              <a:t>nexploit-cli</a:t>
            </a:r>
            <a:r>
              <a:rPr lang="en-US" sz="2400" dirty="0" smtClean="0">
                <a:latin typeface="Consolas" pitchFamily="49" charset="0"/>
              </a:rPr>
              <a:t> repeater --token </a:t>
            </a:r>
            <a:r>
              <a:rPr lang="en-US" sz="2400" b="1" dirty="0" smtClean="0">
                <a:latin typeface="Consolas" pitchFamily="49" charset="0"/>
              </a:rPr>
              <a:t>2igza2b.nexp.dciwuafiu7mpliuk5wd60svysjt0bkly</a:t>
            </a:r>
            <a:r>
              <a:rPr lang="en-US" sz="2400" dirty="0" smtClean="0">
                <a:latin typeface="Consolas" pitchFamily="49" charset="0"/>
              </a:rPr>
              <a:t> --id </a:t>
            </a:r>
            <a:r>
              <a:rPr lang="en-US" sz="2400" b="1" dirty="0" smtClean="0">
                <a:latin typeface="Consolas" pitchFamily="49" charset="0"/>
              </a:rPr>
              <a:t>7agE6y9NvZb6Wi1xFfRmuS</a:t>
            </a:r>
            <a:r>
              <a:rPr lang="en-US" sz="2400" dirty="0" smtClean="0">
                <a:latin typeface="Consolas" pitchFamily="49" charset="0"/>
              </a:rPr>
              <a:t> --bus amqps://amq.app.neuralegion.com:5672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5138" y="3943350"/>
            <a:ext cx="567372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Scan a Website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035587"/>
            <a:ext cx="8226671" cy="41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533400" y="1676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2057400" y="26670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2209800" y="4648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09800"/>
            <a:ext cx="8277797" cy="2889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Review Scan Progress</a:t>
            </a:r>
            <a:endParaRPr lang="en-US" dirty="0"/>
          </a:p>
        </p:txBody>
      </p:sp>
      <p:sp>
        <p:nvSpPr>
          <p:cNvPr id="8" name="Down Arrow 7"/>
          <p:cNvSpPr/>
          <p:nvPr/>
        </p:nvSpPr>
        <p:spPr>
          <a:xfrm>
            <a:off x="3048000" y="2743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6324600" y="3733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3. </a:t>
            </a:r>
            <a:r>
              <a:rPr lang="en-US" dirty="0" smtClean="0"/>
              <a:t>Review Issues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057400"/>
            <a:ext cx="7412355" cy="3940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4267200" y="2209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Register detectify.com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https://detectify.com/createaccount/professional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2590800"/>
            <a:ext cx="4568190" cy="3613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362200"/>
            <a:ext cx="7608174" cy="3321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Add your asset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2438400" y="3352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7010400" y="4343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Verify your asset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Rename the downloaded file to the </a:t>
            </a:r>
            <a:r>
              <a:rPr lang="en-US" sz="2400" b="1" dirty="0" smtClean="0"/>
              <a:t>.txt</a:t>
            </a:r>
            <a:r>
              <a:rPr lang="en-US" sz="2400" dirty="0" smtClean="0"/>
              <a:t> file extension if your browser removes its extension.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674036"/>
            <a:ext cx="7598199" cy="349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2971800" y="3512236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7239000" y="4731436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4. Create Application Scan Profile (I)</a:t>
            </a:r>
            <a:endParaRPr lang="en-US" sz="42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743200"/>
            <a:ext cx="8254520" cy="280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228600" y="26670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7467600" y="28956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4. Create Application Scan Profile (II)</a:t>
            </a:r>
            <a:endParaRPr lang="en-US" sz="4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133600"/>
            <a:ext cx="7414479" cy="3538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4343400" y="2971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6324600" y="4267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Start a Scan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3066" y="2155038"/>
            <a:ext cx="7638934" cy="363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6400800" y="3886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Review Scanning Progress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133600"/>
            <a:ext cx="7796051" cy="3737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762000" y="2209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2590800" y="2971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5562600" y="3124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6934200" y="44196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Review the Scan Result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345139"/>
            <a:ext cx="8205057" cy="3293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381000" y="2971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Rescan </a:t>
            </a:r>
            <a:r>
              <a:rPr lang="en-US" smtClean="0"/>
              <a:t>a Website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672" y="2438400"/>
            <a:ext cx="7983928" cy="24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own Arrow 5"/>
          <p:cNvSpPr/>
          <p:nvPr/>
        </p:nvSpPr>
        <p:spPr>
          <a:xfrm>
            <a:off x="609600" y="3581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7162800" y="3581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373" y="2362200"/>
            <a:ext cx="8135227" cy="2924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Export the Result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>
            <a:off x="6248400" y="2438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14942</TotalTime>
  <Words>296</Words>
  <Application>Microsoft Office PowerPoint</Application>
  <PresentationFormat>On-screen Show (4:3)</PresentationFormat>
  <Paragraphs>61</Paragraphs>
  <Slides>38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Penetration Testing Tools</vt:lpstr>
      <vt:lpstr>Objectives</vt:lpstr>
      <vt:lpstr>Contents</vt:lpstr>
      <vt:lpstr>References</vt:lpstr>
      <vt:lpstr>Burp Suite</vt:lpstr>
      <vt:lpstr>Snyk</vt:lpstr>
      <vt:lpstr>Zed Attack Proxy (ZAP)</vt:lpstr>
      <vt:lpstr>Slide 8</vt:lpstr>
      <vt:lpstr>1. Scan a Domain</vt:lpstr>
      <vt:lpstr>2. Review the Result</vt:lpstr>
      <vt:lpstr>Slide 11</vt:lpstr>
      <vt:lpstr>1. Register NeuraLegion Account</vt:lpstr>
      <vt:lpstr>2. Create a New Organization</vt:lpstr>
      <vt:lpstr>3. Create NeuraLegion API Key</vt:lpstr>
      <vt:lpstr>4. Retrieve NeuraLegion Repeater ID</vt:lpstr>
      <vt:lpstr>5. Install Node.js 16.14.2</vt:lpstr>
      <vt:lpstr>6. Install Python 3.10.4</vt:lpstr>
      <vt:lpstr>7. Install Neuralegion CLI</vt:lpstr>
      <vt:lpstr>8. Start a Repeater</vt:lpstr>
      <vt:lpstr>Slide 20</vt:lpstr>
      <vt:lpstr>1. Install Neuralegion CLI in macOS</vt:lpstr>
      <vt:lpstr>2. Start a Repeater in macOS</vt:lpstr>
      <vt:lpstr>Slide 23</vt:lpstr>
      <vt:lpstr>1. Scan a Website</vt:lpstr>
      <vt:lpstr>2. Review Scan Progress</vt:lpstr>
      <vt:lpstr>3. Review Issues</vt:lpstr>
      <vt:lpstr>Slide 27</vt:lpstr>
      <vt:lpstr>1. Register detectify.com Account</vt:lpstr>
      <vt:lpstr>2. Add your asset</vt:lpstr>
      <vt:lpstr>3. Verify your asset</vt:lpstr>
      <vt:lpstr>4. Create Application Scan Profile (I)</vt:lpstr>
      <vt:lpstr>4. Create Application Scan Profile (II)</vt:lpstr>
      <vt:lpstr>5. Start a Scan</vt:lpstr>
      <vt:lpstr>6. Review Scanning Progress</vt:lpstr>
      <vt:lpstr>7. Review the Scan Result</vt:lpstr>
      <vt:lpstr>8. Rescan a Website</vt:lpstr>
      <vt:lpstr>9. Export the Result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4755</cp:revision>
  <dcterms:created xsi:type="dcterms:W3CDTF">2007-10-06T08:25:13Z</dcterms:created>
  <dcterms:modified xsi:type="dcterms:W3CDTF">2026-07-15T17:19:47Z</dcterms:modified>
</cp:coreProperties>
</file>