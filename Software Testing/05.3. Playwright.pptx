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8"/>
  </p:notesMasterIdLst>
  <p:sldIdLst>
    <p:sldId id="256" r:id="rId2"/>
    <p:sldId id="465" r:id="rId3"/>
    <p:sldId id="466" r:id="rId4"/>
    <p:sldId id="467" r:id="rId5"/>
    <p:sldId id="476" r:id="rId6"/>
    <p:sldId id="34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94585" autoAdjust="0"/>
  </p:normalViewPr>
  <p:slideViewPr>
    <p:cSldViewPr>
      <p:cViewPr>
        <p:scale>
          <a:sx n="50" d="100"/>
          <a:sy n="50" d="100"/>
        </p:scale>
        <p:origin x="-1586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wright.dev/docs/intr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Playwright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4495799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638800" cy="4876800"/>
          </a:xfrm>
        </p:spPr>
        <p:txBody>
          <a:bodyPr/>
          <a:lstStyle/>
          <a:p>
            <a:pPr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Playwright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playwright.dev/docs/intro</a:t>
            </a:r>
            <a:endParaRPr lang="en-US" sz="2800" dirty="0" smtClean="0"/>
          </a:p>
          <a:p>
            <a:r>
              <a:rPr lang="en-US" sz="2800" dirty="0" smtClean="0"/>
              <a:t>Playwright </a:t>
            </a:r>
            <a:r>
              <a:rPr lang="en-US" sz="2800" dirty="0" smtClean="0"/>
              <a:t>enables reliable end-to-end testing for modern web apps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It bundles test runner, assertions, isolation, parallelization and rich </a:t>
            </a:r>
            <a:r>
              <a:rPr lang="en-US" sz="2800" dirty="0" smtClean="0"/>
              <a:t>tooling.</a:t>
            </a:r>
            <a:endParaRPr lang="en-US" sz="2800" smtClean="0"/>
          </a:p>
          <a:p>
            <a:r>
              <a:rPr lang="en-US" sz="2800" smtClean="0"/>
              <a:t>Playwright </a:t>
            </a:r>
            <a:r>
              <a:rPr lang="en-US" sz="2800" dirty="0" smtClean="0"/>
              <a:t>supports Chromium, </a:t>
            </a:r>
            <a:r>
              <a:rPr lang="en-US" sz="2800" dirty="0" err="1" smtClean="0"/>
              <a:t>WebKit</a:t>
            </a:r>
            <a:r>
              <a:rPr lang="en-US" sz="2800" dirty="0" smtClean="0"/>
              <a:t> and Firefox on Windows, Linux and </a:t>
            </a:r>
            <a:r>
              <a:rPr lang="en-US" sz="2800" dirty="0" err="1" smtClean="0"/>
              <a:t>macOS</a:t>
            </a:r>
            <a:r>
              <a:rPr lang="en-US" sz="2800" dirty="0" smtClean="0"/>
              <a:t>, locally or in CI, headless or headed, with native mobile emulation for Chrome (Android) and Mobile Safari.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14528</TotalTime>
  <Words>98</Words>
  <Application>Microsoft Office PowerPoint</Application>
  <PresentationFormat>On-screen Show (4:3)</PresentationFormat>
  <Paragraphs>16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Playwright</vt:lpstr>
      <vt:lpstr>Objectives</vt:lpstr>
      <vt:lpstr>Contents</vt:lpstr>
      <vt:lpstr>References</vt:lpstr>
      <vt:lpstr>Playwright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4858</cp:revision>
  <dcterms:created xsi:type="dcterms:W3CDTF">2007-10-06T08:25:13Z</dcterms:created>
  <dcterms:modified xsi:type="dcterms:W3CDTF">2026-03-26T15:32:11Z</dcterms:modified>
</cp:coreProperties>
</file>