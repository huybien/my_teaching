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8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VBsnY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Driven Architectures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</a:t>
            </a:r>
            <a:r>
              <a:rPr lang="en-US" dirty="0" smtClean="0">
                <a:latin typeface="Consolas" pitchFamily="49" charset="0"/>
                <a:hlinkClick r:id="rId2"/>
              </a:rPr>
              <a:t>bit.ly/3VBsnYP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4" name="Picture 2" descr="C:\Users\admin\AppData\Local\Packages\Microsoft.Windows.Photos_8wekyb3d8bbwe\TempState\ShareServiceTempFolder\bit.ly_3VBsnYP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667000"/>
            <a:ext cx="3124200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25248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Event Driven Architectures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8523</cp:revision>
  <dcterms:created xsi:type="dcterms:W3CDTF">2007-10-06T08:25:13Z</dcterms:created>
  <dcterms:modified xsi:type="dcterms:W3CDTF">2024-03-27T15:07:24Z</dcterms:modified>
</cp:coreProperties>
</file>