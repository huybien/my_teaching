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iPBeyh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Documenting Architectures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bit.ly/4iPBeyh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029" name="AutoShape 5" descr="QR Code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1" name="Picture 7" descr="C:\Users\admin\Downloads\adobe-express-qr-cod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590800"/>
            <a:ext cx="3175000" cy="3175000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2743200"/>
            <a:ext cx="3765550" cy="269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25301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Documenting Architectures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8494</cp:revision>
  <dcterms:created xsi:type="dcterms:W3CDTF">2007-10-06T08:25:13Z</dcterms:created>
  <dcterms:modified xsi:type="dcterms:W3CDTF">2025-03-15T18:59:57Z</dcterms:modified>
</cp:coreProperties>
</file>