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5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mTdfH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Introduction to Software Architecture Quiz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https://bit.ly/3mTdfHs</a:t>
            </a:r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6670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kamalmeet.com/wp-content/uploads/2018/01/4plus1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39800" y="2876550"/>
            <a:ext cx="3175000" cy="26860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25243</TotalTime>
  <Words>8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Introduction to Software Architecture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8473</cp:revision>
  <dcterms:created xsi:type="dcterms:W3CDTF">2007-10-06T08:25:13Z</dcterms:created>
  <dcterms:modified xsi:type="dcterms:W3CDTF">2024-04-12T12:17:52Z</dcterms:modified>
</cp:coreProperties>
</file>