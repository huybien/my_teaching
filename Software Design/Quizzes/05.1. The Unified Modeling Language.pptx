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708" r:id="rId1"/>
  </p:sldMasterIdLst>
  <p:notesMasterIdLst>
    <p:notesMasterId r:id="rId3"/>
  </p:notesMasterIdLst>
  <p:handoutMasterIdLst>
    <p:handoutMasterId r:id="rId4"/>
  </p:handoutMasterIdLst>
  <p:sldIdLst>
    <p:sldId id="855" r:id="rId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20376" autoAdjust="0"/>
    <p:restoredTop sz="90392" autoAdjust="0"/>
  </p:normalViewPr>
  <p:slideViewPr>
    <p:cSldViewPr>
      <p:cViewPr>
        <p:scale>
          <a:sx n="50" d="100"/>
          <a:sy n="50" d="100"/>
        </p:scale>
        <p:origin x="-1576" y="-3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CF70C7-1A17-4B8F-8E82-A20E29AAAC58}" type="datetimeFigureOut">
              <a:rPr lang="en-US" smtClean="0"/>
              <a:pPr/>
              <a:t>4/12/2024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D3D353-3471-4C5D-A6F3-11F1DDA05BD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72150E-24DE-4D23-AF8D-CF01896B0C83}" type="datetimeFigureOut">
              <a:rPr lang="en-US" smtClean="0"/>
              <a:pPr/>
              <a:t>4/12/2024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8E95B1-5ED0-4005-B293-784E4C93134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4/12/2024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4/12/2024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4/12/2024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4/12/2024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4/12/2024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4/12/2024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4/12/2024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4/12/2024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4/12/2024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4/12/2024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4/12/2024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4/12/2024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s://bit.ly/3TW7PIb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200" dirty="0" smtClean="0"/>
              <a:t>The </a:t>
            </a:r>
            <a:r>
              <a:rPr lang="en-US" sz="4200" dirty="0" smtClean="0"/>
              <a:t>Unified Modeling Language </a:t>
            </a:r>
            <a:r>
              <a:rPr lang="en-US" sz="4200" dirty="0" smtClean="0"/>
              <a:t>Quiz</a:t>
            </a:r>
            <a:endParaRPr lang="en-US" sz="4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u="sng" dirty="0" smtClean="0">
                <a:latin typeface="Consolas" pitchFamily="49" charset="0"/>
                <a:hlinkClick r:id="rId2"/>
              </a:rPr>
              <a:t>https://</a:t>
            </a:r>
            <a:r>
              <a:rPr lang="en-US" u="sng" dirty="0" smtClean="0">
                <a:latin typeface="Consolas" pitchFamily="49" charset="0"/>
                <a:hlinkClick r:id="rId2"/>
              </a:rPr>
              <a:t>bit.ly/3TW7PIb</a:t>
            </a:r>
            <a:endParaRPr lang="en-US" u="sng" dirty="0" smtClean="0">
              <a:latin typeface="Consolas" pitchFamily="49" charset="0"/>
            </a:endParaRPr>
          </a:p>
          <a:p>
            <a:endParaRPr lang="en-US" u="sng" dirty="0" smtClean="0">
              <a:latin typeface="Consolas" pitchFamily="49" charset="0"/>
            </a:endParaRPr>
          </a:p>
        </p:txBody>
      </p:sp>
      <p:pic>
        <p:nvPicPr>
          <p:cNvPr id="1028" name="Picture 4" descr="C:\Users\admin\AppData\Local\Packages\Microsoft.Windows.Photos_8wekyb3d8bbwe\TempState\ShareServiceTempFolder\bit.ly_3TW7PIb.jpe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34000" y="2514600"/>
            <a:ext cx="3124200" cy="3124200"/>
          </a:xfrm>
          <a:prstGeom prst="rect">
            <a:avLst/>
          </a:prstGeom>
          <a:noFill/>
        </p:spPr>
      </p:pic>
      <p:pic>
        <p:nvPicPr>
          <p:cNvPr id="1030" name="Picture 6" descr="https://upload.wikimedia.org/wikipedia/commons/thumb/d/d5/UML_logo.svg/1200px-UML_logo.svg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90600" y="2743200"/>
            <a:ext cx="3810000" cy="277177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25409</TotalTime>
  <Words>8</Words>
  <Application>Microsoft Office PowerPoint</Application>
  <PresentationFormat>On-screen Show (4:3)</PresentationFormat>
  <Paragraphs>2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The Unified Modeling Language Quiz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8512</cp:revision>
  <dcterms:created xsi:type="dcterms:W3CDTF">2007-10-06T08:25:13Z</dcterms:created>
  <dcterms:modified xsi:type="dcterms:W3CDTF">2024-04-12T12:56:59Z</dcterms:modified>
</cp:coreProperties>
</file>