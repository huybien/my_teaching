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km3QjV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Domain-Driven </a:t>
            </a:r>
            <a:r>
              <a:rPr lang="en-US" dirty="0" smtClean="0"/>
              <a:t>Design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bit.ly/4km3QjV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4" name="Picture 2" descr="https://mentori.vn/upload/images/problem-solving-anger-managemen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895600"/>
            <a:ext cx="4389331" cy="2909594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25908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25244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Domain-Driven Design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8509</cp:revision>
  <dcterms:created xsi:type="dcterms:W3CDTF">2007-10-06T08:25:13Z</dcterms:created>
  <dcterms:modified xsi:type="dcterms:W3CDTF">2025-06-03T18:31:20Z</dcterms:modified>
</cp:coreProperties>
</file>