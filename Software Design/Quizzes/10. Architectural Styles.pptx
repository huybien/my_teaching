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vT80Mj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Architectural Styles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latin typeface="Consolas" pitchFamily="49" charset="0"/>
                <a:hlinkClick r:id="rId2"/>
              </a:rPr>
              <a:t>https://</a:t>
            </a:r>
            <a:r>
              <a:rPr lang="en-US" u="sng" dirty="0" smtClean="0">
                <a:latin typeface="Consolas" pitchFamily="49" charset="0"/>
                <a:hlinkClick r:id="rId2"/>
              </a:rPr>
              <a:t>bit.ly/3vT80Mj</a:t>
            </a:r>
            <a:endParaRPr lang="en-US" u="sng" dirty="0" smtClean="0">
              <a:latin typeface="Consolas" pitchFamily="49" charset="0"/>
            </a:endParaRPr>
          </a:p>
          <a:p>
            <a:endParaRPr lang="en-US" u="sng" dirty="0" smtClean="0">
              <a:latin typeface="Consolas" pitchFamily="49" charset="0"/>
            </a:endParaRPr>
          </a:p>
        </p:txBody>
      </p:sp>
      <p:pic>
        <p:nvPicPr>
          <p:cNvPr id="1030" name="Picture 6" descr="https://blogs.sap.com/wp-content/uploads/2018/08/API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590800"/>
            <a:ext cx="3200394" cy="3200394"/>
          </a:xfrm>
          <a:prstGeom prst="rect">
            <a:avLst/>
          </a:prstGeom>
          <a:noFill/>
        </p:spPr>
      </p:pic>
      <p:pic>
        <p:nvPicPr>
          <p:cNvPr id="2050" name="Picture 2" descr="C:\Users\admin\AppData\Local\Packages\Microsoft.Windows.Photos_8wekyb3d8bbwe\TempState\ShareServiceTempFolder\bit.ly_3vT80Mj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667000"/>
            <a:ext cx="3124200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25356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Architectural Styles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8482</cp:revision>
  <dcterms:created xsi:type="dcterms:W3CDTF">2007-10-06T08:25:13Z</dcterms:created>
  <dcterms:modified xsi:type="dcterms:W3CDTF">2024-04-12T15:04:01Z</dcterms:modified>
</cp:coreProperties>
</file>