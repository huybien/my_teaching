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L1n2D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 Principles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bit.ly/3L1n2Dl</a:t>
            </a:r>
            <a:endParaRPr lang="en-US" u="sng" dirty="0" smtClean="0"/>
          </a:p>
          <a:p>
            <a:endParaRPr lang="en-US" u="sng" dirty="0" smtClean="0"/>
          </a:p>
        </p:txBody>
      </p:sp>
      <p:pic>
        <p:nvPicPr>
          <p:cNvPr id="2050" name="Picture 2" descr="https://www.boxpiper.com/static/433c2c22a5faafa867405b40da29b2ab/be464/solid-design-principle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743200"/>
            <a:ext cx="4537710" cy="320802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6670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25402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Design Principles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8501</cp:revision>
  <dcterms:created xsi:type="dcterms:W3CDTF">2007-10-06T08:25:13Z</dcterms:created>
  <dcterms:modified xsi:type="dcterms:W3CDTF">2023-04-23T18:33:29Z</dcterms:modified>
</cp:coreProperties>
</file>