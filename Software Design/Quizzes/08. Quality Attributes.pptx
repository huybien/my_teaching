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4ayUuM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Attributes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bit.ly/4ayUuMU</a:t>
            </a:r>
            <a:endParaRPr lang="en-US" u="sng" dirty="0" smtClean="0"/>
          </a:p>
          <a:p>
            <a:endParaRPr lang="en-US" dirty="0" smtClean="0"/>
          </a:p>
        </p:txBody>
      </p:sp>
      <p:pic>
        <p:nvPicPr>
          <p:cNvPr id="1026" name="Picture 2" descr="https://res.cloudinary.com/practicaldev/image/fetch/s--a_wMqrEy--/c_limit%2Cf_auto%2Cfl_progressive%2Cq_auto%2Cw_880/https://thepracticaldev.s3.amazonaws.com/i/rlsbpnqpl8lkv7epnno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667000"/>
            <a:ext cx="3352800" cy="2674620"/>
          </a:xfrm>
          <a:prstGeom prst="rect">
            <a:avLst/>
          </a:prstGeom>
          <a:noFill/>
        </p:spPr>
      </p:pic>
      <p:pic>
        <p:nvPicPr>
          <p:cNvPr id="2050" name="Picture 2" descr="C:\Users\admin\AppData\Local\Packages\Microsoft.Windows.Photos_8wekyb3d8bbwe\TempState\ShareServiceTempFolder\bit.ly_4ayUuMU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4384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Quality Attributes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2024-04-12T12:20:35Z</dcterms:modified>
</cp:coreProperties>
</file>