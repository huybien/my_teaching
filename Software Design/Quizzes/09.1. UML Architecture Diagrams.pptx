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5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3/13/2025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3/13/2025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3/13/2025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3/13/2025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3/13/2025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3/13/2025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3/13/2025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3/13/2025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3ZkZ1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UML Architecture Diagrams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>
                <a:hlinkClick r:id="rId2"/>
              </a:rPr>
              <a:t>https://bit.ly/33ZkZ14</a:t>
            </a:r>
            <a:endParaRPr lang="en-US" u="sng" dirty="0" smtClean="0"/>
          </a:p>
          <a:p>
            <a:endParaRPr lang="en-US" dirty="0"/>
          </a:p>
        </p:txBody>
      </p:sp>
      <p:pic>
        <p:nvPicPr>
          <p:cNvPr id="1030" name="Picture 6" descr="https://media.istockphoto.com/vectors/unified-modeling-language-acronym-business-concept-vector-id1272853458?k=20&amp;m=1272853458&amp;s=612x612&amp;w=0&amp;h=-7X5_-FpAZfAHPUQgmcBUjVz6ueByOnTfTcXySWSA7Q=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22448" y="2843784"/>
            <a:ext cx="3730752" cy="31760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25293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UML Architecture Diagrams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8482</cp:revision>
  <dcterms:created xsi:type="dcterms:W3CDTF">2007-10-06T08:25:13Z</dcterms:created>
  <dcterms:modified xsi:type="dcterms:W3CDTF">2025-03-13T15:05:28Z</dcterms:modified>
</cp:coreProperties>
</file>