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2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3/11/2025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3/11/2025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3/11/2025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3/11/2025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3/11/2025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3/11/2025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3/11/2025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3/11/2025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FfOjCO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01 - </a:t>
            </a:r>
            <a:r>
              <a:rPr lang="en-US" dirty="0" err="1" smtClean="0"/>
              <a:t>Microservices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+mj-lt"/>
                <a:hlinkClick r:id="rId2"/>
              </a:rPr>
              <a:t>https://</a:t>
            </a:r>
            <a:r>
              <a:rPr lang="en-US" sz="2800" dirty="0" smtClean="0">
                <a:latin typeface="+mj-lt"/>
                <a:hlinkClick r:id="rId2"/>
              </a:rPr>
              <a:t>bit.ly/3FfOjCO</a:t>
            </a:r>
            <a:endParaRPr lang="en-US" sz="2800" dirty="0" smtClean="0">
              <a:latin typeface="+mj-lt"/>
            </a:endParaRPr>
          </a:p>
          <a:p>
            <a:endParaRPr lang="en-US" sz="2800" dirty="0">
              <a:latin typeface="+mj-lt"/>
            </a:endParaRPr>
          </a:p>
        </p:txBody>
      </p:sp>
      <p:sp>
        <p:nvSpPr>
          <p:cNvPr id="21506" name="AutoShape 2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08" name="AutoShape 4" descr="data:image/png;base64,iVBORw0KGgoAAAANSUhEUgAAAOEAAADhCAMAAAAJbSJIAAAAgVBMVEX///8AAAD09PTPz89hYWF0dHTMzMz7+/uGhoY6OjpTU1OlpaXw8PAYGBiUlJTCwsLg4ODc3NwODg6ysrJpaWno6OjU1NTx8fEhISGZmZl7e3tERERSUlI0NDQSEhK1tbVbW1srKytAQEB2dnYdHR2Li4ufn59/f38tLS29vb1tbW1RYWLGAAAIQElEQVR4nO2d2WLqKhRAY7SmNc4ah2o1Hmtb/f8PvO25DRsM2QECBDysRyXIMgPThkRRIBAIBAKBQCAQCAQCgX+IJM5WXTuspsPEsl28GueHjlVezmlmzW/6ebJrV5Afrfhlt3b0/jJamBcct+j3w8vMrF+2a1nwm9Sk4Grett4PZ3OC/bbdfslNCa7aNiMszQhmTlyi/3MxYnj3kHldrLLYDuvp5OMP++sTA4JMNfFi4hdwsme6APO1/h+g8zf6wK4uwoAqwqf27JeQ+WGqPXdBLpSi7kJMqQtkqDlvCahb5Ulz1p+QteFmEw7VKI61ZhyfWr4HCxJTBenCU1RrvvJcSUl2WvOFW9x+NXEHqRj1Pg9yYlh80h//siWJFsVH1+KTZPv7yUXfzZuSonS15fldUjJk8Vp8NC45w99wKz4ZkkTXSBfwVNd5I8YkV9LHJoZzkqpXepAPRwYubpKnzkofGjSr4qP2DPdFnjp7GNBvIuNd7RmS1lVPX55UZUGq2fYMn4KhCv+2IdQWHMODx4bbzvwvnQ1J1Ss+IpXmejP//chDw/YIhkoEQ6sEQyWCoVWCoRJgaDtigMO5KIvO3hMY5r3W+SrKslmyXyw/067q2A0Yus58lyrNaPhj+MOTwoC/X4adzqv0xeqbYWcu25fxzlB6lthDQ8na0kfDTv7whlJxN2B4Oz+Z5fUuJKEz2i3FfnO5H90dKjHsb7HVtmaK+fYhNaUzTdmAEfGDLba8l3QJj/J/6PVEHf9H+DB7hnRg2UCp/ZXQ0aHCAan2DKmr7LU+NR8qnOFd9BhrhlTo3K0+dRVUbJHoSbRmCFfYqUk2EFqUCx5hyzCBP39Vn7oaKoBLMPzdluGE/E7D/jtcp4KB4VWGQznKf0/Mfg8FaxiFACdRsGHDNcx6p5Ecm12fyfb4Z8N8/05+5quZIBWTIhj/wzNUa6t+ULl+VidrHLS2JVmJNRo4hslGyZBqSE2QVI2XVUDmYt19jiFWPoxnkukSSdV4uhGibsQGbbgzpGrkRQbJfSeCps8rhQxrkpVYtYPOcsuxJ4YvJg0hxknsqazRcBAMg6F9w3l/Uk+fPDg5hp9FKgispA27l2chLvRBWg2FciDtMY4hGU6BthZVWDKZVk8OtbujhlCJgSHS8CkD7XV/DJmFLPWQFpM/hpJNJ9LsfVjDcTAMhsHQpOF+UM1DGL5jY2AkUNdnwxHWVycrlINhMAyGwTAYoobYdOljGA6TSh7DsPNSDYy8em0oRDAMhsGwfUOSlT+GMIckBJlK88dQbhYPgozsG5JtJ6THvCUmSKgoKq2GqQhkvwWO4a1IBDL0FES2EPqFNKVne8PcUzAMhgj+zOOrxmLAIgFsG00XDFV3iYSVHthOry4YJm9qhhknUzcNo+l97L8QdMzuh+OG0fqyR/rdPHZP7PKA7m3HfP/GN8ymQjCxsloMv6keOuGPp5Rhvp7xDGcD0V1Fd5SMLkPN8FreUtvCwn5bHhm+dySAPT/9MZSM0yUn0R/DFkcxTMAxlGxYkNhifwwjue2ZyeSGR4ZSlyksOHTUkDuK0RcPmac2Z9RjmN6w+Igy+96YnSLLLj0mB+htMG2aWV8Ipr2kw3CI9e8qoYt+FEumhA7DPa9k9cBZnCGpXDBUXd5Naiw0NNYFw8fv4yOdOxQI43XdELuLMGBp16vjhuiypWo20EnEApydMExyXtFq+KIrrW51i8wJw+/WhuBCCGDBdvPjlP36zDVM8AUdfAOfWm2LuuvixFud5qghr+VdK9jhbn/hj2HSEWBfzsofQ7EecHkUzx9Dse5heVsBfwzFBhPLWfljGIn00Z7LWXlkKLC0i7fPjibDBH0PlUjG7BFwSVL14fCMbt3w/rblZqzDcHrDR1B2tRtRHfdV7Ta21YbttVERWKvDUOA5XrNByXP1kS60S2ORITD0LGIVgQuGQhUV+jqfHnKgC4ZioxjI48bsrhGyhtChJ62HlFewe07Y1inYYJ11w6ycXmgJMvquG+wqsG4I6eHZIRAydED3hsGiOawbJmQmltpFrXa0bVezNcxwUHmodUPquUfnMlkgHAW2ZZwemSM+WjSEe8bka6O5oxhqSBtCi7HRXng18FreikgbUk8FbkNXD20a0k/Oxr9eSauG8BY8g6/pbNWQmWUwdRbbNYwpQ96wgQ7aNbwbmlV7A0ENLRve93byy3U108p00rLhWnGnRBXaMZTd0chDQ/rV1Q9qGGVfSKkewjCK1ea2PTKMouMBKdhDGEbx2IJjq4bf1UaKhcI8gmH0s+rxyehDp33DvyTDTC993HDSG81LHAbcrfP1GGoHb5dWTnPwpkd8NESiUTnDDj4aYkPk5dQeGsZY0H555NlRQ2w0EZ3NK0+PQFbGxlxUyMh54uzJjiw5fSun5rzv3gXgPI3LXyIdG05gG4xIOPBeUQrSVuLEcUXdiut0fuUkJmGOBwfeK0oBPRfetZVMtuMyV+5JIhnlRgssDVxbEi8U43ElGUm+JdA0cK9tmt0+MAnR6I08BnjT89/DFDw6z94GVHRAg+4FtY7A0Ni1OnTArHJVPaS66AqvlTUMHR2geBZnlGCDV5uZYk2v3ebU+/UwYTBONWh+YaZHTtJz6lcmHlXpLzLO3XjlLe1maJAnIVstzuyxvJaRAyRKO4rwmLt4jf6QyS3frsa1yh5QXRZ3h7l4g+ZkGubx5u6ewR9iLPZUiL2r9yBBZLkTgpvVBEss9QodlqXzJ/B/hmOlFf+nZ/faopUks21PageeQ37putZdqiVJsllXiFkWe2cXCAQCgUAgEAgEAoFAoAn/ATqfu7v0FsVT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29200" y="2590800"/>
            <a:ext cx="31242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9" name="AutoShape 5" descr="https://www.netsolutions.com/wp-content/uploads/2024/09/title-microservices.webp"/>
          <p:cNvSpPr>
            <a:spLocks noChangeAspect="1" noChangeArrowheads="1"/>
          </p:cNvSpPr>
          <p:nvPr/>
        </p:nvSpPr>
        <p:spPr bwMode="auto">
          <a:xfrm>
            <a:off x="155575" y="-2590800"/>
            <a:ext cx="8401050" cy="5400675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53440" y="2895600"/>
            <a:ext cx="3718560" cy="2106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25299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Lab 01 - Microservices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8568</cp:revision>
  <dcterms:created xsi:type="dcterms:W3CDTF">2007-10-06T08:25:13Z</dcterms:created>
  <dcterms:modified xsi:type="dcterms:W3CDTF">2025-03-11T13:11:41Z</dcterms:modified>
</cp:coreProperties>
</file>