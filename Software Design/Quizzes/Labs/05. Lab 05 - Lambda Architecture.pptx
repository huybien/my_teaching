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2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4/11/2025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4/11/2025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qq3wq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</a:t>
            </a:r>
            <a:r>
              <a:rPr lang="en-US" dirty="0" smtClean="0"/>
              <a:t>05 </a:t>
            </a:r>
            <a:r>
              <a:rPr lang="en-US" dirty="0" smtClean="0"/>
              <a:t>- </a:t>
            </a:r>
            <a:r>
              <a:rPr lang="en-US" dirty="0" smtClean="0"/>
              <a:t>Lambda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latin typeface="+mj-lt"/>
                <a:hlinkClick r:id="rId2"/>
              </a:rPr>
              <a:t>https://</a:t>
            </a:r>
            <a:r>
              <a:rPr lang="en-US" sz="2800" dirty="0" smtClean="0">
                <a:latin typeface="+mj-lt"/>
                <a:hlinkClick r:id="rId2"/>
              </a:rPr>
              <a:t>bit.ly/4qq3wqa</a:t>
            </a:r>
            <a:endParaRPr lang="en-US" sz="2800" dirty="0" smtClean="0">
              <a:latin typeface="+mj-lt"/>
            </a:endParaRPr>
          </a:p>
          <a:p>
            <a:endParaRPr lang="en-US" sz="2800" dirty="0">
              <a:latin typeface="+mj-lt"/>
            </a:endParaRPr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9" name="AutoShape 5" descr="https://www.netsolutions.com/wp-content/uploads/2024/09/title-microservices.webp"/>
          <p:cNvSpPr>
            <a:spLocks noChangeAspect="1" noChangeArrowheads="1"/>
          </p:cNvSpPr>
          <p:nvPr/>
        </p:nvSpPr>
        <p:spPr bwMode="auto">
          <a:xfrm>
            <a:off x="155575" y="-2590800"/>
            <a:ext cx="8401050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2" descr="https://pub.mdpi-res.com/sensors/sensors-23-07580/article_deploy/html/images/sensors-23-07580-g001.png?169355778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971800"/>
            <a:ext cx="4240530" cy="1602740"/>
          </a:xfrm>
          <a:prstGeom prst="rect">
            <a:avLst/>
          </a:prstGeom>
          <a:noFill/>
        </p:spPr>
      </p:pic>
      <p:sp>
        <p:nvSpPr>
          <p:cNvPr id="1028" name="AutoShape 4" descr="QR cod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1" name="Picture 7" descr="C:\Users\admin\Downloads\bit.ly_4qq3wqa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5000" y="2438400"/>
            <a:ext cx="2707640" cy="27076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25489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05 - Lambda Architecture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8589</cp:revision>
  <dcterms:created xsi:type="dcterms:W3CDTF">2007-10-06T08:25:13Z</dcterms:created>
  <dcterms:modified xsi:type="dcterms:W3CDTF">2025-04-11T16:49:20Z</dcterms:modified>
</cp:coreProperties>
</file>