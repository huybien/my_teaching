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2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bOLvJ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Lab </a:t>
            </a:r>
            <a:r>
              <a:rPr lang="en-US" smtClean="0"/>
              <a:t>04 </a:t>
            </a:r>
            <a:r>
              <a:rPr lang="en-US" dirty="0" smtClean="0"/>
              <a:t>- Event-Driven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+mj-lt"/>
                <a:hlinkClick r:id="rId2"/>
              </a:rPr>
              <a:t>https://bit.ly/4bOLvJ1</a:t>
            </a:r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9" name="AutoShape 5" descr="https://www.netsolutions.com/wp-content/uploads/2024/09/title-microservices.webp"/>
          <p:cNvSpPr>
            <a:spLocks noChangeAspect="1" noChangeArrowheads="1"/>
          </p:cNvSpPr>
          <p:nvPr/>
        </p:nvSpPr>
        <p:spPr bwMode="auto">
          <a:xfrm>
            <a:off x="155575" y="-2590800"/>
            <a:ext cx="84010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6473" y="2590800"/>
            <a:ext cx="5535727" cy="276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971800"/>
            <a:ext cx="1904930" cy="1904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25478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04 - Event-Driven Architecture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8582</cp:revision>
  <dcterms:created xsi:type="dcterms:W3CDTF">2007-10-06T08:25:13Z</dcterms:created>
  <dcterms:modified xsi:type="dcterms:W3CDTF">2025-04-11T16:34:25Z</dcterms:modified>
</cp:coreProperties>
</file>