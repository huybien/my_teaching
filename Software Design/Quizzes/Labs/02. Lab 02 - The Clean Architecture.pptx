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2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41OVau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02 - The Clean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+mj-lt"/>
                <a:hlinkClick r:id="rId2"/>
              </a:rPr>
              <a:t>https://</a:t>
            </a:r>
            <a:r>
              <a:rPr lang="en-US" sz="2800" dirty="0" smtClean="0">
                <a:latin typeface="+mj-lt"/>
                <a:hlinkClick r:id="rId2"/>
              </a:rPr>
              <a:t>bit.ly/41OVauu</a:t>
            </a:r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9" name="AutoShape 5" descr="https://www.netsolutions.com/wp-content/uploads/2024/09/title-microservices.webp"/>
          <p:cNvSpPr>
            <a:spLocks noChangeAspect="1" noChangeArrowheads="1"/>
          </p:cNvSpPr>
          <p:nvPr/>
        </p:nvSpPr>
        <p:spPr bwMode="auto">
          <a:xfrm>
            <a:off x="155575" y="-2590800"/>
            <a:ext cx="84010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https://blog.cleancoder.com/uncle-bob/images/2012-08-13-the-clean-architecture/CleanArchitectur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2819400"/>
            <a:ext cx="3431540" cy="2520315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29200" y="2438400"/>
            <a:ext cx="3174884" cy="317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25479</TotalTime>
  <Words>9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02 - The Clean Architecture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8576</cp:revision>
  <dcterms:created xsi:type="dcterms:W3CDTF">2007-10-06T08:25:13Z</dcterms:created>
  <dcterms:modified xsi:type="dcterms:W3CDTF">2025-03-22T10:46:19Z</dcterms:modified>
</cp:coreProperties>
</file>