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Qsf0G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</a:t>
            </a: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https://bit.ly/3Qsf0GJ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1200" y="2667000"/>
            <a:ext cx="2707640" cy="270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25237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Course Introduction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8479</cp:revision>
  <dcterms:created xsi:type="dcterms:W3CDTF">2007-10-06T08:25:13Z</dcterms:created>
  <dcterms:modified xsi:type="dcterms:W3CDTF">2026-05-21T11:53:22Z</dcterms:modified>
</cp:coreProperties>
</file>