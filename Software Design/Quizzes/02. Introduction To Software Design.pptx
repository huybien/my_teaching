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LnVhW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Introduction to Software Design 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bit.ly/3LnVhWR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1026" name="Picture 2" descr="https://images.squarespace-cdn.com/content/v1/5084cd3ce4b066390d160682/1549340526377-ZKUH2M92ADK9P8GEBJWL/ezgif.com-webp-to-p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124200"/>
            <a:ext cx="3340100" cy="2501900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7432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25248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Design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2023-04-23T17:24:30Z</dcterms:modified>
</cp:coreProperties>
</file>