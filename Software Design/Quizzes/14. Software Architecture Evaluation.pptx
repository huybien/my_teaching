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iGkc6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Software </a:t>
            </a:r>
            <a:r>
              <a:rPr lang="en-US" sz="4000" dirty="0" smtClean="0"/>
              <a:t>Architecture Evaluation </a:t>
            </a:r>
            <a:r>
              <a:rPr lang="en-US" sz="4000" dirty="0" smtClean="0"/>
              <a:t>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latin typeface="Consolas" pitchFamily="49" charset="0"/>
                <a:hlinkClick r:id="rId2"/>
              </a:rPr>
              <a:t>https://</a:t>
            </a:r>
            <a:r>
              <a:rPr lang="en-US" u="sng" dirty="0" smtClean="0">
                <a:latin typeface="Consolas" pitchFamily="49" charset="0"/>
                <a:hlinkClick r:id="rId2"/>
              </a:rPr>
              <a:t>bit.ly/4iGkc6d</a:t>
            </a:r>
            <a:endParaRPr lang="en-US" u="sng" dirty="0" smtClean="0">
              <a:latin typeface="Consolas" pitchFamily="49" charset="0"/>
            </a:endParaRPr>
          </a:p>
          <a:p>
            <a:endParaRPr lang="en-US" u="sng" dirty="0" smtClean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6670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2819400"/>
            <a:ext cx="4338161" cy="2410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25366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Architecture Evaluation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8501</cp:revision>
  <dcterms:created xsi:type="dcterms:W3CDTF">2007-10-06T08:25:13Z</dcterms:created>
  <dcterms:modified xsi:type="dcterms:W3CDTF">2025-03-28T19:30:49Z</dcterms:modified>
</cp:coreProperties>
</file>