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5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3/29/2025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3/29/2025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3/29/2025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3/29/2025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3/29/2025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3/29/2025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3/29/2025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3/29/2025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41R7YS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Architecture Design Methods </a:t>
            </a:r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smtClean="0">
                <a:latin typeface="Consolas" pitchFamily="49" charset="0"/>
                <a:hlinkClick r:id="rId2"/>
              </a:rPr>
              <a:t>https://</a:t>
            </a:r>
            <a:r>
              <a:rPr lang="en-US" u="sng" dirty="0" smtClean="0">
                <a:latin typeface="Consolas" pitchFamily="49" charset="0"/>
                <a:hlinkClick r:id="rId2"/>
              </a:rPr>
              <a:t>bit.ly/41R7YSn</a:t>
            </a:r>
            <a:endParaRPr lang="en-US" u="sng" dirty="0" smtClean="0">
              <a:latin typeface="Consolas" pitchFamily="49" charset="0"/>
            </a:endParaRPr>
          </a:p>
          <a:p>
            <a:endParaRPr lang="en-US" u="sng" dirty="0" smtClean="0">
              <a:latin typeface="Consolas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0" y="2590800"/>
            <a:ext cx="3174884" cy="317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43000" y="2743200"/>
            <a:ext cx="3409950" cy="310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25360</TotalTime>
  <Words>8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Software Architecture Design Methods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8490</cp:revision>
  <dcterms:created xsi:type="dcterms:W3CDTF">2007-10-06T08:25:13Z</dcterms:created>
  <dcterms:modified xsi:type="dcterms:W3CDTF">2025-03-28T19:21:10Z</dcterms:modified>
</cp:coreProperties>
</file>