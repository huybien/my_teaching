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PAQ27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 </a:t>
            </a:r>
            <a:r>
              <a:rPr lang="en-US" dirty="0" smtClean="0"/>
              <a:t>Sourcing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  <a:hlinkClick r:id="rId2"/>
              </a:rPr>
              <a:t>https://</a:t>
            </a:r>
            <a:r>
              <a:rPr lang="en-US" dirty="0" smtClean="0">
                <a:latin typeface="Consolas" pitchFamily="49" charset="0"/>
                <a:hlinkClick r:id="rId2"/>
              </a:rPr>
              <a:t>bit.ly/3PAQ27S</a:t>
            </a:r>
            <a:endParaRPr lang="en-US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2050" name="Picture 2" descr="C:\Users\admin\AppData\Local\Packages\Microsoft.Windows.Photos_8wekyb3d8bbwe\TempState\ShareServiceTempFolder\bit.ly_3PAQ27S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590800"/>
            <a:ext cx="3124200" cy="3124200"/>
          </a:xfrm>
          <a:prstGeom prst="rect">
            <a:avLst/>
          </a:prstGeom>
          <a:noFill/>
        </p:spPr>
      </p:pic>
      <p:pic>
        <p:nvPicPr>
          <p:cNvPr id="2052" name="Picture 4" descr="https://learn.microsoft.com/en-us/azure/architecture/patterns/_images/event-sourcing-overview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38200" y="2895600"/>
            <a:ext cx="3551555" cy="22625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25246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Event Sourcing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8516</cp:revision>
  <dcterms:created xsi:type="dcterms:W3CDTF">2007-10-06T08:25:13Z</dcterms:created>
  <dcterms:modified xsi:type="dcterms:W3CDTF">2024-03-27T15:02:52Z</dcterms:modified>
</cp:coreProperties>
</file>