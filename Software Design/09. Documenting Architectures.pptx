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sldIdLst>
    <p:sldId id="256" r:id="rId2"/>
    <p:sldId id="490" r:id="rId3"/>
    <p:sldId id="491" r:id="rId4"/>
    <p:sldId id="492" r:id="rId5"/>
    <p:sldId id="539" r:id="rId6"/>
    <p:sldId id="540" r:id="rId7"/>
    <p:sldId id="529" r:id="rId8"/>
    <p:sldId id="538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1" r:id="rId22"/>
    <p:sldId id="504" r:id="rId23"/>
    <p:sldId id="505" r:id="rId24"/>
    <p:sldId id="507" r:id="rId25"/>
    <p:sldId id="506" r:id="rId26"/>
    <p:sldId id="494" r:id="rId27"/>
    <p:sldId id="495" r:id="rId28"/>
    <p:sldId id="499" r:id="rId29"/>
    <p:sldId id="497" r:id="rId30"/>
    <p:sldId id="498" r:id="rId31"/>
    <p:sldId id="548" r:id="rId32"/>
    <p:sldId id="500" r:id="rId33"/>
    <p:sldId id="501" r:id="rId34"/>
    <p:sldId id="502" r:id="rId35"/>
    <p:sldId id="503" r:id="rId36"/>
    <p:sldId id="508" r:id="rId37"/>
    <p:sldId id="509" r:id="rId38"/>
    <p:sldId id="510" r:id="rId39"/>
    <p:sldId id="511" r:id="rId40"/>
    <p:sldId id="512" r:id="rId41"/>
    <p:sldId id="519" r:id="rId42"/>
    <p:sldId id="513" r:id="rId43"/>
    <p:sldId id="518" r:id="rId44"/>
    <p:sldId id="514" r:id="rId45"/>
    <p:sldId id="515" r:id="rId46"/>
    <p:sldId id="516" r:id="rId47"/>
    <p:sldId id="517" r:id="rId48"/>
    <p:sldId id="543" r:id="rId49"/>
    <p:sldId id="544" r:id="rId50"/>
    <p:sldId id="545" r:id="rId51"/>
    <p:sldId id="546" r:id="rId52"/>
    <p:sldId id="547" r:id="rId53"/>
    <p:sldId id="550" r:id="rId54"/>
    <p:sldId id="359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5/30/2026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Contents (Aspects).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 (Aspects)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Document the architecture for Claude Code auto </a:t>
            </a:r>
            <a:r>
              <a:rPr lang="en-US" dirty="0" smtClean="0"/>
              <a:t>mode: </a:t>
            </a:r>
            <a:r>
              <a:rPr lang="en-US" dirty="0" smtClean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www.anthropic.com/engineering/claude-code-auto-mode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10521</TotalTime>
  <Words>1471</Words>
  <Application>Microsoft Office PowerPoint</Application>
  <PresentationFormat>On-screen Show (4:3)</PresentationFormat>
  <Paragraphs>163</Paragraphs>
  <Slides>54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Documenting Architectures</vt:lpstr>
      <vt:lpstr>Objectives</vt:lpstr>
      <vt:lpstr>Contents</vt:lpstr>
      <vt:lpstr>References</vt:lpstr>
      <vt:lpstr>Notations</vt:lpstr>
      <vt:lpstr>Contents (Aspects)</vt:lpstr>
      <vt:lpstr>UML Architecture Diagrams</vt:lpstr>
      <vt:lpstr>Slide 8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</vt:lpstr>
      <vt:lpstr>Slide 21</vt:lpstr>
      <vt:lpstr>Module Views (I) [2]</vt:lpstr>
      <vt:lpstr>Module Views (II)</vt:lpstr>
      <vt:lpstr>Slide 24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31</vt:lpstr>
      <vt:lpstr>Data Model View</vt:lpstr>
      <vt:lpstr>Physical Data Model</vt:lpstr>
      <vt:lpstr>Slide 34</vt:lpstr>
      <vt:lpstr>Component-and-Connector (C&amp;C) Views</vt:lpstr>
      <vt:lpstr>Attachment Relation</vt:lpstr>
      <vt:lpstr>Interface Delegation Relation</vt:lpstr>
      <vt:lpstr>Slide 38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48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3702</cp:revision>
  <dcterms:created xsi:type="dcterms:W3CDTF">2007-10-06T08:25:13Z</dcterms:created>
  <dcterms:modified xsi:type="dcterms:W3CDTF">2026-05-30T17:22:31Z</dcterms:modified>
</cp:coreProperties>
</file>