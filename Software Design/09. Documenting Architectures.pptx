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6" r:id="rId22"/>
    <p:sldId id="551" r:id="rId23"/>
    <p:sldId id="504" r:id="rId24"/>
    <p:sldId id="505" r:id="rId25"/>
    <p:sldId id="507" r:id="rId26"/>
    <p:sldId id="506" r:id="rId27"/>
    <p:sldId id="494" r:id="rId28"/>
    <p:sldId id="495" r:id="rId29"/>
    <p:sldId id="499" r:id="rId30"/>
    <p:sldId id="497" r:id="rId31"/>
    <p:sldId id="498" r:id="rId32"/>
    <p:sldId id="548" r:id="rId33"/>
    <p:sldId id="500" r:id="rId34"/>
    <p:sldId id="501" r:id="rId35"/>
    <p:sldId id="502" r:id="rId36"/>
    <p:sldId id="503" r:id="rId37"/>
    <p:sldId id="508" r:id="rId38"/>
    <p:sldId id="509" r:id="rId39"/>
    <p:sldId id="510" r:id="rId40"/>
    <p:sldId id="511" r:id="rId41"/>
    <p:sldId id="512" r:id="rId42"/>
    <p:sldId id="519" r:id="rId43"/>
    <p:sldId id="513" r:id="rId44"/>
    <p:sldId id="518" r:id="rId45"/>
    <p:sldId id="514" r:id="rId46"/>
    <p:sldId id="515" r:id="rId47"/>
    <p:sldId id="516" r:id="rId48"/>
    <p:sldId id="517" r:id="rId49"/>
    <p:sldId id="543" r:id="rId50"/>
    <p:sldId id="544" r:id="rId51"/>
    <p:sldId id="545" r:id="rId52"/>
    <p:sldId id="546" r:id="rId53"/>
    <p:sldId id="547" r:id="rId54"/>
    <p:sldId id="550" r:id="rId55"/>
    <p:sldId id="359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m/meti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and explain the architecture for Claude Code auto mode: </a:t>
            </a:r>
            <a:r>
              <a:rPr lang="en-US" dirty="0" smtClean="0">
                <a:hlinkClick r:id="rId2"/>
              </a:rPr>
              <a:t>https://www.anthropic.com/engineering/claude-code-auto-mode</a:t>
            </a:r>
            <a:endParaRPr lang="en-US" dirty="0" smtClean="0"/>
          </a:p>
          <a:p>
            <a:pPr lvl="1"/>
            <a:r>
              <a:rPr lang="en-US" dirty="0" smtClean="0"/>
              <a:t>Flowchart, Sequence diagram</a:t>
            </a:r>
            <a:r>
              <a:rPr lang="en-US" dirty="0" smtClean="0"/>
              <a:t>.</a:t>
            </a:r>
            <a:endParaRPr lang="en-US" dirty="0" smtClean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</a:t>
            </a:r>
            <a:r>
              <a:rPr lang="en-US" sz="2400" dirty="0" smtClean="0"/>
              <a:t>and explain the architecture for Arm </a:t>
            </a:r>
            <a:r>
              <a:rPr lang="en-US" sz="2400" dirty="0" err="1" smtClean="0"/>
              <a:t>Metis</a:t>
            </a:r>
            <a:r>
              <a:rPr lang="en-US" sz="2400" dirty="0" smtClean="0"/>
              <a:t>: </a:t>
            </a:r>
            <a:r>
              <a:rPr lang="en-US" sz="2400" dirty="0" smtClean="0">
                <a:hlinkClick r:id="rId2"/>
              </a:rPr>
              <a:t>https://github.com/arm/metis</a:t>
            </a:r>
            <a:endParaRPr lang="en-US" sz="2400" dirty="0" smtClean="0"/>
          </a:p>
          <a:p>
            <a:pPr lvl="1"/>
            <a:r>
              <a:rPr lang="en-US" sz="2000" dirty="0" smtClean="0"/>
              <a:t>Create a PDF file in the </a:t>
            </a:r>
            <a:r>
              <a:rPr lang="en-US" sz="2000" b="1" dirty="0" smtClean="0"/>
              <a:t>docs</a:t>
            </a:r>
            <a:r>
              <a:rPr lang="en-US" sz="2000" dirty="0" smtClean="0"/>
              <a:t> folder containing a diagram that illustrates the technique used by </a:t>
            </a:r>
            <a:r>
              <a:rPr lang="en-US" sz="2000" dirty="0" err="1" smtClean="0"/>
              <a:t>Metis</a:t>
            </a:r>
            <a:r>
              <a:rPr lang="en-US" sz="2000" dirty="0" smtClean="0"/>
              <a:t>. The diagram should show that the input is a directory containing Python files and that the output is a report file listing the detected security </a:t>
            </a:r>
            <a:r>
              <a:rPr lang="en-US" sz="2000" dirty="0" smtClean="0"/>
              <a:t>bugs.</a:t>
            </a:r>
          </a:p>
          <a:p>
            <a:pPr lvl="1"/>
            <a:r>
              <a:rPr lang="en-US" sz="2000" dirty="0" smtClean="0"/>
              <a:t>Generate a PDF file containing a diagram and detailed information about the TRIAGE technique.</a:t>
            </a:r>
          </a:p>
          <a:p>
            <a:pPr lvl="1"/>
            <a:r>
              <a:rPr lang="en-US" sz="2000" dirty="0" smtClean="0"/>
              <a:t>Set up environment.</a:t>
            </a:r>
          </a:p>
          <a:p>
            <a:pPr lvl="1"/>
            <a:r>
              <a:rPr lang="en-US" sz="2000" dirty="0" smtClean="0"/>
              <a:t>Create </a:t>
            </a:r>
            <a:r>
              <a:rPr lang="en-US" sz="2000" b="1" dirty="0" smtClean="0"/>
              <a:t>run.bat to </a:t>
            </a:r>
            <a:r>
              <a:rPr lang="en-US" sz="2000" dirty="0" smtClean="0"/>
              <a:t>run the Hello World.</a:t>
            </a:r>
            <a:endParaRPr lang="en-US" sz="2000" dirty="0" smtClean="0"/>
          </a:p>
          <a:p>
            <a:pPr lvl="1"/>
            <a:r>
              <a:rPr lang="en-US" sz="2000" dirty="0" smtClean="0"/>
              <a:t>4+1 </a:t>
            </a:r>
            <a:r>
              <a:rPr lang="en-US" sz="2000" dirty="0" smtClean="0"/>
              <a:t>view model</a:t>
            </a:r>
            <a:r>
              <a:rPr lang="en-US" sz="2000" dirty="0" smtClean="0"/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10854</TotalTime>
  <Words>1574</Words>
  <Application>Microsoft Office PowerPoint</Application>
  <PresentationFormat>On-screen Show (4:3)</PresentationFormat>
  <Paragraphs>171</Paragraphs>
  <Slides>55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 1</vt:lpstr>
      <vt:lpstr>Exercise 2</vt:lpstr>
      <vt:lpstr>Slide 22</vt:lpstr>
      <vt:lpstr>Module Views (I) [2]</vt:lpstr>
      <vt:lpstr>Module Views (II)</vt:lpstr>
      <vt:lpstr>Slide 25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32</vt:lpstr>
      <vt:lpstr>Data Model View</vt:lpstr>
      <vt:lpstr>Physical Data Model</vt:lpstr>
      <vt:lpstr>Slide 35</vt:lpstr>
      <vt:lpstr>Component-and-Connector (C&amp;C) Views</vt:lpstr>
      <vt:lpstr>Attachment Relation</vt:lpstr>
      <vt:lpstr>Interface Delegation Relation</vt:lpstr>
      <vt:lpstr>Slide 39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49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3759</cp:revision>
  <dcterms:created xsi:type="dcterms:W3CDTF">2007-10-06T08:25:13Z</dcterms:created>
  <dcterms:modified xsi:type="dcterms:W3CDTF">2026-06-06T12:41:42Z</dcterms:modified>
</cp:coreProperties>
</file>