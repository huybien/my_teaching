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256" r:id="rId2"/>
    <p:sldId id="490" r:id="rId3"/>
    <p:sldId id="491" r:id="rId4"/>
    <p:sldId id="492" r:id="rId5"/>
    <p:sldId id="539" r:id="rId6"/>
    <p:sldId id="553" r:id="rId7"/>
    <p:sldId id="554" r:id="rId8"/>
    <p:sldId id="555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1" r:id="rId22"/>
    <p:sldId id="504" r:id="rId23"/>
    <p:sldId id="505" r:id="rId24"/>
    <p:sldId id="507" r:id="rId25"/>
    <p:sldId id="506" r:id="rId26"/>
    <p:sldId id="494" r:id="rId27"/>
    <p:sldId id="495" r:id="rId28"/>
    <p:sldId id="499" r:id="rId29"/>
    <p:sldId id="497" r:id="rId30"/>
    <p:sldId id="498" r:id="rId31"/>
    <p:sldId id="548" r:id="rId32"/>
    <p:sldId id="500" r:id="rId33"/>
    <p:sldId id="501" r:id="rId34"/>
    <p:sldId id="502" r:id="rId35"/>
    <p:sldId id="503" r:id="rId36"/>
    <p:sldId id="508" r:id="rId37"/>
    <p:sldId id="509" r:id="rId38"/>
    <p:sldId id="510" r:id="rId39"/>
    <p:sldId id="511" r:id="rId40"/>
    <p:sldId id="512" r:id="rId41"/>
    <p:sldId id="519" r:id="rId42"/>
    <p:sldId id="513" r:id="rId43"/>
    <p:sldId id="518" r:id="rId44"/>
    <p:sldId id="514" r:id="rId45"/>
    <p:sldId id="515" r:id="rId46"/>
    <p:sldId id="516" r:id="rId47"/>
    <p:sldId id="517" r:id="rId48"/>
    <p:sldId id="543" r:id="rId49"/>
    <p:sldId id="544" r:id="rId50"/>
    <p:sldId id="545" r:id="rId51"/>
    <p:sldId id="546" r:id="rId52"/>
    <p:sldId id="547" r:id="rId53"/>
    <p:sldId id="550" r:id="rId54"/>
    <p:sldId id="359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m/metis" TargetMode="External"/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Semantics (Aspects, Contents)</a:t>
            </a:r>
            <a:r>
              <a:rPr lang="en-US" sz="2200" dirty="0" smtClean="0"/>
              <a:t>.</a:t>
            </a:r>
            <a:endParaRPr lang="en-US" sz="22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(</a:t>
            </a:r>
            <a:r>
              <a:rPr lang="en-US" dirty="0" smtClean="0"/>
              <a:t>Aspects, Contents)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Document and explain </a:t>
            </a:r>
            <a:r>
              <a:rPr lang="en-US" sz="2800" dirty="0" smtClean="0"/>
              <a:t>the architecture for Claude Code auto mode: </a:t>
            </a:r>
            <a:r>
              <a:rPr lang="en-US" sz="2800" dirty="0" smtClean="0">
                <a:hlinkClick r:id="rId2"/>
              </a:rPr>
              <a:t>https://</a:t>
            </a:r>
            <a:r>
              <a:rPr lang="en-US" sz="2800" dirty="0" smtClean="0">
                <a:hlinkClick r:id="rId2"/>
              </a:rPr>
              <a:t>www.anthropic.com/engineering/claude-code-auto-mode</a:t>
            </a:r>
            <a:endParaRPr lang="en-US" sz="2800" dirty="0" smtClean="0"/>
          </a:p>
          <a:p>
            <a:pPr lvl="1"/>
            <a:r>
              <a:rPr lang="en-US" sz="2400" dirty="0" smtClean="0"/>
              <a:t>Flowchart, Sequence diagram.</a:t>
            </a:r>
            <a:endParaRPr lang="en-US" sz="2400" dirty="0" smtClean="0"/>
          </a:p>
          <a:p>
            <a:r>
              <a:rPr lang="en-US" sz="2800" dirty="0" smtClean="0"/>
              <a:t>Document and explain the architecture </a:t>
            </a:r>
            <a:r>
              <a:rPr lang="en-US" sz="2800" dirty="0" smtClean="0"/>
              <a:t>for Arm </a:t>
            </a:r>
            <a:r>
              <a:rPr lang="en-US" sz="2800" dirty="0" err="1" smtClean="0"/>
              <a:t>Metis</a:t>
            </a:r>
            <a:r>
              <a:rPr lang="en-US" sz="2800" dirty="0" smtClean="0"/>
              <a:t>: </a:t>
            </a:r>
            <a:r>
              <a:rPr lang="en-US" sz="2800" dirty="0" smtClean="0">
                <a:hlinkClick r:id="rId3"/>
              </a:rPr>
              <a:t>https://</a:t>
            </a:r>
            <a:r>
              <a:rPr lang="en-US" sz="2800" dirty="0" smtClean="0">
                <a:hlinkClick r:id="rId3"/>
              </a:rPr>
              <a:t>github.com/arm/metis</a:t>
            </a:r>
            <a:endParaRPr lang="en-US" sz="2800" dirty="0" smtClean="0"/>
          </a:p>
          <a:p>
            <a:pPr lvl="1"/>
            <a:r>
              <a:rPr lang="en-US" sz="2400" dirty="0" smtClean="0"/>
              <a:t>4+1 view model.</a:t>
            </a:r>
          </a:p>
          <a:p>
            <a:pPr lvl="1"/>
            <a:r>
              <a:rPr lang="en-US" sz="2400" dirty="0" smtClean="0"/>
              <a:t>What </a:t>
            </a:r>
            <a:r>
              <a:rPr lang="en-US" sz="2400" dirty="0" smtClean="0"/>
              <a:t>is the use case for "triage findings</a:t>
            </a:r>
            <a:r>
              <a:rPr lang="en-US" sz="2400" dirty="0" smtClean="0"/>
              <a:t>"?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10770</TotalTime>
  <Words>1508</Words>
  <Application>Microsoft Office PowerPoint</Application>
  <PresentationFormat>On-screen Show (4:3)</PresentationFormat>
  <Paragraphs>167</Paragraphs>
  <Slides>54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Documenting Architectures</vt:lpstr>
      <vt:lpstr>Objectives</vt:lpstr>
      <vt:lpstr>Contents</vt:lpstr>
      <vt:lpstr>References</vt:lpstr>
      <vt:lpstr>Notations</vt:lpstr>
      <vt:lpstr>Semantics (Aspects, Contents)</vt:lpstr>
      <vt:lpstr>Slide 7</vt:lpstr>
      <vt:lpstr>UML Architecture Diagrams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Exercises</vt:lpstr>
      <vt:lpstr>Slide 21</vt:lpstr>
      <vt:lpstr>Module Views (I) [2]</vt:lpstr>
      <vt:lpstr>Module Views (II)</vt:lpstr>
      <vt:lpstr>Slide 24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31</vt:lpstr>
      <vt:lpstr>Data Model View</vt:lpstr>
      <vt:lpstr>Physical Data Model</vt:lpstr>
      <vt:lpstr>Slide 34</vt:lpstr>
      <vt:lpstr>Component-and-Connector (C&amp;C) Views</vt:lpstr>
      <vt:lpstr>Attachment Relation</vt:lpstr>
      <vt:lpstr>Interface Delegation Relation</vt:lpstr>
      <vt:lpstr>Slide 38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48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3728</cp:revision>
  <dcterms:created xsi:type="dcterms:W3CDTF">2007-10-06T08:25:13Z</dcterms:created>
  <dcterms:modified xsi:type="dcterms:W3CDTF">2026-06-04T15:30:39Z</dcterms:modified>
</cp:coreProperties>
</file>