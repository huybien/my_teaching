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10"/>
  </p:notesMasterIdLst>
  <p:sldIdLst>
    <p:sldId id="500" r:id="rId2"/>
    <p:sldId id="501" r:id="rId3"/>
    <p:sldId id="502" r:id="rId4"/>
    <p:sldId id="503" r:id="rId5"/>
    <p:sldId id="505" r:id="rId6"/>
    <p:sldId id="506" r:id="rId7"/>
    <p:sldId id="507" r:id="rId8"/>
    <p:sldId id="50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76" autoAdjust="0"/>
    <p:restoredTop sz="94667" autoAdjust="0"/>
  </p:normalViewPr>
  <p:slideViewPr>
    <p:cSldViewPr>
      <p:cViewPr>
        <p:scale>
          <a:sx n="50" d="100"/>
          <a:sy n="50" d="100"/>
        </p:scale>
        <p:origin x="-152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79648-DD18-489E-A5AD-A830DE47708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book/en/v2/Git-Internals-Plumbing-and-Porcelai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eecodecamp.org/news/git-internals-objects-branches-create-repo/?utm_source=chatgpt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to/calebsander/git-internals-part-1-the-git-object-model-474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err="1" smtClean="0"/>
              <a:t>Git</a:t>
            </a:r>
            <a:r>
              <a:rPr lang="en-US" sz="6000" dirty="0" smtClean="0"/>
              <a:t> Internals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None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https://git-scm.com/book/en/v2/Git-Internals-Plumbing-and-Porcelain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https://www.freecodecamp.org/news/git-internals-objects-branches-create-repo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dev.to/calebsander/git-internals-part-1-the-git-object-model-474m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11703</TotalTime>
  <Words>46</Words>
  <Application>Microsoft Office PowerPoint</Application>
  <PresentationFormat>On-screen Show (4:3)</PresentationFormat>
  <Paragraphs>15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Git Internals</vt:lpstr>
      <vt:lpstr>Objectives</vt:lpstr>
      <vt:lpstr>Contents</vt:lpstr>
      <vt:lpstr>References</vt:lpstr>
      <vt:lpstr>Slide 5</vt:lpstr>
      <vt:lpstr>Slide 6</vt:lpstr>
      <vt:lpstr>Slide 7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3771</cp:revision>
  <dcterms:created xsi:type="dcterms:W3CDTF">2007-10-06T08:25:13Z</dcterms:created>
  <dcterms:modified xsi:type="dcterms:W3CDTF">2025-10-20T11:58:37Z</dcterms:modified>
</cp:coreProperties>
</file>