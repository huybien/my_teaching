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477" r:id="rId3"/>
    <p:sldId id="607" r:id="rId4"/>
    <p:sldId id="478" r:id="rId5"/>
    <p:sldId id="619" r:id="rId6"/>
    <p:sldId id="609" r:id="rId7"/>
    <p:sldId id="616" r:id="rId8"/>
    <p:sldId id="617" r:id="rId9"/>
    <p:sldId id="618" r:id="rId10"/>
    <p:sldId id="612" r:id="rId11"/>
    <p:sldId id="614" r:id="rId12"/>
    <p:sldId id="615" r:id="rId13"/>
    <p:sldId id="610" r:id="rId14"/>
    <p:sldId id="584" r:id="rId15"/>
    <p:sldId id="620" r:id="rId16"/>
    <p:sldId id="621" r:id="rId17"/>
    <p:sldId id="623" r:id="rId18"/>
    <p:sldId id="34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2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2649A-E8C2-4E63-847C-E3C12E2B593A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8EF7B-86DF-4AA6-9431-0AC4A373501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r/bitnami/kafk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kafka.apache.org/intr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kafka.apache.org/download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ub.docker.com/r/bitnami/kafka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kafka.apache.org/books-and-paper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Kafka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Kafka?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https://hub.docker.com/r/bitnami/kafka</a:t>
            </a:r>
            <a:endParaRPr lang="en-US" sz="2400" dirty="0" smtClean="0"/>
          </a:p>
          <a:p>
            <a:r>
              <a:rPr lang="en-US" sz="2400" dirty="0" smtClean="0"/>
              <a:t>Apache Kafka is a distributed streaming platform designed to build real-time pipelines and can be used as a message broker or as a replacement for a log aggregation solution for big data applications.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Kafka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https://kafka.apache.org/intro</a:t>
            </a:r>
            <a:endParaRPr lang="en-US" sz="2200" dirty="0" smtClean="0"/>
          </a:p>
          <a:p>
            <a:r>
              <a:rPr lang="en-US" sz="2200" dirty="0" smtClean="0"/>
              <a:t>To </a:t>
            </a:r>
            <a:r>
              <a:rPr lang="en-US" sz="2200" b="1" dirty="0" smtClean="0"/>
              <a:t>publish</a:t>
            </a:r>
            <a:r>
              <a:rPr lang="en-US" sz="2200" dirty="0" smtClean="0"/>
              <a:t> (write) and </a:t>
            </a:r>
            <a:r>
              <a:rPr lang="en-US" sz="2200" b="1" dirty="0" smtClean="0"/>
              <a:t>subscribe to</a:t>
            </a:r>
            <a:r>
              <a:rPr lang="en-US" sz="2200" dirty="0" smtClean="0"/>
              <a:t> (read) streams of events, including continuous import/export of your data from other systems. </a:t>
            </a:r>
          </a:p>
          <a:p>
            <a:r>
              <a:rPr lang="en-US" sz="2200" dirty="0" smtClean="0"/>
              <a:t>To </a:t>
            </a:r>
            <a:r>
              <a:rPr lang="en-US" sz="2200" b="1" dirty="0" smtClean="0"/>
              <a:t>store</a:t>
            </a:r>
            <a:r>
              <a:rPr lang="en-US" sz="2200" dirty="0" smtClean="0"/>
              <a:t> streams of events durably and reliably for as long as you want. </a:t>
            </a:r>
          </a:p>
          <a:p>
            <a:r>
              <a:rPr lang="en-US" sz="2200" dirty="0" smtClean="0"/>
              <a:t>To </a:t>
            </a:r>
            <a:r>
              <a:rPr lang="en-US" sz="2200" b="1" dirty="0" smtClean="0"/>
              <a:t>process</a:t>
            </a:r>
            <a:r>
              <a:rPr lang="en-US" sz="2200" dirty="0" smtClean="0"/>
              <a:t> streams of events as they occur or retrospectively. </a:t>
            </a:r>
          </a:p>
          <a:p>
            <a:r>
              <a:rPr lang="en-US" sz="2200" dirty="0" smtClean="0"/>
              <a:t>And all this functionality is provided in a distributed, highly scalable, elastic, fault-tolerant, and secure manner.</a:t>
            </a:r>
          </a:p>
          <a:p>
            <a:r>
              <a:rPr lang="en-US" sz="2200" dirty="0" smtClean="0"/>
              <a:t>Kafka can be deployed on bare-metal hardware, virtual machines, and containers, and on-premises as well as in the cloud.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Kafka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event</a:t>
            </a:r>
            <a:r>
              <a:rPr lang="en-US" sz="2400" dirty="0" smtClean="0"/>
              <a:t> records the fact that "something happened" in the world or in your business.</a:t>
            </a:r>
          </a:p>
          <a:p>
            <a:r>
              <a:rPr lang="en-US" sz="2400" dirty="0" smtClean="0"/>
              <a:t>It is also called record or message in the documentation.</a:t>
            </a:r>
          </a:p>
          <a:p>
            <a:r>
              <a:rPr lang="en-US" sz="2400" dirty="0" smtClean="0"/>
              <a:t>Here's an example event: </a:t>
            </a:r>
          </a:p>
          <a:p>
            <a:pPr lvl="1"/>
            <a:r>
              <a:rPr lang="en-US" sz="2000" dirty="0" smtClean="0"/>
              <a:t>Event </a:t>
            </a:r>
            <a:r>
              <a:rPr lang="en-US" sz="2000" i="1" dirty="0" smtClean="0">
                <a:solidFill>
                  <a:srgbClr val="C00000"/>
                </a:solidFill>
              </a:rPr>
              <a:t>key</a:t>
            </a:r>
            <a:r>
              <a:rPr lang="en-US" sz="2000" dirty="0" smtClean="0"/>
              <a:t>: "Alice" </a:t>
            </a:r>
          </a:p>
          <a:p>
            <a:pPr lvl="1"/>
            <a:r>
              <a:rPr lang="en-US" sz="2000" dirty="0" smtClean="0"/>
              <a:t>Event </a:t>
            </a:r>
            <a:r>
              <a:rPr lang="en-US" sz="2000" i="1" dirty="0" smtClean="0">
                <a:solidFill>
                  <a:srgbClr val="C00000"/>
                </a:solidFill>
              </a:rPr>
              <a:t>value</a:t>
            </a:r>
            <a:r>
              <a:rPr lang="en-US" sz="2000" dirty="0" smtClean="0"/>
              <a:t>: "Made a payment of $200 to Bob" </a:t>
            </a:r>
          </a:p>
          <a:p>
            <a:pPr lvl="1"/>
            <a:r>
              <a:rPr lang="en-US" sz="2000" dirty="0" smtClean="0"/>
              <a:t>Event </a:t>
            </a:r>
            <a:r>
              <a:rPr lang="en-US" sz="2000" i="1" dirty="0" smtClean="0">
                <a:solidFill>
                  <a:srgbClr val="C00000"/>
                </a:solidFill>
              </a:rPr>
              <a:t>timestamp</a:t>
            </a:r>
            <a:r>
              <a:rPr lang="en-US" sz="2000" dirty="0" smtClean="0"/>
              <a:t>: "Jun. 25, 2020 at 2:06 p.m."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Kafka Producer and Consumer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Producers</a:t>
            </a:r>
            <a:r>
              <a:rPr lang="en-US" sz="2400" dirty="0" smtClean="0"/>
              <a:t> are those client applications that publish (</a:t>
            </a:r>
            <a:r>
              <a:rPr lang="en-US" sz="2400" u="sng" dirty="0" smtClean="0"/>
              <a:t>write</a:t>
            </a:r>
            <a:r>
              <a:rPr lang="en-US" sz="2400" dirty="0" smtClean="0"/>
              <a:t>) events to Kafka, and </a:t>
            </a:r>
            <a:r>
              <a:rPr lang="en-US" sz="2400" i="1" dirty="0" smtClean="0">
                <a:solidFill>
                  <a:srgbClr val="C00000"/>
                </a:solidFill>
              </a:rPr>
              <a:t>consumers</a:t>
            </a:r>
            <a:r>
              <a:rPr lang="en-US" sz="2400" dirty="0" smtClean="0"/>
              <a:t> are those that subscribe to (</a:t>
            </a:r>
            <a:r>
              <a:rPr lang="en-US" sz="2400" u="sng" dirty="0" smtClean="0"/>
              <a:t>read</a:t>
            </a:r>
            <a:r>
              <a:rPr lang="en-US" sz="2400" dirty="0" smtClean="0"/>
              <a:t> and </a:t>
            </a:r>
            <a:r>
              <a:rPr lang="en-US" sz="2400" u="sng" dirty="0" smtClean="0"/>
              <a:t>process</a:t>
            </a:r>
            <a:r>
              <a:rPr lang="en-US" sz="2400" dirty="0" smtClean="0"/>
              <a:t>) these events.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Kafka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Events are organized and durably stored in </a:t>
            </a:r>
            <a:r>
              <a:rPr lang="en-US" sz="1800" i="1" dirty="0" smtClean="0">
                <a:solidFill>
                  <a:srgbClr val="C00000"/>
                </a:solidFill>
              </a:rPr>
              <a:t>topics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Topics in Kafka are always multi-producer and multi-subscriber: a topic can have zero, one, or many producers that write events to it, as well as zero, one, or many consumers that subscribe to these events.</a:t>
            </a:r>
          </a:p>
          <a:p>
            <a:r>
              <a:rPr lang="en-US" sz="1800" dirty="0" smtClean="0"/>
              <a:t>Topics are </a:t>
            </a:r>
            <a:r>
              <a:rPr lang="en-US" sz="1800" i="1" dirty="0" smtClean="0">
                <a:solidFill>
                  <a:srgbClr val="C00000"/>
                </a:solidFill>
              </a:rPr>
              <a:t>partitioned</a:t>
            </a:r>
            <a:r>
              <a:rPr lang="en-US" sz="1800" dirty="0" smtClean="0"/>
              <a:t>, meaning a topic is spread over a number of "buckets" located on different Kafka </a:t>
            </a:r>
            <a:r>
              <a:rPr lang="en-US" sz="1800" u="sng" dirty="0" smtClean="0"/>
              <a:t>brokers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pic>
        <p:nvPicPr>
          <p:cNvPr id="1026" name="Picture 2" descr="https://kafka.apache.org/images/streams-and-tables-p1_p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3755" y="3657600"/>
            <a:ext cx="5547645" cy="28728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and Run Kafka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https://kafka.apache.org/quickstart</a:t>
            </a:r>
          </a:p>
          <a:p>
            <a:r>
              <a:rPr lang="en-US" sz="2400" dirty="0" smtClean="0">
                <a:hlinkClick r:id="rId2"/>
              </a:rPr>
              <a:t>https://kafka.apache.org/downloads</a:t>
            </a:r>
            <a:endParaRPr lang="en-US" sz="2400" dirty="0" smtClean="0"/>
          </a:p>
          <a:p>
            <a:r>
              <a:rPr lang="en-US" sz="1800" dirty="0" smtClean="0">
                <a:latin typeface="Consolas" pitchFamily="49" charset="0"/>
              </a:rPr>
              <a:t>curl https://mirror.downloadvn.com/apache/kafka/2.8.0/kafka_2.13-2.8.0.tgz -o kafka_2.13-2.8.0.tgz</a:t>
            </a:r>
          </a:p>
          <a:p>
            <a:r>
              <a:rPr lang="en-US" sz="1800" dirty="0" smtClean="0">
                <a:latin typeface="Consolas" pitchFamily="49" charset="0"/>
              </a:rPr>
              <a:t>tar -</a:t>
            </a:r>
            <a:r>
              <a:rPr lang="en-US" sz="1800" dirty="0" err="1" smtClean="0">
                <a:latin typeface="Consolas" pitchFamily="49" charset="0"/>
              </a:rPr>
              <a:t>xzf</a:t>
            </a:r>
            <a:r>
              <a:rPr lang="en-US" sz="1800" dirty="0" smtClean="0">
                <a:latin typeface="Consolas" pitchFamily="49" charset="0"/>
              </a:rPr>
              <a:t> kafka_2.13-2.8.0.tgz</a:t>
            </a:r>
          </a:p>
          <a:p>
            <a:r>
              <a:rPr lang="en-US" sz="1800" dirty="0" err="1" smtClean="0">
                <a:latin typeface="Consolas" pitchFamily="49" charset="0"/>
              </a:rPr>
              <a:t>cd</a:t>
            </a:r>
            <a:r>
              <a:rPr lang="en-US" sz="1800" dirty="0" smtClean="0">
                <a:latin typeface="Consolas" pitchFamily="49" charset="0"/>
              </a:rPr>
              <a:t> kafka_2.13-2.8.0</a:t>
            </a:r>
          </a:p>
          <a:p>
            <a:endParaRPr lang="en-US" sz="1800" dirty="0" smtClean="0">
              <a:latin typeface="Consolas" pitchFamily="49" charset="0"/>
            </a:endParaRPr>
          </a:p>
          <a:p>
            <a:r>
              <a:rPr lang="en-US" sz="1800" i="1" dirty="0" smtClean="0"/>
              <a:t># Start the </a:t>
            </a:r>
            <a:r>
              <a:rPr lang="en-US" sz="1800" i="1" dirty="0" err="1" smtClean="0"/>
              <a:t>ZooKeeper</a:t>
            </a:r>
            <a:r>
              <a:rPr lang="en-US" sz="1800" i="1" dirty="0" smtClean="0"/>
              <a:t> service # Note: Soon, </a:t>
            </a:r>
            <a:r>
              <a:rPr lang="en-US" sz="1800" i="1" dirty="0" err="1" smtClean="0"/>
              <a:t>ZooKeeper</a:t>
            </a:r>
            <a:r>
              <a:rPr lang="en-US" sz="1800" i="1" dirty="0" smtClean="0"/>
              <a:t> will no longer be required by Apache Kafka.</a:t>
            </a:r>
            <a:endParaRPr lang="en-US" sz="1800" i="1" dirty="0" smtClean="0">
              <a:latin typeface="Consolas" pitchFamily="49" charset="0"/>
            </a:endParaRPr>
          </a:p>
          <a:p>
            <a:r>
              <a:rPr lang="en-US" sz="1800" b="1" dirty="0" smtClean="0">
                <a:latin typeface="Consolas" pitchFamily="49" charset="0"/>
              </a:rPr>
              <a:t>bin/zookeeper-server-start.sh </a:t>
            </a:r>
            <a:r>
              <a:rPr lang="en-US" sz="1800" b="1" dirty="0" err="1" smtClean="0">
                <a:latin typeface="Consolas" pitchFamily="49" charset="0"/>
              </a:rPr>
              <a:t>config</a:t>
            </a:r>
            <a:r>
              <a:rPr lang="en-US" sz="1800" b="1" dirty="0" smtClean="0">
                <a:latin typeface="Consolas" pitchFamily="49" charset="0"/>
              </a:rPr>
              <a:t>/</a:t>
            </a:r>
            <a:r>
              <a:rPr lang="en-US" sz="1800" b="1" dirty="0" err="1" smtClean="0">
                <a:latin typeface="Consolas" pitchFamily="49" charset="0"/>
              </a:rPr>
              <a:t>zookeeper.properties</a:t>
            </a:r>
            <a:endParaRPr lang="en-US" sz="1800" b="1" dirty="0" smtClean="0">
              <a:latin typeface="Consolas" pitchFamily="49" charset="0"/>
            </a:endParaRPr>
          </a:p>
          <a:p>
            <a:endParaRPr lang="en-US" sz="1800" dirty="0" smtClean="0">
              <a:latin typeface="Consolas" pitchFamily="49" charset="0"/>
            </a:endParaRPr>
          </a:p>
          <a:p>
            <a:r>
              <a:rPr lang="en-US" sz="1800" i="1" dirty="0" smtClean="0"/>
              <a:t># Start the Kafka broker service (in another terminal session)</a:t>
            </a:r>
          </a:p>
          <a:p>
            <a:r>
              <a:rPr lang="en-US" sz="1800" b="1" dirty="0" smtClean="0">
                <a:latin typeface="Consolas" pitchFamily="49" charset="0"/>
              </a:rPr>
              <a:t>bin/kafka-server-start.sh </a:t>
            </a:r>
            <a:r>
              <a:rPr lang="en-US" sz="1800" b="1" dirty="0" err="1" smtClean="0">
                <a:latin typeface="Consolas" pitchFamily="49" charset="0"/>
              </a:rPr>
              <a:t>config</a:t>
            </a:r>
            <a:r>
              <a:rPr lang="en-US" sz="1800" b="1" dirty="0" smtClean="0">
                <a:latin typeface="Consolas" pitchFamily="49" charset="0"/>
              </a:rPr>
              <a:t>/</a:t>
            </a:r>
            <a:r>
              <a:rPr lang="en-US" sz="1800" b="1" dirty="0" err="1" smtClean="0">
                <a:latin typeface="Consolas" pitchFamily="49" charset="0"/>
              </a:rPr>
              <a:t>server.properties</a:t>
            </a:r>
            <a:endParaRPr lang="en-US" sz="1800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Topic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bin/kafka-topics.sh --create --topic </a:t>
            </a:r>
            <a:r>
              <a:rPr lang="en-US" sz="2200" dirty="0" err="1" smtClean="0">
                <a:latin typeface="Consolas" pitchFamily="49" charset="0"/>
              </a:rPr>
              <a:t>quickstart</a:t>
            </a:r>
            <a:r>
              <a:rPr lang="en-US" sz="2200" dirty="0" smtClean="0">
                <a:latin typeface="Consolas" pitchFamily="49" charset="0"/>
              </a:rPr>
              <a:t>-events --bootstrap-server localhost:9092</a:t>
            </a:r>
          </a:p>
          <a:p>
            <a:r>
              <a:rPr lang="en-US" sz="2200" dirty="0" smtClean="0">
                <a:latin typeface="Consolas" pitchFamily="49" charset="0"/>
              </a:rPr>
              <a:t>bin/kafka-topics.sh --describe --topic </a:t>
            </a:r>
            <a:r>
              <a:rPr lang="en-US" sz="2200" dirty="0" err="1" smtClean="0">
                <a:latin typeface="Consolas" pitchFamily="49" charset="0"/>
              </a:rPr>
              <a:t>quickstart</a:t>
            </a:r>
            <a:r>
              <a:rPr lang="en-US" sz="2200" dirty="0" smtClean="0">
                <a:latin typeface="Consolas" pitchFamily="49" charset="0"/>
              </a:rPr>
              <a:t>-events --bootstrap-server localhost:9092</a:t>
            </a: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562350"/>
            <a:ext cx="62833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Write and Read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bin/kafka-console-producer.sh --topic </a:t>
            </a:r>
            <a:r>
              <a:rPr lang="en-US" sz="2200" dirty="0" err="1" smtClean="0">
                <a:latin typeface="Consolas" pitchFamily="49" charset="0"/>
              </a:rPr>
              <a:t>quickstart</a:t>
            </a:r>
            <a:r>
              <a:rPr lang="en-US" sz="2200" dirty="0" smtClean="0">
                <a:latin typeface="Consolas" pitchFamily="49" charset="0"/>
              </a:rPr>
              <a:t>-events --bootstrap-server localhost:9092</a:t>
            </a:r>
          </a:p>
          <a:p>
            <a:r>
              <a:rPr lang="en-US" sz="2200" dirty="0" smtClean="0">
                <a:latin typeface="Consolas" pitchFamily="49" charset="0"/>
              </a:rPr>
              <a:t>bin/kafka-console-consumer.sh --topic </a:t>
            </a:r>
            <a:r>
              <a:rPr lang="en-US" sz="2200" dirty="0" err="1" smtClean="0">
                <a:latin typeface="Consolas" pitchFamily="49" charset="0"/>
              </a:rPr>
              <a:t>quickstart</a:t>
            </a:r>
            <a:r>
              <a:rPr lang="en-US" sz="2200" dirty="0" smtClean="0">
                <a:latin typeface="Consolas" pitchFamily="49" charset="0"/>
              </a:rPr>
              <a:t>-events --from-beginning --bootstrap-server localhost:9092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75285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Kafka?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Run Kafka </a:t>
            </a:r>
            <a:r>
              <a:rPr lang="en-US" dirty="0" err="1" smtClean="0"/>
              <a:t>Docker</a:t>
            </a:r>
            <a:r>
              <a:rPr lang="en-US" dirty="0" smtClean="0"/>
              <a:t>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https://hub.docker.com/r/bitnami/kafka</a:t>
            </a:r>
            <a:endParaRPr lang="en-US" sz="2400" dirty="0" smtClean="0">
              <a:latin typeface="+mj-lt"/>
            </a:endParaRPr>
          </a:p>
          <a:p>
            <a:r>
              <a:rPr lang="en-US" sz="1800" dirty="0" err="1" smtClean="0">
                <a:latin typeface="Consolas" pitchFamily="49" charset="0"/>
              </a:rPr>
              <a:t>mkdir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kafka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cd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kafka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Consolas" pitchFamily="49" charset="0"/>
              </a:rPr>
              <a:t>curl -</a:t>
            </a:r>
            <a:r>
              <a:rPr lang="en-US" sz="1800" dirty="0" err="1" smtClean="0">
                <a:latin typeface="Consolas" pitchFamily="49" charset="0"/>
              </a:rPr>
              <a:t>sSL</a:t>
            </a:r>
            <a:r>
              <a:rPr lang="en-US" sz="1800" dirty="0" smtClean="0">
                <a:latin typeface="Consolas" pitchFamily="49" charset="0"/>
              </a:rPr>
              <a:t> https://raw.githubusercontent.com/bitnami/bitnami-docker-kafka/master/docker-compose.yml &gt; docker-compose.yml</a:t>
            </a:r>
          </a:p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-compose up -d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7975" y="4191000"/>
            <a:ext cx="3448050" cy="154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Connect to </a:t>
            </a:r>
            <a:r>
              <a:rPr lang="en-US" smtClean="0"/>
              <a:t>Kafka 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 exec -it kafka-zookeeper-1 bash</a:t>
            </a:r>
          </a:p>
          <a:p>
            <a:r>
              <a:rPr lang="en-US" sz="1800" dirty="0" smtClean="0">
                <a:latin typeface="Consolas" pitchFamily="49" charset="0"/>
              </a:rPr>
              <a:t>kafka-topics.sh --create --topic </a:t>
            </a:r>
            <a:r>
              <a:rPr lang="en-US" sz="1800" dirty="0" err="1" smtClean="0">
                <a:latin typeface="Consolas" pitchFamily="49" charset="0"/>
              </a:rPr>
              <a:t>quickstart</a:t>
            </a:r>
            <a:r>
              <a:rPr lang="en-US" sz="1800" dirty="0" smtClean="0">
                <a:latin typeface="Consolas" pitchFamily="49" charset="0"/>
              </a:rPr>
              <a:t>-events --bootstrap-server localhost:9092</a:t>
            </a:r>
          </a:p>
          <a:p>
            <a:r>
              <a:rPr lang="en-US" sz="1800" dirty="0" smtClean="0">
                <a:latin typeface="Consolas" pitchFamily="49" charset="0"/>
              </a:rPr>
              <a:t>kafka-topics.sh --describe --topic </a:t>
            </a:r>
            <a:r>
              <a:rPr lang="en-US" sz="1800" dirty="0" err="1" smtClean="0">
                <a:latin typeface="Consolas" pitchFamily="49" charset="0"/>
              </a:rPr>
              <a:t>quickstart</a:t>
            </a:r>
            <a:r>
              <a:rPr lang="en-US" sz="1800" dirty="0" smtClean="0">
                <a:latin typeface="Consolas" pitchFamily="49" charset="0"/>
              </a:rPr>
              <a:t>-events --bootstrap-server localhost:9092</a:t>
            </a:r>
          </a:p>
          <a:p>
            <a:pPr lvl="1"/>
            <a:r>
              <a:rPr lang="en-US" sz="1400" dirty="0" smtClean="0">
                <a:latin typeface="Consolas" pitchFamily="49" charset="0"/>
              </a:rPr>
              <a:t>This is my first event.</a:t>
            </a:r>
          </a:p>
          <a:p>
            <a:pPr lvl="1"/>
            <a:r>
              <a:rPr lang="en-US" sz="1400" dirty="0" smtClean="0">
                <a:latin typeface="Consolas" pitchFamily="49" charset="0"/>
              </a:rPr>
              <a:t>This is my second event.</a:t>
            </a:r>
          </a:p>
          <a:p>
            <a:r>
              <a:rPr lang="en-US" sz="1800" dirty="0" smtClean="0">
                <a:latin typeface="Consolas" pitchFamily="49" charset="0"/>
              </a:rPr>
              <a:t>kafka-console-producer.sh --topic </a:t>
            </a:r>
            <a:r>
              <a:rPr lang="en-US" sz="1800" dirty="0" err="1" smtClean="0">
                <a:latin typeface="Consolas" pitchFamily="49" charset="0"/>
              </a:rPr>
              <a:t>quickstart</a:t>
            </a:r>
            <a:r>
              <a:rPr lang="en-US" sz="1800" dirty="0" smtClean="0">
                <a:latin typeface="Consolas" pitchFamily="49" charset="0"/>
              </a:rPr>
              <a:t>-events --bootstrap-server localhost:9092</a:t>
            </a:r>
          </a:p>
          <a:p>
            <a:endParaRPr lang="en-US" sz="1800" dirty="0">
              <a:latin typeface="Consolas" pitchFamily="49" charset="0"/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5425" y="4432300"/>
            <a:ext cx="6153150" cy="196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https://kafka.apache.org/books-and-papers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32105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9286</TotalTime>
  <Words>539</Words>
  <Application>Microsoft Office PowerPoint</Application>
  <PresentationFormat>On-screen Show (4:3)</PresentationFormat>
  <Paragraphs>68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Kafka</vt:lpstr>
      <vt:lpstr>Objectives</vt:lpstr>
      <vt:lpstr>Contents</vt:lpstr>
      <vt:lpstr>References</vt:lpstr>
      <vt:lpstr>What is Kafka?</vt:lpstr>
      <vt:lpstr>Kafka Features</vt:lpstr>
      <vt:lpstr>Kafka Event</vt:lpstr>
      <vt:lpstr>Kafka Producer and Consumer</vt:lpstr>
      <vt:lpstr>Kafka Topics</vt:lpstr>
      <vt:lpstr>1. Download and Run Kafka</vt:lpstr>
      <vt:lpstr>2. Create a Topic</vt:lpstr>
      <vt:lpstr>3. Write and Read Events</vt:lpstr>
      <vt:lpstr>Why Kafka?</vt:lpstr>
      <vt:lpstr>Slide 14</vt:lpstr>
      <vt:lpstr>1. Run Kafka Docker Image</vt:lpstr>
      <vt:lpstr>2. Connect to Kafka Container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3616</cp:revision>
  <dcterms:created xsi:type="dcterms:W3CDTF">2007-10-06T08:25:13Z</dcterms:created>
  <dcterms:modified xsi:type="dcterms:W3CDTF">2025-03-18T10:22:28Z</dcterms:modified>
</cp:coreProperties>
</file>