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477" r:id="rId3"/>
    <p:sldId id="607" r:id="rId4"/>
    <p:sldId id="478" r:id="rId5"/>
    <p:sldId id="608" r:id="rId6"/>
    <p:sldId id="650" r:id="rId7"/>
    <p:sldId id="623" r:id="rId8"/>
    <p:sldId id="651" r:id="rId9"/>
    <p:sldId id="652" r:id="rId10"/>
    <p:sldId id="653" r:id="rId11"/>
    <p:sldId id="34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06" autoAdjust="0"/>
    <p:restoredTop sz="94667" autoAdjust="0"/>
  </p:normalViewPr>
  <p:slideViewPr>
    <p:cSldViewPr>
      <p:cViewPr>
        <p:scale>
          <a:sx n="60" d="100"/>
          <a:sy n="60" d="100"/>
        </p:scale>
        <p:origin x="-1260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12C56-9914-4E1B-8096-3F8D8B76373A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85866-E1FF-45B8-BF0C-9A23A1C230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agent-framework/tree/main/dotnet/samples/02-agents/Harness" TargetMode="External"/><Relationship Id="rId2" Type="http://schemas.openxmlformats.org/officeDocument/2006/relationships/hyperlink" Target="https://devblogs.microsoft.com/agent-framework/the-microsoft-agent-framework-harness-is-now-released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icrosoft/agent-framework/tree/main/python/samples/02-agents/harnes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qdrant.tech/documentation/cloud/inferenc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Generative AI Design Patterns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800" dirty="0" err="1" smtClean="0"/>
              <a:t>Valliappa</a:t>
            </a:r>
            <a:r>
              <a:rPr lang="en-US" sz="2800" dirty="0" smtClean="0"/>
              <a:t> </a:t>
            </a:r>
            <a:r>
              <a:rPr lang="en-US" sz="2800" dirty="0" err="1" smtClean="0"/>
              <a:t>Lakshmanan</a:t>
            </a:r>
            <a:r>
              <a:rPr lang="en-US" sz="2800" dirty="0" smtClean="0"/>
              <a:t> and </a:t>
            </a:r>
            <a:r>
              <a:rPr lang="en-US" sz="2800" dirty="0" err="1" smtClean="0"/>
              <a:t>Hannes</a:t>
            </a:r>
            <a:r>
              <a:rPr lang="en-US" sz="2800" dirty="0" smtClean="0"/>
              <a:t> </a:t>
            </a:r>
            <a:r>
              <a:rPr lang="en-US" sz="2800" dirty="0" err="1" smtClean="0"/>
              <a:t>Hapke</a:t>
            </a:r>
            <a:r>
              <a:rPr lang="en-US" sz="2800" dirty="0" smtClean="0"/>
              <a:t> (2025). Generative AI Design Patterns. </a:t>
            </a:r>
            <a:r>
              <a:rPr lang="en-US" sz="2800" dirty="0" smtClean="0"/>
              <a:t>O'Reilly.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Foundational Models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Mixture of experts (</a:t>
            </a:r>
            <a:r>
              <a:rPr lang="en-US" sz="2400" i="1" dirty="0" err="1" smtClean="0">
                <a:solidFill>
                  <a:srgbClr val="C00000"/>
                </a:solidFill>
              </a:rPr>
              <a:t>MoE</a:t>
            </a:r>
            <a:r>
              <a:rPr lang="en-US" sz="2400" i="1" dirty="0" smtClean="0">
                <a:solidFill>
                  <a:srgbClr val="C00000"/>
                </a:solidFill>
              </a:rPr>
              <a:t>) model</a:t>
            </a:r>
            <a:r>
              <a:rPr lang="en-US" sz="2400" dirty="0" smtClean="0"/>
              <a:t>: an optimization that allows models to have a large number of parameters while activating only a fraction of them for each token.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524000"/>
            <a:ext cx="3329940" cy="4886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Logits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Logits</a:t>
            </a:r>
            <a:r>
              <a:rPr lang="en-US" sz="2400" dirty="0" smtClean="0"/>
              <a:t> are the </a:t>
            </a:r>
            <a:r>
              <a:rPr lang="en-US" sz="2400" u="sng" dirty="0" smtClean="0"/>
              <a:t>raw</a:t>
            </a:r>
            <a:r>
              <a:rPr lang="en-US" sz="2400" dirty="0" smtClean="0"/>
              <a:t>, </a:t>
            </a:r>
            <a:r>
              <a:rPr lang="en-US" sz="2400" dirty="0" err="1" smtClean="0"/>
              <a:t>unnormalized</a:t>
            </a:r>
            <a:r>
              <a:rPr lang="en-US" sz="2400" dirty="0" smtClean="0"/>
              <a:t> </a:t>
            </a:r>
            <a:r>
              <a:rPr lang="en-US" sz="2400" u="sng" dirty="0" smtClean="0"/>
              <a:t>outputs</a:t>
            </a:r>
            <a:r>
              <a:rPr lang="en-US" sz="2400" dirty="0" smtClean="0"/>
              <a:t> from a language model’s final layer before they’re converted into probabilities.</a:t>
            </a:r>
          </a:p>
          <a:p>
            <a:r>
              <a:rPr lang="en-US" sz="2400" dirty="0" err="1" smtClean="0"/>
              <a:t>Logits</a:t>
            </a:r>
            <a:r>
              <a:rPr lang="en-US" sz="2400" dirty="0" smtClean="0"/>
              <a:t> represent the model’s assessment of how likely each token in its vocabulary is to be the next token in a sequence.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softmax</a:t>
            </a:r>
            <a:r>
              <a:rPr lang="en-US" sz="2400" dirty="0" smtClean="0"/>
              <a:t> of the </a:t>
            </a:r>
            <a:r>
              <a:rPr lang="en-US" sz="2400" dirty="0" err="1" smtClean="0"/>
              <a:t>logits</a:t>
            </a:r>
            <a:r>
              <a:rPr lang="en-US" sz="2400" dirty="0" smtClean="0"/>
              <a:t> gives you the probability of various continuations.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4162425"/>
            <a:ext cx="457200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 Harness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https://devblogs.microsoft.com/agent-framework/the-microsoft-agent-framework-harness-is-now-released/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https://github.com/microsoft/agent-framework/tree/main/dotnet/samples/02-agents/Harness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</a:t>
            </a:r>
            <a:r>
              <a:rPr lang="en-US" sz="2400" smtClean="0">
                <a:hlinkClick r:id="rId4"/>
              </a:rPr>
              <a:t>://github.com/microsoft/agent-framework/tree/main/python/samples/02-agents/harness</a:t>
            </a:r>
            <a:endParaRPr lang="en-US" sz="240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Generate </a:t>
            </a:r>
            <a:r>
              <a:rPr lang="en-US" smtClean="0"/>
              <a:t>embeddings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</a:t>
            </a:r>
            <a:r>
              <a:rPr lang="en-US" dirty="0" smtClean="0">
                <a:hlinkClick r:id="rId2"/>
              </a:rPr>
              <a:t>://qdrant.tech/documentation/cloud/inference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err="1" smtClean="0"/>
              <a:t>Qdrant</a:t>
            </a:r>
            <a:r>
              <a:rPr lang="en-US" dirty="0" smtClean="0"/>
              <a:t> Cloud can also generate embeddings through Cloud Inference.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11152</TotalTime>
  <Words>172</Words>
  <Application>Microsoft Office PowerPoint</Application>
  <PresentationFormat>On-screen Show (4:3)</PresentationFormat>
  <Paragraphs>25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Generative AI Design Patterns</vt:lpstr>
      <vt:lpstr>Objectives</vt:lpstr>
      <vt:lpstr>Contents</vt:lpstr>
      <vt:lpstr>References</vt:lpstr>
      <vt:lpstr>Foundational Models [1]</vt:lpstr>
      <vt:lpstr>Logits</vt:lpstr>
      <vt:lpstr>Slide 7</vt:lpstr>
      <vt:lpstr>Agent Harness</vt:lpstr>
      <vt:lpstr>Slide 9</vt:lpstr>
      <vt:lpstr>Generate embeddings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4300</cp:revision>
  <dcterms:created xsi:type="dcterms:W3CDTF">2007-10-06T08:25:13Z</dcterms:created>
  <dcterms:modified xsi:type="dcterms:W3CDTF">2026-08-03T11:34:45Z</dcterms:modified>
</cp:coreProperties>
</file>