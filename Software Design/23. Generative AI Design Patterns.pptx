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477" r:id="rId3"/>
    <p:sldId id="607" r:id="rId4"/>
    <p:sldId id="478" r:id="rId5"/>
    <p:sldId id="608" r:id="rId6"/>
    <p:sldId id="650" r:id="rId7"/>
    <p:sldId id="623" r:id="rId8"/>
    <p:sldId id="34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6" autoAdjust="0"/>
    <p:restoredTop sz="94667" autoAdjust="0"/>
  </p:normalViewPr>
  <p:slideViewPr>
    <p:cSldViewPr>
      <p:cViewPr>
        <p:scale>
          <a:sx n="60" d="100"/>
          <a:sy n="60" d="100"/>
        </p:scale>
        <p:origin x="-1260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12C56-9914-4E1B-8096-3F8D8B76373A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85866-E1FF-45B8-BF0C-9A23A1C230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Generative AI Design Patterns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Foundational Models </a:t>
            </a:r>
            <a:r>
              <a:rPr lang="en-US" dirty="0" smtClean="0"/>
              <a:t>[1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Mixture </a:t>
            </a:r>
            <a:r>
              <a:rPr lang="en-US" sz="2400" i="1" dirty="0" smtClean="0">
                <a:solidFill>
                  <a:srgbClr val="C00000"/>
                </a:solidFill>
              </a:rPr>
              <a:t>of experts (</a:t>
            </a:r>
            <a:r>
              <a:rPr lang="en-US" sz="2400" i="1" dirty="0" err="1" smtClean="0">
                <a:solidFill>
                  <a:srgbClr val="C00000"/>
                </a:solidFill>
              </a:rPr>
              <a:t>MoE</a:t>
            </a:r>
            <a:r>
              <a:rPr lang="en-US" sz="2400" i="1" dirty="0" smtClean="0">
                <a:solidFill>
                  <a:srgbClr val="C00000"/>
                </a:solidFill>
              </a:rPr>
              <a:t>) model</a:t>
            </a:r>
            <a:r>
              <a:rPr lang="en-US" sz="2400" dirty="0" smtClean="0"/>
              <a:t>: an optimization that allows models to have a large number of </a:t>
            </a:r>
            <a:r>
              <a:rPr lang="en-US" sz="2400" dirty="0" smtClean="0"/>
              <a:t>parameters while </a:t>
            </a:r>
            <a:r>
              <a:rPr lang="en-US" sz="2400" dirty="0" smtClean="0"/>
              <a:t>activating only a fraction of them for each token.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524000"/>
            <a:ext cx="3329940" cy="4886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Logits</a:t>
            </a:r>
            <a:r>
              <a:rPr lang="en-US" sz="2400" dirty="0" smtClean="0"/>
              <a:t> are the </a:t>
            </a:r>
            <a:r>
              <a:rPr lang="en-US" sz="2400" u="sng" dirty="0" smtClean="0"/>
              <a:t>raw</a:t>
            </a:r>
            <a:r>
              <a:rPr lang="en-US" sz="2400" dirty="0" smtClean="0"/>
              <a:t>, </a:t>
            </a:r>
            <a:r>
              <a:rPr lang="en-US" sz="2400" dirty="0" err="1" smtClean="0"/>
              <a:t>unnormalized</a:t>
            </a:r>
            <a:r>
              <a:rPr lang="en-US" sz="2400" dirty="0" smtClean="0"/>
              <a:t> </a:t>
            </a:r>
            <a:r>
              <a:rPr lang="en-US" sz="2400" u="sng" dirty="0" smtClean="0"/>
              <a:t>outputs</a:t>
            </a:r>
            <a:r>
              <a:rPr lang="en-US" sz="2400" dirty="0" smtClean="0"/>
              <a:t> from a language model’s final layer </a:t>
            </a:r>
            <a:r>
              <a:rPr lang="en-US" sz="2400" dirty="0" smtClean="0"/>
              <a:t>before they’re </a:t>
            </a:r>
            <a:r>
              <a:rPr lang="en-US" sz="2400" dirty="0" smtClean="0"/>
              <a:t>converted into probabilities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Logits</a:t>
            </a:r>
            <a:r>
              <a:rPr lang="en-US" sz="2400" dirty="0" smtClean="0"/>
              <a:t> </a:t>
            </a:r>
            <a:r>
              <a:rPr lang="en-US" sz="2400" dirty="0" smtClean="0"/>
              <a:t>represent the model’s assessment of </a:t>
            </a:r>
            <a:r>
              <a:rPr lang="en-US" sz="2400" dirty="0" smtClean="0"/>
              <a:t>how likely </a:t>
            </a:r>
            <a:r>
              <a:rPr lang="en-US" sz="2400" dirty="0" smtClean="0"/>
              <a:t>each token in its vocabulary is to be the next token in a sequence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of the </a:t>
            </a:r>
            <a:r>
              <a:rPr lang="en-US" sz="2400" dirty="0" err="1" smtClean="0"/>
              <a:t>logits</a:t>
            </a:r>
            <a:r>
              <a:rPr lang="en-US" sz="2400" dirty="0" smtClean="0"/>
              <a:t> gives you the probability of various </a:t>
            </a:r>
            <a:r>
              <a:rPr lang="en-US" sz="2400" dirty="0" smtClean="0"/>
              <a:t>continuations.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4162425"/>
            <a:ext cx="45720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11114</TotalTime>
  <Words>129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Generative AI Design Patterns</vt:lpstr>
      <vt:lpstr>Objectives</vt:lpstr>
      <vt:lpstr>Contents</vt:lpstr>
      <vt:lpstr>References</vt:lpstr>
      <vt:lpstr>Foundational Models [1]</vt:lpstr>
      <vt:lpstr>Logits</vt:lpstr>
      <vt:lpstr>Slide 7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4285</cp:revision>
  <dcterms:created xsi:type="dcterms:W3CDTF">2007-10-06T08:25:13Z</dcterms:created>
  <dcterms:modified xsi:type="dcterms:W3CDTF">2026-05-20T19:06:23Z</dcterms:modified>
</cp:coreProperties>
</file>