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482" r:id="rId16"/>
    <p:sldId id="440" r:id="rId17"/>
    <p:sldId id="483" r:id="rId18"/>
    <p:sldId id="438" r:id="rId19"/>
    <p:sldId id="441" r:id="rId20"/>
    <p:sldId id="522" r:id="rId21"/>
    <p:sldId id="523" r:id="rId22"/>
    <p:sldId id="484" r:id="rId23"/>
    <p:sldId id="533" r:id="rId24"/>
    <p:sldId id="536" r:id="rId25"/>
    <p:sldId id="507" r:id="rId26"/>
    <p:sldId id="534" r:id="rId27"/>
    <p:sldId id="535" r:id="rId28"/>
    <p:sldId id="509" r:id="rId29"/>
    <p:sldId id="487" r:id="rId30"/>
    <p:sldId id="494" r:id="rId31"/>
    <p:sldId id="525" r:id="rId32"/>
    <p:sldId id="510" r:id="rId33"/>
    <p:sldId id="499" r:id="rId34"/>
    <p:sldId id="500" r:id="rId35"/>
    <p:sldId id="497" r:id="rId36"/>
    <p:sldId id="498" r:id="rId37"/>
    <p:sldId id="526" r:id="rId38"/>
    <p:sldId id="511" r:id="rId39"/>
    <p:sldId id="503" r:id="rId40"/>
    <p:sldId id="504" r:id="rId41"/>
    <p:sldId id="512" r:id="rId42"/>
    <p:sldId id="501" r:id="rId43"/>
    <p:sldId id="502" r:id="rId44"/>
    <p:sldId id="514" r:id="rId45"/>
    <p:sldId id="515" r:id="rId46"/>
    <p:sldId id="516" r:id="rId47"/>
    <p:sldId id="527" r:id="rId48"/>
    <p:sldId id="528" r:id="rId49"/>
    <p:sldId id="529" r:id="rId50"/>
    <p:sldId id="530" r:id="rId51"/>
    <p:sldId id="531" r:id="rId52"/>
    <p:sldId id="532" r:id="rId53"/>
    <p:sldId id="517" r:id="rId54"/>
    <p:sldId id="518" r:id="rId55"/>
    <p:sldId id="359" r:id="rId5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196" autoAdjust="0"/>
    <p:restoredTop sz="94667" autoAdjust="0"/>
  </p:normalViewPr>
  <p:slideViewPr>
    <p:cSldViewPr>
      <p:cViewPr>
        <p:scale>
          <a:sx n="50" d="100"/>
          <a:sy n="50" d="100"/>
        </p:scale>
        <p:origin x="-1604" y="-482"/>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5/30/2026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5/30/2026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5/30/2026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5/30/2026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locust.io/"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Performance</a:t>
            </a:r>
            <a:endParaRPr lang="en-US" dirty="0"/>
          </a:p>
        </p:txBody>
      </p:sp>
      <p:sp>
        <p:nvSpPr>
          <p:cNvPr id="3" name="Content Placeholder 2"/>
          <p:cNvSpPr>
            <a:spLocks noGrp="1"/>
          </p:cNvSpPr>
          <p:nvPr>
            <p:ph idx="1"/>
          </p:nvPr>
        </p:nvSpPr>
        <p:spPr/>
        <p:txBody>
          <a:bodyPr/>
          <a:lstStyle/>
          <a:p>
            <a:r>
              <a:rPr lang="en-US" sz="2400" dirty="0" smtClean="0">
                <a:hlinkClick r:id="rId2"/>
              </a:rPr>
              <a:t>https://developer.android.com/studio/profile</a:t>
            </a:r>
            <a:endParaRPr lang="en-US" sz="2400" dirty="0" smtClean="0"/>
          </a:p>
          <a:p>
            <a:r>
              <a:rPr lang="en-US" sz="2400" dirty="0" smtClean="0">
                <a:hlinkClick r:id="rId3"/>
              </a:rPr>
              <a:t>https://developer.apple.com/videos/play/wwdc2019/411/</a:t>
            </a:r>
            <a:endParaRPr lang="en-US" sz="2400" dirty="0" smtClean="0"/>
          </a:p>
          <a:p>
            <a:r>
              <a:rPr lang="en-US" sz="2400" dirty="0" smtClean="0">
                <a:hlinkClick r:id="rId4"/>
              </a:rPr>
              <a:t>https://locust.io/</a:t>
            </a:r>
            <a:endParaRPr lang="en-US" sz="2400" dirty="0" smtClean="0"/>
          </a:p>
          <a:p>
            <a:endParaRPr lang="en-US" sz="2400" dirty="0" smtClean="0"/>
          </a:p>
          <a:p>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endParaRPr lang="en-US" sz="2200" dirty="0" smtClean="0">
              <a:hlinkClick r:id="rId2"/>
            </a:endParaRPr>
          </a:p>
          <a:p>
            <a:r>
              <a:rPr lang="en-US" sz="2200" dirty="0" smtClean="0">
                <a:hlinkClick r:id="rId2"/>
              </a:rPr>
              <a:t>https</a:t>
            </a:r>
            <a:r>
              <a:rPr lang="en-US" sz="2200" dirty="0" smtClean="0">
                <a:hlinkClick r:id="rId2"/>
              </a:rPr>
              <a:t>://www.acunetix.com/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9894</TotalTime>
  <Words>2231</Words>
  <Application>Microsoft Office PowerPoint</Application>
  <PresentationFormat>On-screen Show (4:3)</PresentationFormat>
  <Paragraphs>235</Paragraphs>
  <Slides>55</Slides>
  <Notes>0</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Example Quality Attribute: Modifiability</vt:lpstr>
      <vt:lpstr>Why Use Attribute Characterizations?</vt:lpstr>
      <vt:lpstr>Slide 17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Availability</vt:lpstr>
      <vt:lpstr>Slide 28</vt:lpstr>
      <vt:lpstr>Performance Scenario</vt:lpstr>
      <vt:lpstr>Tactics for Performance</vt:lpstr>
      <vt:lpstr>Tools for Performance</vt:lpstr>
      <vt:lpstr>Slide 32</vt:lpstr>
      <vt:lpstr>Security Concepts (I)</vt:lpstr>
      <vt:lpstr>Security Concepts (II)</vt:lpstr>
      <vt:lpstr>Security Scenario</vt:lpstr>
      <vt:lpstr>Tactics for Security</vt:lpstr>
      <vt:lpstr>Tools for Security</vt:lpstr>
      <vt:lpstr>Slide 38</vt:lpstr>
      <vt:lpstr>Modifiability Scenario</vt:lpstr>
      <vt:lpstr>Tactics for Modifiability</vt:lpstr>
      <vt:lpstr>Slide 41</vt:lpstr>
      <vt:lpstr>Testability Scenario</vt:lpstr>
      <vt:lpstr>Tactics for Testability</vt:lpstr>
      <vt:lpstr>Slide 44</vt:lpstr>
      <vt:lpstr>Deployability Scenario</vt:lpstr>
      <vt:lpstr>Tactics for Deployability</vt:lpstr>
      <vt:lpstr>Slide 47</vt:lpstr>
      <vt:lpstr>Usability</vt:lpstr>
      <vt:lpstr>Tactics for Usability</vt:lpstr>
      <vt:lpstr>Maintain Task Model</vt:lpstr>
      <vt:lpstr>Maintain User Model</vt:lpstr>
      <vt:lpstr>Maintain System Model</vt:lpstr>
      <vt:lpstr>Slide 53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3647</cp:revision>
  <dcterms:created xsi:type="dcterms:W3CDTF">2007-10-06T08:25:13Z</dcterms:created>
  <dcterms:modified xsi:type="dcterms:W3CDTF">2026-05-30T15:34:50Z</dcterms:modified>
</cp:coreProperties>
</file>