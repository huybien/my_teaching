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3"/>
  </p:notesMasterIdLst>
  <p:sldIdLst>
    <p:sldId id="534" r:id="rId2"/>
    <p:sldId id="535" r:id="rId3"/>
    <p:sldId id="536" r:id="rId4"/>
    <p:sldId id="537" r:id="rId5"/>
    <p:sldId id="539" r:id="rId6"/>
    <p:sldId id="540" r:id="rId7"/>
    <p:sldId id="541" r:id="rId8"/>
    <p:sldId id="538" r:id="rId9"/>
    <p:sldId id="513" r:id="rId10"/>
    <p:sldId id="514" r:id="rId11"/>
    <p:sldId id="557" r:id="rId12"/>
    <p:sldId id="515" r:id="rId13"/>
    <p:sldId id="543" r:id="rId14"/>
    <p:sldId id="518" r:id="rId15"/>
    <p:sldId id="519" r:id="rId16"/>
    <p:sldId id="544" r:id="rId17"/>
    <p:sldId id="520" r:id="rId18"/>
    <p:sldId id="523" r:id="rId19"/>
    <p:sldId id="546" r:id="rId20"/>
    <p:sldId id="525" r:id="rId21"/>
    <p:sldId id="524" r:id="rId22"/>
    <p:sldId id="548" r:id="rId23"/>
    <p:sldId id="549" r:id="rId24"/>
    <p:sldId id="550" r:id="rId25"/>
    <p:sldId id="559" r:id="rId26"/>
    <p:sldId id="553" r:id="rId27"/>
    <p:sldId id="554" r:id="rId28"/>
    <p:sldId id="556" r:id="rId29"/>
    <p:sldId id="555" r:id="rId30"/>
    <p:sldId id="560" r:id="rId31"/>
    <p:sldId id="529" r:id="rId32"/>
    <p:sldId id="561" r:id="rId33"/>
    <p:sldId id="526" r:id="rId34"/>
    <p:sldId id="547" r:id="rId35"/>
    <p:sldId id="527" r:id="rId36"/>
    <p:sldId id="552" r:id="rId37"/>
    <p:sldId id="558" r:id="rId38"/>
    <p:sldId id="531" r:id="rId39"/>
    <p:sldId id="533" r:id="rId40"/>
    <p:sldId id="532" r:id="rId41"/>
    <p:sldId id="343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54" autoAdjust="0"/>
    <p:restoredTop sz="94667" autoAdjust="0"/>
  </p:normalViewPr>
  <p:slideViewPr>
    <p:cSldViewPr>
      <p:cViewPr>
        <p:scale>
          <a:sx n="50" d="100"/>
          <a:sy n="50" d="100"/>
        </p:scale>
        <p:origin x="-152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7162A9-E817-4FA2-8116-DD6AC9B6A8B4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7162A9-E817-4FA2-8116-DD6AC9B6A8B4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example.com/installer.ph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Autofit/>
          </a:bodyPr>
          <a:lstStyle/>
          <a:p>
            <a:r>
              <a:rPr lang="en-US" sz="6000" dirty="0" smtClean="0"/>
              <a:t>Backup and Restore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the Duplicator </a:t>
            </a:r>
            <a:r>
              <a:rPr lang="en-US" dirty="0" err="1" smtClean="0"/>
              <a:t>Plugin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Install and activate the </a:t>
            </a:r>
            <a:r>
              <a:rPr lang="en-US" sz="2400" i="1" dirty="0" smtClean="0">
                <a:solidFill>
                  <a:srgbClr val="C00000"/>
                </a:solidFill>
              </a:rPr>
              <a:t>Duplicator</a:t>
            </a:r>
            <a:r>
              <a:rPr lang="en-US" sz="2400" dirty="0" smtClean="0"/>
              <a:t> </a:t>
            </a:r>
            <a:r>
              <a:rPr lang="en-US" sz="2400" dirty="0" err="1" smtClean="0"/>
              <a:t>plugin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579370"/>
            <a:ext cx="7194233" cy="3440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Package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Click the </a:t>
            </a:r>
            <a:r>
              <a:rPr lang="en-US" sz="2400" b="1" dirty="0" smtClean="0"/>
              <a:t>Create New</a:t>
            </a:r>
            <a:r>
              <a:rPr lang="en-US" sz="2400" dirty="0" smtClean="0"/>
              <a:t> button to create a package.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514600"/>
            <a:ext cx="7756772" cy="272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Build the Package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9980" y="1790700"/>
            <a:ext cx="696722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Download the Package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613" y="1682750"/>
            <a:ext cx="7724775" cy="448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Issue: Host Build Interrupt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675" y="2098675"/>
            <a:ext cx="8502650" cy="308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Solution for: </a:t>
            </a:r>
            <a:r>
              <a:rPr lang="en-US" dirty="0" smtClean="0">
                <a:solidFill>
                  <a:srgbClr val="C00000"/>
                </a:solidFill>
              </a:rPr>
              <a:t>Host Build Interrupt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19199"/>
          </a:xfrm>
        </p:spPr>
        <p:txBody>
          <a:bodyPr/>
          <a:lstStyle/>
          <a:p>
            <a:r>
              <a:rPr lang="en-US" sz="2200" dirty="0" smtClean="0"/>
              <a:t>Temporarily set </a:t>
            </a:r>
            <a:r>
              <a:rPr lang="en-US" sz="2200" b="1" dirty="0" err="1" smtClean="0">
                <a:latin typeface="Consolas" pitchFamily="49" charset="0"/>
              </a:rPr>
              <a:t>max_execution_time</a:t>
            </a:r>
            <a:r>
              <a:rPr lang="en-US" sz="2200" dirty="0" smtClean="0"/>
              <a:t> and </a:t>
            </a:r>
            <a:r>
              <a:rPr lang="en-US" sz="2200" b="1" dirty="0" err="1" smtClean="0">
                <a:latin typeface="Consolas" pitchFamily="49" charset="0"/>
              </a:rPr>
              <a:t>max_input_time</a:t>
            </a:r>
            <a:r>
              <a:rPr lang="en-US" sz="2200" dirty="0" smtClean="0"/>
              <a:t>  to </a:t>
            </a:r>
            <a:r>
              <a:rPr lang="en-US" sz="2200" b="1" dirty="0" smtClean="0"/>
              <a:t>6000</a:t>
            </a:r>
            <a:r>
              <a:rPr lang="en-US" sz="2200" dirty="0" smtClean="0"/>
              <a:t> or </a:t>
            </a:r>
            <a:r>
              <a:rPr lang="en-US" sz="2200" b="1" dirty="0" smtClean="0"/>
              <a:t>0</a:t>
            </a:r>
            <a:r>
              <a:rPr lang="en-US" sz="2200" dirty="0" smtClean="0"/>
              <a:t> in php.ini.</a:t>
            </a:r>
          </a:p>
          <a:p>
            <a:r>
              <a:rPr lang="en-US" sz="2200" dirty="0" smtClean="0"/>
              <a:t>Try restarting the machine if the issue still persists.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971800"/>
            <a:ext cx="6595110" cy="3554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Copy the package (.zip) and the </a:t>
            </a:r>
            <a:r>
              <a:rPr lang="en-US" sz="3800" i="1" dirty="0" smtClean="0">
                <a:solidFill>
                  <a:srgbClr val="C00000"/>
                </a:solidFill>
              </a:rPr>
              <a:t>installer.php</a:t>
            </a:r>
            <a:r>
              <a:rPr lang="en-US" sz="3800" dirty="0" smtClean="0"/>
              <a:t> file to Destination Server</a:t>
            </a:r>
            <a:endParaRPr lang="en-US" sz="3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5540" y="1905000"/>
            <a:ext cx="685546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Restore the 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Open </a:t>
            </a:r>
            <a:r>
              <a:rPr lang="en-US" sz="2400" dirty="0" smtClean="0">
                <a:hlinkClick r:id="rId2"/>
              </a:rPr>
              <a:t>https://example.com/</a:t>
            </a:r>
            <a:r>
              <a:rPr lang="en-US" sz="2400" i="1" dirty="0" smtClean="0">
                <a:solidFill>
                  <a:srgbClr val="C00000"/>
                </a:solidFill>
                <a:hlinkClick r:id="rId2"/>
              </a:rPr>
              <a:t>installer.php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362844"/>
            <a:ext cx="7314721" cy="3885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Enter Database Information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752600"/>
            <a:ext cx="6351230" cy="4342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Update Data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969374"/>
            <a:ext cx="7582820" cy="3898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Review Result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120" y="1663700"/>
            <a:ext cx="6710680" cy="443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Fix “utf8mb4_0900_ai_ci” Collation Error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Upgrade </a:t>
            </a:r>
            <a:r>
              <a:rPr lang="en-US" dirty="0" err="1" smtClean="0"/>
              <a:t>MySQL</a:t>
            </a:r>
            <a:r>
              <a:rPr lang="en-US" dirty="0" smtClean="0"/>
              <a:t> 5.7 to </a:t>
            </a:r>
            <a:r>
              <a:rPr lang="en-US" dirty="0" err="1" smtClean="0"/>
              <a:t>MySQL</a:t>
            </a:r>
            <a:r>
              <a:rPr lang="en-US" smtClean="0"/>
              <a:t> 8.0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Enable Permalinks for </a:t>
            </a:r>
            <a:r>
              <a:rPr lang="en-US" dirty="0" err="1" smtClean="0"/>
              <a:t>Nginx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/etc/</a:t>
            </a:r>
            <a:r>
              <a:rPr lang="en-US" sz="2000" dirty="0" err="1" smtClean="0">
                <a:latin typeface="Consolas" pitchFamily="49" charset="0"/>
              </a:rPr>
              <a:t>nginx</a:t>
            </a:r>
            <a:r>
              <a:rPr lang="en-US" sz="2000" dirty="0" smtClean="0">
                <a:latin typeface="Consolas" pitchFamily="49" charset="0"/>
              </a:rPr>
              <a:t>/sites-available/Example-Com.org</a:t>
            </a:r>
          </a:p>
          <a:p>
            <a:pPr lvl="1">
              <a:buNone/>
            </a:pPr>
            <a:r>
              <a:rPr lang="en-US" sz="1400" i="1" dirty="0" smtClean="0">
                <a:latin typeface="Consolas" pitchFamily="49" charset="0"/>
              </a:rPr>
              <a:t>. . .</a:t>
            </a:r>
          </a:p>
          <a:p>
            <a:pPr lvl="1">
              <a:buNone/>
            </a:pPr>
            <a:r>
              <a:rPr lang="en-US" sz="1400" i="1" dirty="0" smtClean="0">
                <a:latin typeface="Consolas" pitchFamily="49" charset="0"/>
              </a:rPr>
              <a:t>server {</a:t>
            </a:r>
          </a:p>
          <a:p>
            <a:pPr lvl="1">
              <a:buNone/>
            </a:pPr>
            <a:r>
              <a:rPr lang="en-US" sz="1400" i="1" dirty="0" smtClean="0">
                <a:latin typeface="Consolas" pitchFamily="49" charset="0"/>
              </a:rPr>
              <a:t>        root /</a:t>
            </a:r>
            <a:r>
              <a:rPr lang="en-US" sz="1400" i="1" dirty="0" err="1" smtClean="0">
                <a:latin typeface="Consolas" pitchFamily="49" charset="0"/>
              </a:rPr>
              <a:t>var</a:t>
            </a:r>
            <a:r>
              <a:rPr lang="en-US" sz="1400" i="1" dirty="0" smtClean="0">
                <a:latin typeface="Consolas" pitchFamily="49" charset="0"/>
              </a:rPr>
              <a:t>/www/Example-Com.org/html;</a:t>
            </a:r>
          </a:p>
          <a:p>
            <a:pPr lvl="1">
              <a:buNone/>
            </a:pPr>
            <a:r>
              <a:rPr lang="en-US" sz="1400" i="1" dirty="0" smtClean="0">
                <a:latin typeface="Consolas" pitchFamily="49" charset="0"/>
              </a:rPr>
              <a:t>        index index.php index.html index.htm </a:t>
            </a:r>
            <a:r>
              <a:rPr lang="en-US" sz="1400" i="1" dirty="0" err="1" smtClean="0">
                <a:latin typeface="Consolas" pitchFamily="49" charset="0"/>
              </a:rPr>
              <a:t>index.nginx-debian.html</a:t>
            </a:r>
            <a:r>
              <a:rPr lang="en-US" sz="1400" i="1" dirty="0" smtClean="0">
                <a:latin typeface="Consolas" pitchFamily="49" charset="0"/>
              </a:rPr>
              <a:t>;</a:t>
            </a:r>
          </a:p>
          <a:p>
            <a:pPr lvl="1">
              <a:buNone/>
            </a:pPr>
            <a:r>
              <a:rPr lang="en-US" sz="1400" i="1" dirty="0" smtClean="0">
                <a:latin typeface="Consolas" pitchFamily="49" charset="0"/>
              </a:rPr>
              <a:t>        </a:t>
            </a:r>
            <a:r>
              <a:rPr lang="en-US" sz="1400" i="1" dirty="0" err="1" smtClean="0">
                <a:latin typeface="Consolas" pitchFamily="49" charset="0"/>
              </a:rPr>
              <a:t>server_name</a:t>
            </a:r>
            <a:r>
              <a:rPr lang="en-US" sz="1400" i="1" dirty="0" smtClean="0">
                <a:latin typeface="Consolas" pitchFamily="49" charset="0"/>
              </a:rPr>
              <a:t> Example-Com.org www.Example-Com.org;</a:t>
            </a:r>
          </a:p>
          <a:p>
            <a:pPr lvl="1">
              <a:buNone/>
            </a:pPr>
            <a:endParaRPr lang="en-US" sz="1400" i="1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1400" b="1" i="1" dirty="0" smtClean="0">
                <a:latin typeface="Consolas" pitchFamily="49" charset="0"/>
              </a:rPr>
              <a:t>        if (!-e $</a:t>
            </a:r>
            <a:r>
              <a:rPr lang="en-US" sz="1400" b="1" i="1" dirty="0" err="1" smtClean="0">
                <a:latin typeface="Consolas" pitchFamily="49" charset="0"/>
              </a:rPr>
              <a:t>request_filename</a:t>
            </a:r>
            <a:r>
              <a:rPr lang="en-US" sz="1400" b="1" i="1" dirty="0" smtClean="0">
                <a:latin typeface="Consolas" pitchFamily="49" charset="0"/>
              </a:rPr>
              <a:t>) {</a:t>
            </a:r>
          </a:p>
          <a:p>
            <a:pPr lvl="1">
              <a:buNone/>
            </a:pPr>
            <a:r>
              <a:rPr lang="en-US" sz="1400" b="1" i="1" dirty="0" smtClean="0">
                <a:latin typeface="Consolas" pitchFamily="49" charset="0"/>
              </a:rPr>
              <a:t>                rewrite ^.*$ /index.php last;</a:t>
            </a:r>
          </a:p>
          <a:p>
            <a:pPr lvl="1">
              <a:buNone/>
            </a:pPr>
            <a:r>
              <a:rPr lang="en-US" sz="1400" b="1" i="1" dirty="0" smtClean="0">
                <a:latin typeface="Consolas" pitchFamily="49" charset="0"/>
              </a:rPr>
              <a:t>        }</a:t>
            </a:r>
          </a:p>
          <a:p>
            <a:pPr lvl="1">
              <a:buNone/>
            </a:pPr>
            <a:r>
              <a:rPr lang="en-US" sz="1400" i="1" dirty="0" smtClean="0">
                <a:latin typeface="Consolas" pitchFamily="49" charset="0"/>
              </a:rPr>
              <a:t> . . .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nginx</a:t>
            </a:r>
            <a:r>
              <a:rPr lang="en-US" sz="2000" dirty="0" smtClean="0">
                <a:latin typeface="Consolas" pitchFamily="49" charset="0"/>
              </a:rPr>
              <a:t> -t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systemctl</a:t>
            </a:r>
            <a:r>
              <a:rPr lang="en-US" sz="2000" dirty="0" smtClean="0">
                <a:latin typeface="Consolas" pitchFamily="49" charset="0"/>
              </a:rPr>
              <a:t> reload </a:t>
            </a:r>
            <a:r>
              <a:rPr lang="en-US" sz="2000" dirty="0" err="1" smtClean="0">
                <a:latin typeface="Consolas" pitchFamily="49" charset="0"/>
              </a:rPr>
              <a:t>nginx</a:t>
            </a:r>
            <a:endParaRPr lang="en-US" sz="2000" i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Remove the Old 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>
                <a:latin typeface="+mj-lt"/>
              </a:rPr>
              <a:t>Remove all existing files and folders</a:t>
            </a:r>
          </a:p>
          <a:p>
            <a:pPr lvl="1"/>
            <a:r>
              <a:rPr lang="en-US" sz="1600" dirty="0" err="1" smtClean="0">
                <a:latin typeface="Consolas" pitchFamily="49" charset="0"/>
              </a:rPr>
              <a:t>sudo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rm</a:t>
            </a:r>
            <a:r>
              <a:rPr lang="en-US" sz="1600" dirty="0" smtClean="0">
                <a:latin typeface="Consolas" pitchFamily="49" charset="0"/>
              </a:rPr>
              <a:t> -</a:t>
            </a:r>
            <a:r>
              <a:rPr lang="en-US" sz="1600" dirty="0" err="1" smtClean="0">
                <a:latin typeface="Consolas" pitchFamily="49" charset="0"/>
              </a:rPr>
              <a:t>rf</a:t>
            </a:r>
            <a:r>
              <a:rPr lang="en-US" sz="1600" dirty="0" smtClean="0">
                <a:latin typeface="Consolas" pitchFamily="49" charset="0"/>
              </a:rPr>
              <a:t> /</a:t>
            </a:r>
            <a:r>
              <a:rPr lang="en-US" sz="1600" dirty="0" err="1" smtClean="0">
                <a:latin typeface="Consolas" pitchFamily="49" charset="0"/>
              </a:rPr>
              <a:t>var</a:t>
            </a:r>
            <a:r>
              <a:rPr lang="en-US" sz="1600" dirty="0" smtClean="0">
                <a:latin typeface="Consolas" pitchFamily="49" charset="0"/>
              </a:rPr>
              <a:t>/www/domain.com/html/*</a:t>
            </a:r>
          </a:p>
          <a:p>
            <a:r>
              <a:rPr lang="en-US" sz="2600" dirty="0" smtClean="0">
                <a:latin typeface="+mj-lt"/>
              </a:rPr>
              <a:t>Set write permissions for the root folder</a:t>
            </a:r>
          </a:p>
          <a:p>
            <a:pPr lvl="1"/>
            <a:r>
              <a:rPr lang="pt-BR" sz="1600" dirty="0" smtClean="0">
                <a:latin typeface="Consolas" pitchFamily="49" charset="0"/>
              </a:rPr>
              <a:t>sudo chmod -R 777 /var/www/example.com</a:t>
            </a:r>
          </a:p>
          <a:p>
            <a:r>
              <a:rPr lang="pt-BR" sz="2600" dirty="0" smtClean="0">
                <a:latin typeface="+mj-lt"/>
              </a:rPr>
              <a:t>Reset database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mysql</a:t>
            </a:r>
            <a:r>
              <a:rPr lang="en-US" sz="2000" dirty="0" smtClean="0">
                <a:latin typeface="Consolas" pitchFamily="49" charset="0"/>
              </a:rPr>
              <a:t> -u root –p</a:t>
            </a:r>
          </a:p>
          <a:p>
            <a:pPr lvl="2"/>
            <a:r>
              <a:rPr lang="en-US" sz="1400" dirty="0" smtClean="0">
                <a:latin typeface="Consolas" pitchFamily="49" charset="0"/>
              </a:rPr>
              <a:t>DROP DATABASE `example-</a:t>
            </a:r>
            <a:r>
              <a:rPr lang="en-US" sz="1400" dirty="0" err="1" smtClean="0">
                <a:latin typeface="Consolas" pitchFamily="49" charset="0"/>
              </a:rPr>
              <a:t>comwp</a:t>
            </a:r>
            <a:r>
              <a:rPr lang="en-US" sz="1400" dirty="0" smtClean="0">
                <a:latin typeface="Consolas" pitchFamily="49" charset="0"/>
              </a:rPr>
              <a:t>`;</a:t>
            </a:r>
          </a:p>
          <a:p>
            <a:pPr lvl="2"/>
            <a:r>
              <a:rPr lang="en-US" sz="1400" dirty="0" smtClean="0">
                <a:latin typeface="Consolas" pitchFamily="49" charset="0"/>
              </a:rPr>
              <a:t>DROP USER 'example-</a:t>
            </a:r>
            <a:r>
              <a:rPr lang="en-US" sz="1400" dirty="0" err="1" smtClean="0">
                <a:latin typeface="Consolas" pitchFamily="49" charset="0"/>
              </a:rPr>
              <a:t>com'@'localhost</a:t>
            </a:r>
            <a:r>
              <a:rPr lang="en-US" sz="1400" dirty="0" smtClean="0">
                <a:latin typeface="Consolas" pitchFamily="49" charset="0"/>
              </a:rPr>
              <a:t>';</a:t>
            </a:r>
          </a:p>
          <a:p>
            <a:pPr lvl="2"/>
            <a:r>
              <a:rPr lang="en-US" sz="1400" dirty="0" smtClean="0">
                <a:latin typeface="Consolas" pitchFamily="49" charset="0"/>
              </a:rPr>
              <a:t>CREATE USER 'example-</a:t>
            </a:r>
            <a:r>
              <a:rPr lang="en-US" sz="1400" dirty="0" err="1" smtClean="0">
                <a:latin typeface="Consolas" pitchFamily="49" charset="0"/>
              </a:rPr>
              <a:t>com'@'localhost</a:t>
            </a:r>
            <a:r>
              <a:rPr lang="en-US" sz="1400" dirty="0" smtClean="0">
                <a:latin typeface="Consolas" pitchFamily="49" charset="0"/>
              </a:rPr>
              <a:t>' IDENTIFIED BY 'Example-Com@20220710';</a:t>
            </a:r>
          </a:p>
          <a:p>
            <a:pPr lvl="2"/>
            <a:r>
              <a:rPr lang="en-US" sz="1400" dirty="0" smtClean="0">
                <a:latin typeface="Consolas" pitchFamily="49" charset="0"/>
              </a:rPr>
              <a:t>CREATE DATABASE `example-</a:t>
            </a:r>
            <a:r>
              <a:rPr lang="en-US" sz="1400" dirty="0" err="1" smtClean="0">
                <a:latin typeface="Consolas" pitchFamily="49" charset="0"/>
              </a:rPr>
              <a:t>comwp</a:t>
            </a:r>
            <a:r>
              <a:rPr lang="en-US" sz="1400" dirty="0" smtClean="0">
                <a:latin typeface="Consolas" pitchFamily="49" charset="0"/>
              </a:rPr>
              <a:t>`;</a:t>
            </a:r>
          </a:p>
          <a:p>
            <a:pPr lvl="2"/>
            <a:r>
              <a:rPr lang="en-US" sz="1400" dirty="0" smtClean="0">
                <a:latin typeface="Consolas" pitchFamily="49" charset="0"/>
              </a:rPr>
              <a:t>GRANT ALL PRIVILEGES ON `example-</a:t>
            </a:r>
            <a:r>
              <a:rPr lang="en-US" sz="1400" dirty="0" err="1" smtClean="0">
                <a:latin typeface="Consolas" pitchFamily="49" charset="0"/>
              </a:rPr>
              <a:t>comwp</a:t>
            </a:r>
            <a:r>
              <a:rPr lang="en-US" sz="1400" dirty="0" smtClean="0">
                <a:latin typeface="Consolas" pitchFamily="49" charset="0"/>
              </a:rPr>
              <a:t>`.* TO "example-com"@"</a:t>
            </a:r>
            <a:r>
              <a:rPr lang="en-US" sz="1400" dirty="0" err="1" smtClean="0">
                <a:latin typeface="Consolas" pitchFamily="49" charset="0"/>
              </a:rPr>
              <a:t>localhost</a:t>
            </a:r>
            <a:r>
              <a:rPr lang="en-US" sz="1400" dirty="0" smtClean="0">
                <a:latin typeface="Consolas" pitchFamily="49" charset="0"/>
              </a:rPr>
              <a:t>";</a:t>
            </a:r>
          </a:p>
          <a:p>
            <a:pPr lvl="2"/>
            <a:r>
              <a:rPr lang="en-US" sz="1400" dirty="0" smtClean="0">
                <a:latin typeface="Consolas" pitchFamily="49" charset="0"/>
              </a:rPr>
              <a:t>FLUSH PRIVILEGES;</a:t>
            </a:r>
          </a:p>
          <a:p>
            <a:pPr lvl="2"/>
            <a:r>
              <a:rPr lang="en-US" sz="1400" dirty="0" smtClean="0">
                <a:latin typeface="Consolas" pitchFamily="49" charset="0"/>
              </a:rPr>
              <a:t>exit;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the </a:t>
            </a:r>
            <a:r>
              <a:rPr lang="en-US" dirty="0" err="1" smtClean="0"/>
              <a:t>UpdraftPlus</a:t>
            </a:r>
            <a:r>
              <a:rPr lang="en-US" dirty="0" smtClean="0"/>
              <a:t> </a:t>
            </a:r>
            <a:r>
              <a:rPr lang="en-US" dirty="0" err="1" smtClean="0"/>
              <a:t>Plugin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0011" y="1981200"/>
            <a:ext cx="7379589" cy="3624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Remote Storage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52625"/>
            <a:ext cx="8229600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4495800" y="3352800"/>
            <a:ext cx="1905000" cy="1143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3938" y="1933575"/>
            <a:ext cx="709612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Save the Change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3048000" y="4014787"/>
            <a:ext cx="1905000" cy="1143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Backup Schedule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163" y="2479675"/>
            <a:ext cx="8575675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3962400" y="1600200"/>
            <a:ext cx="1905000" cy="1143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Delete Local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200" dirty="0" smtClean="0">
                <a:latin typeface="Consolas" pitchFamily="49" charset="0"/>
              </a:rPr>
              <a:t>cd /var/www/example.com/html/wp-content/updraft</a:t>
            </a:r>
          </a:p>
          <a:p>
            <a:r>
              <a:rPr lang="de-DE" sz="2200" dirty="0" smtClean="0">
                <a:latin typeface="Consolas" pitchFamily="49" charset="0"/>
              </a:rPr>
              <a:t>ls</a:t>
            </a:r>
          </a:p>
          <a:p>
            <a:r>
              <a:rPr lang="de-DE" sz="2200" dirty="0" smtClean="0">
                <a:latin typeface="Consolas" pitchFamily="49" charset="0"/>
              </a:rPr>
              <a:t>sudo rm -rf *</a:t>
            </a:r>
          </a:p>
          <a:p>
            <a:r>
              <a:rPr lang="de-DE" sz="2200" dirty="0" smtClean="0">
                <a:latin typeface="Consolas" pitchFamily="49" charset="0"/>
              </a:rPr>
              <a:t>ls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057400"/>
            <a:ext cx="7938135" cy="3763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Select FTP Remote Storage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4267200" y="3200400"/>
            <a:ext cx="1905000" cy="1143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6413" y="1746250"/>
            <a:ext cx="8131175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Enter the FTP Information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2895600" y="4419600"/>
            <a:ext cx="1905000" cy="1143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Select a Backup for Restoration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 smtClean="0">
                <a:solidFill>
                  <a:srgbClr val="C00000"/>
                </a:solidFill>
              </a:rPr>
              <a:t>Ensure that the </a:t>
            </a:r>
            <a:r>
              <a:rPr lang="en-US" sz="2200" b="1" dirty="0" err="1" smtClean="0">
                <a:solidFill>
                  <a:srgbClr val="C00000"/>
                </a:solidFill>
              </a:rPr>
              <a:t>WordPress</a:t>
            </a:r>
            <a:r>
              <a:rPr lang="en-US" sz="2200" b="1" dirty="0" smtClean="0">
                <a:solidFill>
                  <a:srgbClr val="C00000"/>
                </a:solidFill>
              </a:rPr>
              <a:t> version matches the version used to create the backup.</a:t>
            </a:r>
            <a:endParaRPr lang="en-US" sz="2200" b="1" dirty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647950"/>
            <a:ext cx="741045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Components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950" y="1898650"/>
            <a:ext cx="8420100" cy="351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Confirm </a:t>
            </a:r>
            <a:r>
              <a:rPr lang="en-US" dirty="0" smtClean="0"/>
              <a:t>Restoration </a:t>
            </a:r>
            <a:r>
              <a:rPr lang="en-US" dirty="0" smtClean="0"/>
              <a:t>Success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877377"/>
            <a:ext cx="7472363" cy="4066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Move Website Manually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Backup the source code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cd</a:t>
            </a:r>
            <a:r>
              <a:rPr lang="en-US" sz="1800" b="1" dirty="0" smtClean="0">
                <a:latin typeface="Consolas" pitchFamily="49" charset="0"/>
              </a:rPr>
              <a:t> /</a:t>
            </a:r>
            <a:r>
              <a:rPr lang="en-US" sz="1800" b="1" dirty="0" err="1" smtClean="0">
                <a:latin typeface="Consolas" pitchFamily="49" charset="0"/>
              </a:rPr>
              <a:t>var</a:t>
            </a:r>
            <a:r>
              <a:rPr lang="en-US" sz="1800" b="1" dirty="0" smtClean="0">
                <a:latin typeface="Consolas" pitchFamily="49" charset="0"/>
              </a:rPr>
              <a:t>/www/example.com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zip -r html.zip html</a:t>
            </a:r>
          </a:p>
          <a:p>
            <a:r>
              <a:rPr lang="en-US" sz="2400" dirty="0" smtClean="0"/>
              <a:t>Backup database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mysqldump</a:t>
            </a:r>
            <a:r>
              <a:rPr lang="en-US" sz="1800" b="1" dirty="0" smtClean="0">
                <a:latin typeface="Consolas" pitchFamily="49" charset="0"/>
              </a:rPr>
              <a:t> -u root -p -h </a:t>
            </a:r>
            <a:r>
              <a:rPr lang="en-US" sz="1800" b="1" dirty="0" err="1" smtClean="0">
                <a:latin typeface="Consolas" pitchFamily="49" charset="0"/>
              </a:rPr>
              <a:t>localhost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examplewp</a:t>
            </a:r>
            <a:r>
              <a:rPr lang="en-US" sz="1800" b="1" dirty="0" smtClean="0">
                <a:latin typeface="Consolas" pitchFamily="49" charset="0"/>
              </a:rPr>
              <a:t> &gt; examplewp.sql</a:t>
            </a:r>
            <a:r>
              <a:rPr lang="en-US" sz="1800" dirty="0" smtClean="0">
                <a:latin typeface="Consolas" pitchFamily="49" charset="0"/>
              </a:rPr>
              <a:t> ( root / ********** )</a:t>
            </a:r>
          </a:p>
          <a:p>
            <a:r>
              <a:rPr lang="en-US" sz="2400" dirty="0" smtClean="0"/>
              <a:t>Create </a:t>
            </a:r>
            <a:r>
              <a:rPr lang="en-US" sz="2400" dirty="0" err="1" smtClean="0"/>
              <a:t>nginx</a:t>
            </a:r>
            <a:r>
              <a:rPr lang="en-US" sz="2400" dirty="0" smtClean="0"/>
              <a:t> website</a:t>
            </a:r>
          </a:p>
          <a:p>
            <a:r>
              <a:rPr lang="en-US" sz="2400" dirty="0" smtClean="0"/>
              <a:t>Restore the database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mysql</a:t>
            </a:r>
            <a:r>
              <a:rPr lang="en-US" sz="1800" b="1" dirty="0" smtClean="0">
                <a:latin typeface="Consolas" pitchFamily="49" charset="0"/>
              </a:rPr>
              <a:t> -u root -p -h </a:t>
            </a:r>
            <a:r>
              <a:rPr lang="en-US" sz="1800" b="1" dirty="0" err="1" smtClean="0">
                <a:latin typeface="Consolas" pitchFamily="49" charset="0"/>
              </a:rPr>
              <a:t>localhost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examplewp</a:t>
            </a:r>
            <a:r>
              <a:rPr lang="en-US" sz="1800" b="1" dirty="0" smtClean="0">
                <a:latin typeface="Consolas" pitchFamily="49" charset="0"/>
              </a:rPr>
              <a:t> &lt; examplewp.sql</a:t>
            </a:r>
          </a:p>
          <a:p>
            <a:r>
              <a:rPr lang="en-US" sz="2400" dirty="0" smtClean="0"/>
              <a:t>Unzip the source code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sudo</a:t>
            </a:r>
            <a:r>
              <a:rPr lang="en-US" sz="2000" b="1" dirty="0" smtClean="0">
                <a:latin typeface="Consolas" pitchFamily="49" charset="0"/>
              </a:rPr>
              <a:t> unzip html.zip</a:t>
            </a:r>
            <a:endParaRPr lang="en-US" sz="2000" dirty="0" smtClean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Change the Website's Domain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Open the wp-config.php file.</a:t>
            </a:r>
          </a:p>
          <a:p>
            <a:r>
              <a:rPr lang="en-US" sz="2400" dirty="0" smtClean="0"/>
              <a:t>Add two lines to the file, right before /* That’s all, stop editing! Happy blogging. */:</a:t>
            </a:r>
          </a:p>
          <a:p>
            <a:pPr lvl="1"/>
            <a:r>
              <a:rPr lang="en-US" sz="2000" dirty="0" smtClean="0">
                <a:latin typeface="Consolas" pitchFamily="49" charset="0"/>
              </a:rPr>
              <a:t>define('</a:t>
            </a:r>
            <a:r>
              <a:rPr lang="en-US" sz="2000" dirty="0" err="1" smtClean="0">
                <a:latin typeface="Consolas" pitchFamily="49" charset="0"/>
              </a:rPr>
              <a:t>WP_HOME','https</a:t>
            </a:r>
            <a:r>
              <a:rPr lang="en-US" sz="2000" dirty="0" smtClean="0">
                <a:latin typeface="Consolas" pitchFamily="49" charset="0"/>
              </a:rPr>
              <a:t>://</a:t>
            </a:r>
            <a:r>
              <a:rPr lang="en-US" sz="2000" dirty="0" err="1" smtClean="0">
                <a:latin typeface="Consolas" pitchFamily="49" charset="0"/>
              </a:rPr>
              <a:t>example.com</a:t>
            </a:r>
            <a:r>
              <a:rPr lang="en-US" sz="2000" dirty="0" smtClean="0">
                <a:latin typeface="Consolas" pitchFamily="49" charset="0"/>
              </a:rPr>
              <a:t>'); </a:t>
            </a:r>
          </a:p>
          <a:p>
            <a:pPr lvl="1"/>
            <a:r>
              <a:rPr lang="en-US" sz="2000" dirty="0" smtClean="0">
                <a:latin typeface="Consolas" pitchFamily="49" charset="0"/>
              </a:rPr>
              <a:t>define('</a:t>
            </a:r>
            <a:r>
              <a:rPr lang="en-US" sz="2000" dirty="0" err="1" smtClean="0">
                <a:latin typeface="Consolas" pitchFamily="49" charset="0"/>
              </a:rPr>
              <a:t>WP_SITEURL','https</a:t>
            </a:r>
            <a:r>
              <a:rPr lang="en-US" sz="2000" dirty="0" smtClean="0">
                <a:latin typeface="Consolas" pitchFamily="49" charset="0"/>
              </a:rPr>
              <a:t>://</a:t>
            </a:r>
            <a:r>
              <a:rPr lang="en-US" sz="2000" dirty="0" err="1" smtClean="0">
                <a:latin typeface="Consolas" pitchFamily="49" charset="0"/>
              </a:rPr>
              <a:t>example.com</a:t>
            </a:r>
            <a:r>
              <a:rPr lang="en-US" sz="2000" dirty="0" smtClean="0">
                <a:latin typeface="Consolas" pitchFamily="49" charset="0"/>
              </a:rPr>
              <a:t>');</a:t>
            </a:r>
          </a:p>
          <a:p>
            <a:r>
              <a:rPr lang="en-US" sz="2400" dirty="0" smtClean="0"/>
              <a:t>Bulk edit the posts content if necessary.</a:t>
            </a:r>
          </a:p>
          <a:p>
            <a:pPr lvl="1"/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Bulk Edit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mysql</a:t>
            </a:r>
            <a:r>
              <a:rPr lang="en-US" sz="1800" dirty="0" smtClean="0">
                <a:latin typeface="Consolas" pitchFamily="49" charset="0"/>
              </a:rPr>
              <a:t> -u root -p</a:t>
            </a:r>
          </a:p>
          <a:p>
            <a:r>
              <a:rPr lang="en-US" sz="1800" dirty="0" smtClean="0">
                <a:latin typeface="Consolas" pitchFamily="49" charset="0"/>
              </a:rPr>
              <a:t>use </a:t>
            </a:r>
            <a:r>
              <a:rPr lang="en-US" sz="1800" dirty="0" err="1" smtClean="0">
                <a:latin typeface="Consolas" pitchFamily="49" charset="0"/>
              </a:rPr>
              <a:t>new_namewp</a:t>
            </a:r>
            <a:r>
              <a:rPr lang="en-US" sz="1800" dirty="0" smtClean="0">
                <a:latin typeface="Consolas" pitchFamily="49" charset="0"/>
              </a:rPr>
              <a:t>;</a:t>
            </a:r>
          </a:p>
          <a:p>
            <a:r>
              <a:rPr lang="en-US" sz="1800" dirty="0" smtClean="0">
                <a:latin typeface="Consolas" pitchFamily="49" charset="0"/>
              </a:rPr>
              <a:t>UPDATE </a:t>
            </a:r>
            <a:r>
              <a:rPr lang="en-US" sz="1800" dirty="0" err="1" smtClean="0">
                <a:latin typeface="Consolas" pitchFamily="49" charset="0"/>
              </a:rPr>
              <a:t>wp_options</a:t>
            </a:r>
            <a:r>
              <a:rPr lang="en-US" sz="1800" dirty="0" smtClean="0">
                <a:latin typeface="Consolas" pitchFamily="49" charset="0"/>
              </a:rPr>
              <a:t> SET </a:t>
            </a:r>
            <a:r>
              <a:rPr lang="en-US" sz="1800" dirty="0" err="1" smtClean="0">
                <a:latin typeface="Consolas" pitchFamily="49" charset="0"/>
              </a:rPr>
              <a:t>option_value</a:t>
            </a:r>
            <a:r>
              <a:rPr lang="en-US" sz="1800" dirty="0" smtClean="0">
                <a:latin typeface="Consolas" pitchFamily="49" charset="0"/>
              </a:rPr>
              <a:t> = replace(</a:t>
            </a:r>
            <a:r>
              <a:rPr lang="en-US" sz="1800" dirty="0" err="1" smtClean="0">
                <a:latin typeface="Consolas" pitchFamily="49" charset="0"/>
              </a:rPr>
              <a:t>option_value</a:t>
            </a:r>
            <a:r>
              <a:rPr lang="en-US" sz="1800" dirty="0" smtClean="0">
                <a:latin typeface="Consolas" pitchFamily="49" charset="0"/>
              </a:rPr>
              <a:t>, 'https://old_name.com', 'https://new_name.com') WHERE </a:t>
            </a:r>
            <a:r>
              <a:rPr lang="en-US" sz="1800" dirty="0" err="1" smtClean="0">
                <a:latin typeface="Consolas" pitchFamily="49" charset="0"/>
              </a:rPr>
              <a:t>option_name</a:t>
            </a:r>
            <a:r>
              <a:rPr lang="en-US" sz="1800" dirty="0" smtClean="0">
                <a:latin typeface="Consolas" pitchFamily="49" charset="0"/>
              </a:rPr>
              <a:t> = 'home' OR </a:t>
            </a:r>
            <a:r>
              <a:rPr lang="en-US" sz="1800" dirty="0" err="1" smtClean="0">
                <a:latin typeface="Consolas" pitchFamily="49" charset="0"/>
              </a:rPr>
              <a:t>option_name</a:t>
            </a:r>
            <a:r>
              <a:rPr lang="en-US" sz="1800" dirty="0" smtClean="0">
                <a:latin typeface="Consolas" pitchFamily="49" charset="0"/>
              </a:rPr>
              <a:t> = '</a:t>
            </a:r>
            <a:r>
              <a:rPr lang="en-US" sz="1800" dirty="0" err="1" smtClean="0">
                <a:latin typeface="Consolas" pitchFamily="49" charset="0"/>
              </a:rPr>
              <a:t>siteurl</a:t>
            </a:r>
            <a:r>
              <a:rPr lang="en-US" sz="1800" dirty="0" smtClean="0">
                <a:latin typeface="Consolas" pitchFamily="49" charset="0"/>
              </a:rPr>
              <a:t>';</a:t>
            </a:r>
          </a:p>
          <a:p>
            <a:r>
              <a:rPr lang="en-US" sz="1800" dirty="0" smtClean="0">
                <a:latin typeface="Consolas" pitchFamily="49" charset="0"/>
              </a:rPr>
              <a:t>UPDATE </a:t>
            </a:r>
            <a:r>
              <a:rPr lang="en-US" sz="1800" dirty="0" err="1" smtClean="0">
                <a:latin typeface="Consolas" pitchFamily="49" charset="0"/>
              </a:rPr>
              <a:t>wp_posts</a:t>
            </a:r>
            <a:r>
              <a:rPr lang="en-US" sz="1800" dirty="0" smtClean="0">
                <a:latin typeface="Consolas" pitchFamily="49" charset="0"/>
              </a:rPr>
              <a:t> SET </a:t>
            </a:r>
            <a:r>
              <a:rPr lang="en-US" sz="1800" dirty="0" err="1" smtClean="0">
                <a:latin typeface="Consolas" pitchFamily="49" charset="0"/>
              </a:rPr>
              <a:t>guid</a:t>
            </a:r>
            <a:r>
              <a:rPr lang="en-US" sz="1800" dirty="0" smtClean="0">
                <a:latin typeface="Consolas" pitchFamily="49" charset="0"/>
              </a:rPr>
              <a:t> = replace(</a:t>
            </a:r>
            <a:r>
              <a:rPr lang="en-US" sz="1800" dirty="0" err="1" smtClean="0">
                <a:latin typeface="Consolas" pitchFamily="49" charset="0"/>
              </a:rPr>
              <a:t>guid</a:t>
            </a:r>
            <a:r>
              <a:rPr lang="en-US" sz="1800" dirty="0" smtClean="0">
                <a:latin typeface="Consolas" pitchFamily="49" charset="0"/>
              </a:rPr>
              <a:t>, 'https://old_name.com','https://new_name.com');</a:t>
            </a:r>
          </a:p>
          <a:p>
            <a:r>
              <a:rPr lang="en-US" sz="1800" dirty="0" smtClean="0">
                <a:latin typeface="Consolas" pitchFamily="49" charset="0"/>
              </a:rPr>
              <a:t>UPDATE </a:t>
            </a:r>
            <a:r>
              <a:rPr lang="en-US" sz="1800" dirty="0" err="1" smtClean="0">
                <a:latin typeface="Consolas" pitchFamily="49" charset="0"/>
              </a:rPr>
              <a:t>wp_posts</a:t>
            </a:r>
            <a:r>
              <a:rPr lang="en-US" sz="1800" dirty="0" smtClean="0">
                <a:latin typeface="Consolas" pitchFamily="49" charset="0"/>
              </a:rPr>
              <a:t> SET </a:t>
            </a:r>
            <a:r>
              <a:rPr lang="en-US" sz="1800" dirty="0" err="1" smtClean="0">
                <a:latin typeface="Consolas" pitchFamily="49" charset="0"/>
              </a:rPr>
              <a:t>post_content</a:t>
            </a:r>
            <a:r>
              <a:rPr lang="en-US" sz="1800" dirty="0" smtClean="0">
                <a:latin typeface="Consolas" pitchFamily="49" charset="0"/>
              </a:rPr>
              <a:t> = replace(</a:t>
            </a:r>
            <a:r>
              <a:rPr lang="en-US" sz="1800" dirty="0" err="1" smtClean="0">
                <a:latin typeface="Consolas" pitchFamily="49" charset="0"/>
              </a:rPr>
              <a:t>post_content</a:t>
            </a:r>
            <a:r>
              <a:rPr lang="en-US" sz="1800" dirty="0" smtClean="0">
                <a:latin typeface="Consolas" pitchFamily="49" charset="0"/>
              </a:rPr>
              <a:t>, 'https://old_name.com', 'https://new_name.com');</a:t>
            </a:r>
          </a:p>
          <a:p>
            <a:r>
              <a:rPr lang="en-US" sz="1800" dirty="0" smtClean="0">
                <a:latin typeface="Consolas" pitchFamily="49" charset="0"/>
              </a:rPr>
              <a:t>UPDATE </a:t>
            </a:r>
            <a:r>
              <a:rPr lang="en-US" sz="1800" dirty="0" err="1" smtClean="0">
                <a:latin typeface="Consolas" pitchFamily="49" charset="0"/>
              </a:rPr>
              <a:t>wp_postmeta</a:t>
            </a:r>
            <a:r>
              <a:rPr lang="en-US" sz="1800" dirty="0" smtClean="0">
                <a:latin typeface="Consolas" pitchFamily="49" charset="0"/>
              </a:rPr>
              <a:t> SET </a:t>
            </a:r>
            <a:r>
              <a:rPr lang="en-US" sz="1800" dirty="0" err="1" smtClean="0">
                <a:latin typeface="Consolas" pitchFamily="49" charset="0"/>
              </a:rPr>
              <a:t>meta_value</a:t>
            </a:r>
            <a:r>
              <a:rPr lang="en-US" sz="1800" dirty="0" smtClean="0">
                <a:latin typeface="Consolas" pitchFamily="49" charset="0"/>
              </a:rPr>
              <a:t> = replace(</a:t>
            </a:r>
            <a:r>
              <a:rPr lang="en-US" sz="1800" dirty="0" err="1" smtClean="0">
                <a:latin typeface="Consolas" pitchFamily="49" charset="0"/>
              </a:rPr>
              <a:t>meta_value,'https</a:t>
            </a:r>
            <a:r>
              <a:rPr lang="en-US" sz="1800" dirty="0" smtClean="0">
                <a:latin typeface="Consolas" pitchFamily="49" charset="0"/>
              </a:rPr>
              <a:t>://</a:t>
            </a:r>
            <a:r>
              <a:rPr lang="en-US" sz="1800" dirty="0" err="1" smtClean="0">
                <a:latin typeface="Consolas" pitchFamily="49" charset="0"/>
              </a:rPr>
              <a:t>old_name.com','https</a:t>
            </a:r>
            <a:r>
              <a:rPr lang="en-US" sz="1800" dirty="0" smtClean="0">
                <a:latin typeface="Consolas" pitchFamily="49" charset="0"/>
              </a:rPr>
              <a:t>://</a:t>
            </a:r>
            <a:r>
              <a:rPr lang="en-US" sz="1800" dirty="0" err="1" smtClean="0">
                <a:latin typeface="Consolas" pitchFamily="49" charset="0"/>
              </a:rPr>
              <a:t>new_name.com</a:t>
            </a:r>
            <a:r>
              <a:rPr lang="en-US" sz="1800" dirty="0" smtClean="0">
                <a:latin typeface="Consolas" pitchFamily="49" charset="0"/>
              </a:rPr>
              <a:t>');</a:t>
            </a:r>
          </a:p>
          <a:p>
            <a:r>
              <a:rPr lang="en-US" sz="1800" dirty="0" smtClean="0">
                <a:latin typeface="Consolas" pitchFamily="49" charset="0"/>
              </a:rPr>
              <a:t>exit</a:t>
            </a: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Archive a Website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Backup the source code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cd</a:t>
            </a:r>
            <a:r>
              <a:rPr lang="en-US" sz="1800" b="1" dirty="0" smtClean="0">
                <a:latin typeface="Consolas" pitchFamily="49" charset="0"/>
              </a:rPr>
              <a:t> /</a:t>
            </a:r>
            <a:r>
              <a:rPr lang="en-US" sz="1800" b="1" dirty="0" err="1" smtClean="0">
                <a:latin typeface="Consolas" pitchFamily="49" charset="0"/>
              </a:rPr>
              <a:t>var</a:t>
            </a:r>
            <a:r>
              <a:rPr lang="en-US" sz="1800" b="1" dirty="0" smtClean="0">
                <a:latin typeface="Consolas" pitchFamily="49" charset="0"/>
              </a:rPr>
              <a:t>/www/example.com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ls</a:t>
            </a:r>
            <a:endParaRPr lang="en-US" sz="1800" b="1" dirty="0" smtClean="0">
              <a:latin typeface="Consolas" pitchFamily="49" charset="0"/>
            </a:endParaRP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zip -r html.zip html</a:t>
            </a:r>
          </a:p>
          <a:p>
            <a:r>
              <a:rPr lang="en-US" sz="2400" dirty="0" smtClean="0"/>
              <a:t>Backup database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mysqldump</a:t>
            </a:r>
            <a:r>
              <a:rPr lang="en-US" sz="1800" b="1" dirty="0" smtClean="0">
                <a:latin typeface="Consolas" pitchFamily="49" charset="0"/>
              </a:rPr>
              <a:t> -u root -p -h </a:t>
            </a:r>
            <a:r>
              <a:rPr lang="en-US" sz="1800" b="1" dirty="0" err="1" smtClean="0">
                <a:latin typeface="Consolas" pitchFamily="49" charset="0"/>
              </a:rPr>
              <a:t>localhost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examplewp</a:t>
            </a:r>
            <a:r>
              <a:rPr lang="en-US" sz="1800" b="1" dirty="0" smtClean="0">
                <a:latin typeface="Consolas" pitchFamily="49" charset="0"/>
              </a:rPr>
              <a:t> &gt; examplewp.sql</a:t>
            </a:r>
            <a:r>
              <a:rPr lang="en-US" sz="1800" dirty="0" smtClean="0">
                <a:latin typeface="Consolas" pitchFamily="49" charset="0"/>
              </a:rPr>
              <a:t> ( root / ********** )</a:t>
            </a:r>
          </a:p>
          <a:p>
            <a:r>
              <a:rPr lang="en-US" sz="2400" dirty="0" smtClean="0"/>
              <a:t>Download </a:t>
            </a:r>
            <a:r>
              <a:rPr lang="en-US" sz="2200" b="1" dirty="0" smtClean="0">
                <a:latin typeface="Consolas" pitchFamily="49" charset="0"/>
              </a:rPr>
              <a:t>html.zip</a:t>
            </a:r>
            <a:r>
              <a:rPr lang="en-US" sz="2400" dirty="0" smtClean="0"/>
              <a:t> and </a:t>
            </a:r>
            <a:r>
              <a:rPr lang="en-US" sz="2200" b="1" dirty="0" smtClean="0">
                <a:latin typeface="Consolas" pitchFamily="49" charset="0"/>
              </a:rPr>
              <a:t>examplewp.sql</a:t>
            </a:r>
            <a:r>
              <a:rPr lang="en-US" sz="2400" dirty="0" smtClean="0"/>
              <a:t> file.</a:t>
            </a:r>
          </a:p>
          <a:p>
            <a:r>
              <a:rPr lang="en-US" sz="2400" dirty="0" smtClean="0"/>
              <a:t>Remove files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rm</a:t>
            </a:r>
            <a:r>
              <a:rPr lang="en-US" sz="1800" b="1" dirty="0" smtClean="0">
                <a:latin typeface="Consolas" pitchFamily="49" charset="0"/>
              </a:rPr>
              <a:t> -</a:t>
            </a:r>
            <a:r>
              <a:rPr lang="en-US" sz="1800" b="1" dirty="0" err="1" smtClean="0">
                <a:latin typeface="Consolas" pitchFamily="49" charset="0"/>
              </a:rPr>
              <a:t>rf</a:t>
            </a:r>
            <a:r>
              <a:rPr lang="en-US" sz="1800" b="1" dirty="0" smtClean="0">
                <a:latin typeface="Consolas" pitchFamily="49" charset="0"/>
              </a:rPr>
              <a:t> html.zip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rm</a:t>
            </a:r>
            <a:r>
              <a:rPr lang="en-US" sz="1800" b="1" dirty="0" smtClean="0">
                <a:latin typeface="Consolas" pitchFamily="49" charset="0"/>
              </a:rPr>
              <a:t> -</a:t>
            </a:r>
            <a:r>
              <a:rPr lang="en-US" sz="1800" b="1" dirty="0" err="1" smtClean="0">
                <a:latin typeface="Consolas" pitchFamily="49" charset="0"/>
              </a:rPr>
              <a:t>rf</a:t>
            </a:r>
            <a:r>
              <a:rPr lang="en-US" sz="1800" b="1" dirty="0" smtClean="0">
                <a:latin typeface="Consolas" pitchFamily="49" charset="0"/>
              </a:rPr>
              <a:t> examplewp.sql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Archive a Website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Remove certificate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certbot</a:t>
            </a:r>
            <a:r>
              <a:rPr lang="en-US" sz="1800" b="1" dirty="0" smtClean="0">
                <a:latin typeface="Consolas" pitchFamily="49" charset="0"/>
              </a:rPr>
              <a:t> delete</a:t>
            </a:r>
          </a:p>
          <a:p>
            <a:r>
              <a:rPr lang="en-US" sz="2400" dirty="0" smtClean="0"/>
              <a:t>Remove website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cd</a:t>
            </a:r>
            <a:r>
              <a:rPr lang="en-US" sz="1800" b="1" dirty="0" smtClean="0">
                <a:latin typeface="Consolas" pitchFamily="49" charset="0"/>
              </a:rPr>
              <a:t> /</a:t>
            </a:r>
            <a:r>
              <a:rPr lang="en-US" sz="1800" b="1" dirty="0" err="1" smtClean="0">
                <a:latin typeface="Consolas" pitchFamily="49" charset="0"/>
              </a:rPr>
              <a:t>var</a:t>
            </a:r>
            <a:r>
              <a:rPr lang="en-US" sz="1800" b="1" dirty="0" smtClean="0">
                <a:latin typeface="Consolas" pitchFamily="49" charset="0"/>
              </a:rPr>
              <a:t>/www/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rm</a:t>
            </a:r>
            <a:r>
              <a:rPr lang="en-US" sz="1800" b="1" dirty="0" smtClean="0">
                <a:latin typeface="Consolas" pitchFamily="49" charset="0"/>
              </a:rPr>
              <a:t> -</a:t>
            </a:r>
            <a:r>
              <a:rPr lang="en-US" sz="1800" b="1" dirty="0" err="1" smtClean="0">
                <a:latin typeface="Consolas" pitchFamily="49" charset="0"/>
              </a:rPr>
              <a:t>rf</a:t>
            </a:r>
            <a:r>
              <a:rPr lang="en-US" sz="1800" b="1" dirty="0" smtClean="0">
                <a:latin typeface="Consolas" pitchFamily="49" charset="0"/>
              </a:rPr>
              <a:t> example.com</a:t>
            </a:r>
          </a:p>
          <a:p>
            <a:r>
              <a:rPr lang="en-US" sz="2400" dirty="0" smtClean="0"/>
              <a:t>Remove database</a:t>
            </a:r>
          </a:p>
          <a:p>
            <a:pPr lvl="1"/>
            <a:r>
              <a:rPr lang="en-US" sz="2200" b="1" dirty="0" err="1" smtClean="0">
                <a:latin typeface="Consolas" pitchFamily="49" charset="0"/>
              </a:rPr>
              <a:t>mysql</a:t>
            </a:r>
            <a:r>
              <a:rPr lang="en-US" sz="2200" b="1" dirty="0" smtClean="0">
                <a:latin typeface="Consolas" pitchFamily="49" charset="0"/>
              </a:rPr>
              <a:t> -u root -p</a:t>
            </a:r>
          </a:p>
          <a:p>
            <a:pPr lvl="2"/>
            <a:r>
              <a:rPr lang="en-US" sz="1800" b="1" dirty="0" smtClean="0">
                <a:latin typeface="Consolas" pitchFamily="49" charset="0"/>
              </a:rPr>
              <a:t>SHOW DATABASES;</a:t>
            </a:r>
          </a:p>
          <a:p>
            <a:pPr lvl="2"/>
            <a:r>
              <a:rPr lang="en-US" sz="1800" b="1" dirty="0" smtClean="0">
                <a:latin typeface="Consolas" pitchFamily="49" charset="0"/>
              </a:rPr>
              <a:t>DROP DATABASE `</a:t>
            </a:r>
            <a:r>
              <a:rPr lang="en-US" sz="1800" b="1" dirty="0" err="1" smtClean="0">
                <a:latin typeface="Consolas" pitchFamily="49" charset="0"/>
              </a:rPr>
              <a:t>examplewp</a:t>
            </a:r>
            <a:r>
              <a:rPr lang="en-US" sz="1800" b="1" dirty="0" smtClean="0">
                <a:latin typeface="Consolas" pitchFamily="49" charset="0"/>
              </a:rPr>
              <a:t>`;</a:t>
            </a:r>
          </a:p>
          <a:p>
            <a:pPr lvl="2"/>
            <a:r>
              <a:rPr lang="en-US" sz="1800" b="1" dirty="0" smtClean="0">
                <a:latin typeface="Consolas" pitchFamily="49" charset="0"/>
              </a:rPr>
              <a:t>SELECT Host, User, </a:t>
            </a:r>
            <a:r>
              <a:rPr lang="en-US" sz="1800" b="1" dirty="0" err="1" smtClean="0">
                <a:latin typeface="Consolas" pitchFamily="49" charset="0"/>
              </a:rPr>
              <a:t>plugin</a:t>
            </a:r>
            <a:r>
              <a:rPr lang="en-US" sz="1800" b="1" dirty="0" smtClean="0">
                <a:latin typeface="Consolas" pitchFamily="49" charset="0"/>
              </a:rPr>
              <a:t> from </a:t>
            </a:r>
            <a:r>
              <a:rPr lang="en-US" sz="1800" b="1" dirty="0" err="1" smtClean="0">
                <a:latin typeface="Consolas" pitchFamily="49" charset="0"/>
              </a:rPr>
              <a:t>mysql.user</a:t>
            </a:r>
            <a:r>
              <a:rPr lang="en-US" sz="1800" b="1" dirty="0" smtClean="0">
                <a:latin typeface="Consolas" pitchFamily="49" charset="0"/>
              </a:rPr>
              <a:t>;</a:t>
            </a:r>
          </a:p>
          <a:p>
            <a:pPr lvl="2"/>
            <a:r>
              <a:rPr lang="en-US" sz="1800" b="1" dirty="0" smtClean="0">
                <a:latin typeface="Consolas" pitchFamily="49" charset="0"/>
              </a:rPr>
              <a:t>DROP USER '</a:t>
            </a:r>
            <a:r>
              <a:rPr lang="en-US" sz="1800" b="1" dirty="0" err="1" smtClean="0">
                <a:latin typeface="Consolas" pitchFamily="49" charset="0"/>
              </a:rPr>
              <a:t>example'@'localhost</a:t>
            </a:r>
            <a:r>
              <a:rPr lang="en-US" sz="1800" b="1" dirty="0" smtClean="0">
                <a:latin typeface="Consolas" pitchFamily="49" charset="0"/>
              </a:rPr>
              <a:t>';</a:t>
            </a:r>
          </a:p>
          <a:p>
            <a:pPr lvl="2"/>
            <a:r>
              <a:rPr lang="en-US" sz="1800" b="1" dirty="0" smtClean="0">
                <a:latin typeface="Consolas" pitchFamily="49" charset="0"/>
              </a:rPr>
              <a:t>exit;</a:t>
            </a:r>
          </a:p>
          <a:p>
            <a:pPr lvl="2"/>
            <a:endParaRPr lang="en-US" sz="1400" b="1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Archive a Website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Disable the website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cd</a:t>
            </a:r>
            <a:r>
              <a:rPr lang="en-US" sz="1800" b="1" dirty="0" smtClean="0">
                <a:latin typeface="Consolas" pitchFamily="49" charset="0"/>
              </a:rPr>
              <a:t> /etc/</a:t>
            </a:r>
            <a:r>
              <a:rPr lang="en-US" sz="1800" b="1" dirty="0" err="1" smtClean="0">
                <a:latin typeface="Consolas" pitchFamily="49" charset="0"/>
              </a:rPr>
              <a:t>nginx</a:t>
            </a:r>
            <a:r>
              <a:rPr lang="en-US" sz="1800" b="1" dirty="0" smtClean="0">
                <a:latin typeface="Consolas" pitchFamily="49" charset="0"/>
              </a:rPr>
              <a:t>/sites-enabled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ls</a:t>
            </a:r>
            <a:endParaRPr lang="en-US" sz="1800" b="1" dirty="0" smtClean="0">
              <a:latin typeface="Consolas" pitchFamily="49" charset="0"/>
            </a:endParaRP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rm</a:t>
            </a:r>
            <a:r>
              <a:rPr lang="en-US" sz="1800" b="1" dirty="0" smtClean="0">
                <a:latin typeface="Consolas" pitchFamily="49" charset="0"/>
              </a:rPr>
              <a:t> example.com 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nginx</a:t>
            </a:r>
            <a:r>
              <a:rPr lang="en-US" sz="1800" b="1" dirty="0" smtClean="0">
                <a:latin typeface="Consolas" pitchFamily="49" charset="0"/>
              </a:rPr>
              <a:t> -t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service </a:t>
            </a:r>
            <a:r>
              <a:rPr lang="en-US" sz="1800" b="1" dirty="0" err="1" smtClean="0">
                <a:latin typeface="Consolas" pitchFamily="49" charset="0"/>
              </a:rPr>
              <a:t>nginx</a:t>
            </a:r>
            <a:r>
              <a:rPr lang="en-US" sz="1800" b="1" dirty="0" smtClean="0">
                <a:latin typeface="Consolas" pitchFamily="49" charset="0"/>
              </a:rPr>
              <a:t> reload</a:t>
            </a:r>
          </a:p>
          <a:p>
            <a:r>
              <a:rPr lang="en-US" sz="2400" dirty="0" smtClean="0"/>
              <a:t>Download the website configuration file in </a:t>
            </a:r>
            <a:r>
              <a:rPr lang="en-US" sz="2200" b="1" dirty="0" smtClean="0">
                <a:latin typeface="Consolas" pitchFamily="49" charset="0"/>
              </a:rPr>
              <a:t>/etc/</a:t>
            </a:r>
            <a:r>
              <a:rPr lang="en-US" sz="2200" b="1" dirty="0" err="1" smtClean="0">
                <a:latin typeface="Consolas" pitchFamily="49" charset="0"/>
              </a:rPr>
              <a:t>nginx</a:t>
            </a:r>
            <a:r>
              <a:rPr lang="en-US" sz="2200" b="1" dirty="0" smtClean="0">
                <a:latin typeface="Consolas" pitchFamily="49" charset="0"/>
              </a:rPr>
              <a:t>/sites-available/</a:t>
            </a:r>
          </a:p>
          <a:p>
            <a:r>
              <a:rPr lang="en-US" sz="2400" dirty="0" smtClean="0"/>
              <a:t>Remove the website configuration file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cd</a:t>
            </a:r>
            <a:r>
              <a:rPr lang="en-US" sz="1800" b="1" dirty="0" smtClean="0">
                <a:latin typeface="Consolas" pitchFamily="49" charset="0"/>
              </a:rPr>
              <a:t> /etc/</a:t>
            </a:r>
            <a:r>
              <a:rPr lang="en-US" sz="1800" b="1" dirty="0" err="1" smtClean="0">
                <a:latin typeface="Consolas" pitchFamily="49" charset="0"/>
              </a:rPr>
              <a:t>nginx</a:t>
            </a:r>
            <a:r>
              <a:rPr lang="en-US" sz="1800" b="1" dirty="0" smtClean="0">
                <a:latin typeface="Consolas" pitchFamily="49" charset="0"/>
              </a:rPr>
              <a:t>/sites-available/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ls</a:t>
            </a:r>
            <a:endParaRPr lang="en-US" sz="1800" b="1" dirty="0" smtClean="0">
              <a:latin typeface="Consolas" pitchFamily="49" charset="0"/>
            </a:endParaRP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sudo</a:t>
            </a:r>
            <a:r>
              <a:rPr lang="en-US" sz="1800" b="1" dirty="0" smtClean="0">
                <a:latin typeface="Consolas" pitchFamily="49" charset="0"/>
              </a:rPr>
              <a:t> </a:t>
            </a:r>
            <a:r>
              <a:rPr lang="en-US" sz="1800" b="1" dirty="0" err="1" smtClean="0">
                <a:latin typeface="Consolas" pitchFamily="49" charset="0"/>
              </a:rPr>
              <a:t>rm</a:t>
            </a:r>
            <a:r>
              <a:rPr lang="en-US" sz="1800" b="1" dirty="0" smtClean="0">
                <a:latin typeface="Consolas" pitchFamily="49" charset="0"/>
              </a:rPr>
              <a:t> -</a:t>
            </a:r>
            <a:r>
              <a:rPr lang="en-US" sz="1800" b="1" dirty="0" err="1" smtClean="0">
                <a:latin typeface="Consolas" pitchFamily="49" charset="0"/>
              </a:rPr>
              <a:t>rf</a:t>
            </a:r>
            <a:r>
              <a:rPr lang="en-US" sz="1800" b="1" dirty="0" smtClean="0">
                <a:latin typeface="Consolas" pitchFamily="49" charset="0"/>
              </a:rPr>
              <a:t> example.com</a:t>
            </a:r>
          </a:p>
          <a:p>
            <a:pPr lvl="1"/>
            <a:r>
              <a:rPr lang="en-US" sz="1800" b="1" dirty="0" err="1" smtClean="0">
                <a:latin typeface="Consolas" pitchFamily="49" charset="0"/>
              </a:rPr>
              <a:t>ls</a:t>
            </a:r>
            <a:endParaRPr lang="en-US" sz="1800" b="1" dirty="0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10667</TotalTime>
  <Words>753</Words>
  <Application>Microsoft Office PowerPoint</Application>
  <PresentationFormat>On-screen Show (4:3)</PresentationFormat>
  <Paragraphs>137</Paragraphs>
  <Slides>41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Backup and Restore</vt:lpstr>
      <vt:lpstr>Objectives</vt:lpstr>
      <vt:lpstr>Contents</vt:lpstr>
      <vt:lpstr>References</vt:lpstr>
      <vt:lpstr>1. Install the Duplicator Plugin</vt:lpstr>
      <vt:lpstr>2. Create a Package</vt:lpstr>
      <vt:lpstr>3. Build the Package</vt:lpstr>
      <vt:lpstr>4. Download the Package</vt:lpstr>
      <vt:lpstr>Issue: Host Build Interrupt</vt:lpstr>
      <vt:lpstr>Solution for: Host Build Interrupt</vt:lpstr>
      <vt:lpstr>Slide 11</vt:lpstr>
      <vt:lpstr>1. Copy the package (.zip) and the installer.php file to Destination Server</vt:lpstr>
      <vt:lpstr>2. Restore the Website</vt:lpstr>
      <vt:lpstr>3. Enter Database Information</vt:lpstr>
      <vt:lpstr>4. Update Data</vt:lpstr>
      <vt:lpstr>5. Review Result</vt:lpstr>
      <vt:lpstr>Fix “utf8mb4_0900_ai_ci” Collation Error</vt:lpstr>
      <vt:lpstr>6. Enable Permalinks for Nginx</vt:lpstr>
      <vt:lpstr>7. Remove the Old Website</vt:lpstr>
      <vt:lpstr>Slide 20</vt:lpstr>
      <vt:lpstr>1. Install the UpdraftPlus Plugin</vt:lpstr>
      <vt:lpstr>2. Select Remote Storage</vt:lpstr>
      <vt:lpstr>3. Save the Change</vt:lpstr>
      <vt:lpstr>4. Select Backup Schedule</vt:lpstr>
      <vt:lpstr>5. Delete Local Files</vt:lpstr>
      <vt:lpstr>Slide 26</vt:lpstr>
      <vt:lpstr>1. Select FTP Remote Storage</vt:lpstr>
      <vt:lpstr>2. Enter the FTP Information</vt:lpstr>
      <vt:lpstr>Slide 29</vt:lpstr>
      <vt:lpstr>1. Select a Backup for Restoration</vt:lpstr>
      <vt:lpstr>2. Select Components</vt:lpstr>
      <vt:lpstr>3. Confirm Restoration Success</vt:lpstr>
      <vt:lpstr>Slide 33</vt:lpstr>
      <vt:lpstr>1. Move Website Manually</vt:lpstr>
      <vt:lpstr>2. Change the Website's Domain</vt:lpstr>
      <vt:lpstr>3. Bulk Edit Content</vt:lpstr>
      <vt:lpstr>Slide 37</vt:lpstr>
      <vt:lpstr>1. Archive a Website (I)</vt:lpstr>
      <vt:lpstr>2. Archive a Website (II)</vt:lpstr>
      <vt:lpstr>3. Archive a Website (III)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4189</cp:revision>
  <dcterms:created xsi:type="dcterms:W3CDTF">2007-10-06T08:25:13Z</dcterms:created>
  <dcterms:modified xsi:type="dcterms:W3CDTF">2026-05-31T16:53:19Z</dcterms:modified>
</cp:coreProperties>
</file>