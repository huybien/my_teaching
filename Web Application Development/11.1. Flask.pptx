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7"/>
  </p:notesMasterIdLst>
  <p:sldIdLst>
    <p:sldId id="371" r:id="rId2"/>
    <p:sldId id="392" r:id="rId3"/>
    <p:sldId id="393" r:id="rId4"/>
    <p:sldId id="394" r:id="rId5"/>
    <p:sldId id="484" r:id="rId6"/>
    <p:sldId id="485" r:id="rId7"/>
    <p:sldId id="483" r:id="rId8"/>
    <p:sldId id="486" r:id="rId9"/>
    <p:sldId id="487" r:id="rId10"/>
    <p:sldId id="488" r:id="rId11"/>
    <p:sldId id="489" r:id="rId12"/>
    <p:sldId id="490" r:id="rId13"/>
    <p:sldId id="493" r:id="rId14"/>
    <p:sldId id="494" r:id="rId15"/>
    <p:sldId id="492" r:id="rId16"/>
    <p:sldId id="491" r:id="rId17"/>
    <p:sldId id="495" r:id="rId18"/>
    <p:sldId id="496" r:id="rId19"/>
    <p:sldId id="497" r:id="rId20"/>
    <p:sldId id="498" r:id="rId21"/>
    <p:sldId id="499" r:id="rId22"/>
    <p:sldId id="500" r:id="rId23"/>
    <p:sldId id="501" r:id="rId24"/>
    <p:sldId id="502" r:id="rId25"/>
    <p:sldId id="391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5" autoAdjust="0"/>
    <p:restoredTop sz="94667" autoAdjust="0"/>
  </p:normalViewPr>
  <p:slideViewPr>
    <p:cSldViewPr>
      <p:cViewPr>
        <p:scale>
          <a:sx n="50" d="100"/>
          <a:sy n="50" d="100"/>
        </p:scale>
        <p:origin x="-154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localhost:5000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localhost:5000/user/Bie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localhost:5000/user/Bien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pytorch.org/whl/cu118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Flask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Virtual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flasky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err="1" smtClean="0">
                <a:latin typeface="Consolas" pitchFamily="49" charset="0"/>
              </a:rPr>
              <a:t>cd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flasky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python -m </a:t>
            </a:r>
            <a:r>
              <a:rPr lang="en-US" sz="2200" dirty="0" err="1" smtClean="0">
                <a:latin typeface="Consolas" pitchFamily="49" charset="0"/>
              </a:rPr>
              <a:t>venv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myenv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# On </a:t>
            </a:r>
            <a:r>
              <a:rPr lang="en-US" sz="2200" dirty="0" err="1" smtClean="0">
                <a:latin typeface="Consolas" pitchFamily="49" charset="0"/>
              </a:rPr>
              <a:t>macOS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smtClean="0">
                <a:latin typeface="Consolas" pitchFamily="49" charset="0"/>
              </a:rPr>
              <a:t>source ./</a:t>
            </a:r>
            <a:r>
              <a:rPr lang="en-US" sz="2200" dirty="0" err="1" smtClean="0">
                <a:latin typeface="Consolas" pitchFamily="49" charset="0"/>
              </a:rPr>
              <a:t>myenv</a:t>
            </a:r>
            <a:r>
              <a:rPr lang="en-US" sz="2200" dirty="0" smtClean="0">
                <a:latin typeface="Consolas" pitchFamily="49" charset="0"/>
              </a:rPr>
              <a:t>/bin/activate</a:t>
            </a:r>
          </a:p>
          <a:p>
            <a:r>
              <a:rPr lang="en-US" sz="2200" dirty="0" smtClean="0">
                <a:latin typeface="Consolas" pitchFamily="49" charset="0"/>
              </a:rPr>
              <a:t># On Windows:</a:t>
            </a:r>
          </a:p>
          <a:p>
            <a:r>
              <a:rPr lang="en-US" sz="2200" dirty="0" smtClean="0">
                <a:latin typeface="Consolas" pitchFamily="49" charset="0"/>
              </a:rPr>
              <a:t>"./</a:t>
            </a:r>
            <a:r>
              <a:rPr lang="en-US" sz="2200" dirty="0" err="1" smtClean="0">
                <a:latin typeface="Consolas" pitchFamily="49" charset="0"/>
              </a:rPr>
              <a:t>myenv</a:t>
            </a:r>
            <a:r>
              <a:rPr lang="en-US" sz="2200" dirty="0" smtClean="0">
                <a:latin typeface="Consolas" pitchFamily="49" charset="0"/>
              </a:rPr>
              <a:t>/Scripts/activate"</a:t>
            </a:r>
          </a:p>
          <a:p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flask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pip install flask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Hello World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7538" y="2303463"/>
            <a:ext cx="5368925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Run the Hello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Consolas" pitchFamily="49" charset="0"/>
              </a:rPr>
              <a:t># On Windows:</a:t>
            </a:r>
          </a:p>
          <a:p>
            <a:r>
              <a:rPr lang="en-US" sz="2000" dirty="0" smtClean="0">
                <a:latin typeface="Consolas" pitchFamily="49" charset="0"/>
              </a:rPr>
              <a:t>set FLASK_APP=hello.py</a:t>
            </a:r>
          </a:p>
          <a:p>
            <a:r>
              <a:rPr lang="en-US" sz="2000" dirty="0" smtClean="0">
                <a:latin typeface="Consolas" pitchFamily="49" charset="0"/>
              </a:rPr>
              <a:t>set </a:t>
            </a:r>
            <a:r>
              <a:rPr lang="en-US" sz="2000" b="1" dirty="0" smtClean="0">
                <a:latin typeface="Consolas" pitchFamily="49" charset="0"/>
              </a:rPr>
              <a:t>FLASK_DEBUG=1</a:t>
            </a:r>
            <a:endParaRPr lang="en-US" sz="2000" dirty="0" smtClean="0">
              <a:latin typeface="Consolas" pitchFamily="49" charset="0"/>
            </a:endParaRPr>
          </a:p>
          <a:p>
            <a:r>
              <a:rPr lang="en-US" sz="2000" dirty="0" smtClean="0">
                <a:latin typeface="Consolas" pitchFamily="49" charset="0"/>
              </a:rPr>
              <a:t># On </a:t>
            </a:r>
            <a:r>
              <a:rPr lang="en-US" sz="2000" dirty="0" err="1" smtClean="0">
                <a:latin typeface="Consolas" pitchFamily="49" charset="0"/>
              </a:rPr>
              <a:t>macOS</a:t>
            </a:r>
            <a:r>
              <a:rPr lang="en-US" sz="2000" dirty="0" smtClean="0">
                <a:latin typeface="Consolas" pitchFamily="49" charset="0"/>
              </a:rPr>
              <a:t>:</a:t>
            </a:r>
          </a:p>
          <a:p>
            <a:r>
              <a:rPr lang="en-US" sz="2000" dirty="0" smtClean="0">
                <a:latin typeface="Consolas" pitchFamily="49" charset="0"/>
              </a:rPr>
              <a:t>export FLASK_APP=hello.py</a:t>
            </a:r>
          </a:p>
          <a:p>
            <a:r>
              <a:rPr lang="en-US" sz="2000" dirty="0" smtClean="0">
                <a:latin typeface="Consolas" pitchFamily="49" charset="0"/>
              </a:rPr>
              <a:t>flask </a:t>
            </a:r>
            <a:r>
              <a:rPr lang="en-US" sz="2000" dirty="0" smtClean="0">
                <a:latin typeface="Consolas" pitchFamily="49" charset="0"/>
              </a:rPr>
              <a:t>run</a:t>
            </a:r>
          </a:p>
          <a:p>
            <a:r>
              <a:rPr lang="en-US" sz="2000" dirty="0" smtClean="0">
                <a:latin typeface="Consolas" pitchFamily="49" charset="0"/>
              </a:rPr>
              <a:t>flask run --</a:t>
            </a:r>
            <a:r>
              <a:rPr lang="en-US" sz="2000" dirty="0" smtClean="0">
                <a:latin typeface="Consolas" pitchFamily="49" charset="0"/>
              </a:rPr>
              <a:t>host=0.0.0.0 </a:t>
            </a:r>
            <a:r>
              <a:rPr lang="en-US" sz="2000" dirty="0" smtClean="0">
                <a:latin typeface="Consolas" pitchFamily="49" charset="0"/>
              </a:rPr>
              <a:t>--port=5000</a:t>
            </a:r>
            <a:endParaRPr lang="en-US" sz="20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2188" y="4387850"/>
            <a:ext cx="7159625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Test the Hello World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  <a:hlinkClick r:id="rId2"/>
              </a:rPr>
              <a:t>http://localhost:5000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3200400"/>
            <a:ext cx="2984500" cy="12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Route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  <a:hlinkClick r:id="rId2"/>
              </a:rPr>
              <a:t>http://localhost:5000/user/Bien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27275" y="2752725"/>
            <a:ext cx="44894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Use Templates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  <a:hlinkClick r:id="rId2"/>
              </a:rPr>
              <a:t>http://localhost:5000/user/Bien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>
              <a:latin typeface="Consolas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76350" y="2473325"/>
            <a:ext cx="6591300" cy="347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Use Bootstrap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pip install flask-bootstrap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3800" y="2343150"/>
            <a:ext cx="67564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4. Modify Template to use Bootstrap</a:t>
            </a:r>
            <a:endParaRPr lang="en-US" sz="42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7438" y="1905000"/>
            <a:ext cx="6969125" cy="413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Web Forms Extension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pip install flask-</a:t>
            </a:r>
            <a:r>
              <a:rPr lang="en-US" sz="2400" dirty="0" err="1" smtClean="0">
                <a:latin typeface="Consolas" pitchFamily="49" charset="0"/>
              </a:rPr>
              <a:t>wtf</a:t>
            </a:r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Base Template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8525" y="1844675"/>
            <a:ext cx="7346950" cy="425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View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54113" y="1981200"/>
            <a:ext cx="683577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Configure and Handle Form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00200"/>
            <a:ext cx="6507517" cy="4479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ML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Consolas" pitchFamily="49" charset="0"/>
              </a:rPr>
              <a:t># GPU on </a:t>
            </a:r>
            <a:r>
              <a:rPr lang="en-US" sz="2200" dirty="0" err="1" smtClean="0">
                <a:latin typeface="Consolas" pitchFamily="49" charset="0"/>
              </a:rPr>
              <a:t>macOS</a:t>
            </a:r>
            <a:r>
              <a:rPr lang="en-US" sz="2200" dirty="0" smtClean="0">
                <a:latin typeface="Consolas" pitchFamily="49" charset="0"/>
              </a:rPr>
              <a:t>:</a:t>
            </a:r>
          </a:p>
          <a:p>
            <a:r>
              <a:rPr lang="en-US" sz="2200" dirty="0" smtClean="0">
                <a:latin typeface="Consolas" pitchFamily="49" charset="0"/>
              </a:rPr>
              <a:t>pip install torch </a:t>
            </a:r>
            <a:r>
              <a:rPr lang="en-US" sz="2200" dirty="0" err="1" smtClean="0">
                <a:latin typeface="Consolas" pitchFamily="49" charset="0"/>
              </a:rPr>
              <a:t>torchvision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torchaudio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# GPU on Windows:</a:t>
            </a:r>
          </a:p>
          <a:p>
            <a:r>
              <a:rPr lang="en-US" sz="2200" dirty="0" smtClean="0">
                <a:latin typeface="Consolas" pitchFamily="49" charset="0"/>
              </a:rPr>
              <a:t>pip install torch </a:t>
            </a:r>
            <a:r>
              <a:rPr lang="en-US" sz="2200" dirty="0" err="1" smtClean="0">
                <a:latin typeface="Consolas" pitchFamily="49" charset="0"/>
              </a:rPr>
              <a:t>torchvision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torchaudio</a:t>
            </a:r>
            <a:r>
              <a:rPr lang="en-US" sz="2200" dirty="0" smtClean="0">
                <a:latin typeface="Consolas" pitchFamily="49" charset="0"/>
              </a:rPr>
              <a:t> --index-</a:t>
            </a:r>
            <a:r>
              <a:rPr lang="en-US" sz="2200" dirty="0" err="1" smtClean="0">
                <a:latin typeface="Consolas" pitchFamily="49" charset="0"/>
              </a:rPr>
              <a:t>url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  <a:hlinkClick r:id="rId2"/>
              </a:rPr>
              <a:t>https://download.pytorch.org/whl/cu118</a:t>
            </a:r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pip install diffusers transformers </a:t>
            </a:r>
            <a:r>
              <a:rPr lang="en-US" sz="2200" dirty="0" err="1" smtClean="0">
                <a:latin typeface="Consolas" pitchFamily="49" charset="0"/>
              </a:rPr>
              <a:t>huggingface_hub</a:t>
            </a:r>
            <a:r>
              <a:rPr lang="en-US" sz="2200" dirty="0" smtClean="0">
                <a:latin typeface="Consolas" pitchFamily="49" charset="0"/>
              </a:rPr>
              <a:t> accelerate </a:t>
            </a:r>
            <a:r>
              <a:rPr lang="en-US" sz="2200" dirty="0" err="1" smtClean="0">
                <a:latin typeface="Consolas" pitchFamily="49" charset="0"/>
              </a:rPr>
              <a:t>sentencepiece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ftfy</a:t>
            </a:r>
            <a:r>
              <a:rPr lang="en-US" sz="2200" dirty="0" smtClean="0">
                <a:latin typeface="Consolas" pitchFamily="49" charset="0"/>
              </a:rPr>
              <a:t> beautifulsoup4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Call Model API</a:t>
            </a:r>
            <a:endParaRPr lang="en-US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5663" y="1758950"/>
            <a:ext cx="7432675" cy="433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Generate Image from Text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05000"/>
            <a:ext cx="7198337" cy="3919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smtClean="0"/>
              <a:t>Add Progress Bar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17592</TotalTime>
  <Words>220</Words>
  <Application>Microsoft Office PowerPoint</Application>
  <PresentationFormat>On-screen Show (4:3)</PresentationFormat>
  <Paragraphs>54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Flask</vt:lpstr>
      <vt:lpstr>Objectives</vt:lpstr>
      <vt:lpstr>Contents</vt:lpstr>
      <vt:lpstr>References</vt:lpstr>
      <vt:lpstr>1. Create Virtual Environment</vt:lpstr>
      <vt:lpstr>2. Install flask</vt:lpstr>
      <vt:lpstr>3. Create Hello World</vt:lpstr>
      <vt:lpstr>4. Run the Hello World</vt:lpstr>
      <vt:lpstr>5. Test the Hello World</vt:lpstr>
      <vt:lpstr>Slide 10</vt:lpstr>
      <vt:lpstr>1. Create a Route</vt:lpstr>
      <vt:lpstr>2. Use Templates</vt:lpstr>
      <vt:lpstr>3. Use Bootstrap</vt:lpstr>
      <vt:lpstr>4. Modify Template to use Bootstrap</vt:lpstr>
      <vt:lpstr>Slide 15</vt:lpstr>
      <vt:lpstr>1. Install Web Forms Extension</vt:lpstr>
      <vt:lpstr>2. Create Base Template</vt:lpstr>
      <vt:lpstr>3. Create View</vt:lpstr>
      <vt:lpstr>4. Configure and Handle Form</vt:lpstr>
      <vt:lpstr>Slide 20</vt:lpstr>
      <vt:lpstr>1. Install ML Packages</vt:lpstr>
      <vt:lpstr>2. Call Model API</vt:lpstr>
      <vt:lpstr>3. Generate Image from Text</vt:lpstr>
      <vt:lpstr>4. Add Progress Bar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5160</cp:revision>
  <dcterms:created xsi:type="dcterms:W3CDTF">2007-10-06T08:25:13Z</dcterms:created>
  <dcterms:modified xsi:type="dcterms:W3CDTF">2024-11-28T20:01:15Z</dcterms:modified>
</cp:coreProperties>
</file>