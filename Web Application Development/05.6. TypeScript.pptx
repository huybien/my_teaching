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handoutMasterIdLst>
    <p:handoutMasterId r:id="rId8"/>
  </p:handoutMasterIdLst>
  <p:sldIdLst>
    <p:sldId id="256" r:id="rId2"/>
    <p:sldId id="431" r:id="rId3"/>
    <p:sldId id="503" r:id="rId4"/>
    <p:sldId id="423" r:id="rId5"/>
    <p:sldId id="34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0540A-F6E6-4195-9860-4EE39CABFE7B}" type="datetimeFigureOut">
              <a:rPr lang="en-US" smtClean="0"/>
              <a:pPr/>
              <a:t>11/2/2021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06245-CAB1-4BEB-9F86-F0CF197222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TypeScript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</a:t>
            </a:r>
            <a:r>
              <a:rPr lang="en-US" sz="2400" dirty="0" smtClean="0"/>
              <a:t>program</a:t>
            </a:r>
            <a:r>
              <a:rPr lang="en-US" sz="2400" dirty="0" smtClean="0"/>
              <a:t> </a:t>
            </a:r>
            <a:r>
              <a:rPr lang="en-US" sz="2400" dirty="0" smtClean="0"/>
              <a:t>using </a:t>
            </a:r>
            <a:r>
              <a:rPr lang="en-US" sz="2400" dirty="0" err="1" smtClean="0"/>
              <a:t>TypeScript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8828</TotalTime>
  <Words>40</Words>
  <Application>Microsoft Office PowerPoint</Application>
  <PresentationFormat>On-screen Show (4:3)</PresentationFormat>
  <Paragraphs>13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TypeScript</vt:lpstr>
      <vt:lpstr>Objectives</vt:lpstr>
      <vt:lpstr>Contents</vt:lpstr>
      <vt:lpstr>References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3076</cp:revision>
  <dcterms:created xsi:type="dcterms:W3CDTF">2007-10-06T08:25:13Z</dcterms:created>
  <dcterms:modified xsi:type="dcterms:W3CDTF">2021-11-02T11:37:31Z</dcterms:modified>
</cp:coreProperties>
</file>