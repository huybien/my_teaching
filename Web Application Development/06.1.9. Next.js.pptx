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9"/>
  </p:notesMasterIdLst>
  <p:sldIdLst>
    <p:sldId id="499" r:id="rId2"/>
    <p:sldId id="500" r:id="rId3"/>
    <p:sldId id="501" r:id="rId4"/>
    <p:sldId id="502" r:id="rId5"/>
    <p:sldId id="526" r:id="rId6"/>
    <p:sldId id="519" r:id="rId7"/>
    <p:sldId id="343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44" autoAdjust="0"/>
    <p:restoredTop sz="94667" autoAdjust="0"/>
  </p:normalViewPr>
  <p:slideViewPr>
    <p:cSldViewPr>
      <p:cViewPr>
        <p:scale>
          <a:sx n="50" d="100"/>
          <a:sy n="50" d="100"/>
        </p:scale>
        <p:origin x="-1582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nextjs.org/doc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hyperlink" Target="https://nextjs.org/docs/app/getting-started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Next.js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715000" cy="4038600"/>
          </a:xfrm>
        </p:spPr>
        <p:txBody>
          <a:bodyPr/>
          <a:lstStyle/>
          <a:p>
            <a:pPr marL="514350" indent="-514350">
              <a:buFont typeface="Wingdings" pitchFamily="2" charset="2"/>
              <a:buChar char="Ø"/>
            </a:pPr>
            <a:endParaRPr lang="en-US" sz="24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876800"/>
          </a:xfrm>
        </p:spPr>
        <p:txBody>
          <a:bodyPr/>
          <a:lstStyle/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Next.js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nextjs.org/docs</a:t>
            </a:r>
            <a:endParaRPr lang="en-US" sz="2400" dirty="0" smtClean="0"/>
          </a:p>
          <a:p>
            <a:r>
              <a:rPr lang="en-US" sz="2400" dirty="0" smtClean="0"/>
              <a:t>Next.js is a React framework for building full-stack web applications. You use React Components to build user interfaces, and Next.js for additional features and optimizations.</a:t>
            </a:r>
          </a:p>
          <a:p>
            <a:r>
              <a:rPr lang="en-US" sz="2400" dirty="0" smtClean="0"/>
              <a:t>It </a:t>
            </a:r>
            <a:r>
              <a:rPr lang="en-US" sz="2400" dirty="0" smtClean="0"/>
              <a:t>also automatically configures lower-level tools like bundlers and compilers. You can instead focus on building your product and shipping quickly.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</a:t>
            </a:r>
            <a:r>
              <a:rPr lang="en-US" dirty="0" smtClean="0"/>
              <a:t>Next.js </a:t>
            </a:r>
            <a:r>
              <a:rPr lang="en-US" dirty="0" smtClean="0"/>
              <a:t>App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nextjs.org/docs/app/getting-started</a:t>
            </a:r>
            <a:endParaRPr lang="en-US" dirty="0" smtClean="0"/>
          </a:p>
          <a:p>
            <a:r>
              <a:rPr lang="en-US" dirty="0" err="1" smtClean="0"/>
              <a:t>npx</a:t>
            </a:r>
            <a:r>
              <a:rPr lang="en-US" dirty="0" smtClean="0"/>
              <a:t> </a:t>
            </a:r>
            <a:r>
              <a:rPr lang="en-US" dirty="0" smtClean="0"/>
              <a:t>create-next-</a:t>
            </a:r>
            <a:r>
              <a:rPr lang="en-US" dirty="0" err="1" smtClean="0"/>
              <a:t>app@latest</a:t>
            </a:r>
            <a:r>
              <a:rPr lang="en-US" dirty="0" smtClean="0"/>
              <a:t> </a:t>
            </a:r>
            <a:r>
              <a:rPr lang="en-US" dirty="0" smtClean="0"/>
              <a:t>hello-world </a:t>
            </a:r>
            <a:r>
              <a:rPr lang="en-US" dirty="0" smtClean="0"/>
              <a:t>--</a:t>
            </a:r>
            <a:r>
              <a:rPr lang="en-US" dirty="0" smtClean="0"/>
              <a:t>yes</a:t>
            </a:r>
          </a:p>
          <a:p>
            <a:r>
              <a:rPr lang="en-US" dirty="0" err="1" smtClean="0"/>
              <a:t>cd</a:t>
            </a:r>
            <a:r>
              <a:rPr lang="en-US" dirty="0" smtClean="0"/>
              <a:t> hello-world</a:t>
            </a:r>
          </a:p>
          <a:p>
            <a:r>
              <a:rPr lang="en-US" dirty="0" err="1" smtClean="0"/>
              <a:t>npm</a:t>
            </a:r>
            <a:r>
              <a:rPr lang="en-US" dirty="0" smtClean="0"/>
              <a:t> run dev</a:t>
            </a:r>
          </a:p>
          <a:p>
            <a:r>
              <a:rPr lang="en-US" smtClean="0"/>
              <a:t>curl </a:t>
            </a:r>
            <a:r>
              <a:rPr lang="en-US" dirty="0" smtClean="0">
                <a:hlinkClick r:id="rId3"/>
              </a:rPr>
              <a:t>http://localhost:3000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20036</TotalTime>
  <Words>112</Words>
  <Application>Microsoft Office PowerPoint</Application>
  <PresentationFormat>On-screen Show (4:3)</PresentationFormat>
  <Paragraphs>22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Next.js</vt:lpstr>
      <vt:lpstr>Objectives</vt:lpstr>
      <vt:lpstr>Contents</vt:lpstr>
      <vt:lpstr>References</vt:lpstr>
      <vt:lpstr>Next.js</vt:lpstr>
      <vt:lpstr>1. Create Next.js App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5693</cp:revision>
  <dcterms:created xsi:type="dcterms:W3CDTF">2007-10-06T08:25:13Z</dcterms:created>
  <dcterms:modified xsi:type="dcterms:W3CDTF">2026-04-16T13:24:51Z</dcterms:modified>
</cp:coreProperties>
</file>