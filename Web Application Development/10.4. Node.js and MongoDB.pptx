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486" r:id="rId2"/>
    <p:sldId id="487" r:id="rId3"/>
    <p:sldId id="488" r:id="rId4"/>
    <p:sldId id="489" r:id="rId5"/>
    <p:sldId id="485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90" r:id="rId14"/>
    <p:sldId id="491" r:id="rId15"/>
    <p:sldId id="343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28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Node.js and </a:t>
            </a:r>
            <a:r>
              <a:rPr lang="en-US" sz="6000" dirty="0" err="1" smtClean="0"/>
              <a:t>MongoDB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create a simple </a:t>
            </a:r>
            <a:r>
              <a:rPr lang="en-US" sz="2400" smtClean="0"/>
              <a:t>Node application using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as database.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Bruno Joseph </a:t>
            </a:r>
            <a:r>
              <a:rPr lang="en-US" sz="2400" dirty="0" err="1" smtClean="0"/>
              <a:t>D'mello</a:t>
            </a:r>
            <a:r>
              <a:rPr lang="en-US" sz="2400" dirty="0" smtClean="0"/>
              <a:t> et al. (2017). Web Development with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and Node.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Jonathan Wexler (2019). Get Programming with Node.js. Manning Publications.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Hello World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sz="2600" b="1" dirty="0" err="1" smtClean="0">
                <a:solidFill>
                  <a:srgbClr val="C00000"/>
                </a:solidFill>
                <a:latin typeface="Consolas" pitchFamily="49" charset="0"/>
              </a:rPr>
              <a:t>mkdir</a:t>
            </a:r>
            <a:r>
              <a:rPr lang="en-US" sz="2600" b="1" dirty="0" smtClean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sz="2600" b="1" dirty="0" err="1" smtClean="0">
                <a:solidFill>
                  <a:srgbClr val="C00000"/>
                </a:solidFill>
                <a:latin typeface="Consolas" pitchFamily="49" charset="0"/>
              </a:rPr>
              <a:t>HelloWorld</a:t>
            </a:r>
            <a:endParaRPr lang="en-US" sz="2600" b="1" dirty="0" smtClean="0">
              <a:solidFill>
                <a:srgbClr val="C00000"/>
              </a:solidFill>
              <a:latin typeface="Consolas" pitchFamily="49" charset="0"/>
            </a:endParaRPr>
          </a:p>
          <a:p>
            <a:pPr lvl="1">
              <a:buNone/>
            </a:pPr>
            <a:r>
              <a:rPr lang="en-US" sz="2600" b="1" dirty="0" err="1" smtClean="0">
                <a:solidFill>
                  <a:srgbClr val="C00000"/>
                </a:solidFill>
                <a:latin typeface="Consolas" pitchFamily="49" charset="0"/>
              </a:rPr>
              <a:t>npm</a:t>
            </a:r>
            <a:r>
              <a:rPr lang="en-US" sz="2600" b="1" dirty="0" smtClean="0">
                <a:solidFill>
                  <a:srgbClr val="C00000"/>
                </a:solidFill>
                <a:latin typeface="Consolas" pitchFamily="49" charset="0"/>
              </a:rPr>
              <a:t> init</a:t>
            </a:r>
          </a:p>
          <a:p>
            <a:pPr lvl="1">
              <a:buNone/>
            </a:pPr>
            <a:r>
              <a:rPr lang="en-US" sz="2600" b="1" dirty="0" err="1" smtClean="0">
                <a:solidFill>
                  <a:srgbClr val="C00000"/>
                </a:solidFill>
                <a:latin typeface="Consolas" pitchFamily="49" charset="0"/>
              </a:rPr>
              <a:t>npm</a:t>
            </a:r>
            <a:r>
              <a:rPr lang="en-US" sz="2600" b="1" dirty="0" smtClean="0">
                <a:solidFill>
                  <a:srgbClr val="C00000"/>
                </a:solidFill>
                <a:latin typeface="Consolas" pitchFamily="49" charset="0"/>
              </a:rPr>
              <a:t> install </a:t>
            </a:r>
            <a:r>
              <a:rPr lang="en-US" sz="2600" b="1" dirty="0" err="1" smtClean="0">
                <a:solidFill>
                  <a:srgbClr val="C00000"/>
                </a:solidFill>
                <a:latin typeface="Consolas" pitchFamily="49" charset="0"/>
              </a:rPr>
              <a:t>mongodb</a:t>
            </a:r>
            <a:r>
              <a:rPr lang="en-US" sz="2600" b="1" dirty="0" smtClean="0">
                <a:solidFill>
                  <a:srgbClr val="C00000"/>
                </a:solidFill>
                <a:latin typeface="Consolas" pitchFamily="49" charset="0"/>
              </a:rPr>
              <a:t> --save // CASE-SENSITIVE</a:t>
            </a:r>
          </a:p>
          <a:p>
            <a:r>
              <a:rPr lang="en-US" sz="2600" dirty="0" smtClean="0"/>
              <a:t>Create app.js, copy the sample code</a:t>
            </a:r>
            <a:endParaRPr lang="en-US" sz="2600" dirty="0"/>
          </a:p>
          <a:p>
            <a:r>
              <a:rPr lang="en-US" sz="2600" dirty="0" smtClean="0"/>
              <a:t>Launch the app</a:t>
            </a:r>
          </a:p>
          <a:p>
            <a:pPr lvl="1">
              <a:buNone/>
            </a:pPr>
            <a:r>
              <a:rPr lang="en-US" sz="2600" b="1" dirty="0" smtClean="0">
                <a:solidFill>
                  <a:srgbClr val="C00000"/>
                </a:solidFill>
                <a:latin typeface="Consolas" pitchFamily="49" charset="0"/>
              </a:rPr>
              <a:t>node app.js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r>
              <a:rPr lang="en-US" dirty="0" smtClean="0"/>
              <a:t> Module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8486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8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npm</a:t>
            </a:r>
            <a:r>
              <a:rPr lang="en-US" sz="28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install </a:t>
            </a:r>
            <a:r>
              <a:rPr lang="en-US" sz="28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endParaRPr lang="en-US" sz="2800" b="1" i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514600"/>
            <a:ext cx="7848600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22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2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/test.js</a:t>
            </a:r>
          </a:p>
          <a:p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require('</a:t>
            </a:r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').</a:t>
            </a:r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MongoClient.connect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('mongodb://192.168.1.99:27017/mongotest',</a:t>
            </a:r>
          </a:p>
          <a:p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(err, db) =&gt; {</a:t>
            </a:r>
          </a:p>
          <a:p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console.log('Connected to </a:t>
            </a:r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!');</a:t>
            </a:r>
          </a:p>
          <a:p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db.close</a:t>
            </a:r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dirty="0" smtClean="0"/>
              <a:t> And </a:t>
            </a:r>
            <a:r>
              <a:rPr lang="en-US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findOne</a:t>
            </a:r>
            <a:endParaRPr lang="en-US" b="1" i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7848600" cy="4832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4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4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/test.js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require('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').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MongoClient.connect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('mongodb://192.168.1.99:27017',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(err, client) =&gt; {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console.log('Connected to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MongoDB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!');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db =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client.db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console.log('Connected to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database!');</a:t>
            </a:r>
          </a:p>
          <a:p>
            <a:endParaRPr lang="en-US" sz="1400" b="1" i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collection =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db.collection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('testing');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collection.</a:t>
            </a:r>
            <a:r>
              <a:rPr lang="en-US" sz="14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({ 'title': '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Snowcrash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 }, (err, docs) =&gt; {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/**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* on successful insertion, log to the screen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* the new collection's details: 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**/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console.log(`${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docs.ops.length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 records inserted.`);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console.log(`${docs.ops[0]._id} - ${docs.ops[0].title}`);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collection.</a:t>
            </a:r>
            <a:r>
              <a:rPr lang="en-US" sz="14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findOne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({ title: '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Snowcrash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 }, (err, doc) =&gt; {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    console.log(`Found: ` + `${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doc._id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 - ${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doc.title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}`);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sz="14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client.close</a:t>
            </a:r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});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});</a:t>
            </a:r>
          </a:p>
          <a:p>
            <a:r>
              <a:rPr lang="en-US" sz="14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mongoose</a:t>
            </a:r>
            <a:r>
              <a:rPr lang="en-US" dirty="0" smtClean="0"/>
              <a:t> Module (Schema)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8486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8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npm</a:t>
            </a:r>
            <a:r>
              <a:rPr lang="en-US" sz="28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install mongoose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362200"/>
            <a:ext cx="7848600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2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/test2.js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const mongoose = require('mongoose'),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Schema =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mongoose.Schema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mongoose.connect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('mongodb://192.168.1.99:27017/mongotest');</a:t>
            </a: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mongoose.connection.on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('open', function () {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console.log('Mongoose connected.');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200" b="1" i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Account = new </a:t>
            </a:r>
            <a:r>
              <a:rPr lang="en-US" sz="1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Schema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({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username: { type: String },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date_created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 { type: Date, default: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Date.now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},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visits: { type: Number, default: 0 },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active: { type: Boolean, default: false }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200" b="1" i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mongoose.model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('Account', Account);</a:t>
            </a: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({ username: '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randomUser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 });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newUser.username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newUser.date_created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newUser.visits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console.log(</a:t>
            </a:r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newUser.active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b="1" i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newUser.save</a:t>
            </a:r>
            <a:r>
              <a:rPr lang="en-US" sz="1200" b="1" i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accounts</a:t>
            </a:r>
            <a:r>
              <a:rPr lang="en-US" dirty="0" smtClean="0"/>
              <a:t> Collection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7019398" cy="37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524000"/>
            <a:ext cx="7848600" cy="4832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4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4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/test2.js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const mongoose = require('mongoose'),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Schema =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mongoose.Schema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('mongodb://192.168.1.99:27017/mongotest');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mongoose.connection.on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('open', function () {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console.log('Mongoose connected.');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4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Account = new Schema({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username: { type: String, required: true },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date_created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{ type: Date, default: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Date.now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},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visits: { type: Number, default: 0 },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active: { type: Boolean, default: false },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age: { type: Number, required: true, min: 13, max: 120 }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4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mongoose.model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('Account', Account);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newUser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({ username: '</a:t>
            </a:r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randomUser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', age: 11 });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newUser.validate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(function(err) {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console.log(err);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r>
              <a:rPr lang="en-US" sz="1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newUser.save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524000"/>
            <a:ext cx="7848600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2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12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/test2.js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const mongoose = require('mongoose'),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Schema =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mongoose.Schema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('mongodb://192.168.1.99:27017/mongotest');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mongoose.connection.on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('open', function ()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console.log('Mongoose connected.');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2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Account = new Schema({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username: { type: String, required: true },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date_created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{ type: Date, default: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Date.now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visits: { type: Number, default: 0 },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active: { type: Boolean, default: false },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age: { type: Number, required: true, min: 13, max: 120 }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12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Account.statics.findByAgeRange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function (min, max, callback)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this.find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({ age: { $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gt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min, $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lte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max } }, callback);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n-US" sz="12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mongoose.model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('Account', Account);</a:t>
            </a:r>
          </a:p>
          <a:p>
            <a:endParaRPr lang="en-US" sz="12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AccountModel.findByAgeRange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(18, 30, function (err, accounts)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</a:t>
            </a:r>
            <a:r>
              <a:rPr lang="en-US" sz="12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accounts.length</a:t>
            </a:r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Properties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524000"/>
            <a:ext cx="7848600" cy="49398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900" b="1" i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mongotest</a:t>
            </a:r>
            <a:r>
              <a:rPr lang="en-US" sz="900" b="1" i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/test2.js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const mongoose = require('mongoose'),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Schema =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mongoose.Schema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('mongodb://192.168.1.99:27017/mongotest');</a:t>
            </a: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mongoose.connection.on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('open', function () 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console.log('Mongoose connected.');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9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Account = new Schema({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username: { type: String, required: true },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date_created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{ type: Date, default: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Date.now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},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visits: { type: Number, default: 0 },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active: { type: Boolean, default: false },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age: { type: Number, required: true, min: 13, max: 120 }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9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Account.virtual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('info')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.get(function () 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this.username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': ' +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this.age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' years old';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})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.set(function (info) 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parts =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fullname.split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(': ');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this.username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parts[0];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this.age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parts[1];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});</a:t>
            </a:r>
          </a:p>
          <a:p>
            <a:endParaRPr lang="en-US" sz="9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Account.statics.findByAgeRange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function (min, max, callback) 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this.find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({ age: { $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gt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min, $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lte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max } }, callback);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n-US" sz="9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mongoose.model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('Account', Account);</a:t>
            </a:r>
          </a:p>
          <a:p>
            <a:endParaRPr lang="en-US" sz="900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AccountModel.findByAgeRange</a:t>
            </a:r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(18, 30, function (err, accounts) {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console.log(accounts[0].info); 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Environment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Install </a:t>
            </a:r>
            <a:r>
              <a:rPr lang="en-US" sz="2400" b="1" dirty="0" err="1" smtClean="0"/>
              <a:t>dotenv</a:t>
            </a:r>
            <a:r>
              <a:rPr lang="en-US" sz="2400" b="1" dirty="0" smtClean="0"/>
              <a:t> package</a:t>
            </a:r>
            <a:r>
              <a:rPr lang="en-US" sz="2400" dirty="0" smtClean="0"/>
              <a:t> (if not already installed):</a:t>
            </a:r>
            <a:endParaRPr lang="en-US" sz="2400" dirty="0" smtClean="0">
              <a:latin typeface="Consolas" pitchFamily="49" charset="0"/>
            </a:endParaRPr>
          </a:p>
          <a:p>
            <a:pPr lvl="1"/>
            <a:r>
              <a:rPr lang="en-US" sz="2000" dirty="0" err="1" smtClean="0">
                <a:latin typeface="Consolas" pitchFamily="49" charset="0"/>
              </a:rPr>
              <a:t>npm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</a:rPr>
              <a:t>install </a:t>
            </a:r>
            <a:r>
              <a:rPr lang="en-US" sz="2000" dirty="0" err="1" smtClean="0">
                <a:latin typeface="Consolas" pitchFamily="49" charset="0"/>
              </a:rPr>
              <a:t>dotenv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400" b="1" dirty="0" smtClean="0"/>
              <a:t>Create a .</a:t>
            </a:r>
            <a:r>
              <a:rPr lang="en-US" sz="2400" b="1" dirty="0" err="1" smtClean="0"/>
              <a:t>env</a:t>
            </a:r>
            <a:r>
              <a:rPr lang="en-US" sz="2400" b="1" dirty="0" smtClean="0"/>
              <a:t> file in your project root directory</a:t>
            </a:r>
            <a:r>
              <a:rPr lang="en-US" sz="2400" dirty="0" smtClean="0"/>
              <a:t>: This file will store environment variables in key-value pairs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/>
              <a:t>DATABASE_URL</a:t>
            </a:r>
            <a:r>
              <a:rPr lang="en-US" sz="2000" dirty="0" smtClean="0"/>
              <a:t>='postgres</a:t>
            </a:r>
            <a:r>
              <a:rPr lang="en-US" sz="2000" dirty="0" smtClean="0"/>
              <a:t>://</a:t>
            </a:r>
            <a:r>
              <a:rPr lang="en-US" sz="2000" dirty="0" smtClean="0"/>
              <a:t>username:password@localhost:5432/database_name/</a:t>
            </a:r>
          </a:p>
          <a:p>
            <a:r>
              <a:rPr lang="en-US" sz="2400" b="1" dirty="0" smtClean="0"/>
              <a:t>Load environment variables using </a:t>
            </a:r>
            <a:r>
              <a:rPr lang="en-US" sz="2400" b="1" dirty="0" err="1" smtClean="0"/>
              <a:t>dotenv</a:t>
            </a:r>
            <a:r>
              <a:rPr lang="en-US" sz="2400" dirty="0" smtClean="0"/>
              <a:t>:</a:t>
            </a:r>
            <a:endParaRPr lang="en-US" sz="2400" dirty="0" smtClean="0">
              <a:latin typeface="Consolas" pitchFamily="49" charset="0"/>
            </a:endParaRPr>
          </a:p>
          <a:p>
            <a:pPr lvl="1"/>
            <a:r>
              <a:rPr lang="en-US" sz="2000" dirty="0" smtClean="0">
                <a:latin typeface="Consolas" pitchFamily="49" charset="0"/>
              </a:rPr>
              <a:t>require('</a:t>
            </a:r>
            <a:r>
              <a:rPr lang="en-US" sz="2000" dirty="0" err="1" smtClean="0">
                <a:latin typeface="Consolas" pitchFamily="49" charset="0"/>
              </a:rPr>
              <a:t>dotenv</a:t>
            </a:r>
            <a:r>
              <a:rPr lang="en-US" sz="2000" dirty="0" smtClean="0">
                <a:latin typeface="Consolas" pitchFamily="49" charset="0"/>
              </a:rPr>
              <a:t>').</a:t>
            </a:r>
            <a:r>
              <a:rPr lang="en-US" sz="2000" dirty="0" err="1" smtClean="0">
                <a:latin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</a:rPr>
              <a:t>();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console.log('</a:t>
            </a:r>
            <a:r>
              <a:rPr lang="en-US" sz="2000" dirty="0" err="1" smtClean="0">
                <a:latin typeface="Consolas" pitchFamily="49" charset="0"/>
              </a:rPr>
              <a:t>process.env.DATABASE_URL</a:t>
            </a:r>
            <a:r>
              <a:rPr lang="en-US" sz="2000" dirty="0" smtClean="0">
                <a:latin typeface="Consolas" pitchFamily="49" charset="0"/>
              </a:rPr>
              <a:t>: ' + </a:t>
            </a:r>
            <a:r>
              <a:rPr lang="en-US" sz="2000" dirty="0" err="1" smtClean="0">
                <a:latin typeface="Consolas" pitchFamily="49" charset="0"/>
              </a:rPr>
              <a:t>process.env.DATABASE_URL</a:t>
            </a:r>
            <a:r>
              <a:rPr lang="en-US" sz="2000" dirty="0" smtClean="0">
                <a:latin typeface="Consolas" pitchFamily="49" charset="0"/>
              </a:rPr>
              <a:t>);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8765</TotalTime>
  <Words>1019</Words>
  <Application>Microsoft Office PowerPoint</Application>
  <PresentationFormat>On-screen Show (4:3)</PresentationFormat>
  <Paragraphs>172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Node.js and MongoDB</vt:lpstr>
      <vt:lpstr>Objectives</vt:lpstr>
      <vt:lpstr>Contents</vt:lpstr>
      <vt:lpstr>References</vt:lpstr>
      <vt:lpstr>Creating Hello World App</vt:lpstr>
      <vt:lpstr>The mongodb Module</vt:lpstr>
      <vt:lpstr>insert And findOne</vt:lpstr>
      <vt:lpstr>The mongoose Module (Schema)</vt:lpstr>
      <vt:lpstr>accounts Collection</vt:lpstr>
      <vt:lpstr>Validation</vt:lpstr>
      <vt:lpstr>Static Methods</vt:lpstr>
      <vt:lpstr>Virtual Properties</vt:lpstr>
      <vt:lpstr>Slide 13</vt:lpstr>
      <vt:lpstr>Use Environment Variables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3780</cp:revision>
  <dcterms:created xsi:type="dcterms:W3CDTF">2007-10-06T08:25:13Z</dcterms:created>
  <dcterms:modified xsi:type="dcterms:W3CDTF">2025-03-19T18:19:10Z</dcterms:modified>
</cp:coreProperties>
</file>