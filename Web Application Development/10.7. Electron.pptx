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486" r:id="rId2"/>
    <p:sldId id="487" r:id="rId3"/>
    <p:sldId id="488" r:id="rId4"/>
    <p:sldId id="489" r:id="rId5"/>
    <p:sldId id="490" r:id="rId6"/>
    <p:sldId id="491" r:id="rId7"/>
    <p:sldId id="501" r:id="rId8"/>
    <p:sldId id="492" r:id="rId9"/>
    <p:sldId id="502" r:id="rId10"/>
    <p:sldId id="34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28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ectronjs.org/docs/lates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ectronjs.org/docs/latest/why-electr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electronjs.org/blog/ecosystem-node-22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electronjs.org/docs/latest/tutorial/tutorial-first-ap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smtClean="0"/>
              <a:t>Electron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smtClean="0"/>
              <a:t>Electron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https://www.electronjs.org/docs/latest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dirty="0" smtClean="0"/>
              <a:t>Electron is a framework for building desktop applications using JavaScript, HTML, and </a:t>
            </a:r>
            <a:r>
              <a:rPr lang="en-US" sz="2400" dirty="0" smtClean="0"/>
              <a:t>CSS.</a:t>
            </a:r>
          </a:p>
          <a:p>
            <a:r>
              <a:rPr lang="en-US" sz="2400" dirty="0" smtClean="0"/>
              <a:t>By </a:t>
            </a:r>
            <a:r>
              <a:rPr lang="en-US" sz="2400" dirty="0" smtClean="0"/>
              <a:t>embedding </a:t>
            </a:r>
            <a:r>
              <a:rPr lang="en-US" sz="2400" b="1" dirty="0" smtClean="0"/>
              <a:t>Chromium</a:t>
            </a:r>
            <a:r>
              <a:rPr lang="en-US" sz="2400" dirty="0" smtClean="0"/>
              <a:t> and </a:t>
            </a:r>
            <a:r>
              <a:rPr lang="en-US" sz="2400" b="1" dirty="0" smtClean="0"/>
              <a:t>Node.js</a:t>
            </a:r>
            <a:r>
              <a:rPr lang="en-US" sz="2400" dirty="0" smtClean="0"/>
              <a:t> into its binary, Electron allows you to maintain one JavaScript codebase and create cross-platform apps that work on Windows, </a:t>
            </a:r>
            <a:r>
              <a:rPr lang="en-US" sz="2400" dirty="0" err="1" smtClean="0"/>
              <a:t>macOS</a:t>
            </a:r>
            <a:r>
              <a:rPr lang="en-US" sz="2400" dirty="0" smtClean="0"/>
              <a:t>, and Linux — no native development experience required.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</a:t>
            </a:r>
            <a:r>
              <a:rPr lang="en-US" dirty="0" smtClean="0"/>
              <a:t>Electron?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www.electronjs.org/docs/latest/why-electron</a:t>
            </a:r>
            <a:endParaRPr lang="en-US" sz="2400" dirty="0" smtClean="0"/>
          </a:p>
          <a:p>
            <a:r>
              <a:rPr lang="en-US" sz="2400" b="1" dirty="0" smtClean="0"/>
              <a:t>Enterprise-grade</a:t>
            </a:r>
          </a:p>
          <a:p>
            <a:r>
              <a:rPr lang="en-US" sz="2400" dirty="0" smtClean="0"/>
              <a:t>Electron is reliable, secure, stable, and mature. It is the premier choice for companies building their flagship product. We have a list of some of those companies on our homepage, but just among chat apps, Slack, Discord, and Skype are built with Electron. Among AI applications, both </a:t>
            </a:r>
            <a:r>
              <a:rPr lang="en-US" sz="2400" dirty="0" err="1" smtClean="0"/>
              <a:t>OpenAI’s</a:t>
            </a:r>
            <a:r>
              <a:rPr lang="en-US" sz="2400" dirty="0" smtClean="0"/>
              <a:t> </a:t>
            </a:r>
            <a:r>
              <a:rPr lang="en-US" sz="2400" dirty="0" err="1" smtClean="0"/>
              <a:t>ChatGPT</a:t>
            </a:r>
            <a:r>
              <a:rPr lang="en-US" sz="2400" dirty="0" smtClean="0"/>
              <a:t> and </a:t>
            </a:r>
            <a:r>
              <a:rPr lang="en-US" sz="2400" dirty="0" err="1" smtClean="0"/>
              <a:t>Anthropic’s</a:t>
            </a:r>
            <a:r>
              <a:rPr lang="en-US" sz="2400" dirty="0" smtClean="0"/>
              <a:t> Claude use Electron. Visual Studio Code, Loom, </a:t>
            </a:r>
            <a:r>
              <a:rPr lang="en-US" sz="2400" dirty="0" err="1" smtClean="0"/>
              <a:t>Canva</a:t>
            </a:r>
            <a:r>
              <a:rPr lang="en-US" sz="2400" dirty="0" smtClean="0"/>
              <a:t>, Notion, </a:t>
            </a:r>
            <a:r>
              <a:rPr lang="en-US" sz="2400" dirty="0" err="1" smtClean="0"/>
              <a:t>Docker</a:t>
            </a:r>
            <a:r>
              <a:rPr lang="en-US" sz="2400" dirty="0" smtClean="0"/>
              <a:t>, and countless other leading developers of software bet on Electron.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+mj-lt"/>
                <a:hlinkClick r:id="rId2"/>
              </a:rPr>
              <a:t>https://www.electronjs.org/blog/ecosystem-node-22</a:t>
            </a:r>
            <a:r>
              <a:rPr lang="en-US" sz="2400" dirty="0" smtClean="0">
                <a:latin typeface="+mj-lt"/>
                <a:hlinkClick r:id="rId2"/>
              </a:rPr>
              <a:t>/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Consolas" pitchFamily="49" charset="0"/>
              </a:rPr>
              <a:t>node -v</a:t>
            </a:r>
          </a:p>
          <a:p>
            <a:r>
              <a:rPr lang="en-US" sz="2400" dirty="0" err="1" smtClean="0">
                <a:latin typeface="Consolas" pitchFamily="49" charset="0"/>
              </a:rPr>
              <a:t>npm</a:t>
            </a:r>
            <a:r>
              <a:rPr lang="en-US" sz="2400" dirty="0" smtClean="0">
                <a:latin typeface="Consolas" pitchFamily="49" charset="0"/>
              </a:rPr>
              <a:t> -v</a:t>
            </a:r>
          </a:p>
          <a:p>
            <a:endParaRPr lang="en-US" sz="2400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3429000"/>
            <a:ext cx="5614035" cy="2204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Project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https://</a:t>
            </a:r>
            <a:r>
              <a:rPr lang="en-US" sz="2200" dirty="0" smtClean="0">
                <a:latin typeface="+mj-lt"/>
                <a:hlinkClick r:id="rId2"/>
              </a:rPr>
              <a:t>www.electronjs.org/docs/latest/tutorial/tutorial-first-app</a:t>
            </a:r>
            <a:endParaRPr lang="en-US" sz="2200" dirty="0" smtClean="0">
              <a:latin typeface="+mj-lt"/>
            </a:endParaRPr>
          </a:p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my-electron-app</a:t>
            </a:r>
          </a:p>
          <a:p>
            <a:r>
              <a:rPr lang="en-US" sz="2200" dirty="0" err="1" smtClean="0">
                <a:latin typeface="Consolas" pitchFamily="49" charset="0"/>
              </a:rPr>
              <a:t>cd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my-electron-app</a:t>
            </a:r>
          </a:p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init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733800"/>
            <a:ext cx="6076950" cy="207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election 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cache clean --force</a:t>
            </a:r>
          </a:p>
          <a:p>
            <a:r>
              <a:rPr lang="en-US" sz="2200" dirty="0" err="1" smtClean="0">
                <a:latin typeface="Consolas" pitchFamily="49" charset="0"/>
              </a:rPr>
              <a:t>npm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install electron --save-dev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8868</TotalTime>
  <Words>234</Words>
  <Application>Microsoft Office PowerPoint</Application>
  <PresentationFormat>On-screen Show (4:3)</PresentationFormat>
  <Paragraphs>32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Electron</vt:lpstr>
      <vt:lpstr>Objectives</vt:lpstr>
      <vt:lpstr>Contents</vt:lpstr>
      <vt:lpstr>References</vt:lpstr>
      <vt:lpstr>What is Electron?</vt:lpstr>
      <vt:lpstr>Why Use Electron?</vt:lpstr>
      <vt:lpstr>Prerequisites</vt:lpstr>
      <vt:lpstr>1. Create a Project Structure</vt:lpstr>
      <vt:lpstr>2. Install election Package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3861</cp:revision>
  <dcterms:created xsi:type="dcterms:W3CDTF">2007-10-06T08:25:13Z</dcterms:created>
  <dcterms:modified xsi:type="dcterms:W3CDTF">2025-06-12T20:21:09Z</dcterms:modified>
</cp:coreProperties>
</file>