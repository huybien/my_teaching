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9"/>
  </p:notesMasterIdLst>
  <p:sldIdLst>
    <p:sldId id="587" r:id="rId2"/>
    <p:sldId id="588" r:id="rId3"/>
    <p:sldId id="589" r:id="rId4"/>
    <p:sldId id="590" r:id="rId5"/>
    <p:sldId id="573" r:id="rId6"/>
    <p:sldId id="574" r:id="rId7"/>
    <p:sldId id="576" r:id="rId8"/>
    <p:sldId id="591" r:id="rId9"/>
    <p:sldId id="592" r:id="rId10"/>
    <p:sldId id="593" r:id="rId11"/>
    <p:sldId id="595" r:id="rId12"/>
    <p:sldId id="594" r:id="rId13"/>
    <p:sldId id="596" r:id="rId14"/>
    <p:sldId id="597" r:id="rId15"/>
    <p:sldId id="598" r:id="rId16"/>
    <p:sldId id="599" r:id="rId17"/>
    <p:sldId id="437" r:id="rId1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28" autoAdjust="0"/>
    <p:restoredTop sz="94667" autoAdjust="0"/>
  </p:normalViewPr>
  <p:slideViewPr>
    <p:cSldViewPr>
      <p:cViewPr>
        <p:scale>
          <a:sx n="50" d="100"/>
          <a:sy n="50" d="100"/>
        </p:scale>
        <p:origin x="-1498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8D58D0-18A8-43D3-A933-40F804B600A9}" type="datetimeFigureOut">
              <a:rPr lang="en-US" smtClean="0"/>
              <a:pPr/>
              <a:t>4/29/2022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86D51C-BF3F-4B4A-99CD-4C12DF4D91C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4/29/2022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4/29/2022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4/29/2022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4/29/2022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4/29/2022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4/29/2022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4/29/2022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4/29/2022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4/29/2022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4/29/2022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4/29/2022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4/29/2022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localhost:44331/Account/Login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ABP Framework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learn </a:t>
            </a:r>
            <a:r>
              <a:rPr lang="en-US" sz="2400" dirty="0" smtClean="0"/>
              <a:t>ABP Framework</a:t>
            </a:r>
            <a:r>
              <a:rPr lang="en-US" sz="2400" dirty="0" smtClean="0"/>
              <a:t> </a:t>
            </a:r>
            <a:r>
              <a:rPr lang="en-US" sz="2400" dirty="0" smtClean="0"/>
              <a:t>by </a:t>
            </a:r>
            <a:r>
              <a:rPr lang="en-US" sz="2400" i="1" dirty="0" smtClean="0">
                <a:solidFill>
                  <a:srgbClr val="C00000"/>
                </a:solidFill>
              </a:rPr>
              <a:t>yourself</a:t>
            </a:r>
            <a:r>
              <a:rPr lang="en-US" sz="2400" dirty="0" smtClean="0"/>
              <a:t>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US" sz="20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 Need a Problem First!</a:t>
            </a:r>
            <a:endParaRPr lang="en-US" dirty="0"/>
          </a:p>
        </p:txBody>
      </p:sp>
      <p:pic>
        <p:nvPicPr>
          <p:cNvPr id="4" name="Picture 2" descr="https://img.haikudeck.com/mg/C42A8FE8-C585-4360-984E-C8FC7552298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600200"/>
            <a:ext cx="5852160" cy="4389120"/>
          </a:xfrm>
          <a:prstGeom prst="rect">
            <a:avLst/>
          </a:prstGeom>
          <a:noFill/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24600" y="1752600"/>
            <a:ext cx="2181225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1752600"/>
            <a:ext cx="2181225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Needs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</a:t>
            </a:r>
            <a:r>
              <a:rPr lang="en-US" dirty="0" smtClean="0"/>
              <a:t>the ABP CLI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smtClean="0"/>
              <a:t>ABP </a:t>
            </a:r>
            <a:r>
              <a:rPr lang="en-US" sz="2400" b="1" dirty="0" smtClean="0"/>
              <a:t>CLI </a:t>
            </a:r>
            <a:r>
              <a:rPr lang="en-US" sz="2400" dirty="0" smtClean="0"/>
              <a:t>is </a:t>
            </a:r>
            <a:r>
              <a:rPr lang="en-US" sz="2400" dirty="0" smtClean="0"/>
              <a:t>a command-line utility to perform some common tasks for ABP </a:t>
            </a:r>
            <a:r>
              <a:rPr lang="en-US" sz="2400" dirty="0" smtClean="0"/>
              <a:t>applications.</a:t>
            </a:r>
          </a:p>
          <a:p>
            <a:r>
              <a:rPr lang="en-US" sz="2400" dirty="0" smtClean="0"/>
              <a:t>It </a:t>
            </a:r>
            <a:r>
              <a:rPr lang="en-US" sz="2400" dirty="0" smtClean="0"/>
              <a:t>is </a:t>
            </a:r>
            <a:r>
              <a:rPr lang="en-US" sz="2400" dirty="0" smtClean="0"/>
              <a:t>used to </a:t>
            </a:r>
            <a:r>
              <a:rPr lang="en-US" sz="2400" dirty="0" smtClean="0"/>
              <a:t>create a new solution with ABP Framework as a fundamental functionality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Install it using a terminal with the following command</a:t>
            </a:r>
            <a:r>
              <a:rPr lang="en-US" sz="2400" dirty="0" smtClean="0"/>
              <a:t>:</a:t>
            </a:r>
          </a:p>
          <a:p>
            <a:pPr lvl="1"/>
            <a:r>
              <a:rPr lang="en-US" sz="2000" b="1" dirty="0" err="1" smtClean="0">
                <a:latin typeface="Consolas" pitchFamily="49" charset="0"/>
              </a:rPr>
              <a:t>dotnet</a:t>
            </a:r>
            <a:r>
              <a:rPr lang="en-US" sz="2000" b="1" dirty="0" smtClean="0">
                <a:latin typeface="Consolas" pitchFamily="49" charset="0"/>
              </a:rPr>
              <a:t> tool install -g </a:t>
            </a:r>
            <a:r>
              <a:rPr lang="en-US" sz="2000" b="1" dirty="0" err="1" smtClean="0">
                <a:latin typeface="Consolas" pitchFamily="49" charset="0"/>
              </a:rPr>
              <a:t>Volo.Abp.Cli</a:t>
            </a:r>
            <a:endParaRPr lang="en-US" sz="2000" b="1" dirty="0" smtClean="0">
              <a:latin typeface="Consolas" pitchFamily="49" charset="0"/>
            </a:endParaRPr>
          </a:p>
          <a:p>
            <a:pPr lvl="1"/>
            <a:r>
              <a:rPr lang="en-US" sz="2000" b="1" dirty="0" err="1" smtClean="0">
                <a:latin typeface="Consolas" pitchFamily="49" charset="0"/>
              </a:rPr>
              <a:t>dotnet</a:t>
            </a:r>
            <a:r>
              <a:rPr lang="en-US" sz="2000" b="1" dirty="0" smtClean="0">
                <a:latin typeface="Consolas" pitchFamily="49" charset="0"/>
              </a:rPr>
              <a:t> tool update -g </a:t>
            </a:r>
            <a:r>
              <a:rPr lang="en-US" sz="2000" b="1" dirty="0" err="1" smtClean="0">
                <a:latin typeface="Consolas" pitchFamily="49" charset="0"/>
              </a:rPr>
              <a:t>Volo.Abp.Cli</a:t>
            </a:r>
            <a:endParaRPr lang="en-US" sz="20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Create a New 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>
                <a:latin typeface="Consolas" pitchFamily="49" charset="0"/>
              </a:rPr>
              <a:t>abp</a:t>
            </a:r>
            <a:r>
              <a:rPr lang="en-US" sz="2000" dirty="0" smtClean="0">
                <a:latin typeface="Consolas" pitchFamily="49" charset="0"/>
              </a:rPr>
              <a:t> new </a:t>
            </a:r>
            <a:r>
              <a:rPr lang="en-US" sz="2000" b="1" dirty="0" err="1" smtClean="0">
                <a:latin typeface="Consolas" pitchFamily="49" charset="0"/>
              </a:rPr>
              <a:t>ProductManagement</a:t>
            </a:r>
            <a:r>
              <a:rPr lang="en-US" sz="2000" dirty="0" smtClean="0">
                <a:latin typeface="Consolas" pitchFamily="49" charset="0"/>
              </a:rPr>
              <a:t> -t app -u </a:t>
            </a:r>
            <a:r>
              <a:rPr lang="en-US" sz="2000" dirty="0" err="1" smtClean="0">
                <a:latin typeface="Consolas" pitchFamily="49" charset="0"/>
              </a:rPr>
              <a:t>mvc</a:t>
            </a:r>
            <a:r>
              <a:rPr lang="en-US" sz="2000" dirty="0" smtClean="0">
                <a:latin typeface="Consolas" pitchFamily="49" charset="0"/>
              </a:rPr>
              <a:t> -d </a:t>
            </a:r>
            <a:r>
              <a:rPr lang="en-US" sz="2000" dirty="0" err="1" smtClean="0">
                <a:latin typeface="Consolas" pitchFamily="49" charset="0"/>
              </a:rPr>
              <a:t>ef</a:t>
            </a:r>
            <a:r>
              <a:rPr lang="en-US" sz="2000" dirty="0" smtClean="0">
                <a:latin typeface="Consolas" pitchFamily="49" charset="0"/>
              </a:rPr>
              <a:t> -</a:t>
            </a:r>
            <a:r>
              <a:rPr lang="en-US" sz="2000" dirty="0" err="1" smtClean="0">
                <a:latin typeface="Consolas" pitchFamily="49" charset="0"/>
              </a:rPr>
              <a:t>dbms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SqlServer</a:t>
            </a:r>
            <a:r>
              <a:rPr lang="en-US" sz="2000" dirty="0" smtClean="0">
                <a:latin typeface="Consolas" pitchFamily="49" charset="0"/>
              </a:rPr>
              <a:t> --mobile none --connection-string "Server=</a:t>
            </a:r>
            <a:r>
              <a:rPr lang="en-US" sz="2000" b="1" dirty="0" err="1" smtClean="0">
                <a:latin typeface="Consolas" pitchFamily="49" charset="0"/>
              </a:rPr>
              <a:t>localhost</a:t>
            </a:r>
            <a:r>
              <a:rPr lang="en-US" sz="2000" b="1" dirty="0" smtClean="0">
                <a:latin typeface="Consolas" pitchFamily="49" charset="0"/>
              </a:rPr>
              <a:t>\\SQLSERVER2016</a:t>
            </a:r>
            <a:r>
              <a:rPr lang="en-US" sz="2000" dirty="0" smtClean="0">
                <a:latin typeface="Consolas" pitchFamily="49" charset="0"/>
              </a:rPr>
              <a:t>;Database=</a:t>
            </a:r>
            <a:r>
              <a:rPr lang="en-US" sz="2000" dirty="0" err="1" smtClean="0">
                <a:latin typeface="Consolas" pitchFamily="49" charset="0"/>
              </a:rPr>
              <a:t>ProductManagement;Trusted_Connection</a:t>
            </a:r>
            <a:r>
              <a:rPr lang="en-US" sz="2000" dirty="0" smtClean="0">
                <a:latin typeface="Consolas" pitchFamily="49" charset="0"/>
              </a:rPr>
              <a:t>=True</a:t>
            </a:r>
            <a:r>
              <a:rPr lang="en-US" sz="2000" dirty="0" smtClean="0">
                <a:latin typeface="Consolas" pitchFamily="49" charset="0"/>
              </a:rPr>
              <a:t>"</a:t>
            </a:r>
          </a:p>
          <a:p>
            <a:endParaRPr lang="en-US" sz="2000" dirty="0">
              <a:latin typeface="Consolas" pitchFamily="49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2813" y="3273425"/>
            <a:ext cx="7318375" cy="267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Rebuild the Solution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1981200"/>
            <a:ext cx="6809740" cy="378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Review the Connection String (I)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2009140"/>
            <a:ext cx="6809740" cy="378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Review the Connection String (</a:t>
            </a:r>
            <a:r>
              <a:rPr lang="en-US" dirty="0" smtClean="0"/>
              <a:t>II)</a:t>
            </a: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2133600"/>
            <a:ext cx="7531100" cy="378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Create the Database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+mj-lt"/>
              </a:rPr>
              <a:t>Execute </a:t>
            </a:r>
            <a:r>
              <a:rPr lang="en-US" sz="2400" b="1" dirty="0" err="1" smtClean="0">
                <a:latin typeface="Consolas" pitchFamily="49" charset="0"/>
              </a:rPr>
              <a:t>ProductManagement.DbMigrator.exe</a:t>
            </a:r>
            <a:endParaRPr lang="en-US" sz="2400" b="1" dirty="0">
              <a:latin typeface="Consolas" pitchFamily="49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47738" y="2647950"/>
            <a:ext cx="7248525" cy="344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Run </a:t>
            </a:r>
            <a:r>
              <a:rPr lang="en-US" dirty="0" smtClean="0"/>
              <a:t>the </a:t>
            </a:r>
            <a:r>
              <a:rPr lang="en-US" dirty="0" smtClean="0"/>
              <a:t>Web Application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err="1" smtClean="0">
                <a:latin typeface="Consolas" pitchFamily="49" charset="0"/>
              </a:rPr>
              <a:t>dotnet</a:t>
            </a:r>
            <a:r>
              <a:rPr lang="en-US" sz="2400" b="1" dirty="0" smtClean="0">
                <a:latin typeface="Consolas" pitchFamily="49" charset="0"/>
              </a:rPr>
              <a:t> run</a:t>
            </a:r>
            <a:endParaRPr lang="en-US" sz="2400" b="1" dirty="0">
              <a:latin typeface="Consolas" pitchFamily="49" charset="0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8888" y="2790825"/>
            <a:ext cx="662622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Run </a:t>
            </a:r>
            <a:r>
              <a:rPr lang="en-US" dirty="0" smtClean="0"/>
              <a:t>the </a:t>
            </a:r>
            <a:r>
              <a:rPr lang="en-US" dirty="0" smtClean="0"/>
              <a:t>Web Application (II)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95388" y="2333625"/>
            <a:ext cx="675322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Open the Web Application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localhost:44331/Account/Login</a:t>
            </a:r>
            <a:endParaRPr lang="en-US" sz="2400" dirty="0" smtClean="0"/>
          </a:p>
          <a:p>
            <a:r>
              <a:rPr lang="en-US" sz="2400" dirty="0" smtClean="0"/>
              <a:t>admin / </a:t>
            </a:r>
            <a:r>
              <a:rPr lang="en-US" sz="2400" dirty="0" smtClean="0"/>
              <a:t>1q2w3E*</a:t>
            </a:r>
            <a:endParaRPr lang="en-US" sz="24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2895600"/>
            <a:ext cx="4975407" cy="3267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15098</TotalTime>
  <Words>204</Words>
  <Application>Microsoft Office PowerPoint</Application>
  <PresentationFormat>On-screen Show (4:3)</PresentationFormat>
  <Paragraphs>34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ABP Framework</vt:lpstr>
      <vt:lpstr>Objectives</vt:lpstr>
      <vt:lpstr>Contents</vt:lpstr>
      <vt:lpstr>References</vt:lpstr>
      <vt:lpstr>We Need a Problem First!</vt:lpstr>
      <vt:lpstr>Example Needs</vt:lpstr>
      <vt:lpstr>Slide 7</vt:lpstr>
      <vt:lpstr>1. Install the ABP CLI</vt:lpstr>
      <vt:lpstr>2. Create a New Solution</vt:lpstr>
      <vt:lpstr>3. Rebuild the Solution</vt:lpstr>
      <vt:lpstr>4. Review the Connection String (I)</vt:lpstr>
      <vt:lpstr>4. Review the Connection String (II)</vt:lpstr>
      <vt:lpstr>5. Create the Database</vt:lpstr>
      <vt:lpstr>6. Run the Web Application (I)</vt:lpstr>
      <vt:lpstr>6. Run the Web Application (II)</vt:lpstr>
      <vt:lpstr>7. Open the Web Application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4833</cp:revision>
  <dcterms:created xsi:type="dcterms:W3CDTF">2007-10-06T08:25:13Z</dcterms:created>
  <dcterms:modified xsi:type="dcterms:W3CDTF">2022-04-28T19:58:23Z</dcterms:modified>
</cp:coreProperties>
</file>