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</a:t>
            </a:r>
            <a:r>
              <a:rPr lang="en-US" smtClean="0"/>
              <a:t>and </a:t>
            </a:r>
            <a:r>
              <a:rPr lang="en-US" smtClean="0"/>
              <a:t>Memo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Context and Memo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8533</cp:revision>
  <dcterms:created xsi:type="dcterms:W3CDTF">2007-10-06T08:25:13Z</dcterms:created>
  <dcterms:modified xsi:type="dcterms:W3CDTF">2024-01-26T20:57:43Z</dcterms:modified>
</cp:coreProperties>
</file>