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10/24/2022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10/24/2022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3gEQUt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Objects, Functions and Modules Quiz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bit.ly/3gEQUtL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743200"/>
            <a:ext cx="3810000" cy="2543175"/>
          </a:xfrm>
          <a:prstGeom prst="rect">
            <a:avLst/>
          </a:prstGeom>
          <a:noFill/>
        </p:spPr>
      </p:pic>
      <p:pic>
        <p:nvPicPr>
          <p:cNvPr id="5" name="Picture 6" descr="Rel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0400" y="2819400"/>
            <a:ext cx="2381250" cy="2381250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34050" y="245745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25257</TotalTime>
  <Words>9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Objects, Functions and Modules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8522</cp:revision>
  <dcterms:created xsi:type="dcterms:W3CDTF">2007-10-06T08:25:13Z</dcterms:created>
  <dcterms:modified xsi:type="dcterms:W3CDTF">2022-10-24T15:09:14Z</dcterms:modified>
</cp:coreProperties>
</file>