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10/24/2022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10/24/2022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Sytd3g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Introduction Quiz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bit.ly/3Sytd3g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9120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25241</TotalTime>
  <Words>6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 Quiz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8471</cp:revision>
  <dcterms:created xsi:type="dcterms:W3CDTF">2007-10-06T08:25:13Z</dcterms:created>
  <dcterms:modified xsi:type="dcterms:W3CDTF">2022-10-24T11:43:05Z</dcterms:modified>
</cp:coreProperties>
</file>