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Fbiyb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and Font Awesome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bit.ly/3FbiybY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02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25256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Bootstrap and Font Awesome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8510</cp:revision>
  <dcterms:created xsi:type="dcterms:W3CDTF">2007-10-06T08:25:13Z</dcterms:created>
  <dcterms:modified xsi:type="dcterms:W3CDTF">2022-10-24T12:57:50Z</dcterms:modified>
</cp:coreProperties>
</file>