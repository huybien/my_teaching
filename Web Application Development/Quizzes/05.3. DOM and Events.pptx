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TU5NGV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and Events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</a:t>
            </a:r>
            <a:r>
              <a:rPr lang="en-US" smtClean="0">
                <a:hlinkClick r:id="rId2"/>
              </a:rPr>
              <a:t>://</a:t>
            </a:r>
            <a:r>
              <a:rPr lang="en-US" smtClean="0">
                <a:hlinkClick r:id="rId2"/>
              </a:rPr>
              <a:t>bit.ly/3TU5NGV</a:t>
            </a:r>
            <a:endParaRPr lang="en-US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DOM and Events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8524</cp:revision>
  <dcterms:created xsi:type="dcterms:W3CDTF">2007-10-06T08:25:13Z</dcterms:created>
  <dcterms:modified xsi:type="dcterms:W3CDTF">2022-10-24T15:10:04Z</dcterms:modified>
</cp:coreProperties>
</file>