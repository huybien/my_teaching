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SAzcE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User </a:t>
            </a:r>
            <a:r>
              <a:rPr lang="en-US" sz="4200" dirty="0" smtClean="0"/>
              <a:t>Interface Design </a:t>
            </a:r>
            <a:r>
              <a:rPr lang="en-US" sz="4200" dirty="0" smtClean="0"/>
              <a:t>Principles Quiz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bit.ly/3SAzcEF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57850" y="2438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25260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User Interface Design Principles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8516</cp:revision>
  <dcterms:created xsi:type="dcterms:W3CDTF">2007-10-06T08:25:13Z</dcterms:created>
  <dcterms:modified xsi:type="dcterms:W3CDTF">2022-10-24T14:45:55Z</dcterms:modified>
</cp:coreProperties>
</file>