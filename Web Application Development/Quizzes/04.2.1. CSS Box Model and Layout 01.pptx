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f5McE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 </a:t>
            </a:r>
            <a:r>
              <a:rPr lang="en-US" dirty="0" smtClean="0"/>
              <a:t>Box Model and Layout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bit.ly/3f5McEF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15000" y="24384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25252</TotalTime>
  <Words>9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CSS Box Model and Layout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8498</cp:revision>
  <dcterms:created xsi:type="dcterms:W3CDTF">2007-10-06T08:25:13Z</dcterms:created>
  <dcterms:modified xsi:type="dcterms:W3CDTF">2022-10-24T12:30:32Z</dcterms:modified>
</cp:coreProperties>
</file>