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D8DsW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r>
              <a:rPr lang="en-US" dirty="0" smtClean="0"/>
              <a:t>To CSS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bit.ly/3D8DsWC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25249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CSS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8492</cp:revision>
  <dcterms:created xsi:type="dcterms:W3CDTF">2007-10-06T08:25:13Z</dcterms:created>
  <dcterms:modified xsi:type="dcterms:W3CDTF">2022-10-24T12:21:08Z</dcterms:modified>
</cp:coreProperties>
</file>