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 Components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React Components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8525</cp:revision>
  <dcterms:created xsi:type="dcterms:W3CDTF">2007-10-06T08:25:13Z</dcterms:created>
  <dcterms:modified xsi:type="dcterms:W3CDTF">2024-01-21T18:17:40Z</dcterms:modified>
</cp:coreProperties>
</file>