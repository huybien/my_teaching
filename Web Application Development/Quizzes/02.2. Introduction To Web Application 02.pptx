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Dr60v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Introduction to Web </a:t>
            </a:r>
            <a:r>
              <a:rPr lang="en-US" sz="4000" dirty="0" smtClean="0"/>
              <a:t>Application (More) </a:t>
            </a:r>
            <a:r>
              <a:rPr lang="en-US" sz="4000" dirty="0" smtClean="0"/>
              <a:t>Quiz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bit.ly/3Dr60vG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0250" y="25336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25246</TotalTime>
  <Words>11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Web Application (More)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8482</cp:revision>
  <dcterms:created xsi:type="dcterms:W3CDTF">2007-10-06T08:25:13Z</dcterms:created>
  <dcterms:modified xsi:type="dcterms:W3CDTF">2022-10-24T12:10:00Z</dcterms:modified>
</cp:coreProperties>
</file>