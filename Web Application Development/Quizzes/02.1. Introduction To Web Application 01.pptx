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D1Q3L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Introduction to Web Application 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https://bit.ly/3D1Q3L9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25245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Web Application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8477</cp:revision>
  <dcterms:created xsi:type="dcterms:W3CDTF">2007-10-06T08:25:13Z</dcterms:created>
  <dcterms:modified xsi:type="dcterms:W3CDTF">2022-10-24T12:42:29Z</dcterms:modified>
</cp:coreProperties>
</file>