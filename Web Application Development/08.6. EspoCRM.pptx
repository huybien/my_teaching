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9"/>
  </p:notesMasterIdLst>
  <p:sldIdLst>
    <p:sldId id="587" r:id="rId2"/>
    <p:sldId id="588" r:id="rId3"/>
    <p:sldId id="589" r:id="rId4"/>
    <p:sldId id="590" r:id="rId5"/>
    <p:sldId id="573" r:id="rId6"/>
    <p:sldId id="574" r:id="rId7"/>
    <p:sldId id="576" r:id="rId8"/>
    <p:sldId id="591" r:id="rId9"/>
    <p:sldId id="598" r:id="rId10"/>
    <p:sldId id="599" r:id="rId11"/>
    <p:sldId id="600" r:id="rId12"/>
    <p:sldId id="593" r:id="rId13"/>
    <p:sldId id="594" r:id="rId14"/>
    <p:sldId id="595" r:id="rId15"/>
    <p:sldId id="596" r:id="rId16"/>
    <p:sldId id="597" r:id="rId17"/>
    <p:sldId id="437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28" autoAdjust="0"/>
    <p:restoredTop sz="94667" autoAdjust="0"/>
  </p:normalViewPr>
  <p:slideViewPr>
    <p:cSldViewPr>
      <p:cViewPr>
        <p:scale>
          <a:sx n="50" d="100"/>
          <a:sy n="50" d="100"/>
        </p:scale>
        <p:origin x="-149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D58D0-18A8-43D3-A933-40F804B600A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6D51C-BF3F-4B4A-99CD-4C12DF4D91C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6/21/2023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6/21/2023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6/21/2023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6/21/2023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6/21/2023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6/21/2023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espocrm.com/administration/nginx-server-configuration/" TargetMode="External"/><Relationship Id="rId2" Type="http://schemas.openxmlformats.org/officeDocument/2006/relationships/hyperlink" Target="https://docs.espocrm.com/administration/installation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espocrm.com/cloud-registration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espocrm.com/user-guide/strea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espocrm.com/administration/portal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espocrm.com/administration/emails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err="1" smtClean="0"/>
              <a:t>EspoCRM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learn </a:t>
            </a:r>
            <a:r>
              <a:rPr lang="en-US" sz="2400" dirty="0" err="1" smtClean="0"/>
              <a:t>EspoCRM</a:t>
            </a:r>
            <a:r>
              <a:rPr lang="en-US" sz="2400" dirty="0" smtClean="0"/>
              <a:t> by </a:t>
            </a:r>
            <a:r>
              <a:rPr lang="en-US" sz="2400" i="1" dirty="0" smtClean="0">
                <a:solidFill>
                  <a:srgbClr val="C00000"/>
                </a:solidFill>
              </a:rPr>
              <a:t>yourself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Need a Problem First!</a:t>
            </a:r>
            <a:endParaRPr lang="en-US" dirty="0"/>
          </a:p>
        </p:txBody>
      </p:sp>
      <p:pic>
        <p:nvPicPr>
          <p:cNvPr id="4" name="Picture 2" descr="https://img.haikudeck.com/mg/C42A8FE8-C585-4360-984E-C8FC7552298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600200"/>
            <a:ext cx="5852160" cy="4389120"/>
          </a:xfrm>
          <a:prstGeom prst="rect">
            <a:avLst/>
          </a:prstGeom>
          <a:noFill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1752600"/>
            <a:ext cx="218122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752600"/>
            <a:ext cx="218122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Needs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Replace </a:t>
            </a:r>
            <a:r>
              <a:rPr lang="en-US" sz="2400" dirty="0" err="1" smtClean="0"/>
              <a:t>Salesforce</a:t>
            </a:r>
            <a:r>
              <a:rPr lang="en-US" sz="2400" dirty="0" smtClean="0"/>
              <a:t> Cases by a </a:t>
            </a:r>
            <a:r>
              <a:rPr lang="en-US" sz="2400" i="1" dirty="0" smtClean="0">
                <a:solidFill>
                  <a:srgbClr val="C00000"/>
                </a:solidFill>
              </a:rPr>
              <a:t>cheaper</a:t>
            </a:r>
            <a:r>
              <a:rPr lang="en-US" sz="2400" dirty="0" smtClean="0"/>
              <a:t> solution.</a:t>
            </a:r>
          </a:p>
          <a:p>
            <a:r>
              <a:rPr lang="en-US" sz="2400" dirty="0" smtClean="0"/>
              <a:t>Install and configure </a:t>
            </a:r>
            <a:r>
              <a:rPr lang="en-US" sz="2400" i="1" dirty="0" err="1" smtClean="0">
                <a:solidFill>
                  <a:srgbClr val="C00000"/>
                </a:solidFill>
              </a:rPr>
              <a:t>EspoCRM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instance.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Find Appropriate Documentation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https://docs.espocrm.com/administration/installation/</a:t>
            </a:r>
            <a:endParaRPr lang="en-US" sz="2400" dirty="0" smtClean="0"/>
          </a:p>
          <a:p>
            <a:r>
              <a:rPr lang="en-US" sz="2400" dirty="0" smtClean="0">
                <a:hlinkClick r:id="rId3"/>
              </a:rPr>
              <a:t>https://docs.espocrm.com/administration/nginx-server-configuration/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</a:t>
            </a:r>
            <a:r>
              <a:rPr lang="en-US" dirty="0" smtClean="0"/>
              <a:t>Try EspoCRM Cloud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https://www.espocrm.com/cloud-registration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514600"/>
            <a:ext cx="7202494" cy="3518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</a:t>
            </a:r>
            <a:r>
              <a:rPr lang="en-US" dirty="0" smtClean="0"/>
              <a:t>Try EspoCRM </a:t>
            </a:r>
            <a:r>
              <a:rPr lang="en-US" dirty="0" smtClean="0"/>
              <a:t>Case Management</a:t>
            </a:r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7954" y="2133600"/>
            <a:ext cx="7870246" cy="351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</a:t>
            </a:r>
            <a:r>
              <a:rPr lang="en-US" dirty="0" smtClean="0"/>
              <a:t>Install </a:t>
            </a:r>
            <a:r>
              <a:rPr lang="en-US" dirty="0" err="1" smtClean="0"/>
              <a:t>EspoCRM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default option first.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</a:t>
            </a:r>
            <a:r>
              <a:rPr lang="en-US" dirty="0" smtClean="0"/>
              <a:t>Try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https://docs.espocrm.com/user-guide/stream/</a:t>
            </a:r>
            <a:endParaRPr lang="en-US" sz="2200" dirty="0" smtClean="0"/>
          </a:p>
          <a:p>
            <a:r>
              <a:rPr lang="en-US" sz="2200" dirty="0" smtClean="0"/>
              <a:t>Stream in </a:t>
            </a:r>
            <a:r>
              <a:rPr lang="en-US" sz="2200" dirty="0" err="1" smtClean="0"/>
              <a:t>EspoCRM</a:t>
            </a:r>
            <a:r>
              <a:rPr lang="en-US" sz="2200" dirty="0" smtClean="0"/>
              <a:t> is a feed where you can see updates and new additions for records you follow.</a:t>
            </a:r>
          </a:p>
          <a:p>
            <a:r>
              <a:rPr lang="en-US" sz="2200" dirty="0" smtClean="0"/>
              <a:t>By default the following entity types have the stream: Accounts, Contacts, Leads, Opportunities, Cases, Tasks.</a:t>
            </a:r>
          </a:p>
          <a:p>
            <a:r>
              <a:rPr lang="en-US" sz="2200" dirty="0" smtClean="0"/>
              <a:t>Administrators can enable or disable stream for a certain entity type in </a:t>
            </a:r>
            <a:r>
              <a:rPr lang="en-US" sz="2200" i="1" dirty="0" smtClean="0">
                <a:solidFill>
                  <a:srgbClr val="C00000"/>
                </a:solidFill>
              </a:rPr>
              <a:t>Entity Manager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Record Stream. The Stream panel is available on the record detail view at the bottom. Posts, updates and new additions related to the current record are displayed here.</a:t>
            </a:r>
          </a:p>
          <a:p>
            <a:r>
              <a:rPr lang="en-US" sz="2200" dirty="0" smtClean="0"/>
              <a:t>User Stream. Users can see their stream in the Stream </a:t>
            </a:r>
            <a:r>
              <a:rPr lang="en-US" sz="2200" dirty="0" err="1" smtClean="0"/>
              <a:t>dashlet</a:t>
            </a:r>
            <a:r>
              <a:rPr lang="en-US" sz="2200" dirty="0" smtClean="0"/>
              <a:t> as well as under Stream tab.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</a:t>
            </a:r>
            <a:r>
              <a:rPr lang="en-US" dirty="0" smtClean="0"/>
              <a:t>Change </a:t>
            </a:r>
            <a:r>
              <a:rPr lang="en-US" dirty="0" err="1" smtClean="0"/>
              <a:t>Favicon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200" dirty="0" smtClean="0">
                <a:latin typeface="Consolas" pitchFamily="49" charset="0"/>
              </a:rPr>
              <a:t>sudo chmod -R 777 /var/www/espocrm.certifient.com/html/client/img</a:t>
            </a:r>
          </a:p>
          <a:p>
            <a:r>
              <a:rPr lang="it-IT" sz="2400" dirty="0" smtClean="0"/>
              <a:t>Upload </a:t>
            </a:r>
            <a:r>
              <a:rPr lang="it-IT" sz="2400" i="1" dirty="0" smtClean="0"/>
              <a:t>favicon.ico</a:t>
            </a:r>
            <a:r>
              <a:rPr lang="it-IT" sz="2400" dirty="0" smtClean="0"/>
              <a:t>, </a:t>
            </a:r>
            <a:r>
              <a:rPr lang="it-IT" sz="2400" i="1" dirty="0" smtClean="0"/>
              <a:t>favicon196x196.png</a:t>
            </a:r>
            <a:endParaRPr lang="en-US" sz="2400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3429000"/>
            <a:ext cx="6760845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</a:t>
            </a:r>
            <a:r>
              <a:rPr lang="en-US" dirty="0" smtClean="0"/>
              <a:t>Learn Domain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https://docs.espocrm.com/administration/portal/</a:t>
            </a:r>
            <a:endParaRPr lang="en-US" sz="24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Portal</a:t>
            </a:r>
            <a:r>
              <a:rPr lang="en-US" sz="2400" dirty="0" smtClean="0"/>
              <a:t> provides the ability to access specific CRM data and functions for your customers and partners.</a:t>
            </a:r>
          </a:p>
          <a:p>
            <a:r>
              <a:rPr lang="en-US" sz="2400" dirty="0" smtClean="0"/>
              <a:t>Administrators can create multiple portals.</a:t>
            </a:r>
          </a:p>
          <a:p>
            <a:r>
              <a:rPr lang="en-US" sz="2400" dirty="0" smtClean="0"/>
              <a:t>Each portal can have its own settings, dashboard, user list, access control settings.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mtClean="0"/>
              <a:t>5. </a:t>
            </a:r>
            <a:r>
              <a:rPr lang="en-US" dirty="0" smtClean="0"/>
              <a:t>Implement a Small Feature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https://docs.espocrm.com/administration/emails/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16818</TotalTime>
  <Words>242</Words>
  <Application>Microsoft Office PowerPoint</Application>
  <PresentationFormat>On-screen Show (4:3)</PresentationFormat>
  <Paragraphs>42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EspoCRM</vt:lpstr>
      <vt:lpstr>Objectives</vt:lpstr>
      <vt:lpstr>Contents</vt:lpstr>
      <vt:lpstr>References</vt:lpstr>
      <vt:lpstr>We Need a Problem First!</vt:lpstr>
      <vt:lpstr>Example Needs</vt:lpstr>
      <vt:lpstr>Slide 7</vt:lpstr>
      <vt:lpstr>1. Find Appropriate Documentation</vt:lpstr>
      <vt:lpstr>2. Try EspoCRM Cloud</vt:lpstr>
      <vt:lpstr>2. Try EspoCRM Case Management</vt:lpstr>
      <vt:lpstr>Slide 11</vt:lpstr>
      <vt:lpstr>1. Install EspoCRM</vt:lpstr>
      <vt:lpstr>2. Try Features</vt:lpstr>
      <vt:lpstr>3. Change Favicon</vt:lpstr>
      <vt:lpstr>4. Learn Domain Concepts</vt:lpstr>
      <vt:lpstr>5. Implement a Small Feature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4949</cp:revision>
  <dcterms:created xsi:type="dcterms:W3CDTF">2007-10-06T08:25:13Z</dcterms:created>
  <dcterms:modified xsi:type="dcterms:W3CDTF">2023-06-21T11:03:51Z</dcterms:modified>
</cp:coreProperties>
</file>