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587" r:id="rId2"/>
    <p:sldId id="588" r:id="rId3"/>
    <p:sldId id="589" r:id="rId4"/>
    <p:sldId id="590" r:id="rId5"/>
    <p:sldId id="573" r:id="rId6"/>
    <p:sldId id="574" r:id="rId7"/>
    <p:sldId id="576" r:id="rId8"/>
    <p:sldId id="591" r:id="rId9"/>
    <p:sldId id="593" r:id="rId10"/>
    <p:sldId id="596" r:id="rId11"/>
    <p:sldId id="598" r:id="rId12"/>
    <p:sldId id="437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8" autoAdjust="0"/>
    <p:restoredTop sz="94667" autoAdjust="0"/>
  </p:normalViewPr>
  <p:slideViewPr>
    <p:cSldViewPr>
      <p:cViewPr>
        <p:scale>
          <a:sx n="50" d="100"/>
          <a:sy n="50" d="100"/>
        </p:scale>
        <p:origin x="-149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D58D0-18A8-43D3-A933-40F804B600A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6D51C-BF3F-4B4A-99CD-4C12DF4D9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ivicrm.org/installation/en/latest/wordpres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civicrm.org/user/en/latest/organising-your-data/mapping-your-dat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CiviCRM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learn </a:t>
            </a:r>
            <a:r>
              <a:rPr lang="en-US" sz="2400" dirty="0" err="1" smtClean="0"/>
              <a:t>CiviCRM</a:t>
            </a:r>
            <a:r>
              <a:rPr lang="en-US" sz="2400" dirty="0" smtClean="0"/>
              <a:t> by </a:t>
            </a:r>
            <a:r>
              <a:rPr lang="en-US" sz="2400" i="1" dirty="0" smtClean="0">
                <a:solidFill>
                  <a:srgbClr val="C00000"/>
                </a:solidFill>
              </a:rPr>
              <a:t>yourself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Need a Problem First!</a:t>
            </a:r>
            <a:endParaRPr lang="en-US" dirty="0"/>
          </a:p>
        </p:txBody>
      </p:sp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852160" cy="438912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Replace </a:t>
            </a:r>
            <a:r>
              <a:rPr lang="en-US" sz="2400" dirty="0" err="1" smtClean="0"/>
              <a:t>Salesforce</a:t>
            </a:r>
            <a:r>
              <a:rPr lang="en-US" sz="2400" dirty="0" smtClean="0"/>
              <a:t> Cases by a cheaper solution.</a:t>
            </a:r>
          </a:p>
          <a:p>
            <a:r>
              <a:rPr lang="en-US" sz="2400" dirty="0" smtClean="0"/>
              <a:t>Install and configure </a:t>
            </a:r>
            <a:r>
              <a:rPr lang="en-US" sz="2400" i="1" dirty="0" err="1" smtClean="0">
                <a:solidFill>
                  <a:srgbClr val="C00000"/>
                </a:solidFill>
              </a:rPr>
              <a:t>CiviCRM</a:t>
            </a:r>
            <a:r>
              <a:rPr lang="en-US" sz="2400" dirty="0" smtClean="0"/>
              <a:t> instance.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Find Appropriate Documentation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https://civicrm.org/download</a:t>
            </a:r>
          </a:p>
          <a:p>
            <a:r>
              <a:rPr lang="en-US" sz="2400" dirty="0" smtClean="0">
                <a:hlinkClick r:id="rId2"/>
              </a:rPr>
              <a:t>https://docs.civicrm.org/installation/en/latest/general/requirements/</a:t>
            </a:r>
          </a:p>
          <a:p>
            <a:r>
              <a:rPr lang="en-US" sz="2400" dirty="0" smtClean="0">
                <a:hlinkClick r:id="rId2"/>
              </a:rPr>
              <a:t>https://docs.civicrm.org/installation/en/latest/wordpress/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</a:t>
            </a:r>
            <a:r>
              <a:rPr lang="en-US" dirty="0" err="1" smtClean="0"/>
              <a:t>CiviCRM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default option first.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743200"/>
            <a:ext cx="6896418" cy="3451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362200"/>
            <a:ext cx="7594600" cy="331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https://docs.civicrm.org/user/en/latest/organising-your-data/mapping-your-data/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588" y="2673032"/>
            <a:ext cx="8101012" cy="3651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15741</TotalTime>
  <Words>100</Words>
  <Application>Microsoft Office PowerPoint</Application>
  <PresentationFormat>On-screen Show (4:3)</PresentationFormat>
  <Paragraphs>30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CiviCRM</vt:lpstr>
      <vt:lpstr>Objectives</vt:lpstr>
      <vt:lpstr>Contents</vt:lpstr>
      <vt:lpstr>References</vt:lpstr>
      <vt:lpstr>We Need a Problem First!</vt:lpstr>
      <vt:lpstr>Example Needs</vt:lpstr>
      <vt:lpstr>Slide 7</vt:lpstr>
      <vt:lpstr>1. Find Appropriate Documentation</vt:lpstr>
      <vt:lpstr>2. Install CiviCRM</vt:lpstr>
      <vt:lpstr>3. Select Components</vt:lpstr>
      <vt:lpstr>4. Review Features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4866</cp:revision>
  <dcterms:created xsi:type="dcterms:W3CDTF">2007-10-06T08:25:13Z</dcterms:created>
  <dcterms:modified xsi:type="dcterms:W3CDTF">2022-08-27T18:21:41Z</dcterms:modified>
</cp:coreProperties>
</file>