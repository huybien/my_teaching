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6"/>
  </p:notesMasterIdLst>
  <p:sldIdLst>
    <p:sldId id="256" r:id="rId2"/>
    <p:sldId id="367" r:id="rId3"/>
    <p:sldId id="368" r:id="rId4"/>
    <p:sldId id="343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54" autoAdjust="0"/>
    <p:restoredTop sz="94667" autoAdjust="0"/>
  </p:normalViewPr>
  <p:slideViewPr>
    <p:cSldViewPr>
      <p:cViewPr>
        <p:scale>
          <a:sx n="50" d="100"/>
          <a:sy n="50" d="100"/>
        </p:scale>
        <p:origin x="-1687" y="-39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601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78BF5F87-2049-40AA-8F46-716DC689E9FB}" type="datetimeFigureOut">
              <a:rPr lang="en-US"/>
              <a:pPr>
                <a:defRPr/>
              </a:pPr>
              <a:t>6/15/2020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smtClean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C37162A9-E817-4FA2-8116-DD6AC9B6A8B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CAA961E-6EE8-4039-A1A6-0EABAAE5E2EB}" type="datetimeFigureOut">
              <a:rPr lang="en-US"/>
              <a:pPr>
                <a:defRPr/>
              </a:pPr>
              <a:t>6/15/2020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BE35CB4-CF17-47D7-96AA-936BDDDE12B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E51540E-C53B-42C6-8099-BB6606CE1021}" type="datetimeFigureOut">
              <a:rPr lang="en-US"/>
              <a:pPr>
                <a:defRPr/>
              </a:pPr>
              <a:t>6/15/2020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A26FCBC-189E-4F52-973B-BFB0750B295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13B92E-91CA-4FE6-965A-F01C7ACEF459}" type="datetimeFigureOut">
              <a:rPr lang="en-US"/>
              <a:pPr>
                <a:defRPr/>
              </a:pPr>
              <a:t>6/15/2020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D367505-FC9C-4829-A2C5-8D9539F50D1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52D384C-9A4E-461B-BB23-F93A3AAF3419}" type="datetimeFigureOut">
              <a:rPr lang="en-US"/>
              <a:pPr>
                <a:defRPr/>
              </a:pPr>
              <a:t>6/15/2020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A97F266-8102-4D7C-B0FA-72A1D71C4A9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AAC8FED-8EC6-4E03-8633-F9D63165028A}" type="datetimeFigureOut">
              <a:rPr lang="en-US"/>
              <a:pPr>
                <a:defRPr/>
              </a:pPr>
              <a:t>6/15/2020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A0AA738-E070-4C7D-8215-A9E9186978F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9109C7D-7857-432A-8DD8-5C43F7E3C7CF}" type="datetimeFigureOut">
              <a:rPr lang="en-US"/>
              <a:pPr>
                <a:defRPr/>
              </a:pPr>
              <a:t>6/15/2020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8DBA6BF-B89E-4B84-9284-BF0D7164328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94341F6-3120-4451-901B-8E96C2128DE4}" type="datetimeFigureOut">
              <a:rPr lang="en-US"/>
              <a:pPr>
                <a:defRPr/>
              </a:pPr>
              <a:t>6/15/2020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D516167-3E32-49C7-B449-23B33F33516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2B12F5-6CA7-4A24-8F05-2D2ACC989520}" type="datetimeFigureOut">
              <a:rPr lang="en-US"/>
              <a:pPr>
                <a:defRPr/>
              </a:pPr>
              <a:t>6/15/2020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8A50DFC-223B-4C17-8EA5-A3BC2E2B700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4BCF139-0BFF-4962-91BE-1F1514D86238}" type="datetimeFigureOut">
              <a:rPr lang="en-US"/>
              <a:pPr>
                <a:defRPr/>
              </a:pPr>
              <a:t>6/15/2020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B27F731-B728-442B-8D29-57522735D89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5F3ECA0-F5DD-4989-8D08-A636380CF86F}" type="datetimeFigureOut">
              <a:rPr lang="en-US"/>
              <a:pPr>
                <a:defRPr/>
              </a:pPr>
              <a:t>6/15/2020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EA18408-4541-4111-8F56-46B363D97B6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D533026-B6A9-4D4E-A2BD-3141F8B632E9}" type="datetimeFigureOut">
              <a:rPr lang="en-US"/>
              <a:pPr>
                <a:defRPr/>
              </a:pPr>
              <a:t>6/15/2020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798B7DE-CC25-4488-B0E3-2CD008C0959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3075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EDB71AD6-D82A-46BB-BB7B-8ABE21D04123}" type="datetimeFigureOut">
              <a:rPr lang="en-US"/>
              <a:pPr>
                <a:defRPr/>
              </a:pPr>
              <a:t>6/15/2020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0B29163-B4D0-4B08-BCE5-40FF1D4EF81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nhbien@fit.hcmus.edu.vn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sz="6000" dirty="0" err="1" smtClean="0"/>
              <a:t>Laravel</a:t>
            </a:r>
            <a:endParaRPr lang="en-US" sz="6000" dirty="0" smtClean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 fontScale="400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5400" dirty="0" smtClean="0"/>
              <a:t>Lecturer: Ngo Huy Bien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Software Engineering Department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Faculty of Information Technology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VNUHCM - University of Science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Ho Chi Minh City, Vietnam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>
                <a:hlinkClick r:id="rId2"/>
              </a:rPr>
              <a:t>nhbien@fit.hcmus.edu.vn</a:t>
            </a:r>
            <a:endParaRPr lang="en-US" sz="4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Objectives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5334000" cy="3428999"/>
          </a:xfrm>
        </p:spPr>
        <p:txBody>
          <a:bodyPr/>
          <a:lstStyle/>
          <a:p>
            <a:pPr>
              <a:buFont typeface="Wingdings" pitchFamily="2" charset="2"/>
              <a:buChar char="Ø"/>
            </a:pPr>
            <a:endParaRPr lang="en-US" sz="2400" i="1" dirty="0" smtClean="0">
              <a:solidFill>
                <a:srgbClr val="C00000"/>
              </a:solidFill>
            </a:endParaRP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19800" y="1828800"/>
            <a:ext cx="2762250" cy="2114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References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5867400" cy="4724400"/>
          </a:xfrm>
        </p:spPr>
        <p:txBody>
          <a:bodyPr/>
          <a:lstStyle/>
          <a:p>
            <a:pPr marL="457200" lvl="0" indent="-457200">
              <a:buFont typeface="+mj-lt"/>
              <a:buAutoNum type="arabicPeriod"/>
            </a:pPr>
            <a:endParaRPr lang="en-US" sz="2200" dirty="0" smtClean="0"/>
          </a:p>
        </p:txBody>
      </p:sp>
      <p:pic>
        <p:nvPicPr>
          <p:cNvPr id="4" name="Picture 4" descr="http://2.bp.blogspot.com/-FqRM_5NQE6Q/TaSdzyWfvtI/AAAAAAAAAFg/C_2LDJWJOx4/s1600/books-pile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248400" y="1676400"/>
            <a:ext cx="2724150" cy="413385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Thank You &amp; See You Again</a:t>
            </a:r>
          </a:p>
        </p:txBody>
      </p:sp>
      <p:pic>
        <p:nvPicPr>
          <p:cNvPr id="38915" name="Picture 4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166813" y="1600200"/>
            <a:ext cx="6810375" cy="4525963"/>
          </a:xfr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8617</TotalTime>
  <Words>33</Words>
  <Application>Microsoft Office PowerPoint</Application>
  <PresentationFormat>On-screen Show (4:3)</PresentationFormat>
  <Paragraphs>10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Office Theme</vt:lpstr>
      <vt:lpstr>Laravel</vt:lpstr>
      <vt:lpstr>Objectives</vt:lpstr>
      <vt:lpstr>References</vt:lpstr>
      <vt:lpstr>Thank You &amp; See You Again</vt:lpstr>
    </vt:vector>
  </TitlesOfParts>
  <Company>HuyBien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NgoHuyBien</dc:creator>
  <cp:lastModifiedBy>Ngo Huy Bien</cp:lastModifiedBy>
  <cp:revision>2963</cp:revision>
  <dcterms:created xsi:type="dcterms:W3CDTF">2007-10-06T08:25:13Z</dcterms:created>
  <dcterms:modified xsi:type="dcterms:W3CDTF">2020-06-14T18:55:27Z</dcterms:modified>
</cp:coreProperties>
</file>