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12"/>
  </p:notesMasterIdLst>
  <p:sldIdLst>
    <p:sldId id="371" r:id="rId2"/>
    <p:sldId id="373" r:id="rId3"/>
    <p:sldId id="372" r:id="rId4"/>
    <p:sldId id="378" r:id="rId5"/>
    <p:sldId id="379" r:id="rId6"/>
    <p:sldId id="380" r:id="rId7"/>
    <p:sldId id="381" r:id="rId8"/>
    <p:sldId id="383" r:id="rId9"/>
    <p:sldId id="479" r:id="rId10"/>
    <p:sldId id="343" r:id="rId1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27" autoAdjust="0"/>
    <p:restoredTop sz="94667" autoAdjust="0"/>
  </p:normalViewPr>
  <p:slideViewPr>
    <p:cSldViewPr>
      <p:cViewPr>
        <p:scale>
          <a:sx n="60" d="100"/>
          <a:sy n="60" d="100"/>
        </p:scale>
        <p:origin x="-1260" y="-182"/>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72150E-24DE-4D23-AF8D-CF01896B0C83}" type="datetimeFigureOut">
              <a:rPr lang="en-US" smtClean="0"/>
              <a:pPr/>
              <a:t>6/15/2020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8E95B1-5ED0-4005-B293-784E4C93134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6/15/2020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6/15/2020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6/15/2020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6/15/2020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6/15/2020</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6/15/2020</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6/15/2020</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6/15/2020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6/15/2020</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6/15/2020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6/15/2020</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6/15/2020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Vue.js</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3428999"/>
          </a:xfrm>
        </p:spPr>
        <p:txBody>
          <a:bodyPr/>
          <a:lstStyle/>
          <a:p>
            <a:pPr>
              <a:buFont typeface="Wingdings" pitchFamily="2" charset="2"/>
              <a:buChar char="Ø"/>
            </a:pPr>
            <a:endParaRPr lang="en-US" sz="24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endParaRPr lang="en-US" sz="2400"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Prepare Environment</a:t>
            </a:r>
            <a:endParaRPr lang="en-US" dirty="0"/>
          </a:p>
        </p:txBody>
      </p:sp>
      <p:sp>
        <p:nvSpPr>
          <p:cNvPr id="3" name="Content Placeholder 2"/>
          <p:cNvSpPr>
            <a:spLocks noGrp="1"/>
          </p:cNvSpPr>
          <p:nvPr>
            <p:ph idx="1"/>
          </p:nvPr>
        </p:nvSpPr>
        <p:spPr/>
        <p:txBody>
          <a:bodyPr/>
          <a:lstStyle/>
          <a:p>
            <a:r>
              <a:rPr lang="en-US" sz="2400" dirty="0" smtClean="0"/>
              <a:t>Installing Node.js</a:t>
            </a:r>
          </a:p>
          <a:p>
            <a:pPr lvl="1"/>
            <a:r>
              <a:rPr lang="en-US" sz="2000" b="1" dirty="0" smtClean="0">
                <a:latin typeface="Consolas" pitchFamily="49" charset="0"/>
              </a:rPr>
              <a:t>node -v</a:t>
            </a:r>
          </a:p>
          <a:p>
            <a:pPr lvl="1"/>
            <a:r>
              <a:rPr lang="en-US" sz="2000" b="1" dirty="0" err="1" smtClean="0">
                <a:latin typeface="Consolas" pitchFamily="49" charset="0"/>
              </a:rPr>
              <a:t>npm</a:t>
            </a:r>
            <a:r>
              <a:rPr lang="en-US" sz="2000" b="1" dirty="0" smtClean="0">
                <a:latin typeface="Consolas" pitchFamily="49" charset="0"/>
              </a:rPr>
              <a:t> -v</a:t>
            </a:r>
          </a:p>
          <a:p>
            <a:r>
              <a:rPr lang="en-US" sz="2400" dirty="0" smtClean="0"/>
              <a:t>Installing the angular-</a:t>
            </a:r>
            <a:r>
              <a:rPr lang="en-US" sz="2400" dirty="0" err="1" smtClean="0"/>
              <a:t>cli</a:t>
            </a:r>
            <a:r>
              <a:rPr lang="en-US" sz="2400" dirty="0" smtClean="0"/>
              <a:t> Package</a:t>
            </a:r>
          </a:p>
          <a:p>
            <a:pPr lvl="1"/>
            <a:r>
              <a:rPr lang="en-US" sz="2000" b="1" dirty="0" err="1" smtClean="0">
                <a:latin typeface="Consolas" pitchFamily="49" charset="0"/>
              </a:rPr>
              <a:t>npm</a:t>
            </a:r>
            <a:r>
              <a:rPr lang="en-US" sz="2000" b="1" dirty="0" smtClean="0">
                <a:latin typeface="Consolas" pitchFamily="49" charset="0"/>
              </a:rPr>
              <a:t> install --global @angular/</a:t>
            </a:r>
            <a:r>
              <a:rPr lang="en-US" sz="2000" b="1" dirty="0" err="1" smtClean="0">
                <a:latin typeface="Consolas" pitchFamily="49" charset="0"/>
              </a:rPr>
              <a:t>cli</a:t>
            </a:r>
            <a:endParaRPr lang="en-US" sz="2000" b="1" dirty="0">
              <a:latin typeface="Consolas" pitchFamily="49"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Warm Up</a:t>
            </a:r>
            <a:endParaRPr lang="en-US" dirty="0"/>
          </a:p>
        </p:txBody>
      </p:sp>
      <p:sp>
        <p:nvSpPr>
          <p:cNvPr id="3" name="Content Placeholder 2"/>
          <p:cNvSpPr>
            <a:spLocks noGrp="1"/>
          </p:cNvSpPr>
          <p:nvPr>
            <p:ph idx="1"/>
          </p:nvPr>
        </p:nvSpPr>
        <p:spPr/>
        <p:txBody>
          <a:bodyPr/>
          <a:lstStyle/>
          <a:p>
            <a:r>
              <a:rPr lang="en-US" sz="2400" dirty="0" smtClean="0"/>
              <a:t>Creating the Project</a:t>
            </a:r>
          </a:p>
          <a:p>
            <a:pPr lvl="1"/>
            <a:r>
              <a:rPr lang="en-US" sz="2000" b="1" dirty="0" err="1" smtClean="0">
                <a:latin typeface="Consolas" pitchFamily="49" charset="0"/>
              </a:rPr>
              <a:t>ng</a:t>
            </a:r>
            <a:r>
              <a:rPr lang="en-US" sz="2000" b="1" dirty="0" smtClean="0">
                <a:latin typeface="Consolas" pitchFamily="49" charset="0"/>
              </a:rPr>
              <a:t> new </a:t>
            </a:r>
            <a:r>
              <a:rPr lang="en-US" sz="2000" b="1" dirty="0" err="1" smtClean="0">
                <a:latin typeface="Consolas" pitchFamily="49" charset="0"/>
              </a:rPr>
              <a:t>todo</a:t>
            </a:r>
            <a:endParaRPr lang="en-US" sz="2000" b="1" dirty="0" smtClean="0">
              <a:latin typeface="Consolas" pitchFamily="49" charset="0"/>
            </a:endParaRPr>
          </a:p>
          <a:p>
            <a:pPr lvl="1"/>
            <a:r>
              <a:rPr lang="en-US" sz="2000" dirty="0" smtClean="0"/>
              <a:t>The </a:t>
            </a:r>
            <a:r>
              <a:rPr lang="en-US" sz="2000" b="1" dirty="0" err="1" smtClean="0">
                <a:latin typeface="Consolas" pitchFamily="49" charset="0"/>
              </a:rPr>
              <a:t>ng</a:t>
            </a:r>
            <a:r>
              <a:rPr lang="en-US" sz="2000" dirty="0" smtClean="0"/>
              <a:t> command is provided by the angular-</a:t>
            </a:r>
            <a:r>
              <a:rPr lang="en-US" sz="2000" dirty="0" err="1" smtClean="0"/>
              <a:t>cli</a:t>
            </a:r>
            <a:r>
              <a:rPr lang="en-US" sz="2000" dirty="0" smtClean="0"/>
              <a:t> package, and </a:t>
            </a:r>
            <a:r>
              <a:rPr lang="en-US" sz="2000" b="1" dirty="0" err="1" smtClean="0">
                <a:latin typeface="Consolas" pitchFamily="49" charset="0"/>
              </a:rPr>
              <a:t>ng</a:t>
            </a:r>
            <a:r>
              <a:rPr lang="en-US" sz="2000" b="1" dirty="0" smtClean="0">
                <a:latin typeface="Consolas" pitchFamily="49" charset="0"/>
              </a:rPr>
              <a:t> new</a:t>
            </a:r>
            <a:r>
              <a:rPr lang="en-US" sz="2000" dirty="0" smtClean="0"/>
              <a:t> sets up a new project.</a:t>
            </a:r>
          </a:p>
          <a:p>
            <a:r>
              <a:rPr lang="en-US" sz="2400" dirty="0" smtClean="0"/>
              <a:t>Adding the Bootstrap CSS Package</a:t>
            </a:r>
          </a:p>
          <a:p>
            <a:pPr lvl="1"/>
            <a:r>
              <a:rPr lang="en-US" sz="2000" b="1" dirty="0" err="1" smtClean="0">
                <a:latin typeface="Consolas" pitchFamily="49" charset="0"/>
              </a:rPr>
              <a:t>cd</a:t>
            </a:r>
            <a:r>
              <a:rPr lang="en-US" sz="2000" b="1" dirty="0" smtClean="0">
                <a:latin typeface="Consolas" pitchFamily="49" charset="0"/>
              </a:rPr>
              <a:t> </a:t>
            </a:r>
            <a:r>
              <a:rPr lang="en-US" sz="2000" b="1" dirty="0" err="1" smtClean="0">
                <a:latin typeface="Consolas" pitchFamily="49" charset="0"/>
              </a:rPr>
              <a:t>todo</a:t>
            </a:r>
            <a:endParaRPr lang="en-US" sz="2000" b="1" dirty="0" smtClean="0">
              <a:latin typeface="Consolas" pitchFamily="49" charset="0"/>
            </a:endParaRPr>
          </a:p>
          <a:p>
            <a:pPr lvl="1"/>
            <a:r>
              <a:rPr lang="en-US" sz="2000" b="1" dirty="0" err="1" smtClean="0">
                <a:latin typeface="Consolas" pitchFamily="49" charset="0"/>
              </a:rPr>
              <a:t>npm</a:t>
            </a:r>
            <a:r>
              <a:rPr lang="en-US" sz="2000" b="1" dirty="0" smtClean="0">
                <a:latin typeface="Consolas" pitchFamily="49" charset="0"/>
              </a:rPr>
              <a:t> install bootstrap</a:t>
            </a:r>
            <a:endParaRPr lang="en-US" sz="2000" b="1" dirty="0">
              <a:latin typeface="Consolas" pitchFamily="49"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angular.json</a:t>
            </a:r>
            <a:r>
              <a:rPr lang="en-US" dirty="0" smtClean="0"/>
              <a:t> &amp; Bootstrap</a:t>
            </a:r>
            <a:endParaRPr lang="en-US" dirty="0"/>
          </a:p>
        </p:txBody>
      </p:sp>
      <p:sp>
        <p:nvSpPr>
          <p:cNvPr id="3" name="Content Placeholder 2"/>
          <p:cNvSpPr>
            <a:spLocks noGrp="1"/>
          </p:cNvSpPr>
          <p:nvPr>
            <p:ph idx="1"/>
          </p:nvPr>
        </p:nvSpPr>
        <p:spPr/>
        <p:txBody>
          <a:bodyPr/>
          <a:lstStyle/>
          <a:p>
            <a:pPr>
              <a:buNone/>
            </a:pPr>
            <a:r>
              <a:rPr lang="en-US" sz="1600" dirty="0" smtClean="0">
                <a:latin typeface="Consolas" pitchFamily="49" charset="0"/>
              </a:rPr>
              <a:t> "styles": [</a:t>
            </a:r>
          </a:p>
          <a:p>
            <a:pPr>
              <a:buNone/>
            </a:pPr>
            <a:r>
              <a:rPr lang="en-US" sz="1600" dirty="0" smtClean="0">
                <a:latin typeface="Consolas" pitchFamily="49" charset="0"/>
              </a:rPr>
              <a:t>              "</a:t>
            </a:r>
            <a:r>
              <a:rPr lang="en-US" sz="1600" dirty="0" err="1" smtClean="0">
                <a:latin typeface="Consolas" pitchFamily="49" charset="0"/>
              </a:rPr>
              <a:t>src</a:t>
            </a:r>
            <a:r>
              <a:rPr lang="en-US" sz="1600" dirty="0" smtClean="0">
                <a:latin typeface="Consolas" pitchFamily="49" charset="0"/>
              </a:rPr>
              <a:t>/styles.css",</a:t>
            </a:r>
          </a:p>
          <a:p>
            <a:pPr>
              <a:buNone/>
            </a:pPr>
            <a:r>
              <a:rPr lang="en-US" sz="1600" dirty="0" smtClean="0">
                <a:latin typeface="Consolas" pitchFamily="49" charset="0"/>
              </a:rPr>
              <a:t>              </a:t>
            </a:r>
            <a:r>
              <a:rPr lang="en-US" sz="1600" b="1" dirty="0" smtClean="0">
                <a:latin typeface="Consolas" pitchFamily="49" charset="0"/>
              </a:rPr>
              <a:t>"</a:t>
            </a:r>
            <a:r>
              <a:rPr lang="en-US" sz="1600" b="1" dirty="0" err="1" smtClean="0">
                <a:latin typeface="Consolas" pitchFamily="49" charset="0"/>
              </a:rPr>
              <a:t>node_modules</a:t>
            </a:r>
            <a:r>
              <a:rPr lang="en-US" sz="1600" b="1" dirty="0" smtClean="0">
                <a:latin typeface="Consolas" pitchFamily="49" charset="0"/>
              </a:rPr>
              <a:t>/bootstrap/dist/</a:t>
            </a:r>
            <a:r>
              <a:rPr lang="en-US" sz="1600" b="1" dirty="0" err="1" smtClean="0">
                <a:latin typeface="Consolas" pitchFamily="49" charset="0"/>
              </a:rPr>
              <a:t>css</a:t>
            </a:r>
            <a:r>
              <a:rPr lang="en-US" sz="1600" b="1" dirty="0" smtClean="0">
                <a:latin typeface="Consolas" pitchFamily="49" charset="0"/>
              </a:rPr>
              <a:t>/</a:t>
            </a:r>
            <a:r>
              <a:rPr lang="en-US" sz="1600" b="1" dirty="0" err="1" smtClean="0">
                <a:latin typeface="Consolas" pitchFamily="49" charset="0"/>
              </a:rPr>
              <a:t>bootstrap.min.css</a:t>
            </a:r>
            <a:r>
              <a:rPr lang="en-US" sz="1600" b="1" dirty="0" smtClean="0">
                <a:latin typeface="Consolas" pitchFamily="49" charset="0"/>
              </a:rPr>
              <a:t>"</a:t>
            </a:r>
          </a:p>
          <a:p>
            <a:pPr>
              <a:buNone/>
            </a:pPr>
            <a:r>
              <a:rPr lang="en-US" sz="1600" dirty="0" smtClean="0">
                <a:latin typeface="Consolas" pitchFamily="49" charset="0"/>
              </a:rPr>
              <a:t>            ],</a:t>
            </a:r>
          </a:p>
          <a:p>
            <a:pPr>
              <a:buNone/>
            </a:pPr>
            <a:r>
              <a:rPr lang="en-US" sz="1600" dirty="0" smtClean="0">
                <a:latin typeface="Consolas" pitchFamily="49" charset="0"/>
              </a:rPr>
              <a:t>            "scripts": []</a:t>
            </a:r>
            <a:endParaRPr lang="en-US" sz="1600" dirty="0">
              <a:latin typeface="Consolas" pitchFamily="49"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Starting the Development Tools</a:t>
            </a:r>
            <a:endParaRPr lang="en-US" sz="4000" dirty="0"/>
          </a:p>
        </p:txBody>
      </p:sp>
      <p:sp>
        <p:nvSpPr>
          <p:cNvPr id="3" name="Content Placeholder 2"/>
          <p:cNvSpPr>
            <a:spLocks noGrp="1"/>
          </p:cNvSpPr>
          <p:nvPr>
            <p:ph idx="1"/>
          </p:nvPr>
        </p:nvSpPr>
        <p:spPr/>
        <p:txBody>
          <a:bodyPr/>
          <a:lstStyle/>
          <a:p>
            <a:r>
              <a:rPr lang="en-US" sz="2400" b="1" dirty="0" err="1" smtClean="0">
                <a:latin typeface="Consolas" pitchFamily="49" charset="0"/>
              </a:rPr>
              <a:t>ng</a:t>
            </a:r>
            <a:r>
              <a:rPr lang="en-US" sz="2400" b="1" dirty="0" smtClean="0">
                <a:latin typeface="Consolas" pitchFamily="49" charset="0"/>
              </a:rPr>
              <a:t> serve --port 3000 --open</a:t>
            </a:r>
            <a:endParaRPr lang="en-US" sz="2400" b="1" dirty="0">
              <a:latin typeface="Consolas"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r>
              <a:rPr lang="en-US" dirty="0" err="1" smtClean="0"/>
              <a:t>src</a:t>
            </a:r>
            <a:r>
              <a:rPr lang="en-US" dirty="0" smtClean="0"/>
              <a:t>/index.html</a:t>
            </a:r>
            <a:endParaRPr lang="en-US" dirty="0"/>
          </a:p>
        </p:txBody>
      </p:sp>
      <p:sp>
        <p:nvSpPr>
          <p:cNvPr id="3" name="Content Placeholder 2"/>
          <p:cNvSpPr>
            <a:spLocks noGrp="1"/>
          </p:cNvSpPr>
          <p:nvPr>
            <p:ph idx="1"/>
          </p:nvPr>
        </p:nvSpPr>
        <p:spPr/>
        <p:txBody>
          <a:bodyPr/>
          <a:lstStyle/>
          <a:p>
            <a:r>
              <a:rPr lang="en-US" sz="2000" dirty="0" smtClean="0"/>
              <a:t>The Angular development tools include a feature that automatically updates the browser when there is a change in the project.</a:t>
            </a:r>
          </a:p>
          <a:p>
            <a:r>
              <a:rPr lang="en-US" sz="2000" dirty="0" smtClean="0"/>
              <a:t>As soon as you save the index.html file, the server will detect the change and update the application, reflecting the new content.</a:t>
            </a:r>
          </a:p>
          <a:p>
            <a:r>
              <a:rPr lang="en-US" sz="2000" dirty="0" smtClean="0"/>
              <a:t>body class="m-1"&gt;</a:t>
            </a:r>
          </a:p>
          <a:p>
            <a:r>
              <a:rPr lang="en-US" sz="2000" dirty="0" smtClean="0"/>
              <a:t>&lt;</a:t>
            </a:r>
            <a:r>
              <a:rPr lang="en-US" sz="2000" dirty="0" err="1" smtClean="0"/>
              <a:t>todo</a:t>
            </a:r>
            <a:r>
              <a:rPr lang="en-US" sz="2000" dirty="0" smtClean="0"/>
              <a:t>-app&gt;Angular placeholder&lt;/</a:t>
            </a:r>
            <a:r>
              <a:rPr lang="en-US" sz="2000" dirty="0" err="1" smtClean="0"/>
              <a:t>todo</a:t>
            </a:r>
            <a:r>
              <a:rPr lang="en-US" sz="2000" dirty="0" smtClean="0"/>
              <a:t>-app&gt;</a:t>
            </a:r>
          </a:p>
          <a:p>
            <a:endParaRPr lang="en-US" sz="2000" dirty="0" smtClean="0"/>
          </a:p>
          <a:p>
            <a:r>
              <a:rPr lang="en-US" sz="2000" dirty="0" smtClean="0"/>
              <a:t>There is no </a:t>
            </a:r>
            <a:r>
              <a:rPr lang="en-US" sz="2000" dirty="0" err="1" smtClean="0"/>
              <a:t>todo</a:t>
            </a:r>
            <a:r>
              <a:rPr lang="en-US" sz="2000" dirty="0" smtClean="0"/>
              <a:t>-app element in the HTML specification, and the browser will ignore it when parsing the HTML file, but this element will be the entry point into the world of Angular and will be replaced with my application content.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t>
            </a:r>
            <a:r>
              <a:rPr lang="en-US" dirty="0" smtClean="0"/>
              <a:t>&amp; See 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18795</TotalTime>
  <Words>227</Words>
  <Application>Microsoft Office PowerPoint</Application>
  <PresentationFormat>On-screen Show (4:3)</PresentationFormat>
  <Paragraphs>38</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Vue.js</vt:lpstr>
      <vt:lpstr>Objectives</vt:lpstr>
      <vt:lpstr>References</vt:lpstr>
      <vt:lpstr>Prepare Environment</vt:lpstr>
      <vt:lpstr>Warm Up</vt:lpstr>
      <vt:lpstr>angular.json &amp; Bootstrap</vt:lpstr>
      <vt:lpstr>Starting the Development Tools</vt:lpstr>
      <vt:lpstr>/src/index.html</vt:lpstr>
      <vt:lpstr>Slide 9</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5273</cp:revision>
  <dcterms:created xsi:type="dcterms:W3CDTF">2007-10-06T08:25:13Z</dcterms:created>
  <dcterms:modified xsi:type="dcterms:W3CDTF">2020-06-14T18:53:54Z</dcterms:modified>
</cp:coreProperties>
</file>