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7"/>
  </p:notesMasterIdLst>
  <p:sldIdLst>
    <p:sldId id="499" r:id="rId2"/>
    <p:sldId id="500" r:id="rId3"/>
    <p:sldId id="501" r:id="rId4"/>
    <p:sldId id="502" r:id="rId5"/>
    <p:sldId id="509" r:id="rId6"/>
    <p:sldId id="511" r:id="rId7"/>
    <p:sldId id="510" r:id="rId8"/>
    <p:sldId id="514" r:id="rId9"/>
    <p:sldId id="512" r:id="rId10"/>
    <p:sldId id="513" r:id="rId11"/>
    <p:sldId id="515" r:id="rId12"/>
    <p:sldId id="516" r:id="rId13"/>
    <p:sldId id="517" r:id="rId14"/>
    <p:sldId id="518" r:id="rId15"/>
    <p:sldId id="343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8" autoAdjust="0"/>
    <p:restoredTop sz="94667" autoAdjust="0"/>
  </p:normalViewPr>
  <p:slideViewPr>
    <p:cSldViewPr>
      <p:cViewPr>
        <p:scale>
          <a:sx n="50" d="100"/>
          <a:sy n="50" d="100"/>
        </p:scale>
        <p:origin x="-15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Context and Memo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Context</a:t>
            </a:r>
            <a:r>
              <a:rPr lang="en-US" sz="2200" dirty="0" smtClean="0"/>
              <a:t> is useful for </a:t>
            </a:r>
            <a:r>
              <a:rPr lang="en-US" sz="2200" u="sng" dirty="0" smtClean="0"/>
              <a:t>global state</a:t>
            </a:r>
            <a:r>
              <a:rPr lang="en-US" sz="2200" dirty="0" smtClean="0"/>
              <a:t>. It is the right tool when you need to share data that can be considered global for a tree of React components.</a:t>
            </a:r>
          </a:p>
          <a:p>
            <a:r>
              <a:rPr lang="en-US" sz="2200" dirty="0" smtClean="0"/>
              <a:t>React solved the </a:t>
            </a:r>
            <a:r>
              <a:rPr lang="en-US" sz="2200" i="1" dirty="0" smtClean="0">
                <a:solidFill>
                  <a:srgbClr val="C00000"/>
                </a:solidFill>
              </a:rPr>
              <a:t>problem</a:t>
            </a:r>
            <a:r>
              <a:rPr lang="en-US" sz="2200" dirty="0" smtClean="0"/>
              <a:t> of parent components having to </a:t>
            </a:r>
            <a:r>
              <a:rPr lang="en-US" sz="2200" u="sng" dirty="0" smtClean="0"/>
              <a:t>drilldown props</a:t>
            </a:r>
            <a:r>
              <a:rPr lang="en-US" sz="2200" dirty="0" smtClean="0"/>
              <a:t> all the way to the children that need to consume them by introducing the Context API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3074" name="Picture 2" descr="https://www.freecodecamp.org/news/content/images/2023/03/image-19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4191000"/>
            <a:ext cx="2781300" cy="1747838"/>
          </a:xfrm>
          <a:prstGeom prst="rect">
            <a:avLst/>
          </a:prstGeom>
          <a:noFill/>
        </p:spPr>
      </p:pic>
      <p:pic>
        <p:nvPicPr>
          <p:cNvPr id="5" name="Picture 2" descr="https://www.freecodecamp.org/news/content/images/2023/03/image-19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4191000"/>
            <a:ext cx="2967038" cy="17097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 of Context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Theming</a:t>
            </a:r>
            <a:endParaRPr lang="en-US" sz="2400" dirty="0" smtClean="0"/>
          </a:p>
          <a:p>
            <a:r>
              <a:rPr lang="en-US" sz="2400" dirty="0" smtClean="0"/>
              <a:t>User authentication status</a:t>
            </a:r>
          </a:p>
          <a:p>
            <a:r>
              <a:rPr lang="en-US" sz="2400" dirty="0" smtClean="0"/>
              <a:t>Multilingual support</a:t>
            </a:r>
          </a:p>
          <a:p>
            <a:r>
              <a:rPr lang="en-US" sz="2400" dirty="0" smtClean="0"/>
              <a:t>Sharing data retrieved from external sources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1. Create Context (</a:t>
            </a:r>
            <a:r>
              <a:rPr lang="en-US" sz="4000" dirty="0" smtClean="0">
                <a:latin typeface="Consolas" pitchFamily="49" charset="0"/>
              </a:rPr>
              <a:t>UserContext.js)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457200" y="2362200"/>
            <a:ext cx="8229600" cy="92333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createContext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'react'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UserContext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createContext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Initialize Context Provider Value (</a:t>
            </a:r>
            <a:r>
              <a:rPr lang="en-US" sz="3800" dirty="0" smtClean="0">
                <a:latin typeface="Consolas" pitchFamily="49" charset="0"/>
              </a:rPr>
              <a:t>App.js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4" name="Rectangle 3"/>
          <p:cNvSpPr/>
          <p:nvPr/>
        </p:nvSpPr>
        <p:spPr>
          <a:xfrm>
            <a:off x="381000" y="2174081"/>
            <a:ext cx="8458200" cy="369331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useState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React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UserContext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UserContext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setUsername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useState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UserContext.Provider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username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setUsername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}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UserContext.Provider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</a:t>
            </a:r>
            <a:r>
              <a:rPr lang="en-US" sz="4000" dirty="0" smtClean="0"/>
              <a:t>Consume Context (</a:t>
            </a:r>
            <a:r>
              <a:rPr lang="en-US" sz="4000" dirty="0" smtClean="0">
                <a:latin typeface="Consolas" pitchFamily="49" charset="0"/>
              </a:rPr>
              <a:t>LoginInfo.js</a:t>
            </a:r>
            <a:r>
              <a:rPr lang="en-US" sz="4000" dirty="0" smtClean="0"/>
              <a:t>)</a:t>
            </a:r>
            <a:endParaRPr lang="en-US" sz="4200" dirty="0"/>
          </a:p>
        </p:txBody>
      </p:sp>
      <p:sp>
        <p:nvSpPr>
          <p:cNvPr id="4" name="Rectangle 3"/>
          <p:cNvSpPr/>
          <p:nvPr/>
        </p:nvSpPr>
        <p:spPr>
          <a:xfrm>
            <a:off x="381000" y="1447800"/>
            <a:ext cx="8458200" cy="477053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'react'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UserContext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'./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UserContext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LoginInfo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setUsername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useContext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UserContext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Logged in as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"text"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onChange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setUsername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e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target</a:t>
            </a:r>
            <a:r>
              <a:rPr lang="en-US" sz="1600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input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onClick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setUsername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"Hello Context"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Click me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button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LoginInfo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4. Consume Context (</a:t>
            </a:r>
            <a:r>
              <a:rPr lang="en-US" sz="3600" dirty="0" smtClean="0">
                <a:latin typeface="Consolas" pitchFamily="49" charset="0"/>
              </a:rPr>
              <a:t>MainContent.js</a:t>
            </a:r>
            <a:r>
              <a:rPr lang="en-US" sz="3600" dirty="0" smtClean="0"/>
              <a:t>)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381000" y="2052459"/>
            <a:ext cx="8458200" cy="366254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'react'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UserContext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'./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UserContext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'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MainContent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useContext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err="1" smtClean="0">
                <a:solidFill>
                  <a:srgbClr val="4FC1FF"/>
                </a:solidFill>
                <a:latin typeface="Consolas"/>
              </a:rPr>
              <a:t>UserContext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Current user: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sz="1600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MainContent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smtClean="0"/>
              <a:t>5. </a:t>
            </a:r>
            <a:r>
              <a:rPr lang="en-US" sz="3800" dirty="0" smtClean="0"/>
              <a:t>Wrap Components with a Provider</a:t>
            </a:r>
            <a:br>
              <a:rPr lang="en-US" sz="3800" dirty="0" smtClean="0"/>
            </a:br>
            <a:r>
              <a:rPr lang="en-US" sz="3800" dirty="0" smtClean="0"/>
              <a:t> (</a:t>
            </a:r>
            <a:r>
              <a:rPr lang="en-US" sz="3800" dirty="0" smtClean="0">
                <a:latin typeface="Consolas" pitchFamily="49" charset="0"/>
              </a:rPr>
              <a:t>App.js</a:t>
            </a:r>
            <a:r>
              <a:rPr lang="en-US" sz="3800" dirty="0" smtClean="0"/>
              <a:t>)</a:t>
            </a:r>
            <a:endParaRPr lang="en-US" sz="3800" dirty="0"/>
          </a:p>
        </p:txBody>
      </p:sp>
      <p:sp>
        <p:nvSpPr>
          <p:cNvPr id="4" name="Rectangle 3"/>
          <p:cNvSpPr/>
          <p:nvPr/>
        </p:nvSpPr>
        <p:spPr>
          <a:xfrm>
            <a:off x="381000" y="1752600"/>
            <a:ext cx="8458200" cy="452431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useState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React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{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UserContext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UserContext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LoginInfo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LoginInfo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MainContent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dirty="0" err="1" smtClean="0">
                <a:solidFill>
                  <a:srgbClr val="CE9178"/>
                </a:solidFill>
                <a:latin typeface="Consolas"/>
              </a:rPr>
              <a:t>MainContent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[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username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setUsername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]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useState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UserContext.Provider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value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username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,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setUsername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}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LoginInfo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MainContent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err="1" smtClean="0">
                <a:solidFill>
                  <a:srgbClr val="4EC9B0"/>
                </a:solidFill>
                <a:latin typeface="Consolas"/>
              </a:rPr>
              <a:t>UserContext.Provider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Re-rendering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Imagine the following component structure, where the top level component injects a Context provider at the top: </a:t>
            </a:r>
          </a:p>
          <a:p>
            <a:r>
              <a:rPr lang="pt-BR" sz="1800" b="1" dirty="0" smtClean="0"/>
              <a:t>App (ContextProvider) &gt; A &gt; B &gt; C</a:t>
            </a:r>
          </a:p>
          <a:p>
            <a:r>
              <a:rPr lang="en-US" sz="1800" dirty="0" smtClean="0"/>
              <a:t>If the outermost App component re-renders for whatever reason, all </a:t>
            </a:r>
            <a:r>
              <a:rPr lang="en-US" sz="1800" dirty="0" err="1" smtClean="0"/>
              <a:t>ComponentA</a:t>
            </a:r>
            <a:r>
              <a:rPr lang="en-US" sz="1800" dirty="0" smtClean="0"/>
              <a:t>, </a:t>
            </a:r>
            <a:r>
              <a:rPr lang="en-US" sz="1800" dirty="0" err="1" smtClean="0"/>
              <a:t>ComponentB</a:t>
            </a:r>
            <a:r>
              <a:rPr lang="en-US" sz="1800" dirty="0" smtClean="0"/>
              <a:t> and </a:t>
            </a:r>
            <a:r>
              <a:rPr lang="en-US" sz="1800" dirty="0" err="1" smtClean="0"/>
              <a:t>ComponentC</a:t>
            </a:r>
            <a:r>
              <a:rPr lang="en-US" sz="1800" dirty="0" smtClean="0"/>
              <a:t> components will re-render as well.</a:t>
            </a:r>
          </a:p>
          <a:p>
            <a:r>
              <a:rPr lang="en-US" sz="1800" dirty="0" smtClean="0"/>
              <a:t>If some of your top level components are complex in nature, this could result in some </a:t>
            </a:r>
            <a:r>
              <a:rPr lang="en-US" sz="1800" i="1" dirty="0" smtClean="0">
                <a:solidFill>
                  <a:srgbClr val="C00000"/>
                </a:solidFill>
              </a:rPr>
              <a:t>performance hit</a:t>
            </a:r>
            <a:r>
              <a:rPr lang="en-US" sz="1800" dirty="0" smtClean="0"/>
              <a:t>.</a:t>
            </a:r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533400" y="3886200"/>
            <a:ext cx="8077200" cy="24622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const App = () =&gt; {</a:t>
            </a:r>
          </a:p>
          <a:p>
            <a:r>
              <a:rPr lang="en-US" sz="1400" dirty="0" smtClean="0">
                <a:latin typeface="Consolas" pitchFamily="49" charset="0"/>
              </a:rPr>
              <a:t>return (</a:t>
            </a:r>
          </a:p>
          <a:p>
            <a:r>
              <a:rPr lang="en-US" sz="1400" dirty="0" smtClean="0">
                <a:latin typeface="Consolas" pitchFamily="49" charset="0"/>
              </a:rPr>
              <a:t>   &lt;</a:t>
            </a:r>
            <a:r>
              <a:rPr lang="en-US" sz="1400" dirty="0" err="1" smtClean="0">
                <a:latin typeface="Consolas" pitchFamily="49" charset="0"/>
              </a:rPr>
              <a:t>AppContext.Provider</a:t>
            </a:r>
            <a:r>
              <a:rPr lang="en-US" sz="1400" dirty="0" smtClean="0">
                <a:latin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</a:rPr>
              <a:t>     &lt;</a:t>
            </a:r>
            <a:r>
              <a:rPr lang="en-US" sz="1400" dirty="0" err="1" smtClean="0">
                <a:latin typeface="Consolas" pitchFamily="49" charset="0"/>
              </a:rPr>
              <a:t>ComponentA</a:t>
            </a:r>
            <a:r>
              <a:rPr lang="en-US" sz="1400" dirty="0" smtClean="0">
                <a:latin typeface="Consolas" pitchFamily="49" charset="0"/>
              </a:rPr>
              <a:t> /&gt;</a:t>
            </a:r>
          </a:p>
          <a:p>
            <a:r>
              <a:rPr lang="en-US" sz="1400" dirty="0" smtClean="0">
                <a:latin typeface="Consolas" pitchFamily="49" charset="0"/>
              </a:rPr>
              <a:t>   &lt;/</a:t>
            </a:r>
            <a:r>
              <a:rPr lang="en-US" sz="1400" dirty="0" err="1" smtClean="0">
                <a:latin typeface="Consolas" pitchFamily="49" charset="0"/>
              </a:rPr>
              <a:t>AppContext.Provider</a:t>
            </a:r>
            <a:r>
              <a:rPr lang="en-US" sz="1400" dirty="0" smtClean="0">
                <a:latin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</a:rPr>
              <a:t> );</a:t>
            </a:r>
          </a:p>
          <a:p>
            <a:r>
              <a:rPr lang="en-US" sz="1400" dirty="0" smtClean="0">
                <a:latin typeface="Consolas" pitchFamily="49" charset="0"/>
              </a:rPr>
              <a:t>};</a:t>
            </a:r>
          </a:p>
          <a:p>
            <a:r>
              <a:rPr lang="en-US" sz="1400" dirty="0" smtClean="0">
                <a:latin typeface="Consolas" pitchFamily="49" charset="0"/>
              </a:rPr>
              <a:t/>
            </a:r>
            <a:br>
              <a:rPr lang="en-US" sz="1400" dirty="0" smtClean="0">
                <a:latin typeface="Consolas" pitchFamily="49" charset="0"/>
              </a:rPr>
            </a:br>
            <a:r>
              <a:rPr lang="en-US" sz="1400" dirty="0" smtClean="0">
                <a:latin typeface="Consolas" pitchFamily="49" charset="0"/>
              </a:rPr>
              <a:t>const </a:t>
            </a:r>
            <a:r>
              <a:rPr lang="en-US" sz="1400" dirty="0" err="1" smtClean="0">
                <a:latin typeface="Consolas" pitchFamily="49" charset="0"/>
              </a:rPr>
              <a:t>ComponentA</a:t>
            </a:r>
            <a:r>
              <a:rPr lang="en-US" sz="1400" dirty="0" smtClean="0">
                <a:latin typeface="Consolas" pitchFamily="49" charset="0"/>
              </a:rPr>
              <a:t> = () =&gt; &lt;</a:t>
            </a:r>
            <a:r>
              <a:rPr lang="en-US" sz="1400" dirty="0" err="1" smtClean="0">
                <a:latin typeface="Consolas" pitchFamily="49" charset="0"/>
              </a:rPr>
              <a:t>ComponentB</a:t>
            </a:r>
            <a:r>
              <a:rPr lang="en-US" sz="1400" dirty="0" smtClean="0">
                <a:latin typeface="Consolas" pitchFamily="49" charset="0"/>
              </a:rPr>
              <a:t> /&gt;;</a:t>
            </a:r>
          </a:p>
          <a:p>
            <a:r>
              <a:rPr lang="en-US" sz="1400" dirty="0" smtClean="0">
                <a:latin typeface="Consolas" pitchFamily="49" charset="0"/>
              </a:rPr>
              <a:t>const </a:t>
            </a:r>
            <a:r>
              <a:rPr lang="en-US" sz="1400" dirty="0" err="1" smtClean="0">
                <a:latin typeface="Consolas" pitchFamily="49" charset="0"/>
              </a:rPr>
              <a:t>ComponentB</a:t>
            </a:r>
            <a:r>
              <a:rPr lang="en-US" sz="1400" dirty="0" smtClean="0">
                <a:latin typeface="Consolas" pitchFamily="49" charset="0"/>
              </a:rPr>
              <a:t> = () =&gt; &lt;</a:t>
            </a:r>
            <a:r>
              <a:rPr lang="en-US" sz="1400" dirty="0" err="1" smtClean="0">
                <a:latin typeface="Consolas" pitchFamily="49" charset="0"/>
              </a:rPr>
              <a:t>ComponentC</a:t>
            </a:r>
            <a:r>
              <a:rPr lang="en-US" sz="1400" dirty="0" smtClean="0">
                <a:latin typeface="Consolas" pitchFamily="49" charset="0"/>
              </a:rPr>
              <a:t> /&gt;;</a:t>
            </a:r>
          </a:p>
          <a:p>
            <a:r>
              <a:rPr lang="en-US" sz="1400" dirty="0" smtClean="0">
                <a:latin typeface="Consolas" pitchFamily="49" charset="0"/>
              </a:rPr>
              <a:t>const </a:t>
            </a:r>
            <a:r>
              <a:rPr lang="en-US" sz="1400" dirty="0" err="1" smtClean="0">
                <a:latin typeface="Consolas" pitchFamily="49" charset="0"/>
              </a:rPr>
              <a:t>ComponentC</a:t>
            </a:r>
            <a:r>
              <a:rPr lang="en-US" sz="1400" dirty="0" smtClean="0">
                <a:latin typeface="Consolas" pitchFamily="49" charset="0"/>
              </a:rPr>
              <a:t> = () =&gt; null;</a:t>
            </a:r>
            <a:endParaRPr lang="en-US" sz="1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If your component renders the same result given the same props, you can wrap it in a call to </a:t>
            </a:r>
            <a:r>
              <a:rPr lang="en-US" sz="2000" dirty="0" err="1" smtClean="0"/>
              <a:t>React.memo</a:t>
            </a:r>
            <a:r>
              <a:rPr lang="en-US" sz="2000" dirty="0" smtClean="0"/>
              <a:t> for a performance boost by </a:t>
            </a:r>
            <a:r>
              <a:rPr lang="en-US" sz="2000" dirty="0" err="1" smtClean="0"/>
              <a:t>memoizing</a:t>
            </a:r>
            <a:r>
              <a:rPr lang="en-US" sz="2000" dirty="0" smtClean="0"/>
              <a:t> the result.</a:t>
            </a:r>
          </a:p>
          <a:p>
            <a:r>
              <a:rPr lang="en-US" sz="2000" dirty="0" smtClean="0"/>
              <a:t>After that little adjustment, you will prevent any rendering from happening in all </a:t>
            </a:r>
            <a:r>
              <a:rPr lang="en-US" sz="2000" dirty="0" err="1" smtClean="0"/>
              <a:t>ComponentA</a:t>
            </a:r>
            <a:r>
              <a:rPr lang="en-US" sz="2000" dirty="0" smtClean="0"/>
              <a:t>, </a:t>
            </a:r>
            <a:r>
              <a:rPr lang="en-US" sz="2000" dirty="0" err="1" smtClean="0"/>
              <a:t>ComponentB</a:t>
            </a:r>
            <a:r>
              <a:rPr lang="en-US" sz="2000" dirty="0" smtClean="0"/>
              <a:t> and </a:t>
            </a:r>
            <a:r>
              <a:rPr lang="en-US" sz="2000" dirty="0" err="1" smtClean="0"/>
              <a:t>ComponentC</a:t>
            </a:r>
            <a:r>
              <a:rPr lang="en-US" sz="2000" dirty="0" smtClean="0"/>
              <a:t> if the App component re-renders.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3733800"/>
            <a:ext cx="8153400" cy="246221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const App = () =&gt; {</a:t>
            </a:r>
          </a:p>
          <a:p>
            <a:r>
              <a:rPr lang="en-US" sz="1400" dirty="0" smtClean="0">
                <a:latin typeface="Consolas" pitchFamily="49" charset="0"/>
              </a:rPr>
              <a:t>return (</a:t>
            </a:r>
          </a:p>
          <a:p>
            <a:r>
              <a:rPr lang="en-US" sz="1400" dirty="0" smtClean="0">
                <a:latin typeface="Consolas" pitchFamily="49" charset="0"/>
              </a:rPr>
              <a:t>   &lt;</a:t>
            </a:r>
            <a:r>
              <a:rPr lang="en-US" sz="1400" dirty="0" err="1" smtClean="0">
                <a:latin typeface="Consolas" pitchFamily="49" charset="0"/>
              </a:rPr>
              <a:t>AppContext.Provider</a:t>
            </a:r>
            <a:r>
              <a:rPr lang="en-US" sz="1400" dirty="0" smtClean="0">
                <a:latin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</a:rPr>
              <a:t>     &lt;</a:t>
            </a:r>
            <a:r>
              <a:rPr lang="en-US" sz="1400" dirty="0" err="1" smtClean="0">
                <a:latin typeface="Consolas" pitchFamily="49" charset="0"/>
              </a:rPr>
              <a:t>ComponentA</a:t>
            </a:r>
            <a:r>
              <a:rPr lang="en-US" sz="1400" dirty="0" smtClean="0">
                <a:latin typeface="Consolas" pitchFamily="49" charset="0"/>
              </a:rPr>
              <a:t> /&gt;</a:t>
            </a:r>
          </a:p>
          <a:p>
            <a:r>
              <a:rPr lang="en-US" sz="1400" dirty="0" smtClean="0">
                <a:latin typeface="Consolas" pitchFamily="49" charset="0"/>
              </a:rPr>
              <a:t>   &lt;/</a:t>
            </a:r>
            <a:r>
              <a:rPr lang="en-US" sz="1400" dirty="0" err="1" smtClean="0">
                <a:latin typeface="Consolas" pitchFamily="49" charset="0"/>
              </a:rPr>
              <a:t>AppContext.Provider</a:t>
            </a:r>
            <a:r>
              <a:rPr lang="en-US" sz="1400" dirty="0" smtClean="0">
                <a:latin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</a:rPr>
              <a:t> );</a:t>
            </a:r>
          </a:p>
          <a:p>
            <a:r>
              <a:rPr lang="en-US" sz="1400" dirty="0" smtClean="0">
                <a:latin typeface="Consolas" pitchFamily="49" charset="0"/>
              </a:rPr>
              <a:t>};</a:t>
            </a:r>
          </a:p>
          <a:p>
            <a:r>
              <a:rPr lang="en-US" sz="1400" dirty="0" smtClean="0">
                <a:latin typeface="Consolas" pitchFamily="49" charset="0"/>
              </a:rPr>
              <a:t/>
            </a:r>
            <a:br>
              <a:rPr lang="en-US" sz="1400" dirty="0" smtClean="0">
                <a:latin typeface="Consolas" pitchFamily="49" charset="0"/>
              </a:rPr>
            </a:br>
            <a:r>
              <a:rPr lang="en-US" sz="1400" dirty="0" smtClean="0">
                <a:latin typeface="Consolas" pitchFamily="49" charset="0"/>
              </a:rPr>
              <a:t>const </a:t>
            </a:r>
            <a:r>
              <a:rPr lang="en-US" sz="1400" dirty="0" err="1" smtClean="0">
                <a:latin typeface="Consolas" pitchFamily="49" charset="0"/>
              </a:rPr>
              <a:t>ComponentA</a:t>
            </a:r>
            <a:r>
              <a:rPr lang="en-US" sz="1400" dirty="0" smtClean="0">
                <a:latin typeface="Consolas" pitchFamily="49" charset="0"/>
              </a:rPr>
              <a:t> = </a:t>
            </a:r>
            <a:r>
              <a:rPr lang="en-US" sz="1400" dirty="0" err="1" smtClean="0">
                <a:latin typeface="Consolas" pitchFamily="49" charset="0"/>
              </a:rPr>
              <a:t>React.memo</a:t>
            </a:r>
            <a:r>
              <a:rPr lang="en-US" sz="1400" dirty="0" smtClean="0">
                <a:latin typeface="Consolas" pitchFamily="49" charset="0"/>
              </a:rPr>
              <a:t>(() =&gt; &lt;</a:t>
            </a:r>
            <a:r>
              <a:rPr lang="en-US" sz="1400" dirty="0" err="1" smtClean="0">
                <a:latin typeface="Consolas" pitchFamily="49" charset="0"/>
              </a:rPr>
              <a:t>ComponentB</a:t>
            </a:r>
            <a:r>
              <a:rPr lang="en-US" sz="1400" dirty="0" smtClean="0">
                <a:latin typeface="Consolas" pitchFamily="49" charset="0"/>
              </a:rPr>
              <a:t> /&gt;);</a:t>
            </a:r>
          </a:p>
          <a:p>
            <a:r>
              <a:rPr lang="en-US" sz="1400" dirty="0" smtClean="0">
                <a:latin typeface="Consolas" pitchFamily="49" charset="0"/>
              </a:rPr>
              <a:t>const </a:t>
            </a:r>
            <a:r>
              <a:rPr lang="en-US" sz="1400" dirty="0" err="1" smtClean="0">
                <a:latin typeface="Consolas" pitchFamily="49" charset="0"/>
              </a:rPr>
              <a:t>ComponentB</a:t>
            </a:r>
            <a:r>
              <a:rPr lang="en-US" sz="1400" dirty="0" smtClean="0">
                <a:latin typeface="Consolas" pitchFamily="49" charset="0"/>
              </a:rPr>
              <a:t> = () =&gt; &lt;</a:t>
            </a:r>
            <a:r>
              <a:rPr lang="en-US" sz="1400" dirty="0" err="1" smtClean="0">
                <a:latin typeface="Consolas" pitchFamily="49" charset="0"/>
              </a:rPr>
              <a:t>ComponentC</a:t>
            </a:r>
            <a:r>
              <a:rPr lang="en-US" sz="1400" dirty="0" smtClean="0">
                <a:latin typeface="Consolas" pitchFamily="49" charset="0"/>
              </a:rPr>
              <a:t> /&gt;;</a:t>
            </a:r>
          </a:p>
          <a:p>
            <a:r>
              <a:rPr lang="en-US" sz="1400" dirty="0" smtClean="0">
                <a:latin typeface="Consolas" pitchFamily="49" charset="0"/>
              </a:rPr>
              <a:t>const </a:t>
            </a:r>
            <a:r>
              <a:rPr lang="en-US" sz="1400" dirty="0" err="1" smtClean="0">
                <a:latin typeface="Consolas" pitchFamily="49" charset="0"/>
              </a:rPr>
              <a:t>ComponentC</a:t>
            </a:r>
            <a:r>
              <a:rPr lang="en-US" sz="1400" dirty="0" smtClean="0">
                <a:latin typeface="Consolas" pitchFamily="49" charset="0"/>
              </a:rPr>
              <a:t> = () =&gt; null;</a:t>
            </a:r>
            <a:endParaRPr lang="en-US" sz="1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19704</TotalTime>
  <Words>367</Words>
  <Application>Microsoft Office PowerPoint</Application>
  <PresentationFormat>On-screen Show (4:3)</PresentationFormat>
  <Paragraphs>107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Context and Memo</vt:lpstr>
      <vt:lpstr>Objectives</vt:lpstr>
      <vt:lpstr>Contents</vt:lpstr>
      <vt:lpstr>References</vt:lpstr>
      <vt:lpstr>Context API</vt:lpstr>
      <vt:lpstr>Use Cases of Context API</vt:lpstr>
      <vt:lpstr>1. Create Context (UserContext.js)</vt:lpstr>
      <vt:lpstr>2. Initialize Context Provider Value (App.js)</vt:lpstr>
      <vt:lpstr>3. Consume Context (LoginInfo.js)</vt:lpstr>
      <vt:lpstr>4. Consume Context (MainContent.js)</vt:lpstr>
      <vt:lpstr>5. Wrap Components with a Provider  (App.js)</vt:lpstr>
      <vt:lpstr>Slide 12</vt:lpstr>
      <vt:lpstr>Re-rendering Issue</vt:lpstr>
      <vt:lpstr>memo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5525</cp:revision>
  <dcterms:created xsi:type="dcterms:W3CDTF">2007-10-06T08:25:13Z</dcterms:created>
  <dcterms:modified xsi:type="dcterms:W3CDTF">2024-01-26T17:58:21Z</dcterms:modified>
</cp:coreProperties>
</file>