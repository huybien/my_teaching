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2"/>
  </p:notesMasterIdLst>
  <p:sldIdLst>
    <p:sldId id="371" r:id="rId2"/>
    <p:sldId id="373" r:id="rId3"/>
    <p:sldId id="372" r:id="rId4"/>
    <p:sldId id="378" r:id="rId5"/>
    <p:sldId id="379" r:id="rId6"/>
    <p:sldId id="380" r:id="rId7"/>
    <p:sldId id="381" r:id="rId8"/>
    <p:sldId id="383" r:id="rId9"/>
    <p:sldId id="479" r:id="rId10"/>
    <p:sldId id="34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27" autoAdjust="0"/>
    <p:restoredTop sz="94667" autoAdjust="0"/>
  </p:normalViewPr>
  <p:slideViewPr>
    <p:cSldViewPr>
      <p:cViewPr>
        <p:scale>
          <a:sx n="60" d="100"/>
          <a:sy n="60" d="100"/>
        </p:scale>
        <p:origin x="-126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Angular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Prepare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Installing Node.js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node -v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npm</a:t>
            </a:r>
            <a:r>
              <a:rPr lang="en-US" sz="2000" b="1" dirty="0" smtClean="0">
                <a:latin typeface="Consolas" pitchFamily="49" charset="0"/>
              </a:rPr>
              <a:t> -v</a:t>
            </a:r>
          </a:p>
          <a:p>
            <a:r>
              <a:rPr lang="en-US" sz="2400" dirty="0" smtClean="0"/>
              <a:t>Installing the angular-</a:t>
            </a:r>
            <a:r>
              <a:rPr lang="en-US" sz="2400" dirty="0" err="1" smtClean="0"/>
              <a:t>cli</a:t>
            </a:r>
            <a:r>
              <a:rPr lang="en-US" sz="2400" dirty="0" smtClean="0"/>
              <a:t> Package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npm</a:t>
            </a:r>
            <a:r>
              <a:rPr lang="en-US" sz="2000" b="1" dirty="0" smtClean="0">
                <a:latin typeface="Consolas" pitchFamily="49" charset="0"/>
              </a:rPr>
              <a:t> install --global @angular/</a:t>
            </a:r>
            <a:r>
              <a:rPr lang="en-US" sz="2000" b="1" dirty="0" err="1" smtClean="0">
                <a:latin typeface="Consolas" pitchFamily="49" charset="0"/>
              </a:rPr>
              <a:t>cli</a:t>
            </a:r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Warm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Creating the Project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ng</a:t>
            </a:r>
            <a:r>
              <a:rPr lang="en-US" sz="2000" b="1" dirty="0" smtClean="0">
                <a:latin typeface="Consolas" pitchFamily="49" charset="0"/>
              </a:rPr>
              <a:t> new </a:t>
            </a:r>
            <a:r>
              <a:rPr lang="en-US" sz="2000" b="1" dirty="0" err="1" smtClean="0">
                <a:latin typeface="Consolas" pitchFamily="49" charset="0"/>
              </a:rPr>
              <a:t>todo</a:t>
            </a:r>
            <a:endParaRPr lang="en-US" sz="2000" b="1" dirty="0" smtClean="0">
              <a:latin typeface="Consolas" pitchFamily="49" charset="0"/>
            </a:endParaRPr>
          </a:p>
          <a:p>
            <a:pPr lvl="1"/>
            <a:r>
              <a:rPr lang="en-US" sz="2000" dirty="0" smtClean="0"/>
              <a:t>The </a:t>
            </a:r>
            <a:r>
              <a:rPr lang="en-US" sz="2000" b="1" dirty="0" err="1" smtClean="0">
                <a:latin typeface="Consolas" pitchFamily="49" charset="0"/>
              </a:rPr>
              <a:t>ng</a:t>
            </a:r>
            <a:r>
              <a:rPr lang="en-US" sz="2000" dirty="0" smtClean="0"/>
              <a:t> command is provided by the angular-</a:t>
            </a:r>
            <a:r>
              <a:rPr lang="en-US" sz="2000" dirty="0" err="1" smtClean="0"/>
              <a:t>cli</a:t>
            </a:r>
            <a:r>
              <a:rPr lang="en-US" sz="2000" dirty="0" smtClean="0"/>
              <a:t> package, and </a:t>
            </a:r>
            <a:r>
              <a:rPr lang="en-US" sz="2000" b="1" dirty="0" err="1" smtClean="0">
                <a:latin typeface="Consolas" pitchFamily="49" charset="0"/>
              </a:rPr>
              <a:t>ng</a:t>
            </a:r>
            <a:r>
              <a:rPr lang="en-US" sz="2000" b="1" dirty="0" smtClean="0">
                <a:latin typeface="Consolas" pitchFamily="49" charset="0"/>
              </a:rPr>
              <a:t> new</a:t>
            </a:r>
            <a:r>
              <a:rPr lang="en-US" sz="2000" dirty="0" smtClean="0"/>
              <a:t> sets up a new project.</a:t>
            </a:r>
          </a:p>
          <a:p>
            <a:r>
              <a:rPr lang="en-US" sz="2400" dirty="0" smtClean="0"/>
              <a:t>Adding the Bootstrap CSS Package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cd</a:t>
            </a:r>
            <a:r>
              <a:rPr lang="en-US" sz="2000" b="1" dirty="0" smtClean="0">
                <a:latin typeface="Consolas" pitchFamily="49" charset="0"/>
              </a:rPr>
              <a:t> </a:t>
            </a:r>
            <a:r>
              <a:rPr lang="en-US" sz="2000" b="1" dirty="0" err="1" smtClean="0">
                <a:latin typeface="Consolas" pitchFamily="49" charset="0"/>
              </a:rPr>
              <a:t>todo</a:t>
            </a:r>
            <a:endParaRPr lang="en-US" sz="2000" b="1" dirty="0" smtClean="0">
              <a:latin typeface="Consolas" pitchFamily="49" charset="0"/>
            </a:endParaRP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npm</a:t>
            </a:r>
            <a:r>
              <a:rPr lang="en-US" sz="2000" b="1" dirty="0" smtClean="0">
                <a:latin typeface="Consolas" pitchFamily="49" charset="0"/>
              </a:rPr>
              <a:t> install </a:t>
            </a:r>
            <a:r>
              <a:rPr lang="en-US" sz="2000" b="1" dirty="0" smtClean="0">
                <a:latin typeface="Consolas" pitchFamily="49" charset="0"/>
              </a:rPr>
              <a:t>bootstrap</a:t>
            </a:r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angular.json</a:t>
            </a:r>
            <a:r>
              <a:rPr lang="en-US" dirty="0" smtClean="0"/>
              <a:t> &amp; Bootstrap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"styles": [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          "</a:t>
            </a:r>
            <a:r>
              <a:rPr lang="en-US" sz="1600" dirty="0" err="1" smtClean="0">
                <a:latin typeface="Consolas" pitchFamily="49" charset="0"/>
              </a:rPr>
              <a:t>src</a:t>
            </a:r>
            <a:r>
              <a:rPr lang="en-US" sz="1600" dirty="0" smtClean="0">
                <a:latin typeface="Consolas" pitchFamily="49" charset="0"/>
              </a:rPr>
              <a:t>/styles.css",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          </a:t>
            </a:r>
            <a:r>
              <a:rPr lang="en-US" sz="1600" b="1" dirty="0" smtClean="0">
                <a:latin typeface="Consolas" pitchFamily="49" charset="0"/>
              </a:rPr>
              <a:t>"</a:t>
            </a:r>
            <a:r>
              <a:rPr lang="en-US" sz="1600" b="1" dirty="0" err="1" smtClean="0">
                <a:latin typeface="Consolas" pitchFamily="49" charset="0"/>
              </a:rPr>
              <a:t>node_modules</a:t>
            </a:r>
            <a:r>
              <a:rPr lang="en-US" sz="1600" b="1" dirty="0" smtClean="0">
                <a:latin typeface="Consolas" pitchFamily="49" charset="0"/>
              </a:rPr>
              <a:t>/bootstrap/dist/</a:t>
            </a:r>
            <a:r>
              <a:rPr lang="en-US" sz="1600" b="1" dirty="0" err="1" smtClean="0">
                <a:latin typeface="Consolas" pitchFamily="49" charset="0"/>
              </a:rPr>
              <a:t>css</a:t>
            </a:r>
            <a:r>
              <a:rPr lang="en-US" sz="1600" b="1" dirty="0" smtClean="0">
                <a:latin typeface="Consolas" pitchFamily="49" charset="0"/>
              </a:rPr>
              <a:t>/</a:t>
            </a:r>
            <a:r>
              <a:rPr lang="en-US" sz="1600" b="1" dirty="0" err="1" smtClean="0">
                <a:latin typeface="Consolas" pitchFamily="49" charset="0"/>
              </a:rPr>
              <a:t>bootstrap.min.css</a:t>
            </a:r>
            <a:r>
              <a:rPr lang="en-US" sz="1600" b="1" dirty="0" smtClean="0">
                <a:latin typeface="Consolas" pitchFamily="49" charset="0"/>
              </a:rPr>
              <a:t>"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        ],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            "scripts": []</a:t>
            </a:r>
            <a:endParaRPr lang="en-US" sz="1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Starting the Development Tools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ng</a:t>
            </a:r>
            <a:r>
              <a:rPr lang="en-US" sz="2400" b="1" dirty="0" smtClean="0">
                <a:latin typeface="Consolas" pitchFamily="49" charset="0"/>
              </a:rPr>
              <a:t> serve --port 3000 --open</a:t>
            </a:r>
            <a:endParaRPr lang="en-US" sz="24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/index.html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Angular development tools include a feature that automatically updates the browser when there </a:t>
            </a:r>
            <a:r>
              <a:rPr lang="en-US" sz="2000" dirty="0" smtClean="0"/>
              <a:t>is a </a:t>
            </a:r>
            <a:r>
              <a:rPr lang="en-US" sz="2000" dirty="0" smtClean="0"/>
              <a:t>change in the </a:t>
            </a:r>
            <a:r>
              <a:rPr lang="en-US" sz="2000" dirty="0" smtClean="0"/>
              <a:t>project.</a:t>
            </a:r>
          </a:p>
          <a:p>
            <a:r>
              <a:rPr lang="en-US" sz="2000" dirty="0" smtClean="0"/>
              <a:t>As </a:t>
            </a:r>
            <a:r>
              <a:rPr lang="en-US" sz="2000" dirty="0" smtClean="0"/>
              <a:t>soon as you save the index.html file, the server will detect the change and </a:t>
            </a:r>
            <a:r>
              <a:rPr lang="en-US" sz="2000" dirty="0" smtClean="0"/>
              <a:t>update the </a:t>
            </a:r>
            <a:r>
              <a:rPr lang="en-US" sz="2000" dirty="0" smtClean="0"/>
              <a:t>application, reflecting the new </a:t>
            </a:r>
            <a:r>
              <a:rPr lang="en-US" sz="2000" dirty="0" smtClean="0"/>
              <a:t>content.</a:t>
            </a:r>
          </a:p>
          <a:p>
            <a:r>
              <a:rPr lang="en-US" sz="2000" dirty="0" smtClean="0"/>
              <a:t>body class="m-1"&gt;</a:t>
            </a:r>
          </a:p>
          <a:p>
            <a:r>
              <a:rPr lang="en-US" sz="2000" dirty="0" smtClean="0"/>
              <a:t>&lt;</a:t>
            </a:r>
            <a:r>
              <a:rPr lang="en-US" sz="2000" dirty="0" err="1" smtClean="0"/>
              <a:t>todo</a:t>
            </a:r>
            <a:r>
              <a:rPr lang="en-US" sz="2000" dirty="0" smtClean="0"/>
              <a:t>-app&gt;Angular placeholder&lt;/</a:t>
            </a:r>
            <a:r>
              <a:rPr lang="en-US" sz="2000" dirty="0" err="1" smtClean="0"/>
              <a:t>todo</a:t>
            </a:r>
            <a:r>
              <a:rPr lang="en-US" sz="2000" dirty="0" smtClean="0"/>
              <a:t>-app</a:t>
            </a:r>
            <a:r>
              <a:rPr lang="en-US" sz="2000" dirty="0" smtClean="0"/>
              <a:t>&gt;</a:t>
            </a:r>
          </a:p>
          <a:p>
            <a:endParaRPr lang="en-US" sz="2000" dirty="0" smtClean="0"/>
          </a:p>
          <a:p>
            <a:r>
              <a:rPr lang="en-US" sz="2000" dirty="0" smtClean="0"/>
              <a:t>There is no </a:t>
            </a:r>
            <a:r>
              <a:rPr lang="en-US" sz="2000" dirty="0" err="1" smtClean="0"/>
              <a:t>todo</a:t>
            </a:r>
            <a:r>
              <a:rPr lang="en-US" sz="2000" dirty="0" smtClean="0"/>
              <a:t>-app element </a:t>
            </a:r>
            <a:r>
              <a:rPr lang="en-US" sz="2000" dirty="0" smtClean="0"/>
              <a:t>in the HTML specification, and the browser will ignore it when parsing the HTML file, but </a:t>
            </a:r>
            <a:r>
              <a:rPr lang="en-US" sz="2000" dirty="0" smtClean="0"/>
              <a:t>this element </a:t>
            </a:r>
            <a:r>
              <a:rPr lang="en-US" sz="2000" dirty="0" smtClean="0"/>
              <a:t>will be the entry point into the world of Angular and will be replaced with my application content.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18795</TotalTime>
  <Words>226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Angular</vt:lpstr>
      <vt:lpstr>Objectives</vt:lpstr>
      <vt:lpstr>References</vt:lpstr>
      <vt:lpstr>Prepare Environment</vt:lpstr>
      <vt:lpstr>Warm Up</vt:lpstr>
      <vt:lpstr>angular.json &amp; Bootstrap</vt:lpstr>
      <vt:lpstr>Starting the Development Tools</vt:lpstr>
      <vt:lpstr>/src/index.html</vt:lpstr>
      <vt:lpstr>Slide 9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5270</cp:revision>
  <dcterms:created xsi:type="dcterms:W3CDTF">2007-10-06T08:25:13Z</dcterms:created>
  <dcterms:modified xsi:type="dcterms:W3CDTF">2020-01-12T20:11:45Z</dcterms:modified>
</cp:coreProperties>
</file>