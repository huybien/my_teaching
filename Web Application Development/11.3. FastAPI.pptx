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8"/>
  </p:notesMasterIdLst>
  <p:sldIdLst>
    <p:sldId id="371" r:id="rId2"/>
    <p:sldId id="392" r:id="rId3"/>
    <p:sldId id="393" r:id="rId4"/>
    <p:sldId id="394" r:id="rId5"/>
    <p:sldId id="395" r:id="rId6"/>
    <p:sldId id="39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35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FastAPI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https://fastapi.tiangolo.com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FastAPI</a:t>
            </a:r>
            <a:r>
              <a:rPr lang="en-US" sz="2400" dirty="0" smtClean="0"/>
              <a:t> is a modern, fast (high-performance), web framework for </a:t>
            </a:r>
            <a:r>
              <a:rPr lang="en-US" sz="2400" u="sng" dirty="0" smtClean="0"/>
              <a:t>building APIs with Python</a:t>
            </a:r>
            <a:r>
              <a:rPr lang="en-US" sz="2400" dirty="0" smtClean="0"/>
              <a:t> based on standard Python type hints.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17594</TotalTime>
  <Words>63</Words>
  <Application>Microsoft Office PowerPoint</Application>
  <PresentationFormat>On-screen Show (4:3)</PresentationFormat>
  <Paragraphs>15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FastAPI</vt:lpstr>
      <vt:lpstr>Objectives</vt:lpstr>
      <vt:lpstr>Contents</vt:lpstr>
      <vt:lpstr>References</vt:lpstr>
      <vt:lpstr>FastAPI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5173</cp:revision>
  <dcterms:created xsi:type="dcterms:W3CDTF">2007-10-06T08:25:13Z</dcterms:created>
  <dcterms:modified xsi:type="dcterms:W3CDTF">2025-06-19T17:45:51Z</dcterms:modified>
</cp:coreProperties>
</file>