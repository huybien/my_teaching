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587" r:id="rId2"/>
    <p:sldId id="588" r:id="rId3"/>
    <p:sldId id="589" r:id="rId4"/>
    <p:sldId id="590" r:id="rId5"/>
    <p:sldId id="573" r:id="rId6"/>
    <p:sldId id="574" r:id="rId7"/>
    <p:sldId id="576" r:id="rId8"/>
    <p:sldId id="591" r:id="rId9"/>
    <p:sldId id="593" r:id="rId10"/>
    <p:sldId id="594" r:id="rId11"/>
    <p:sldId id="595" r:id="rId12"/>
    <p:sldId id="596" r:id="rId13"/>
    <p:sldId id="598" r:id="rId14"/>
    <p:sldId id="599" r:id="rId15"/>
    <p:sldId id="597" r:id="rId16"/>
    <p:sldId id="600" r:id="rId17"/>
    <p:sldId id="601" r:id="rId18"/>
    <p:sldId id="602" r:id="rId19"/>
    <p:sldId id="437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12/21/2021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uitecrm.com/download/" TargetMode="External"/><Relationship Id="rId2" Type="http://schemas.openxmlformats.org/officeDocument/2006/relationships/hyperlink" Target="https://docs.suitecrm.com/admin/installation-guide/downloading-installin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uitecrm.com/developer/suitecrm-directory-structure/" TargetMode="External"/><Relationship Id="rId2" Type="http://schemas.openxmlformats.org/officeDocument/2006/relationships/hyperlink" Target="https://docs.suitecrm.com/developer/theme/sas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suitecrm.com/developer/confi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xample.com/index.php?module=Documents&amp;action=index&amp;parentTab=Al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rm.certifient.com/index.php?module=Home&amp;action=Abou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uitecrm.com/admin/compatibility-matrix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rm.certifient.com/index.php?module=UpgradeWizard&amp;action=index" TargetMode="External"/><Relationship Id="rId2" Type="http://schemas.openxmlformats.org/officeDocument/2006/relationships/hyperlink" Target="https://suitecrm.com/upgrade-suitecr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uxbabe.com/ubuntu/install-suitecrm-ubuntu-20-04-apache-ngin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SuiteCRM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learn </a:t>
            </a:r>
            <a:r>
              <a:rPr lang="en-US" sz="2400" dirty="0" err="1" smtClean="0"/>
              <a:t>SuiteCRM</a:t>
            </a:r>
            <a:r>
              <a:rPr lang="en-US" sz="2400" dirty="0" smtClean="0"/>
              <a:t> by </a:t>
            </a:r>
            <a:r>
              <a:rPr lang="en-US" sz="2400" i="1" dirty="0" smtClean="0">
                <a:solidFill>
                  <a:srgbClr val="C00000"/>
                </a:solidFill>
              </a:rPr>
              <a:t>yourself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a Problem First!</a:t>
            </a:r>
            <a:endParaRPr lang="en-US" dirty="0"/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852160" cy="438912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Install internal CRM for XYZ company.</a:t>
            </a:r>
          </a:p>
          <a:p>
            <a:r>
              <a:rPr lang="en-US" sz="2400" dirty="0" smtClean="0"/>
              <a:t>Install and configure </a:t>
            </a:r>
            <a:r>
              <a:rPr lang="en-US" sz="2400" i="1" dirty="0" err="1" smtClean="0">
                <a:solidFill>
                  <a:srgbClr val="C00000"/>
                </a:solidFill>
              </a:rPr>
              <a:t>SuiteCRM</a:t>
            </a:r>
            <a:r>
              <a:rPr lang="en-US" sz="2400" dirty="0" smtClean="0"/>
              <a:t> instance.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Appropriate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https://docs.suitecrm.com/admin/installation-guide/downloading-installing/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https://docs.suitecrm.com/admin/compatibility-matrix/</a:t>
            </a:r>
          </a:p>
          <a:p>
            <a:r>
              <a:rPr lang="en-US" sz="2400" dirty="0" smtClean="0">
                <a:hlinkClick r:id="rId3"/>
              </a:rPr>
              <a:t>https://suitecrm.com/download/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SuiteCRM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default option first.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SSL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enable SSL for </a:t>
            </a:r>
            <a:r>
              <a:rPr lang="en-US" dirty="0" err="1" smtClean="0"/>
              <a:t>nginx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 logo in upper left corner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Sass</a:t>
            </a:r>
          </a:p>
          <a:p>
            <a:pPr lvl="1"/>
            <a:r>
              <a:rPr lang="en-US" sz="2400" dirty="0" smtClean="0">
                <a:hlinkClick r:id="rId2"/>
              </a:rPr>
              <a:t>https://docs.suitecrm.com/developer/theme/sass/</a:t>
            </a:r>
            <a:endParaRPr lang="en-US" sz="2400" dirty="0" smtClean="0"/>
          </a:p>
          <a:p>
            <a:r>
              <a:rPr lang="en-US" sz="2400" b="1" dirty="0" err="1" smtClean="0"/>
              <a:t>SuiteCRM</a:t>
            </a:r>
            <a:r>
              <a:rPr lang="en-US" sz="2400" b="1" dirty="0" smtClean="0"/>
              <a:t> Directory Structure</a:t>
            </a:r>
          </a:p>
          <a:p>
            <a:pPr lvl="1"/>
            <a:r>
              <a:rPr lang="en-US" sz="2400" dirty="0" smtClean="0">
                <a:hlinkClick r:id="rId3"/>
              </a:rPr>
              <a:t>https://docs.suitecrm.com/developer/suitecrm-directory-structure/</a:t>
            </a:r>
            <a:endParaRPr lang="en-US" sz="2400" dirty="0" smtClean="0"/>
          </a:p>
          <a:p>
            <a:r>
              <a:rPr lang="en-US" sz="2400" b="1" dirty="0" err="1" smtClean="0"/>
              <a:t>Config</a:t>
            </a:r>
            <a:endParaRPr lang="en-US" sz="2400" b="1" dirty="0" smtClean="0"/>
          </a:p>
          <a:p>
            <a:pPr lvl="1"/>
            <a:r>
              <a:rPr lang="en-US" sz="2400" dirty="0" smtClean="0">
                <a:hlinkClick r:id="rId4"/>
              </a:rPr>
              <a:t>https://docs.suitecrm.com/developer/config/</a:t>
            </a:r>
            <a:endParaRPr lang="en-US" sz="2400" dirty="0" smtClean="0"/>
          </a:p>
          <a:p>
            <a:r>
              <a:rPr lang="en-US" dirty="0" smtClean="0"/>
              <a:t>Edit /custom/themes/</a:t>
            </a:r>
            <a:r>
              <a:rPr lang="en-US" dirty="0" err="1" smtClean="0"/>
              <a:t>SuiteP</a:t>
            </a:r>
            <a:r>
              <a:rPr lang="en-US" dirty="0" smtClean="0"/>
              <a:t>/</a:t>
            </a:r>
            <a:r>
              <a:rPr lang="en-US" dirty="0" err="1" smtClean="0"/>
              <a:t>tpls</a:t>
            </a:r>
            <a:r>
              <a:rPr lang="en-US" dirty="0" smtClean="0"/>
              <a:t>/</a:t>
            </a:r>
            <a:r>
              <a:rPr lang="en-US" dirty="0" err="1" smtClean="0"/>
              <a:t>login.tpls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Issue: "Select" Document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05000"/>
            <a:ext cx="71501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419600"/>
            <a:ext cx="2730500" cy="939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Documents Module Guide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https://docs.suitecrm.com/user/core-modules/documents</a:t>
            </a:r>
            <a:r>
              <a:rPr lang="en-US" sz="2400" dirty="0" smtClean="0">
                <a:hlinkClick r:id="rId2"/>
              </a:rPr>
              <a:t>/</a:t>
            </a:r>
          </a:p>
          <a:p>
            <a:r>
              <a:rPr lang="en-US" sz="2400" dirty="0" smtClean="0">
                <a:hlinkClick r:id="rId2"/>
              </a:rPr>
              <a:t>https</a:t>
            </a:r>
            <a:r>
              <a:rPr lang="en-US" sz="2400" dirty="0" smtClean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example.com/index.php?module=Documents&amp;action=index&amp;parentTab=All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1613" y="3035300"/>
            <a:ext cx="6200775" cy="313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 </a:t>
            </a:r>
            <a:r>
              <a:rPr lang="en-US" dirty="0" err="1" smtClean="0"/>
              <a:t>SuiteCRM</a:t>
            </a:r>
            <a:r>
              <a:rPr lang="en-US" dirty="0" smtClean="0"/>
              <a:t>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</a:t>
            </a:r>
            <a:r>
              <a:rPr lang="en-US" sz="2200" dirty="0" smtClean="0">
                <a:hlinkClick r:id="rId2"/>
              </a:rPr>
              <a:t>://example.com/index.php?module=Home&amp;action=About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 </a:t>
            </a:r>
            <a:r>
              <a:rPr lang="en-US" dirty="0" err="1" smtClean="0"/>
              <a:t>SuiteCRM</a:t>
            </a:r>
            <a:r>
              <a:rPr lang="en-US" dirty="0" smtClean="0"/>
              <a:t> and PHP Compatibility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https://docs.suitecrm.com/admin/compatibility-matrix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Upgrade </a:t>
            </a:r>
            <a:r>
              <a:rPr lang="en-US" dirty="0" err="1" smtClean="0"/>
              <a:t>SuiteCRM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https://suitecrm.com/upgrade-suitecrm</a:t>
            </a:r>
            <a:r>
              <a:rPr lang="en-US" sz="2200" dirty="0" smtClean="0">
                <a:hlinkClick r:id="rId2"/>
              </a:rPr>
              <a:t>/</a:t>
            </a:r>
            <a:endParaRPr lang="en-US" sz="2200" dirty="0" smtClean="0"/>
          </a:p>
          <a:p>
            <a:r>
              <a:rPr lang="en-US" sz="2200" dirty="0" smtClean="0">
                <a:hlinkClick r:id="rId3"/>
              </a:rPr>
              <a:t>https://</a:t>
            </a:r>
            <a:r>
              <a:rPr lang="en-US" sz="2200" dirty="0" smtClean="0">
                <a:hlinkClick r:id="rId3"/>
              </a:rPr>
              <a:t>crm.certifient.com/index.php?module=UpgradeWizard&amp;action=index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Reinstall </a:t>
            </a:r>
            <a:r>
              <a:rPr lang="en-US" dirty="0" err="1" smtClean="0"/>
              <a:t>SuiteCRM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</a:t>
            </a:r>
            <a:r>
              <a:rPr lang="en-US" sz="2200" dirty="0" smtClean="0">
                <a:hlinkClick r:id="rId2"/>
              </a:rPr>
              <a:t>www.linuxbabe.com/ubuntu/install-suitecrm-ubuntu-20-04-apache-nginx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15283</TotalTime>
  <Words>163</Words>
  <Application>Microsoft Office PowerPoint</Application>
  <PresentationFormat>On-screen Show (4:3)</PresentationFormat>
  <Paragraphs>52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SuiteCRM</vt:lpstr>
      <vt:lpstr>Objectives</vt:lpstr>
      <vt:lpstr>Contents</vt:lpstr>
      <vt:lpstr>References</vt:lpstr>
      <vt:lpstr>We Need a Problem First!</vt:lpstr>
      <vt:lpstr>Example Needs</vt:lpstr>
      <vt:lpstr>Slide 7</vt:lpstr>
      <vt:lpstr>Find Appropriate Documentation</vt:lpstr>
      <vt:lpstr>Install SuiteCRM</vt:lpstr>
      <vt:lpstr>Enable SSL</vt:lpstr>
      <vt:lpstr>Remove logo in upper left corner</vt:lpstr>
      <vt:lpstr>Slide 12</vt:lpstr>
      <vt:lpstr>Issue: "Select" Document</vt:lpstr>
      <vt:lpstr>Read Documents Module Guide</vt:lpstr>
      <vt:lpstr>Detect SuiteCRM Version</vt:lpstr>
      <vt:lpstr>Detect SuiteCRM and PHP Compatibility</vt:lpstr>
      <vt:lpstr>Upgrade SuiteCRM</vt:lpstr>
      <vt:lpstr>Reinstall SuiteCRM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4832</cp:revision>
  <dcterms:created xsi:type="dcterms:W3CDTF">2007-10-06T08:25:13Z</dcterms:created>
  <dcterms:modified xsi:type="dcterms:W3CDTF">2021-12-20T20:52:46Z</dcterms:modified>
</cp:coreProperties>
</file>