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453" r:id="rId2"/>
    <p:sldId id="454" r:id="rId3"/>
    <p:sldId id="455" r:id="rId4"/>
    <p:sldId id="456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1" r:id="rId13"/>
    <p:sldId id="360" r:id="rId14"/>
    <p:sldId id="364" r:id="rId15"/>
    <p:sldId id="362" r:id="rId16"/>
    <p:sldId id="363" r:id="rId17"/>
    <p:sldId id="365" r:id="rId18"/>
    <p:sldId id="366" r:id="rId19"/>
    <p:sldId id="343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4" autoAdjust="0"/>
    <p:restoredTop sz="94667" autoAdjust="0"/>
  </p:normalViewPr>
  <p:slideViewPr>
    <p:cSldViewPr>
      <p:cViewPr>
        <p:scale>
          <a:sx n="50" d="100"/>
          <a:sy n="50" d="100"/>
        </p:scale>
        <p:origin x="-153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HTML and CSS Case Study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</a:t>
            </a:r>
            <a:r>
              <a:rPr lang="en-US" sz="2400" dirty="0" smtClean="0"/>
              <a:t>a static website.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715000" cy="39925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Rachel </a:t>
            </a:r>
            <a:r>
              <a:rPr lang="en-US" sz="2200" dirty="0" err="1" smtClean="0"/>
              <a:t>McCollin</a:t>
            </a:r>
            <a:r>
              <a:rPr lang="en-US" sz="2200" dirty="0" smtClean="0"/>
              <a:t> and Tessa Blakeley Silver (2013). </a:t>
            </a:r>
            <a:r>
              <a:rPr lang="en-US" sz="2200" dirty="0" err="1" smtClean="0"/>
              <a:t>WordPress</a:t>
            </a:r>
            <a:r>
              <a:rPr lang="en-US" sz="2200" dirty="0" smtClean="0"/>
              <a:t> Theme Development Beginner's Guide. </a:t>
            </a:r>
            <a:r>
              <a:rPr lang="en-US" sz="2200" dirty="0" err="1" smtClean="0"/>
              <a:t>Packt</a:t>
            </a:r>
            <a:r>
              <a:rPr lang="en-US" sz="2200" dirty="0" smtClean="0"/>
              <a:t> </a:t>
            </a:r>
            <a:r>
              <a:rPr lang="en-US" sz="2200" smtClean="0"/>
              <a:t>Publishing.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 Our Design </a:t>
            </a:r>
            <a:r>
              <a:rPr lang="en-US" dirty="0" smtClean="0"/>
              <a:t>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Using your preferred graphics program, create some design elements and concepts, such as buttons, color schemes, logos, backgrounds, or whatever else your site needs.</a:t>
            </a:r>
          </a:p>
          <a:p>
            <a:r>
              <a:rPr lang="en-US" sz="2400" dirty="0" smtClean="0"/>
              <a:t>Either on paper or by using a wire-framing tool, create some wireframes for the screen widths you're targeting with your responsive design.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Our Static HTML File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0" y="2274838"/>
            <a:ext cx="4572000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&lt;html dir="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ltr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"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lang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="en-US"&gt;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&lt;head&gt;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&lt;meta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charset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="UTF-8" /&gt;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&lt;title&gt; &lt;/title&gt;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&lt;/head&gt;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&lt;body&gt;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&lt;/body&gt;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&lt;/html&gt; 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in the Semantic Structure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447800"/>
            <a:ext cx="3886200" cy="50167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&lt;div id="container"&gt;&lt;!--layout container--&gt;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&lt;header&gt;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&gt;Header:&lt;/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 background image and text elements for header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will go inside this div.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&lt;/header&gt;&lt;!--//header--&gt;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&lt;!-- Begin #container2 this holds the content and sidebars--&gt;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&lt;div id="container2"&gt;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&lt;!-- Begin first section holds the left content columns--&gt;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&lt;section&gt;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&lt;!-- Begin content 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&lt;article&gt;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&gt;Main Content:&lt;/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 Post content will go here inside this div.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&lt;/article&gt;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&lt;/section&gt;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&lt;!-- Second section holds the right columns--&gt;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&lt;section&gt;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&lt;!-- #left sidebar 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&lt;aside class="sidebar1"&gt;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&gt;Left Side Bar:&lt;/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 Will contain 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WordPress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 content related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links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&lt;/aside&gt;&lt;!--//.sidebar1 --&gt;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&lt;!-- #right sidebar 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&lt;aside class="sidebar2"&gt;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&gt;Right Side Bar:&lt;/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 This will include additional ads, or 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noncontent</a:t>
            </a:r>
            <a:endParaRPr lang="en-US" sz="8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relevant items.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&lt;/aside&gt;&lt;!--//.sidebar2--&gt;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&lt;/section&gt;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&lt;/div&gt;&lt;!--//#container2--&gt;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nav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 id="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"&gt;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&gt;Top 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Nav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:&lt;/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 For reading through straight text, it's best to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have links at bottom (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css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 will place it up top, for visual ease of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use)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nav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&gt;&lt;!--//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&lt;/div&gt;&lt;!--//container--&gt;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&lt;footer&gt;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&gt;Footer:&lt;/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&gt; Useful information and quick links for CSS design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users who've had to scroll to the bottom plus site information and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copyright will go here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&lt;/footer&gt;</a:t>
            </a:r>
            <a:endParaRPr lang="en-US" sz="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67200" y="1366421"/>
            <a:ext cx="4572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Header: Because it's good to know whose stuff you're looking 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Main content: Get right to the point of what you're looking for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Left column content: Under the main content, we should have the next most interesting items features list, category (sometimes referred to as columns links), and archives (sometimes called "Past Issues" links)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Right column content: It is the secondary information such as advertisements and non-content related items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Top page navigation: Even though in the design this will be on the top, we've coded it at the bottom in text-only viewing with an anchor link to it for easy access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Footer information: If this was a page of real content, it's nice to see whose site we're on again, especially if we've been scrolling or reading down for some time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and Including style.css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3000" y="1676400"/>
            <a:ext cx="70866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&lt;link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rel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="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stylesheet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" type="text/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css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" media="all"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href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="style.css" /&gt; 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6200" y="3244334"/>
            <a:ext cx="35958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1" dirty="0" smtClean="0"/>
              <a:t>assigning your font families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1" dirty="0" smtClean="0"/>
              <a:t>sizing your fonts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in the viewport and apple-mobile Meta Tags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2551837"/>
            <a:ext cx="77724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&lt;meta name="viewport" content="width=device-width"&gt;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&lt;meta name="apple-mobile-web-app-capable" content="yes"&gt;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&lt;meta name="apple-mobile-web-app-status-bar-style" content="black"&gt; 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Sample Text to Our Semantic Sections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612642"/>
            <a:ext cx="7924800" cy="50167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&lt;div id="container"&gt;&lt;!--container goes here--&gt;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&lt;header&gt;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hgroup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class="screen-text"&gt;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&lt;h1&gt;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OpenSource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&lt;/h2&gt;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&lt;h2&gt;Online Magazine&lt;/h2&gt;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&lt;p&gt;&lt;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&gt;Using Open Source for work and play&lt;/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&gt;&lt;/p&gt;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hgroup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&lt;div id="date"&gt;Current Month and Year&lt;/div&gt;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&lt;/header&gt;&lt;!--//header--&gt;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&lt;!-- Begin #container2 this holds the content and sidebars--&gt;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&lt;div id="container2"&gt;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&lt;!-- Begin #container3 keeps the left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col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and body positioned--&gt;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&lt;section class=""&gt;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&lt;h2 class="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thisMonth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"&gt;This Month&lt;/h2&gt;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&lt;!-- Begin #content --&gt;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&lt;article class="post"&gt;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&lt;h2&gt;&lt;a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href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="#"&gt;Really Long Article Title Name The More Text The Better Cause You Never Know&lt;/a&gt;&lt;/h2&gt;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&gt;Main Content:&lt;/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em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&gt; Post content will go here inside this div.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&lt;p&gt;by Author Name for &lt;a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href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="#"&gt;Column Type&lt;/a&gt;&lt;/p&gt;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Handling Search Engine Bots/Screen Reader Text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0" y="2690336"/>
            <a:ext cx="4572000" cy="17543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/* Text meant only for screen readers */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.screen-text{ </a:t>
            </a:r>
          </a:p>
          <a:p>
            <a:r>
              <a:rPr lang="en-US" b="1" dirty="0" smtClean="0">
                <a:latin typeface="Consolas" pitchFamily="49" charset="0"/>
                <a:cs typeface="Consolas" pitchFamily="49" charset="0"/>
              </a:rPr>
              <a:t>position: absolute; </a:t>
            </a:r>
          </a:p>
          <a:p>
            <a:r>
              <a:rPr lang="en-US" b="1" dirty="0" smtClean="0">
                <a:latin typeface="Consolas" pitchFamily="49" charset="0"/>
                <a:cs typeface="Consolas" pitchFamily="49" charset="0"/>
              </a:rPr>
              <a:t>left: -5000em;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Our Media Queries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2438400"/>
            <a:ext cx="350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Media queries sit at the end of a </a:t>
            </a:r>
            <a:r>
              <a:rPr lang="en-US" sz="2400" dirty="0" err="1" smtClean="0">
                <a:latin typeface="+mj-lt"/>
              </a:rPr>
              <a:t>stylesheet</a:t>
            </a:r>
            <a:r>
              <a:rPr lang="en-US" sz="2400" dirty="0" smtClean="0">
                <a:latin typeface="+mj-lt"/>
              </a:rPr>
              <a:t> and they specify the styling to apply depending on the width of the screen the site's being viewed on. </a:t>
            </a:r>
            <a:endParaRPr lang="en-US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91000" y="1981200"/>
            <a:ext cx="4572000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@media (min-width: 1220px) {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@media (max-width: 1024px) {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@media (min-width: 480px) and (max-width: 800px) {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@media (max-width: 480px) {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@media only screen and (min-width: 320px) and (max-width: 480px) {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Referencing Our Layout Core to Set Up Our Positions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2819400"/>
            <a:ext cx="3505200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/*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---------------------------------------------------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|NOTE: This style sheet leverages: layout-core.css. |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---------------------------------------------------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*/ </a:t>
            </a:r>
          </a:p>
          <a:p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@import </a:t>
            </a:r>
            <a:r>
              <a:rPr lang="en-US" sz="1600" b="1" dirty="0" err="1" smtClean="0">
                <a:latin typeface="Consolas" pitchFamily="49" charset="0"/>
                <a:cs typeface="Consolas" pitchFamily="49" charset="0"/>
              </a:rPr>
              <a:t>url</a:t>
            </a:r>
            <a:r>
              <a:rPr lang="en-US" sz="1600" b="1" dirty="0" smtClean="0">
                <a:latin typeface="Consolas" pitchFamily="49" charset="0"/>
                <a:cs typeface="Consolas" pitchFamily="49" charset="0"/>
              </a:rPr>
              <a:t>(layout-core.css); 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38600" y="1676400"/>
            <a:ext cx="4800600" cy="45243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/*------------------ STANDARD STYLING -------------------*/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header{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height: 110px;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position:absolute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top: 110px;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width: 100%;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1600" dirty="0" smtClean="0">
                <a:latin typeface="Consolas" pitchFamily="49" charset="0"/>
                <a:cs typeface="Consolas" pitchFamily="49" charset="0"/>
              </a:rPr>
              <a:t> a{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display: block;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padding: 10px 15px 13px 15px;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line-height: 100%;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-size: 120%;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border: none;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color: #036; </a:t>
            </a:r>
          </a:p>
          <a:p>
            <a:r>
              <a:rPr lang="en-US" sz="1600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in on Larger Desktops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2514600"/>
            <a:ext cx="3429000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@media (min-width: 1220px) {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dirty="0" err="1" smtClean="0">
                <a:latin typeface="Consolas" pitchFamily="49" charset="0"/>
                <a:cs typeface="Consolas" pitchFamily="49" charset="0"/>
              </a:rPr>
              <a:t>position:absolute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top: 110px;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width: 1100px;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91000" y="251460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Our layout-core.css </a:t>
            </a:r>
            <a:r>
              <a:rPr lang="en-US" dirty="0" err="1" smtClean="0"/>
              <a:t>stylesheet</a:t>
            </a:r>
            <a:r>
              <a:rPr lang="en-US" dirty="0" smtClean="0"/>
              <a:t> sets our div widths as percentages, so they'll expand to whatever size the #container div is set to. It also sets the #container div to 1100 pixels. Our #</a:t>
            </a:r>
            <a:r>
              <a:rPr lang="en-US" dirty="0" err="1" smtClean="0"/>
              <a:t>mainNav</a:t>
            </a:r>
            <a:r>
              <a:rPr lang="en-US" dirty="0" smtClean="0"/>
              <a:t> </a:t>
            </a:r>
            <a:r>
              <a:rPr lang="en-US" dirty="0" err="1" smtClean="0"/>
              <a:t>nav</a:t>
            </a:r>
            <a:r>
              <a:rPr lang="en-US" dirty="0" smtClean="0"/>
              <a:t> will now match and not extend over the #container div on larger screens.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Adjusting the Standard Layout for Tablets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676400"/>
            <a:ext cx="5105400" cy="42473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@media (min-width: 480px) and (max-width: 800px) {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top:100px;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width: 300px;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/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float:none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;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clear:both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.home article.post .entry-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content,article.post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.entry-meta, article.post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a.more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{ </a:t>
            </a:r>
          </a:p>
          <a:p>
            <a:pPr lvl="1"/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display:none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62600" y="2057400"/>
            <a:ext cx="3276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We removed the "tab" floats of our #</a:t>
            </a:r>
            <a:r>
              <a:rPr lang="en-US" sz="2400" dirty="0" err="1" smtClean="0">
                <a:latin typeface="+mj-lt"/>
              </a:rPr>
              <a:t>mainNav</a:t>
            </a:r>
            <a:r>
              <a:rPr lang="en-US" sz="2400" dirty="0" smtClean="0">
                <a:latin typeface="+mj-lt"/>
              </a:rPr>
              <a:t> list items </a:t>
            </a:r>
            <a:r>
              <a:rPr lang="en-US" sz="2400" dirty="0" err="1" smtClean="0">
                <a:latin typeface="+mj-lt"/>
              </a:rPr>
              <a:t>li</a:t>
            </a:r>
            <a:r>
              <a:rPr lang="en-US" sz="2400" dirty="0" smtClean="0">
                <a:latin typeface="+mj-lt"/>
              </a:rPr>
              <a:t> and set them to list vertically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We hid our article content, only displaying the titles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Our Small Screen Layout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752600"/>
            <a:ext cx="4800600" cy="44012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@media only screen and (min-width: 320px) and (max-width: 480px) {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header{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height: 70px;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top:70px;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width: 220px;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float:none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clear:both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#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mainNav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li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 a{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font-size: 100%;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padding: 10px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.home article.post h2{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font-size: 120%;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margin-bottom: 10px;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padding-left: 50px;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.home article.post .entry-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content,article.post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 .entry-meta, article.post 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a.more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display:none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.home article.post 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a.comments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position:absolute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margin-top: -55px;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.</a:t>
            </a:r>
            <a:r>
              <a:rPr lang="en-US" sz="800" dirty="0" err="1" smtClean="0">
                <a:latin typeface="Consolas" pitchFamily="49" charset="0"/>
                <a:cs typeface="Consolas" pitchFamily="49" charset="0"/>
              </a:rPr>
              <a:t>content.left.two</a:t>
            </a:r>
            <a:r>
              <a:rPr lang="en-US" sz="800" dirty="0" smtClean="0">
                <a:latin typeface="Consolas" pitchFamily="49" charset="0"/>
                <a:cs typeface="Consolas" pitchFamily="49" charset="0"/>
              </a:rPr>
              <a:t>-thirds{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margin-top:150px;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.soc {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text-indent: -5000em;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800" dirty="0" smtClean="0">
                <a:latin typeface="Consolas" pitchFamily="49" charset="0"/>
                <a:cs typeface="Consolas" pitchFamily="49" charset="0"/>
              </a:rPr>
              <a:t>} </a:t>
            </a:r>
            <a:endParaRPr lang="en-US" sz="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91200" y="2243078"/>
            <a:ext cx="2971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We shortened up our header even more and tightened up the width of our #</a:t>
            </a:r>
            <a:r>
              <a:rPr lang="en-US" dirty="0" err="1" smtClean="0"/>
              <a:t>mainNav</a:t>
            </a:r>
            <a:r>
              <a:rPr lang="en-US" dirty="0" smtClean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We reduced font sizes in our #</a:t>
            </a:r>
            <a:r>
              <a:rPr lang="en-US" dirty="0" err="1" smtClean="0"/>
              <a:t>mainNav</a:t>
            </a:r>
            <a:r>
              <a:rPr lang="en-US" dirty="0" smtClean="0"/>
              <a:t> and titles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We reduced the margin-top of our .content div 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Our Graphic Treatments in the </a:t>
            </a:r>
            <a:r>
              <a:rPr lang="en-US" dirty="0" err="1" smtClean="0"/>
              <a:t>Stylesheet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721108"/>
            <a:ext cx="4038600" cy="48320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/*main background 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colorscheme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*/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bg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-main{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#222;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bg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-secondary{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#666;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bg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-tertiary{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#999;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.bg-light1{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eee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.bg-light2{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ddd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.bg-dark1{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#000;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.bg-dark2{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#444;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 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00600" y="3352800"/>
            <a:ext cx="3886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We added styling for borders, gradients, rounded corners, and box shadows. 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Background Image Styling to the Media Queries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721108"/>
            <a:ext cx="3886200" cy="48320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/*main background 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colorscheme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*/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bg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-main{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#222;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bg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-secondary{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#666;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bg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-tertiary{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#999;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.bg-light1{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eee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.bg-light2{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</a:t>
            </a:r>
            <a:r>
              <a:rPr lang="en-US" sz="1400" dirty="0" err="1" smtClean="0">
                <a:latin typeface="Consolas" pitchFamily="49" charset="0"/>
                <a:cs typeface="Consolas" pitchFamily="49" charset="0"/>
              </a:rPr>
              <a:t>ddd</a:t>
            </a:r>
            <a:r>
              <a:rPr lang="en-US" sz="1400" dirty="0" smtClean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.bg-dark1{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#000;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.bg-dark2{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background-color: #444; </a:t>
            </a:r>
          </a:p>
          <a:p>
            <a:r>
              <a:rPr lang="en-US" sz="1400" dirty="0" smtClean="0">
                <a:latin typeface="Consolas" pitchFamily="49" charset="0"/>
                <a:cs typeface="Consolas" pitchFamily="49" charset="0"/>
              </a:rPr>
              <a:t>} 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48200" y="3352800"/>
            <a:ext cx="403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We added styling for borders, gradients, rounded corners, and box shadows.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12563</TotalTime>
  <Words>1551</Words>
  <Application>Microsoft Office PowerPoint</Application>
  <PresentationFormat>On-screen Show (4:3)</PresentationFormat>
  <Paragraphs>253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HTML and CSS Case Study</vt:lpstr>
      <vt:lpstr>Objectives</vt:lpstr>
      <vt:lpstr>Contents</vt:lpstr>
      <vt:lpstr>References</vt:lpstr>
      <vt:lpstr>Planning Our Design [1]</vt:lpstr>
      <vt:lpstr>Creating Our Static HTML File </vt:lpstr>
      <vt:lpstr>Adding in the Semantic Structure </vt:lpstr>
      <vt:lpstr>Creating and Including style.css</vt:lpstr>
      <vt:lpstr>Adding in the viewport and apple-mobile Meta Tags</vt:lpstr>
      <vt:lpstr>Adding Sample Text to Our Semantic Sections</vt:lpstr>
      <vt:lpstr>Handling Search Engine Bots/Screen Reader Text </vt:lpstr>
      <vt:lpstr>Adding Our Media Queries</vt:lpstr>
      <vt:lpstr>Referencing Our Layout Core to Set Up Our Positions </vt:lpstr>
      <vt:lpstr>Checking in on Larger Desktops </vt:lpstr>
      <vt:lpstr>Adjusting the Standard Layout for Tablets</vt:lpstr>
      <vt:lpstr>Setting up Our Small Screen Layout </vt:lpstr>
      <vt:lpstr>Setting up Our Graphic Treatments in the Stylesheet</vt:lpstr>
      <vt:lpstr>Adding Background Image Styling to the Media Queries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4439</cp:revision>
  <dcterms:created xsi:type="dcterms:W3CDTF">2007-10-06T08:25:13Z</dcterms:created>
  <dcterms:modified xsi:type="dcterms:W3CDTF">2022-12-09T15:34:53Z</dcterms:modified>
</cp:coreProperties>
</file>