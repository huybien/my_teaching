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670" r:id="rId2"/>
    <p:sldId id="671" r:id="rId3"/>
    <p:sldId id="672" r:id="rId4"/>
    <p:sldId id="673" r:id="rId5"/>
    <p:sldId id="674" r:id="rId6"/>
    <p:sldId id="676" r:id="rId7"/>
    <p:sldId id="677" r:id="rId8"/>
    <p:sldId id="516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err="1" smtClean="0"/>
              <a:t>Prabath</a:t>
            </a:r>
            <a:r>
              <a:rPr lang="en-US" sz="2400" dirty="0" smtClean="0"/>
              <a:t> </a:t>
            </a:r>
            <a:r>
              <a:rPr lang="en-US" sz="2400" dirty="0" err="1" smtClean="0"/>
              <a:t>Siriwardena</a:t>
            </a:r>
            <a:r>
              <a:rPr lang="en-US" sz="2400" dirty="0" smtClean="0"/>
              <a:t> and </a:t>
            </a:r>
            <a:r>
              <a:rPr lang="en-US" sz="2400" dirty="0" err="1" smtClean="0"/>
              <a:t>Nuwan</a:t>
            </a:r>
            <a:r>
              <a:rPr lang="en-US" sz="2400" dirty="0" smtClean="0"/>
              <a:t> Dias (2020).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Security in Action. Manning Publications.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Monolithic Application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0500" y="1717675"/>
            <a:ext cx="6223000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Microservices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As opposed to a monolithic application with few entry points, a </a:t>
            </a:r>
            <a:r>
              <a:rPr lang="en-US" sz="1800" dirty="0" err="1" smtClean="0"/>
              <a:t>microservices</a:t>
            </a:r>
            <a:r>
              <a:rPr lang="en-US" sz="1800" dirty="0" smtClean="0"/>
              <a:t>-based application has </a:t>
            </a:r>
            <a:r>
              <a:rPr lang="en-US" sz="1800" i="1" dirty="0" smtClean="0">
                <a:solidFill>
                  <a:srgbClr val="C00000"/>
                </a:solidFill>
              </a:rPr>
              <a:t>many entry points</a:t>
            </a:r>
            <a:r>
              <a:rPr lang="en-US" sz="1800" dirty="0" smtClean="0"/>
              <a:t> that all must be secured.</a:t>
            </a:r>
            <a:endParaRPr lang="en-US" sz="1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7650" y="2447925"/>
            <a:ext cx="610870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Authentication protects your system against spoofing</a:t>
            </a:r>
          </a:p>
          <a:p>
            <a:r>
              <a:rPr lang="en-US" sz="2400" dirty="0" smtClean="0"/>
              <a:t>Integrity protects your system from data tampering</a:t>
            </a:r>
          </a:p>
          <a:p>
            <a:r>
              <a:rPr lang="en-US" sz="2400" dirty="0" err="1" smtClean="0"/>
              <a:t>Nonrepudiation</a:t>
            </a:r>
            <a:r>
              <a:rPr lang="en-US" sz="2400" dirty="0" smtClean="0"/>
              <a:t>: Do it once, and you own it forever</a:t>
            </a:r>
          </a:p>
          <a:p>
            <a:r>
              <a:rPr lang="en-US" sz="2400" dirty="0" smtClean="0"/>
              <a:t>Confidentiality protects your systems from unintended information disclosure</a:t>
            </a:r>
          </a:p>
          <a:p>
            <a:r>
              <a:rPr lang="en-US" sz="2400" dirty="0" smtClean="0"/>
              <a:t>Availability: Keep the system running, no matter what</a:t>
            </a:r>
          </a:p>
          <a:p>
            <a:r>
              <a:rPr lang="en-US" sz="2400" dirty="0" smtClean="0"/>
              <a:t>Authorization: Nothing more than you’re supposed to do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20352</TotalTime>
  <Words>131</Words>
  <Application>Microsoft Office PowerPoint</Application>
  <PresentationFormat>On-screen Show (4:3)</PresentationFormat>
  <Paragraphs>23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Security</vt:lpstr>
      <vt:lpstr>Objectives</vt:lpstr>
      <vt:lpstr>Contents</vt:lpstr>
      <vt:lpstr>References</vt:lpstr>
      <vt:lpstr>Monolithic Application</vt:lpstr>
      <vt:lpstr>Microservices</vt:lpstr>
      <vt:lpstr>Security Fundamentals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4664</cp:revision>
  <dcterms:created xsi:type="dcterms:W3CDTF">2007-10-06T08:25:13Z</dcterms:created>
  <dcterms:modified xsi:type="dcterms:W3CDTF">2023-03-12T20:40:32Z</dcterms:modified>
</cp:coreProperties>
</file>