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4aRpqaZ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Microservices</a:t>
            </a:r>
            <a:r>
              <a:rPr lang="en-US" dirty="0" smtClean="0"/>
              <a:t>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https://bit.ly/4aRpqaZ</a:t>
            </a:r>
            <a:endParaRPr lang="en-US" u="sng" dirty="0" smtClean="0"/>
          </a:p>
          <a:p>
            <a:endParaRPr lang="en-US" u="sng" dirty="0" smtClean="0"/>
          </a:p>
        </p:txBody>
      </p:sp>
      <p:pic>
        <p:nvPicPr>
          <p:cNvPr id="2050" name="Picture 2" descr="C:\Users\admin\AppData\Local\Packages\Microsoft.Windows.Photos_8wekyb3d8bbwe\TempState\ShareServiceTempFolder\bit.ly_4aRpqaZ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667000"/>
            <a:ext cx="3124200" cy="3124200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073400"/>
            <a:ext cx="4044950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Microservices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8490</cp:revision>
  <dcterms:created xsi:type="dcterms:W3CDTF">2007-10-06T08:25:13Z</dcterms:created>
  <dcterms:modified xsi:type="dcterms:W3CDTF">2024-04-12T15:14:07Z</dcterms:modified>
</cp:coreProperties>
</file>