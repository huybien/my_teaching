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8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10/25/2022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M98H7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Scalability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https://bit.ly/3M98H7m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2895600"/>
            <a:ext cx="5943600" cy="298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25244</TotalTime>
  <Words>5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Scalability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8507</cp:revision>
  <dcterms:created xsi:type="dcterms:W3CDTF">2007-10-06T08:25:13Z</dcterms:created>
  <dcterms:modified xsi:type="dcterms:W3CDTF">2022-10-24T19:44:48Z</dcterms:modified>
</cp:coreProperties>
</file>