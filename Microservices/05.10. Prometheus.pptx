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8"/>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747" r:id="rId62"/>
    <p:sldId id="691" r:id="rId63"/>
    <p:sldId id="690" r:id="rId64"/>
    <p:sldId id="745" r:id="rId65"/>
    <p:sldId id="746" r:id="rId66"/>
    <p:sldId id="516" r:id="rId67"/>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elastic.co/docs/reference/apm/agents/dotnet/configuration-on-asp-net" TargetMode="External"/><Relationship Id="rId2" Type="http://schemas.openxmlformats.org/officeDocument/2006/relationships/hyperlink" Target="https://www.elastic.co/docs/reference/apm/agents/dotnet/setup-asp-dot-net"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smtClean="0"/>
              <a:t>Prometheus</a:t>
            </a:r>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400" dirty="0" smtClean="0">
                <a:hlinkClick r:id="rId2"/>
              </a:rPr>
              <a:t>https://</a:t>
            </a:r>
            <a:r>
              <a:rPr lang="en-US" sz="2400" dirty="0" smtClean="0">
                <a:hlinkClick r:id="rId2"/>
              </a:rPr>
              <a:t>www.elastic.co/docs/reference/apm/agents/dotnet/setup-asp-dot-net</a:t>
            </a:r>
            <a:endParaRPr lang="en-US" sz="2400" dirty="0" smtClean="0"/>
          </a:p>
          <a:p>
            <a:r>
              <a:rPr lang="en-US" sz="2400" dirty="0" smtClean="0">
                <a:hlinkClick r:id="rId3"/>
              </a:rPr>
              <a:t>https://</a:t>
            </a:r>
            <a:r>
              <a:rPr lang="en-US" sz="2400" dirty="0" smtClean="0">
                <a:hlinkClick r:id="rId3"/>
              </a:rPr>
              <a:t>www.elastic.co/docs/reference/apm/agents/dotnet/configuration-on-asp-net</a:t>
            </a:r>
            <a:endParaRPr lang="en-US" sz="2400" dirty="0" smtClean="0"/>
          </a:p>
          <a:p>
            <a:r>
              <a:rPr lang="en-US" sz="2400" dirty="0" smtClean="0"/>
              <a:t>Application Performance Monitoring (APM) collects in-depth performance metrics and errors from inside your application</a:t>
            </a:r>
            <a:r>
              <a:rPr lang="en-US" sz="2400" dirty="0" smtClean="0"/>
              <a:t>.</a:t>
            </a:r>
            <a:endParaRPr lang="en-US" sz="2400" smtClean="0"/>
          </a:p>
          <a:p>
            <a:r>
              <a:rPr lang="en-US" sz="2400" smtClean="0"/>
              <a:t>It </a:t>
            </a:r>
            <a:r>
              <a:rPr lang="en-US" sz="2400" dirty="0" smtClean="0"/>
              <a:t>allows you to monitor the performance of thousands of applications in real time.</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r>
              <a:rPr lang="en-US" sz="2400" dirty="0" smtClean="0">
                <a:hlinkClick r:id="rId2"/>
              </a:rPr>
              <a:t>/</a:t>
            </a:r>
            <a:endParaRPr lang="en-US" sz="2400" dirty="0" smtClean="0"/>
          </a:p>
          <a:p>
            <a:r>
              <a:rPr lang="en-US" sz="2400" dirty="0" smtClean="0"/>
              <a:t>Loki is a horizontally-scalable, highly-available, multi-tenant log aggregation system inspired by </a:t>
            </a:r>
            <a:r>
              <a:rPr lang="en-US" sz="2400" dirty="0" smtClean="0"/>
              <a:t>Prometheus.</a:t>
            </a:r>
          </a:p>
          <a:p>
            <a:r>
              <a:rPr lang="en-US" sz="2400" dirty="0" smtClean="0"/>
              <a:t>Loki </a:t>
            </a:r>
            <a:r>
              <a:rPr lang="en-US" sz="2400" dirty="0" smtClean="0"/>
              <a:t>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r>
              <a:rPr lang="en-US" sz="2400" dirty="0" smtClean="0">
                <a:hlinkClick r:id="rId2"/>
              </a:rPr>
              <a:t>/</a:t>
            </a:r>
            <a:endParaRPr lang="en-US" sz="2400" dirty="0" smtClean="0"/>
          </a:p>
          <a:p>
            <a:r>
              <a:rPr lang="en-US" sz="2400" dirty="0" smtClean="0"/>
              <a:t>Most databases </a:t>
            </a:r>
            <a:r>
              <a:rPr lang="en-US" sz="2400" dirty="0" smtClean="0"/>
              <a:t>weren't </a:t>
            </a:r>
            <a:r>
              <a:rPr lang="en-US" sz="2400" dirty="0" smtClean="0"/>
              <a:t>built for time series</a:t>
            </a:r>
            <a:r>
              <a:rPr lang="en-US" sz="2400" dirty="0" smtClean="0"/>
              <a:t>.</a:t>
            </a:r>
          </a:p>
          <a:p>
            <a:r>
              <a:rPr lang="en-US" sz="2400" dirty="0" err="1" smtClean="0"/>
              <a:t>InfluxDB</a:t>
            </a:r>
            <a:r>
              <a:rPr lang="en-US" sz="2400" dirty="0" smtClean="0"/>
              <a:t> 3 Core is built to handle continuous, high-resolution data with precision and </a:t>
            </a:r>
            <a:r>
              <a:rPr lang="en-US" sz="2400" dirty="0" smtClean="0"/>
              <a:t>speed.</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20926</TotalTime>
  <Words>1973</Words>
  <Application>Microsoft Office PowerPoint</Application>
  <PresentationFormat>On-screen Show (4:3)</PresentationFormat>
  <Paragraphs>213</Paragraphs>
  <Slides>66</Slides>
  <Notes>1</Notes>
  <HiddenSlides>0</HiddenSlides>
  <MMClips>0</MMClips>
  <ScaleCrop>false</ScaleCrop>
  <HeadingPairs>
    <vt:vector size="4" baseType="variant">
      <vt:variant>
        <vt:lpstr>Theme</vt:lpstr>
      </vt:variant>
      <vt:variant>
        <vt:i4>1</vt:i4>
      </vt:variant>
      <vt:variant>
        <vt:lpstr>Slide Titles</vt:lpstr>
      </vt:variant>
      <vt:variant>
        <vt:i4>66</vt:i4>
      </vt:variant>
    </vt:vector>
  </HeadingPairs>
  <TitlesOfParts>
    <vt:vector size="67" baseType="lpstr">
      <vt:lpstr>Office Theme</vt:lpstr>
      <vt:lpstr>Prometheus</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Elastic Observability</vt:lpstr>
      <vt:lpstr>Slide 62</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5091</cp:revision>
  <dcterms:created xsi:type="dcterms:W3CDTF">2007-10-06T08:25:13Z</dcterms:created>
  <dcterms:modified xsi:type="dcterms:W3CDTF">2026-08-06T14:17:33Z</dcterms:modified>
</cp:coreProperties>
</file>