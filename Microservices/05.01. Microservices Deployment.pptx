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658" r:id="rId2"/>
    <p:sldId id="646" r:id="rId3"/>
    <p:sldId id="647" r:id="rId4"/>
    <p:sldId id="517" r:id="rId5"/>
    <p:sldId id="684" r:id="rId6"/>
    <p:sldId id="695" r:id="rId7"/>
    <p:sldId id="696" r:id="rId8"/>
    <p:sldId id="516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3" autoAdjust="0"/>
    <p:restoredTop sz="86318" autoAdjust="0"/>
  </p:normalViewPr>
  <p:slideViewPr>
    <p:cSldViewPr>
      <p:cViewPr>
        <p:scale>
          <a:sx n="50" d="100"/>
          <a:sy n="50" d="100"/>
        </p:scale>
        <p:origin x="-1538" y="-2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evalla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 err="1" smtClean="0"/>
              <a:t>Microservices</a:t>
            </a:r>
            <a:r>
              <a:rPr lang="en-US" sz="5400" dirty="0" smtClean="0"/>
              <a:t>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deploy</a:t>
            </a:r>
            <a:r>
              <a:rPr lang="en-US" sz="2400" dirty="0" smtClean="0"/>
              <a:t>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4495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Gaurav</a:t>
            </a:r>
            <a:r>
              <a:rPr lang="en-US" sz="2400" dirty="0" smtClean="0"/>
              <a:t> </a:t>
            </a:r>
            <a:r>
              <a:rPr lang="en-US" sz="2400" dirty="0" err="1" smtClean="0"/>
              <a:t>Aroraa</a:t>
            </a:r>
            <a:r>
              <a:rPr lang="en-US" sz="2400" dirty="0" smtClean="0"/>
              <a:t> (2017). Building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with .NET Core 2.0. </a:t>
            </a:r>
            <a:r>
              <a:rPr lang="en-US" sz="2400" dirty="0" err="1" smtClean="0"/>
              <a:t>Packt</a:t>
            </a:r>
            <a:r>
              <a:rPr lang="en-US" sz="2400" dirty="0" smtClean="0"/>
              <a:t> Publishing.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" y="2133600"/>
            <a:ext cx="81153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Bulkheads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Physical redundancy is the most common form of bulkheads.</a:t>
            </a:r>
          </a:p>
          <a:p>
            <a:r>
              <a:rPr lang="en-US" sz="2400" dirty="0" smtClean="0"/>
              <a:t>If there are four independent servers, then a hardware failure in one can’t affect the others.</a:t>
            </a:r>
          </a:p>
          <a:p>
            <a:r>
              <a:rPr lang="en-US" sz="2400" dirty="0" smtClean="0"/>
              <a:t>Likewise, if there are two application instances running on a server and one crashes, the other will still be running (unless, of course, the first one crashed because of some external influence that would also affect the second).</a:t>
            </a:r>
          </a:p>
          <a:p>
            <a:r>
              <a:rPr lang="en-US" sz="2400" dirty="0" smtClean="0"/>
              <a:t>At the largest scale, a mission-critical service might be implemented as several independent farms of servers.</a:t>
            </a:r>
          </a:p>
          <a:p>
            <a:r>
              <a:rPr lang="en-US" sz="2400" dirty="0" smtClean="0"/>
              <a:t>In the cloud, you should run instances in different divisions of the service (e.g., across zones and regions in AWS).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Sevalla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https://app.sevalla.com</a:t>
            </a:r>
            <a:endParaRPr lang="en-US" sz="2400" dirty="0" smtClean="0"/>
          </a:p>
          <a:p>
            <a:r>
              <a:rPr lang="en-US" sz="2400" dirty="0" smtClean="0"/>
              <a:t>Transform your code into a scalable solution with our Application Hosting to turn your ideas into reality, fast.</a:t>
            </a:r>
          </a:p>
          <a:p>
            <a:r>
              <a:rPr lang="en-US" sz="2400" dirty="0" smtClean="0"/>
              <a:t>Store, manage, and connect your data seamlessly with </a:t>
            </a:r>
            <a:r>
              <a:rPr lang="en-US" sz="2400" dirty="0" err="1" smtClean="0"/>
              <a:t>Sevalla's</a:t>
            </a:r>
            <a:r>
              <a:rPr lang="en-US" sz="2400" dirty="0" smtClean="0"/>
              <a:t> Database Hosting, which provides a solid foundation for your applications and lets you worry less about your hosting.</a:t>
            </a:r>
          </a:p>
          <a:p>
            <a:r>
              <a:rPr lang="en-US" sz="2400" dirty="0" smtClean="0"/>
              <a:t>Deploy your static sites without heavy-lifting, leveraging our Static Site Hosting to deliver your site directly to the edge, where it can be accessed quickly and reliably by your audience.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23940</TotalTime>
  <Words>260</Words>
  <Application>Microsoft Office PowerPoint</Application>
  <PresentationFormat>On-screen Show (4:3)</PresentationFormat>
  <Paragraphs>26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Microservices Deployment</vt:lpstr>
      <vt:lpstr>Objectives</vt:lpstr>
      <vt:lpstr>Contents</vt:lpstr>
      <vt:lpstr>References</vt:lpstr>
      <vt:lpstr>Deployment</vt:lpstr>
      <vt:lpstr>Bulkheads</vt:lpstr>
      <vt:lpstr>Sevalla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5437</cp:revision>
  <dcterms:created xsi:type="dcterms:W3CDTF">2007-10-06T08:25:13Z</dcterms:created>
  <dcterms:modified xsi:type="dcterms:W3CDTF">2026-07-07T12:31:55Z</dcterms:modified>
</cp:coreProperties>
</file>