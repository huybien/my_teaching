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Default Extension="gif" ContentType="image/gif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4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4" r:id="rId15"/>
    <p:sldId id="755" r:id="rId16"/>
    <p:sldId id="756" r:id="rId17"/>
    <p:sldId id="757" r:id="rId18"/>
    <p:sldId id="761" r:id="rId19"/>
    <p:sldId id="758" r:id="rId20"/>
    <p:sldId id="759" r:id="rId21"/>
    <p:sldId id="760" r:id="rId22"/>
    <p:sldId id="762" r:id="rId23"/>
    <p:sldId id="752" r:id="rId24"/>
    <p:sldId id="717" r:id="rId25"/>
    <p:sldId id="724" r:id="rId26"/>
    <p:sldId id="740" r:id="rId27"/>
    <p:sldId id="741" r:id="rId28"/>
    <p:sldId id="742" r:id="rId29"/>
    <p:sldId id="743" r:id="rId30"/>
    <p:sldId id="744" r:id="rId31"/>
    <p:sldId id="745" r:id="rId32"/>
    <p:sldId id="746" r:id="rId33"/>
    <p:sldId id="747" r:id="rId34"/>
    <p:sldId id="748" r:id="rId35"/>
    <p:sldId id="749" r:id="rId36"/>
    <p:sldId id="736" r:id="rId37"/>
    <p:sldId id="668" r:id="rId38"/>
    <p:sldId id="739" r:id="rId39"/>
    <p:sldId id="669" r:id="rId40"/>
    <p:sldId id="636" r:id="rId41"/>
    <p:sldId id="750" r:id="rId42"/>
    <p:sldId id="730" r:id="rId43"/>
    <p:sldId id="726" r:id="rId44"/>
    <p:sldId id="729" r:id="rId45"/>
    <p:sldId id="731" r:id="rId46"/>
    <p:sldId id="621" r:id="rId47"/>
    <p:sldId id="732" r:id="rId48"/>
    <p:sldId id="734" r:id="rId49"/>
    <p:sldId id="735" r:id="rId50"/>
    <p:sldId id="733" r:id="rId51"/>
    <p:sldId id="624" r:id="rId52"/>
    <p:sldId id="516" r:id="rId5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valiantgranola1655.grafana.net/a/k6-app/runs/771935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5665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codeburst.io/redis-what-and-why-d52b6829813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https://grafana.com/pricing/?src=k6io#k6-performance-testing</a:t>
            </a:r>
            <a:endParaRPr lang="en-US" dirty="0" smtClean="0"/>
          </a:p>
          <a:p>
            <a:r>
              <a:rPr lang="en-US" dirty="0" smtClean="0"/>
              <a:t>brew install 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7e8f7f6 --stack 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Script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Ask Claude Code to create one: 100 users, 10 minutes.</a:t>
            </a:r>
          </a:p>
          <a:p>
            <a:r>
              <a:rPr lang="en-US" dirty="0" smtClean="0"/>
              <a:t>Min # of users =?, min duration = ?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Run the Script on 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b="1" dirty="0" smtClean="0"/>
              <a:t>cloud</a:t>
            </a:r>
            <a:r>
              <a:rPr lang="en-US" dirty="0" smtClean="0"/>
              <a:t> run script.js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the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https://valiantgranola1655.grafana.net/a/k6-app/runs/7719358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9338" y="3089275"/>
            <a:ext cx="7045325" cy="224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Understand the OOM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a process needs memory and the kernel has none left to give — no free RAM, nothing reclaimable, and no swap to page out to — the kernel can't just wait.</a:t>
            </a:r>
          </a:p>
          <a:p>
            <a:r>
              <a:rPr lang="en-US" sz="2400" dirty="0" smtClean="0"/>
              <a:t>To  avoid a total system freeze, it invokes the Out Of Memory (OOM) killer.</a:t>
            </a:r>
          </a:p>
          <a:p>
            <a:r>
              <a:rPr lang="en-US" sz="2400" dirty="0" smtClean="0"/>
              <a:t>The OOM killer picks a process to terminate to free memory.</a:t>
            </a:r>
          </a:p>
          <a:p>
            <a:r>
              <a:rPr lang="en-US" sz="2400" dirty="0" smtClean="0"/>
              <a:t>It scores every process (roughly by how much memory it's using, via </a:t>
            </a:r>
            <a:r>
              <a:rPr lang="en-US" sz="2400" dirty="0" err="1" smtClean="0"/>
              <a:t>oom_score</a:t>
            </a:r>
            <a:r>
              <a:rPr lang="en-US" sz="2400" dirty="0" smtClean="0"/>
              <a:t>) and kills the one that frees the most.</a:t>
            </a:r>
          </a:p>
          <a:p>
            <a:r>
              <a:rPr lang="en-US" sz="2400" dirty="0" smtClean="0"/>
              <a:t>The kill is a hard SIGKILL (signal 9) — the process is terminated instantly, no clean shutdown.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Verify the OOM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Ask Claude Code to record baseline (pre-test):</a:t>
            </a:r>
          </a:p>
          <a:p>
            <a:pPr lvl="1"/>
            <a:r>
              <a:rPr lang="en-US" sz="2400" dirty="0" smtClean="0"/>
              <a:t>OOM kills this boot: 0.</a:t>
            </a:r>
          </a:p>
          <a:p>
            <a:pPr lvl="1"/>
            <a:r>
              <a:rPr lang="en-US" sz="2400" dirty="0" err="1" smtClean="0"/>
              <a:t>MySQL</a:t>
            </a:r>
            <a:r>
              <a:rPr lang="en-US" sz="2400" dirty="0" smtClean="0"/>
              <a:t> PID: 847, 0 restarts.</a:t>
            </a:r>
          </a:p>
          <a:p>
            <a:pPr lvl="1"/>
            <a:r>
              <a:rPr lang="en-US" sz="2400" dirty="0" smtClean="0"/>
              <a:t>Memory: used 1679 MB / available 2229 MB</a:t>
            </a:r>
          </a:p>
          <a:p>
            <a:pPr lvl="1"/>
            <a:r>
              <a:rPr lang="en-US" sz="2400" dirty="0" err="1" smtClean="0"/>
              <a:t>MySQL</a:t>
            </a:r>
            <a:r>
              <a:rPr lang="en-US" sz="2400" dirty="0" smtClean="0"/>
              <a:t> Resident Set Size (RSS): 746 MB</a:t>
            </a:r>
          </a:p>
          <a:p>
            <a:pPr lvl="1"/>
            <a:r>
              <a:rPr lang="en-US" sz="2400" dirty="0" smtClean="0"/>
              <a:t>php8.4 total: 754 MB</a:t>
            </a:r>
          </a:p>
          <a:p>
            <a:pPr lvl="1"/>
            <a:r>
              <a:rPr lang="en-US" sz="2400" dirty="0" smtClean="0"/>
              <a:t>The sampler logs every 3 s for ~20 min into /</a:t>
            </a:r>
            <a:r>
              <a:rPr lang="en-US" sz="2400" dirty="0" err="1" smtClean="0"/>
              <a:t>tmp</a:t>
            </a:r>
            <a:r>
              <a:rPr lang="en-US" sz="2400" dirty="0" smtClean="0"/>
              <a:t>/oom_watch.log.</a:t>
            </a:r>
          </a:p>
          <a:p>
            <a:r>
              <a:rPr lang="en-US" sz="2800" dirty="0" smtClean="0"/>
              <a:t>Run a load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Run the Script Locally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run script.js</a:t>
            </a:r>
          </a:p>
          <a:p>
            <a:r>
              <a:rPr lang="en-US" dirty="0" smtClean="0"/>
              <a:t>k6 run --out 'web-dashboard=host=0.0.0.0&amp;port=5665&amp;export=</a:t>
            </a:r>
            <a:r>
              <a:rPr lang="en-US" dirty="0" err="1" smtClean="0"/>
              <a:t>report.html&amp;open</a:t>
            </a:r>
            <a:r>
              <a:rPr lang="en-US" dirty="0" smtClean="0"/>
              <a:t>=true' script.js</a:t>
            </a:r>
          </a:p>
          <a:p>
            <a:r>
              <a:rPr lang="en-US" dirty="0" smtClean="0"/>
              <a:t># Open: </a:t>
            </a:r>
            <a:r>
              <a:rPr lang="en-US" dirty="0" smtClean="0">
                <a:hlinkClick r:id="rId2"/>
              </a:rPr>
              <a:t>http://192.168.1.45:5665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Check for Memory Leaks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Investigate the memory usage of each process during the load test.</a:t>
            </a:r>
          </a:p>
          <a:p>
            <a:r>
              <a:rPr lang="en-US" dirty="0" smtClean="0"/>
              <a:t>If a memory leak were present, the Resident Set Size (RSS) would continue to increase as a worker processes additional requests.</a:t>
            </a:r>
          </a:p>
          <a:p>
            <a:r>
              <a:rPr lang="en-US" dirty="0" smtClean="0"/>
              <a:t>Instead, each worker's RSS reaches a peak within the first 30–60 seconds and then remains essentially flat for the remainder of its lifetime.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Understand PHP-FPM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process manager is a feature of PHP-FPM (</a:t>
            </a:r>
            <a:r>
              <a:rPr lang="en-US" sz="2400" dirty="0" err="1" smtClean="0"/>
              <a:t>FastCGI</a:t>
            </a:r>
            <a:r>
              <a:rPr lang="en-US" sz="2400" dirty="0" smtClean="0"/>
              <a:t> Process Manager), which is part of PHP itself.</a:t>
            </a:r>
          </a:p>
          <a:p>
            <a:r>
              <a:rPr lang="en-US" sz="2400" dirty="0" smtClean="0"/>
              <a:t>PHP-FPM decides "I want to run 5 site workers" (pm/</a:t>
            </a:r>
            <a:r>
              <a:rPr lang="en-US" sz="2400" dirty="0" err="1" smtClean="0"/>
              <a:t>max_children</a:t>
            </a:r>
            <a:r>
              <a:rPr lang="en-US" sz="2400" dirty="0" smtClean="0"/>
              <a:t>). It uses ordinary OS calls (fork) to create them — but the policy (how many, when) is entirely PHP's.</a:t>
            </a:r>
          </a:p>
          <a:p>
            <a:r>
              <a:rPr lang="en-US" sz="2400" dirty="0" err="1" smtClean="0"/>
              <a:t>systemd</a:t>
            </a:r>
            <a:r>
              <a:rPr lang="en-US" sz="2400" dirty="0" smtClean="0"/>
              <a:t> launches the FPM master as a service and, with our proposed </a:t>
            </a:r>
            <a:r>
              <a:rPr lang="en-US" sz="2400" dirty="0" err="1" smtClean="0"/>
              <a:t>MemoryMax</a:t>
            </a:r>
            <a:r>
              <a:rPr lang="en-US" sz="2400" dirty="0" smtClean="0"/>
              <a:t>=2000M, wraps all its workers in a </a:t>
            </a:r>
            <a:r>
              <a:rPr lang="en-US" sz="2400" dirty="0" err="1" smtClean="0"/>
              <a:t>cgroup</a:t>
            </a:r>
            <a:r>
              <a:rPr lang="en-US" sz="2400" dirty="0" smtClean="0"/>
              <a:t> — a kernel memory boundary.</a:t>
            </a:r>
          </a:p>
          <a:p>
            <a:r>
              <a:rPr lang="en-US" sz="2400" dirty="0" smtClean="0"/>
              <a:t>The kernel doesn't know or care about "dynamic </a:t>
            </a:r>
            <a:r>
              <a:rPr lang="en-US" sz="2400" dirty="0" err="1" smtClean="0"/>
              <a:t>vs</a:t>
            </a:r>
            <a:r>
              <a:rPr lang="en-US" sz="2400" dirty="0" smtClean="0"/>
              <a:t> </a:t>
            </a:r>
            <a:r>
              <a:rPr lang="en-US" sz="2400" dirty="0" err="1" smtClean="0"/>
              <a:t>ondemand</a:t>
            </a:r>
            <a:r>
              <a:rPr lang="en-US" sz="2400" dirty="0" smtClean="0"/>
              <a:t>"; it just enforces "this group of processes can't exceed 2.0 GB."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Reallocate Resources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max_children</a:t>
            </a:r>
            <a:r>
              <a:rPr lang="en-US" sz="2400" dirty="0" smtClean="0"/>
              <a:t> = 4 for resource-intensive sites</a:t>
            </a:r>
            <a:r>
              <a:rPr lang="en-US" sz="2400" dirty="0" smtClean="0"/>
              <a:t>.</a:t>
            </a:r>
            <a:endParaRPr lang="en-US" sz="2400" smtClean="0"/>
          </a:p>
          <a:p>
            <a:r>
              <a:rPr lang="en-US" sz="2400" smtClean="0"/>
              <a:t>max_children</a:t>
            </a:r>
            <a:r>
              <a:rPr lang="en-US" sz="2400" dirty="0" smtClean="0"/>
              <a:t> </a:t>
            </a:r>
            <a:r>
              <a:rPr lang="en-US" sz="2400" dirty="0" smtClean="0"/>
              <a:t>= 1 for lightweight sites.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21197</TotalTime>
  <Words>2173</Words>
  <Application>Microsoft Office PowerPoint</Application>
  <PresentationFormat>On-screen Show (4:3)</PresentationFormat>
  <Paragraphs>203</Paragraphs>
  <Slides>52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3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2. Create Script</vt:lpstr>
      <vt:lpstr>3. Run the Script on Cloud</vt:lpstr>
      <vt:lpstr>4. Review the Output</vt:lpstr>
      <vt:lpstr>5. Understand the OOM</vt:lpstr>
      <vt:lpstr>6. Verify the OOM</vt:lpstr>
      <vt:lpstr>7. Run the Script Locally</vt:lpstr>
      <vt:lpstr>8. Check for Memory Leaks</vt:lpstr>
      <vt:lpstr>9. Understand PHP-FPM</vt:lpstr>
      <vt:lpstr>10. Reallocate Resources</vt:lpstr>
      <vt:lpstr>Slide 23</vt:lpstr>
      <vt:lpstr>Scaling Out Guidelines (I) [2]</vt:lpstr>
      <vt:lpstr>Scaling Out Guidelines (II)</vt:lpstr>
      <vt:lpstr>Slide 26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31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36</vt:lpstr>
      <vt:lpstr>Distributed Cache [3]</vt:lpstr>
      <vt:lpstr>Slide 38</vt:lpstr>
      <vt:lpstr>Scaling Out File Server</vt:lpstr>
      <vt:lpstr>Slide 40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5072</cp:revision>
  <dcterms:created xsi:type="dcterms:W3CDTF">2007-10-06T08:25:13Z</dcterms:created>
  <dcterms:modified xsi:type="dcterms:W3CDTF">2026-06-09T15:41:05Z</dcterms:modified>
</cp:coreProperties>
</file>