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0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616" r:id="rId13"/>
    <p:sldId id="753" r:id="rId14"/>
    <p:sldId id="754" r:id="rId15"/>
    <p:sldId id="755" r:id="rId16"/>
    <p:sldId id="756" r:id="rId17"/>
    <p:sldId id="757" r:id="rId18"/>
    <p:sldId id="758" r:id="rId19"/>
    <p:sldId id="752" r:id="rId20"/>
    <p:sldId id="717" r:id="rId21"/>
    <p:sldId id="724" r:id="rId22"/>
    <p:sldId id="740" r:id="rId23"/>
    <p:sldId id="741" r:id="rId24"/>
    <p:sldId id="742" r:id="rId25"/>
    <p:sldId id="743" r:id="rId26"/>
    <p:sldId id="744" r:id="rId27"/>
    <p:sldId id="745" r:id="rId28"/>
    <p:sldId id="746" r:id="rId29"/>
    <p:sldId id="747" r:id="rId30"/>
    <p:sldId id="748" r:id="rId31"/>
    <p:sldId id="749" r:id="rId32"/>
    <p:sldId id="736" r:id="rId33"/>
    <p:sldId id="668" r:id="rId34"/>
    <p:sldId id="739" r:id="rId35"/>
    <p:sldId id="669" r:id="rId36"/>
    <p:sldId id="636" r:id="rId37"/>
    <p:sldId id="750" r:id="rId38"/>
    <p:sldId id="730" r:id="rId39"/>
    <p:sldId id="726" r:id="rId40"/>
    <p:sldId id="729" r:id="rId41"/>
    <p:sldId id="731" r:id="rId42"/>
    <p:sldId id="621" r:id="rId43"/>
    <p:sldId id="732" r:id="rId44"/>
    <p:sldId id="734" r:id="rId45"/>
    <p:sldId id="735" r:id="rId46"/>
    <p:sldId id="733" r:id="rId47"/>
    <p:sldId id="624" r:id="rId48"/>
    <p:sldId id="516" r:id="rId4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rafana.com/" TargetMode="External"/><Relationship Id="rId2" Type="http://schemas.openxmlformats.org/officeDocument/2006/relationships/hyperlink" Target="https://grafana.com/pricing/?src=k6io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valiantgranola1655.grafana.net/a/k6-app/runs/7719358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1.45:5665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https://codeburst.io/redis-what-and-why-d52b6829813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k6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https://grafana.com/pricing/?</a:t>
            </a:r>
            <a:r>
              <a:rPr lang="en-US" dirty="0" smtClean="0">
                <a:hlinkClick r:id="rId2"/>
              </a:rPr>
              <a:t>src=k6io#k6-performance-testing</a:t>
            </a:r>
            <a:endParaRPr lang="en-US" dirty="0" smtClean="0"/>
          </a:p>
          <a:p>
            <a:r>
              <a:rPr lang="en-US" dirty="0" smtClean="0"/>
              <a:t>brew </a:t>
            </a:r>
            <a:r>
              <a:rPr lang="en-US" dirty="0" smtClean="0"/>
              <a:t>install </a:t>
            </a:r>
            <a:r>
              <a:rPr lang="en-US" dirty="0" smtClean="0"/>
              <a:t>k6</a:t>
            </a:r>
          </a:p>
          <a:p>
            <a:r>
              <a:rPr lang="en-US" dirty="0" smtClean="0"/>
              <a:t># Go to </a:t>
            </a:r>
            <a:r>
              <a:rPr lang="en-US" dirty="0" smtClean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grafana.com</a:t>
            </a:r>
            <a:r>
              <a:rPr lang="en-US" dirty="0" smtClean="0"/>
              <a:t> &gt; My Account to find a stack.</a:t>
            </a:r>
          </a:p>
          <a:p>
            <a:r>
              <a:rPr lang="en-US" dirty="0" smtClean="0"/>
              <a:t>k6 cloud login --token </a:t>
            </a:r>
            <a:r>
              <a:rPr lang="en-US" dirty="0" smtClean="0"/>
              <a:t>7e8f7f6 </a:t>
            </a:r>
            <a:r>
              <a:rPr lang="en-US" dirty="0" smtClean="0"/>
              <a:t>--stack </a:t>
            </a:r>
            <a:r>
              <a:rPr lang="en-US" dirty="0" smtClean="0"/>
              <a:t>valiantgranola1655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Script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Ask Claude Code to create one: 100 users, 10 minutes.</a:t>
            </a:r>
          </a:p>
          <a:p>
            <a:r>
              <a:rPr lang="en-US" dirty="0" smtClean="0"/>
              <a:t>Min # of users =?, min duration = ?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</a:t>
            </a:r>
            <a:r>
              <a:rPr lang="en-US" dirty="0" smtClean="0"/>
              <a:t>. Run the Script on Cloud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</a:t>
            </a:r>
            <a:r>
              <a:rPr lang="en-US" b="1" dirty="0" smtClean="0"/>
              <a:t>cloud</a:t>
            </a:r>
            <a:r>
              <a:rPr lang="en-US" dirty="0" smtClean="0"/>
              <a:t> run </a:t>
            </a:r>
            <a:r>
              <a:rPr lang="en-US" dirty="0" smtClean="0"/>
              <a:t>script.js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the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valiantgranola1655.grafana.net/a/k6-app/runs/7719358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9338" y="3089275"/>
            <a:ext cx="7045325" cy="224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Verify the OOM on the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Run the Script Locally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</a:t>
            </a:r>
            <a:r>
              <a:rPr lang="en-US" dirty="0" smtClean="0"/>
              <a:t>run script.js</a:t>
            </a:r>
          </a:p>
          <a:p>
            <a:r>
              <a:rPr lang="en-US" dirty="0" smtClean="0"/>
              <a:t>k6 </a:t>
            </a:r>
            <a:r>
              <a:rPr lang="en-US" dirty="0" smtClean="0"/>
              <a:t>run --out 'web-dashboard=host=0.0.0.0&amp;port=5665&amp;export=</a:t>
            </a:r>
            <a:r>
              <a:rPr lang="en-US" dirty="0" err="1" smtClean="0"/>
              <a:t>report.html&amp;open</a:t>
            </a:r>
            <a:r>
              <a:rPr lang="en-US" dirty="0" smtClean="0"/>
              <a:t>=true' </a:t>
            </a:r>
            <a:r>
              <a:rPr lang="en-US" dirty="0" smtClean="0"/>
              <a:t>script.js</a:t>
            </a:r>
          </a:p>
          <a:p>
            <a:r>
              <a:rPr lang="en-US" smtClean="0"/>
              <a:t># Open: </a:t>
            </a:r>
            <a:r>
              <a:rPr lang="en-US" smtClean="0">
                <a:hlinkClick r:id="rId2"/>
              </a:rPr>
              <a:t>http</a:t>
            </a:r>
            <a:r>
              <a:rPr lang="en-US" smtClean="0">
                <a:hlinkClick r:id="rId2"/>
              </a:rPr>
              <a:t>://</a:t>
            </a:r>
            <a:r>
              <a:rPr lang="en-US" smtClean="0">
                <a:hlinkClick r:id="rId2"/>
              </a:rPr>
              <a:t>192.168.1.45:5665</a:t>
            </a:r>
            <a:endParaRPr lang="en-US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20874</TotalTime>
  <Words>1805</Words>
  <Application>Microsoft Office PowerPoint</Application>
  <PresentationFormat>On-screen Show (4:3)</PresentationFormat>
  <Paragraphs>177</Paragraphs>
  <Slides>48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49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1. Install k6 on macOS</vt:lpstr>
      <vt:lpstr>2. Create Script</vt:lpstr>
      <vt:lpstr>3. Run the Script on Cloud</vt:lpstr>
      <vt:lpstr>4. Review the Output</vt:lpstr>
      <vt:lpstr>5. Verify the OOM on the Server</vt:lpstr>
      <vt:lpstr>6. Run the Script Locally</vt:lpstr>
      <vt:lpstr>Slide 19</vt:lpstr>
      <vt:lpstr>Scaling Out Guidelines (I) [2]</vt:lpstr>
      <vt:lpstr>Scaling Out Guidelines (II)</vt:lpstr>
      <vt:lpstr>Slide 22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27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32</vt:lpstr>
      <vt:lpstr>Distributed Cache [3]</vt:lpstr>
      <vt:lpstr>Slide 34</vt:lpstr>
      <vt:lpstr>Scaling Out File Server</vt:lpstr>
      <vt:lpstr>Slide 36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5000</cp:revision>
  <dcterms:created xsi:type="dcterms:W3CDTF">2007-10-06T08:25:13Z</dcterms:created>
  <dcterms:modified xsi:type="dcterms:W3CDTF">2026-06-08T20:28:32Z</dcterms:modified>
</cp:coreProperties>
</file>