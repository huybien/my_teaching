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9"/>
  </p:notesMasterIdLst>
  <p:handoutMasterIdLst>
    <p:handoutMasterId r:id="rId40"/>
  </p:handoutMasterIdLst>
  <p:sldIdLst>
    <p:sldId id="256" r:id="rId2"/>
    <p:sldId id="431" r:id="rId3"/>
    <p:sldId id="460" r:id="rId4"/>
    <p:sldId id="423" r:id="rId5"/>
    <p:sldId id="597" r:id="rId6"/>
    <p:sldId id="598" r:id="rId7"/>
    <p:sldId id="599" r:id="rId8"/>
    <p:sldId id="564" r:id="rId9"/>
    <p:sldId id="565" r:id="rId10"/>
    <p:sldId id="557" r:id="rId11"/>
    <p:sldId id="601" r:id="rId12"/>
    <p:sldId id="602" r:id="rId13"/>
    <p:sldId id="600" r:id="rId14"/>
    <p:sldId id="569" r:id="rId15"/>
    <p:sldId id="596" r:id="rId16"/>
    <p:sldId id="594" r:id="rId17"/>
    <p:sldId id="595" r:id="rId18"/>
    <p:sldId id="578" r:id="rId19"/>
    <p:sldId id="544" r:id="rId20"/>
    <p:sldId id="546" r:id="rId21"/>
    <p:sldId id="545" r:id="rId22"/>
    <p:sldId id="547" r:id="rId23"/>
    <p:sldId id="523" r:id="rId24"/>
    <p:sldId id="535" r:id="rId25"/>
    <p:sldId id="538" r:id="rId26"/>
    <p:sldId id="536" r:id="rId27"/>
    <p:sldId id="537" r:id="rId28"/>
    <p:sldId id="542" r:id="rId29"/>
    <p:sldId id="524" r:id="rId30"/>
    <p:sldId id="567" r:id="rId31"/>
    <p:sldId id="572" r:id="rId32"/>
    <p:sldId id="519" r:id="rId33"/>
    <p:sldId id="521" r:id="rId34"/>
    <p:sldId id="522" r:id="rId35"/>
    <p:sldId id="512" r:id="rId36"/>
    <p:sldId id="513" r:id="rId37"/>
    <p:sldId id="343" r:id="rId3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B5DB8-A6FA-4274-AC8A-CA9D03617F69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velopers.openai.com/codex/cli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ode.ai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docs/confi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warp.dev/pricing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kiro.dev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lovable.dev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pp.emergent.sh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v0.dev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raphite.com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neon.com/guides/openai-codex-neon-mcp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antigravity.google/download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e.bot/pricing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Other Coding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Codex CLI 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https://developers.openai.com/codex/cli</a:t>
            </a:r>
            <a:endParaRPr lang="en-US" sz="2200" dirty="0" smtClean="0"/>
          </a:p>
          <a:p>
            <a:r>
              <a:rPr lang="en-US" sz="2200" dirty="0" err="1" smtClean="0"/>
              <a:t>powershell</a:t>
            </a:r>
            <a:r>
              <a:rPr lang="en-US" sz="2200" dirty="0" smtClean="0"/>
              <a:t> -</a:t>
            </a:r>
            <a:r>
              <a:rPr lang="en-US" sz="2200" dirty="0" err="1" smtClean="0"/>
              <a:t>ExecutionPolicy</a:t>
            </a:r>
            <a:r>
              <a:rPr lang="en-US" sz="2200" dirty="0" smtClean="0"/>
              <a:t> </a:t>
            </a:r>
            <a:r>
              <a:rPr lang="en-US" sz="2200" dirty="0" err="1" smtClean="0"/>
              <a:t>ByPass</a:t>
            </a:r>
            <a:r>
              <a:rPr lang="en-US" sz="2200" dirty="0" smtClean="0"/>
              <a:t> -c "</a:t>
            </a:r>
            <a:r>
              <a:rPr lang="en-US" sz="2200" dirty="0" err="1" smtClean="0"/>
              <a:t>irm</a:t>
            </a:r>
            <a:r>
              <a:rPr lang="en-US" sz="2200" dirty="0" smtClean="0"/>
              <a:t> https://chatgpt.com/codex/install.ps1 | </a:t>
            </a:r>
            <a:r>
              <a:rPr lang="en-US" sz="2200" dirty="0" err="1" smtClean="0"/>
              <a:t>iex</a:t>
            </a:r>
            <a:r>
              <a:rPr lang="en-US" sz="2200" dirty="0" smtClean="0"/>
              <a:t>"</a:t>
            </a:r>
          </a:p>
          <a:p>
            <a:r>
              <a:rPr lang="en-US" sz="2200" dirty="0" smtClean="0"/>
              <a:t># </a:t>
            </a:r>
            <a:r>
              <a:rPr lang="en-US" sz="2200" dirty="0" err="1" smtClean="0"/>
              <a:t>npm</a:t>
            </a:r>
            <a:r>
              <a:rPr lang="en-US" sz="2200" dirty="0" smtClean="0"/>
              <a:t> </a:t>
            </a:r>
            <a:r>
              <a:rPr lang="en-US" sz="2200" dirty="0" err="1" smtClean="0"/>
              <a:t>i</a:t>
            </a:r>
            <a:r>
              <a:rPr lang="en-US" sz="2200" dirty="0" smtClean="0"/>
              <a:t> -g @</a:t>
            </a:r>
            <a:r>
              <a:rPr lang="en-US" sz="2200" dirty="0" err="1" smtClean="0"/>
              <a:t>openai</a:t>
            </a:r>
            <a:r>
              <a:rPr lang="en-US" sz="2200" dirty="0" smtClean="0"/>
              <a:t>/codex</a:t>
            </a:r>
          </a:p>
          <a:p>
            <a:r>
              <a:rPr lang="en-US" sz="2200" dirty="0" smtClean="0"/>
              <a:t># Add C:\Users\admin\AppData\Roaming\npm to PATH</a:t>
            </a:r>
          </a:p>
          <a:p>
            <a:r>
              <a:rPr lang="en-US" sz="2200" dirty="0" smtClean="0"/>
              <a:t>codex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343400"/>
            <a:ext cx="5505450" cy="165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/review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OpenAI</a:t>
            </a:r>
            <a:r>
              <a:rPr lang="en-US" dirty="0" smtClean="0"/>
              <a:t> Codex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379820"/>
            <a:ext cx="7422262" cy="3106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Move the Codex Panel to the Right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Enable the secondary sidebar:</a:t>
            </a:r>
          </a:p>
          <a:p>
            <a:pPr lvl="1"/>
            <a:r>
              <a:rPr lang="en-US" dirty="0" smtClean="0"/>
              <a:t>View &gt; Appearance &gt; Secondary Side Bar.</a:t>
            </a:r>
          </a:p>
          <a:p>
            <a:r>
              <a:rPr lang="en-US" dirty="0" smtClean="0"/>
              <a:t>Drag the Codex panel to the right side of the window.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4001643"/>
            <a:ext cx="5481676" cy="2170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OpenCode</a:t>
            </a:r>
            <a:r>
              <a:rPr lang="en-US" dirty="0" smtClean="0"/>
              <a:t>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3"/>
              </a:rPr>
              <a:t>https://opencode.ai</a:t>
            </a:r>
            <a:r>
              <a:rPr lang="en-US" sz="2200" dirty="0" smtClean="0">
                <a:hlinkClick r:id="rId3"/>
              </a:rPr>
              <a:t>/</a:t>
            </a:r>
            <a:endParaRPr lang="en-US" sz="2200" dirty="0" smtClean="0"/>
          </a:p>
          <a:p>
            <a:r>
              <a:rPr lang="en-US" sz="2200" dirty="0" smtClean="0"/>
              <a:t>curl </a:t>
            </a:r>
            <a:r>
              <a:rPr lang="en-US" sz="2200" dirty="0" smtClean="0"/>
              <a:t>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https://opencode.ai/install | </a:t>
            </a:r>
            <a:r>
              <a:rPr lang="en-US" sz="2200" dirty="0" smtClean="0"/>
              <a:t>bash</a:t>
            </a:r>
          </a:p>
          <a:p>
            <a:r>
              <a:rPr lang="en-US" sz="2200" dirty="0" err="1" smtClean="0"/>
              <a:t>opencode</a:t>
            </a:r>
            <a:r>
              <a:rPr lang="en-US" sz="2200" dirty="0" smtClean="0"/>
              <a:t> --version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r>
              <a:rPr lang="en-US" sz="2200" b="1" dirty="0" smtClean="0"/>
              <a:t># Start a local model.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752600" y="3067050"/>
            <a:ext cx="5514975" cy="112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Configuration File for Using Local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https://opencode.ai/docs/config/</a:t>
            </a:r>
            <a:endParaRPr lang="en-US" sz="2200" dirty="0" smtClean="0"/>
          </a:p>
          <a:p>
            <a:r>
              <a:rPr lang="en-US" sz="2200" dirty="0" err="1" smtClean="0"/>
              <a:t>nano</a:t>
            </a:r>
            <a:r>
              <a:rPr lang="en-US" sz="2200" dirty="0" smtClean="0"/>
              <a:t> </a:t>
            </a:r>
            <a:r>
              <a:rPr lang="en-US" sz="2200" dirty="0" smtClean="0"/>
              <a:t>~/.</a:t>
            </a:r>
            <a:r>
              <a:rPr lang="en-US" sz="2200" dirty="0" err="1" smtClean="0"/>
              <a:t>config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opencode.json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</p:txBody>
      </p:sp>
      <p:sp>
        <p:nvSpPr>
          <p:cNvPr id="4" name="Rectangle 3"/>
          <p:cNvSpPr/>
          <p:nvPr/>
        </p:nvSpPr>
        <p:spPr>
          <a:xfrm>
            <a:off x="1066800" y="2755880"/>
            <a:ext cx="7162800" cy="34163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/>
              <a:t>{</a:t>
            </a:r>
          </a:p>
          <a:p>
            <a:r>
              <a:rPr lang="en-US" sz="1200" dirty="0" smtClean="0"/>
              <a:t>  "$schema": "https://opencode.ai/config.json",</a:t>
            </a:r>
          </a:p>
          <a:p>
            <a:r>
              <a:rPr lang="en-US" sz="1200" dirty="0" smtClean="0"/>
              <a:t>  "provider": {</a:t>
            </a:r>
          </a:p>
          <a:p>
            <a:r>
              <a:rPr lang="en-US" sz="1200" dirty="0" smtClean="0"/>
              <a:t>   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": {</a:t>
            </a:r>
          </a:p>
          <a:p>
            <a:r>
              <a:rPr lang="en-US" sz="1200" dirty="0" smtClean="0"/>
              <a:t>      "</a:t>
            </a:r>
            <a:r>
              <a:rPr lang="en-US" sz="1200" dirty="0" err="1" smtClean="0"/>
              <a:t>npm</a:t>
            </a:r>
            <a:r>
              <a:rPr lang="en-US" sz="1200" dirty="0" smtClean="0"/>
              <a:t>": "@</a:t>
            </a:r>
            <a:r>
              <a:rPr lang="en-US" sz="1200" dirty="0" err="1" smtClean="0"/>
              <a:t>ai-sdk</a:t>
            </a:r>
            <a:r>
              <a:rPr lang="en-US" sz="1200" dirty="0" smtClean="0"/>
              <a:t>/</a:t>
            </a:r>
            <a:r>
              <a:rPr lang="en-US" sz="1200" dirty="0" err="1" smtClean="0"/>
              <a:t>openai</a:t>
            </a:r>
            <a:r>
              <a:rPr lang="en-US" sz="1200" dirty="0" smtClean="0"/>
              <a:t>-compatible",</a:t>
            </a:r>
          </a:p>
          <a:p>
            <a:r>
              <a:rPr lang="en-US" sz="1200" dirty="0" smtClean="0"/>
              <a:t>      "name":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",</a:t>
            </a:r>
          </a:p>
          <a:p>
            <a:r>
              <a:rPr lang="en-US" sz="1200" dirty="0" smtClean="0"/>
              <a:t>      "options": {</a:t>
            </a:r>
          </a:p>
          <a:p>
            <a:r>
              <a:rPr lang="en-US" sz="1200" dirty="0" smtClean="0"/>
              <a:t>        "</a:t>
            </a:r>
            <a:r>
              <a:rPr lang="en-US" sz="1200" dirty="0" err="1" smtClean="0"/>
              <a:t>baseURL</a:t>
            </a:r>
            <a:r>
              <a:rPr lang="en-US" sz="1200" dirty="0" smtClean="0"/>
              <a:t>": "http://localhost:11434/v1"</a:t>
            </a:r>
          </a:p>
          <a:p>
            <a:r>
              <a:rPr lang="en-US" sz="1200" dirty="0" smtClean="0"/>
              <a:t>      },</a:t>
            </a:r>
          </a:p>
          <a:p>
            <a:r>
              <a:rPr lang="en-US" sz="1200" dirty="0" smtClean="0"/>
              <a:t>      "models": {</a:t>
            </a:r>
          </a:p>
          <a:p>
            <a:r>
              <a:rPr lang="en-US" sz="1200" dirty="0" smtClean="0"/>
              <a:t>        "qwen3.6": {</a:t>
            </a:r>
          </a:p>
          <a:p>
            <a:r>
              <a:rPr lang="en-US" sz="1200" dirty="0" smtClean="0"/>
              <a:t>          "name": "qwen3.6"</a:t>
            </a:r>
          </a:p>
          <a:p>
            <a:r>
              <a:rPr lang="en-US" sz="1200" dirty="0" smtClean="0"/>
              <a:t>        }</a:t>
            </a:r>
          </a:p>
          <a:p>
            <a:r>
              <a:rPr lang="en-US" sz="1200" dirty="0" smtClean="0"/>
              <a:t>      }</a:t>
            </a:r>
          </a:p>
          <a:p>
            <a:r>
              <a:rPr lang="en-US" sz="1200" dirty="0" smtClean="0"/>
              <a:t>    }</a:t>
            </a:r>
          </a:p>
          <a:p>
            <a:r>
              <a:rPr lang="en-US" sz="1200" dirty="0" smtClean="0"/>
              <a:t>  },</a:t>
            </a:r>
          </a:p>
          <a:p>
            <a:r>
              <a:rPr lang="en-US" sz="1200" dirty="0" smtClean="0"/>
              <a:t>  "model":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/qwen3.6"</a:t>
            </a:r>
          </a:p>
          <a:p>
            <a:r>
              <a:rPr lang="en-US" sz="1200" dirty="0" smtClean="0"/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Warp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https://www.warp.dev/pricing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1600" y="2438400"/>
            <a:ext cx="6332220" cy="3700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Settings &gt; Billing and usage &gt; Overview.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14600"/>
            <a:ext cx="7653020" cy="304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Kiro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https://kiro.dev/</a:t>
            </a:r>
            <a:endParaRPr lang="en-US" sz="2400" dirty="0" smtClean="0"/>
          </a:p>
          <a:p>
            <a:r>
              <a:rPr lang="en-US" sz="2400" dirty="0" err="1" smtClean="0"/>
              <a:t>Kiro</a:t>
            </a:r>
            <a:r>
              <a:rPr lang="en-US" sz="2400" dirty="0" smtClean="0"/>
              <a:t> is an </a:t>
            </a:r>
            <a:r>
              <a:rPr lang="en-US" sz="2400" dirty="0" err="1" smtClean="0"/>
              <a:t>agentic</a:t>
            </a:r>
            <a:r>
              <a:rPr lang="en-US" sz="2400" dirty="0" smtClean="0"/>
              <a:t> AI integrated development environment that converts natural-language specifications into structured plans, code, documentation, and tests using autonomous AI agents. 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0" y="3581400"/>
            <a:ext cx="3419475" cy="2636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https://lovable.dev/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672715"/>
            <a:ext cx="7225665" cy="3347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Lovable Cloud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450" y="2212975"/>
            <a:ext cx="6769100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Implement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Implement Add Material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6913" y="2413000"/>
            <a:ext cx="7750175" cy="360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Feature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838" y="2146300"/>
            <a:ext cx="7680325" cy="372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App with Emergent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https://app.emergent.sh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743200"/>
            <a:ext cx="7218081" cy="3331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Two Prompts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Preview or Deploy the App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667000"/>
            <a:ext cx="7525043" cy="28763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App Features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3450" y="1898650"/>
            <a:ext cx="7277100" cy="374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Generative UI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>
                <a:hlinkClick r:id="rId2"/>
              </a:rPr>
              <a:t>https://v0.dev/</a:t>
            </a:r>
            <a:endParaRPr lang="en-US" smtClean="0"/>
          </a:p>
          <a:p>
            <a:endParaRPr lang="en-US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Code Review </a:t>
            </a:r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https://graphite.com/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Database Schema Refactoring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>
                <a:hlinkClick r:id="rId2"/>
              </a:rPr>
              <a:t>https://neon.com/guides/openai-codex-neon-mcp</a:t>
            </a:r>
            <a:endParaRPr lang="en-US" sz="2800" dirty="0" smtClean="0"/>
          </a:p>
          <a:p>
            <a:endParaRPr lang="en-US" sz="2800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Google Antigravity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https://antigravity.google/download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Cline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https://cline.bot/pricing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Cline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20800" y="2311400"/>
            <a:ext cx="6502400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11735</TotalTime>
  <Words>521</Words>
  <Application>Microsoft Office PowerPoint</Application>
  <PresentationFormat>On-screen Show (4:3)</PresentationFormat>
  <Paragraphs>104</Paragraphs>
  <Slides>37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Office Theme</vt:lpstr>
      <vt:lpstr>Other Coding Agents</vt:lpstr>
      <vt:lpstr>Objectives</vt:lpstr>
      <vt:lpstr>Contents</vt:lpstr>
      <vt:lpstr>References</vt:lpstr>
      <vt:lpstr>1. Install Codex CLI  on Windows</vt:lpstr>
      <vt:lpstr>2. Review Code</vt:lpstr>
      <vt:lpstr>Slide 7</vt:lpstr>
      <vt:lpstr>1. Install OpenAI Codex</vt:lpstr>
      <vt:lpstr>2. Move the Codex Panel to the Right</vt:lpstr>
      <vt:lpstr>Slide 10</vt:lpstr>
      <vt:lpstr>1. Install OpenCode on macOS</vt:lpstr>
      <vt:lpstr>2. Create Configuration File for Using Local Model</vt:lpstr>
      <vt:lpstr>Slide 13</vt:lpstr>
      <vt:lpstr>1. Install Warp</vt:lpstr>
      <vt:lpstr>2. Review Usage</vt:lpstr>
      <vt:lpstr>Slide 16</vt:lpstr>
      <vt:lpstr>1. Install Kiro</vt:lpstr>
      <vt:lpstr>Slide 18</vt:lpstr>
      <vt:lpstr>1. Create a Prototype</vt:lpstr>
      <vt:lpstr>2. Enable Lovable Cloud</vt:lpstr>
      <vt:lpstr>3. Implement Feature</vt:lpstr>
      <vt:lpstr>4. Test the Feature</vt:lpstr>
      <vt:lpstr>Slide 23</vt:lpstr>
      <vt:lpstr>1. Create App with Emergent</vt:lpstr>
      <vt:lpstr>The Two Prompts</vt:lpstr>
      <vt:lpstr>2. Preview or Deploy the App</vt:lpstr>
      <vt:lpstr>3. Review the App Features</vt:lpstr>
      <vt:lpstr>Slide 28</vt:lpstr>
      <vt:lpstr>Generative UI Tools</vt:lpstr>
      <vt:lpstr>Code Review Tools</vt:lpstr>
      <vt:lpstr>Database Schema Refactoring Tools</vt:lpstr>
      <vt:lpstr>Slide 32</vt:lpstr>
      <vt:lpstr>1. Install Google Antigravity</vt:lpstr>
      <vt:lpstr>Slide 34</vt:lpstr>
      <vt:lpstr>1. Register Cline Account</vt:lpstr>
      <vt:lpstr>2. Install Cline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4136</cp:revision>
  <dcterms:created xsi:type="dcterms:W3CDTF">2007-10-06T08:25:13Z</dcterms:created>
  <dcterms:modified xsi:type="dcterms:W3CDTF">2026-06-12T12:59:08Z</dcterms:modified>
</cp:coreProperties>
</file>