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6"/>
  </p:notesMasterIdLst>
  <p:handoutMasterIdLst>
    <p:handoutMasterId r:id="rId37"/>
  </p:handoutMasterIdLst>
  <p:sldIdLst>
    <p:sldId id="256" r:id="rId2"/>
    <p:sldId id="431" r:id="rId3"/>
    <p:sldId id="460" r:id="rId4"/>
    <p:sldId id="423" r:id="rId5"/>
    <p:sldId id="597" r:id="rId6"/>
    <p:sldId id="598" r:id="rId7"/>
    <p:sldId id="599" r:id="rId8"/>
    <p:sldId id="564" r:id="rId9"/>
    <p:sldId id="565" r:id="rId10"/>
    <p:sldId id="557" r:id="rId11"/>
    <p:sldId id="569" r:id="rId12"/>
    <p:sldId id="596" r:id="rId13"/>
    <p:sldId id="594" r:id="rId14"/>
    <p:sldId id="595" r:id="rId15"/>
    <p:sldId id="578" r:id="rId16"/>
    <p:sldId id="544" r:id="rId17"/>
    <p:sldId id="546" r:id="rId18"/>
    <p:sldId id="545" r:id="rId19"/>
    <p:sldId id="547" r:id="rId20"/>
    <p:sldId id="523" r:id="rId21"/>
    <p:sldId id="535" r:id="rId22"/>
    <p:sldId id="538" r:id="rId23"/>
    <p:sldId id="536" r:id="rId24"/>
    <p:sldId id="537" r:id="rId25"/>
    <p:sldId id="542" r:id="rId26"/>
    <p:sldId id="524" r:id="rId27"/>
    <p:sldId id="567" r:id="rId28"/>
    <p:sldId id="572" r:id="rId29"/>
    <p:sldId id="519" r:id="rId30"/>
    <p:sldId id="521" r:id="rId31"/>
    <p:sldId id="522" r:id="rId32"/>
    <p:sldId id="512" r:id="rId33"/>
    <p:sldId id="513" r:id="rId34"/>
    <p:sldId id="34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0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00FB1-EAA8-41B6-84E0-C0BE923892D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5DB8-A6FA-4274-AC8A-CA9D03617F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s.openai.com/codex/cl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arp.dev/prici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kiro.dev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ovable.dev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emergent.sh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v0.dev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raphite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neon.com/guides/openai-codex-neon-mcp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ntigravity.google/download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cline.bot/pricing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Other Coding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Codex </a:t>
            </a:r>
            <a:r>
              <a:rPr lang="en-US" dirty="0" smtClean="0"/>
              <a:t>CLI 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</a:t>
            </a:r>
            <a:r>
              <a:rPr lang="en-US" sz="2200" dirty="0" smtClean="0">
                <a:hlinkClick r:id="rId2"/>
              </a:rPr>
              <a:t>developers.openai.com/codex/cli</a:t>
            </a:r>
            <a:endParaRPr lang="en-US" sz="2200" dirty="0" smtClean="0"/>
          </a:p>
          <a:p>
            <a:r>
              <a:rPr lang="en-US" sz="2200" dirty="0" err="1" smtClean="0"/>
              <a:t>powershell</a:t>
            </a:r>
            <a:r>
              <a:rPr lang="en-US" sz="2200" dirty="0" smtClean="0"/>
              <a:t> -</a:t>
            </a:r>
            <a:r>
              <a:rPr lang="en-US" sz="2200" dirty="0" err="1" smtClean="0"/>
              <a:t>ExecutionPolicy</a:t>
            </a:r>
            <a:r>
              <a:rPr lang="en-US" sz="2200" dirty="0" smtClean="0"/>
              <a:t> </a:t>
            </a:r>
            <a:r>
              <a:rPr lang="en-US" sz="2200" dirty="0" err="1" smtClean="0"/>
              <a:t>ByPass</a:t>
            </a:r>
            <a:r>
              <a:rPr lang="en-US" sz="2200" dirty="0" smtClean="0"/>
              <a:t> -c "</a:t>
            </a:r>
            <a:r>
              <a:rPr lang="en-US" sz="2200" dirty="0" err="1" smtClean="0"/>
              <a:t>irm</a:t>
            </a:r>
            <a:r>
              <a:rPr lang="en-US" sz="2200" dirty="0" smtClean="0"/>
              <a:t> https://chatgpt.com/codex/install.ps1 | </a:t>
            </a:r>
            <a:r>
              <a:rPr lang="en-US" sz="2200" dirty="0" err="1" smtClean="0"/>
              <a:t>iex</a:t>
            </a:r>
            <a:r>
              <a:rPr lang="en-US" sz="2200" dirty="0" smtClean="0"/>
              <a:t>"</a:t>
            </a:r>
            <a:endParaRPr lang="en-US" sz="2200" dirty="0" smtClean="0"/>
          </a:p>
          <a:p>
            <a:r>
              <a:rPr lang="en-US" sz="2200" dirty="0" smtClean="0"/>
              <a:t># </a:t>
            </a:r>
            <a:r>
              <a:rPr lang="en-US" sz="2200" dirty="0" err="1" smtClean="0"/>
              <a:t>npm</a:t>
            </a:r>
            <a:r>
              <a:rPr lang="en-US" sz="2200" dirty="0" smtClean="0"/>
              <a:t> </a:t>
            </a:r>
            <a:r>
              <a:rPr lang="en-US" sz="2200" dirty="0" err="1" smtClean="0"/>
              <a:t>i</a:t>
            </a:r>
            <a:r>
              <a:rPr lang="en-US" sz="2200" dirty="0" smtClean="0"/>
              <a:t> -g @</a:t>
            </a:r>
            <a:r>
              <a:rPr lang="en-US" sz="2200" dirty="0" err="1" smtClean="0"/>
              <a:t>openai</a:t>
            </a:r>
            <a:r>
              <a:rPr lang="en-US" sz="2200" dirty="0" smtClean="0"/>
              <a:t>/codex</a:t>
            </a:r>
          </a:p>
          <a:p>
            <a:r>
              <a:rPr lang="en-US" sz="2200" dirty="0" smtClean="0"/>
              <a:t># Add C:\Users\admin\AppData\Roaming\npm to PATH</a:t>
            </a:r>
          </a:p>
          <a:p>
            <a:r>
              <a:rPr lang="en-US" sz="2200" dirty="0" smtClean="0"/>
              <a:t>codex --version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343400"/>
            <a:ext cx="5505450" cy="1651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/review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OpenAI</a:t>
            </a:r>
            <a:r>
              <a:rPr lang="en-US" dirty="0" smtClean="0"/>
              <a:t> Codex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379820"/>
            <a:ext cx="7422262" cy="3106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Move the Codex Panel to the Right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 the secondary sidebar:</a:t>
            </a:r>
          </a:p>
          <a:p>
            <a:pPr lvl="1"/>
            <a:r>
              <a:rPr lang="en-US" dirty="0" smtClean="0"/>
              <a:t>View &gt; Appearance &gt; Secondary Side Bar.</a:t>
            </a:r>
          </a:p>
          <a:p>
            <a:r>
              <a:rPr lang="en-US" dirty="0" smtClean="0"/>
              <a:t>Drag the Codex panel to the right side of the window.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4001643"/>
            <a:ext cx="5481676" cy="2170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Warp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https://www.warp.dev/pricing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438400"/>
            <a:ext cx="6332220" cy="3700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Settings &gt; Billing and usage &gt; Overview.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14600"/>
            <a:ext cx="765302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Kiro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https://kiro.dev/</a:t>
            </a:r>
            <a:endParaRPr lang="en-US" sz="2400" dirty="0" smtClean="0"/>
          </a:p>
          <a:p>
            <a:r>
              <a:rPr lang="en-US" sz="2400" dirty="0" err="1" smtClean="0"/>
              <a:t>Kiro</a:t>
            </a:r>
            <a:r>
              <a:rPr lang="en-US" sz="2400" dirty="0" smtClean="0"/>
              <a:t> is an </a:t>
            </a:r>
            <a:r>
              <a:rPr lang="en-US" sz="2400" dirty="0" err="1" smtClean="0"/>
              <a:t>agentic</a:t>
            </a:r>
            <a:r>
              <a:rPr lang="en-US" sz="2400" dirty="0" smtClean="0"/>
              <a:t> AI integrated development environment that converts natural-language specifications into structured plans, code, documentation, and tests using autonomous AI agents.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3581400"/>
            <a:ext cx="3419475" cy="26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Prototype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https://lovable.dev/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672715"/>
            <a:ext cx="7225665" cy="334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Lovable Cloud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2212975"/>
            <a:ext cx="6769100" cy="296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Implement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Add Material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913" y="2413000"/>
            <a:ext cx="7750175" cy="360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Test the Feature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838" y="2146300"/>
            <a:ext cx="7680325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App with Emergent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https://app.emergent.sh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743200"/>
            <a:ext cx="7218081" cy="3331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Two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 smtClean="0"/>
              <a:t>Create a prototype for an Inventory Management System with the following PRD:</a:t>
            </a:r>
          </a:p>
          <a:p>
            <a:endParaRPr lang="en-US" sz="1200" dirty="0" smtClean="0"/>
          </a:p>
          <a:p>
            <a:r>
              <a:rPr lang="en-US" sz="1200" dirty="0" smtClean="0"/>
              <a:t>Inventory Management System</a:t>
            </a:r>
          </a:p>
          <a:p>
            <a:endParaRPr lang="en-US" sz="1200" dirty="0" smtClean="0"/>
          </a:p>
          <a:p>
            <a:r>
              <a:rPr lang="en-US" sz="1200" dirty="0" smtClean="0"/>
              <a:t>A comprehensive, FDA-compliant lot tracking inventory system for pharmaceutical and laboratory environments.</a:t>
            </a:r>
          </a:p>
          <a:p>
            <a:endParaRPr lang="en-US" sz="1200" dirty="0" smtClean="0"/>
          </a:p>
          <a:p>
            <a:r>
              <a:rPr lang="en-US" sz="1200" dirty="0" smtClean="0"/>
              <a:t>## 🚀 Features</a:t>
            </a:r>
          </a:p>
          <a:p>
            <a:endParaRPr lang="en-US" sz="1200" dirty="0" smtClean="0"/>
          </a:p>
          <a:p>
            <a:r>
              <a:rPr lang="en-US" sz="1200" dirty="0" smtClean="0"/>
              <a:t>### Core Functionality</a:t>
            </a:r>
          </a:p>
          <a:p>
            <a:r>
              <a:rPr lang="en-US" sz="1200" dirty="0" smtClean="0"/>
              <a:t>- **Material Master Data Management** - Centralized material information with TG part numbers</a:t>
            </a:r>
          </a:p>
          <a:p>
            <a:r>
              <a:rPr lang="en-US" sz="1200" dirty="0" smtClean="0"/>
              <a:t>- **Lot Tracking &amp; Control** - Complete traceability from receipt to usage</a:t>
            </a:r>
          </a:p>
          <a:p>
            <a:r>
              <a:rPr lang="en-US" sz="1200" dirty="0" smtClean="0"/>
              <a:t>- **Production Batch Management** - Track production batches with full genealogy</a:t>
            </a:r>
          </a:p>
          <a:p>
            <a:r>
              <a:rPr lang="en-US" sz="1200" dirty="0" smtClean="0"/>
              <a:t>- **Quality Control Integration** - QC testing and acceptance workflows</a:t>
            </a:r>
          </a:p>
          <a:p>
            <a:r>
              <a:rPr lang="en-US" sz="1200" dirty="0" smtClean="0"/>
              <a:t>- **Label Generation &amp; Printing** - Barcode labels for materials and samples</a:t>
            </a:r>
          </a:p>
          <a:p>
            <a:r>
              <a:rPr lang="en-US" sz="1200" dirty="0" smtClean="0"/>
              <a:t>- **Comprehensive Reporting** - Advanced reporting with caching and scheduling</a:t>
            </a:r>
          </a:p>
          <a:p>
            <a:endParaRPr lang="en-US" sz="1200" dirty="0" smtClean="0"/>
          </a:p>
          <a:p>
            <a:r>
              <a:rPr lang="en-US" sz="1200" dirty="0" smtClean="0"/>
              <a:t>----------</a:t>
            </a:r>
          </a:p>
          <a:p>
            <a:endParaRPr lang="en-US" sz="1200" dirty="0" smtClean="0"/>
          </a:p>
          <a:p>
            <a:r>
              <a:rPr lang="en-US" sz="1200" b="1" dirty="0" smtClean="0"/>
              <a:t>Choose the default options for all the questions.</a:t>
            </a:r>
            <a:endParaRPr lang="en-US" sz="12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Preview or Deploy the App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67000"/>
            <a:ext cx="7525043" cy="287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the App Features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450" y="1898650"/>
            <a:ext cx="7277100" cy="374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UI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https://v0.dev/</a:t>
            </a:r>
            <a:endParaRPr lang="en-US" smtClean="0"/>
          </a:p>
          <a:p>
            <a:endParaRPr lang="en-US"/>
          </a:p>
        </p:txBody>
      </p:sp>
      <p:pic>
        <p:nvPicPr>
          <p:cNvPr id="2050" name="Picture 2" descr="https://cdn3d.iconscout.com/3d/premium/thumb/ai-agency-core-3d-icon-png-download-120023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3657600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Code Review </a:t>
            </a:r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https://graphite.com/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 descr="https://cdn3d.iconscout.com/3d/premium/thumb/ai-agency-core-3d-icon-png-download-120023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3657600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Schema Refactoring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https://neon.com/guides/openai-codex-neon-mcp</a:t>
            </a:r>
            <a:endParaRPr lang="en-US" sz="2800" dirty="0" smtClean="0"/>
          </a:p>
          <a:p>
            <a:endParaRPr lang="en-US" sz="2800" dirty="0"/>
          </a:p>
        </p:txBody>
      </p:sp>
      <p:pic>
        <p:nvPicPr>
          <p:cNvPr id="2050" name="Picture 2" descr="https://cdn3d.iconscout.com/3d/premium/thumb/ai-agency-core-3d-icon-png-download-120023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3657600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Google Antigravity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https://antigravity.google/download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Cline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https://cline.bot/pricing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Cline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0800" y="2311400"/>
            <a:ext cx="6502400" cy="26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11691</TotalTime>
  <Words>394</Words>
  <Application>Microsoft Office PowerPoint</Application>
  <PresentationFormat>On-screen Show (4:3)</PresentationFormat>
  <Paragraphs>72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Other Coding Agents</vt:lpstr>
      <vt:lpstr>Objectives</vt:lpstr>
      <vt:lpstr>Contents</vt:lpstr>
      <vt:lpstr>References</vt:lpstr>
      <vt:lpstr>1. Install Codex CLI  on Windows</vt:lpstr>
      <vt:lpstr>2. Review Code</vt:lpstr>
      <vt:lpstr>Slide 7</vt:lpstr>
      <vt:lpstr>1. Install OpenAI Codex</vt:lpstr>
      <vt:lpstr>2. Move the Codex Panel to the Right</vt:lpstr>
      <vt:lpstr>Slide 10</vt:lpstr>
      <vt:lpstr>1. Install Warp</vt:lpstr>
      <vt:lpstr>2. Review Usage</vt:lpstr>
      <vt:lpstr>Slide 13</vt:lpstr>
      <vt:lpstr>1. Install Kiro</vt:lpstr>
      <vt:lpstr>Slide 15</vt:lpstr>
      <vt:lpstr>1. Create a Prototype</vt:lpstr>
      <vt:lpstr>2. Enable Lovable Cloud</vt:lpstr>
      <vt:lpstr>3. Implement Feature</vt:lpstr>
      <vt:lpstr>4. Test the Feature</vt:lpstr>
      <vt:lpstr>Slide 20</vt:lpstr>
      <vt:lpstr>1. Create App with Emergent</vt:lpstr>
      <vt:lpstr>The Two Prompts</vt:lpstr>
      <vt:lpstr>2. Preview or Deploy the App</vt:lpstr>
      <vt:lpstr>3. Review the App Features</vt:lpstr>
      <vt:lpstr>Slide 25</vt:lpstr>
      <vt:lpstr>Generative UI Tools</vt:lpstr>
      <vt:lpstr>Code Review Tools</vt:lpstr>
      <vt:lpstr>Database Schema Refactoring Tools</vt:lpstr>
      <vt:lpstr>Slide 29</vt:lpstr>
      <vt:lpstr>1. Install Google Antigravity</vt:lpstr>
      <vt:lpstr>Slide 31</vt:lpstr>
      <vt:lpstr>1. Register Cline Account</vt:lpstr>
      <vt:lpstr>2. Install Cline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4101</cp:revision>
  <dcterms:created xsi:type="dcterms:W3CDTF">2007-10-06T08:25:13Z</dcterms:created>
  <dcterms:modified xsi:type="dcterms:W3CDTF">2026-06-11T10:43:35Z</dcterms:modified>
</cp:coreProperties>
</file>