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handoutMasterIdLst>
    <p:handoutMasterId r:id="rId15"/>
  </p:handoutMasterIdLst>
  <p:sldIdLst>
    <p:sldId id="256" r:id="rId2"/>
    <p:sldId id="431" r:id="rId3"/>
    <p:sldId id="603" r:id="rId4"/>
    <p:sldId id="423" r:id="rId5"/>
    <p:sldId id="662" r:id="rId6"/>
    <p:sldId id="663" r:id="rId7"/>
    <p:sldId id="668" r:id="rId8"/>
    <p:sldId id="664" r:id="rId9"/>
    <p:sldId id="665" r:id="rId10"/>
    <p:sldId id="666" r:id="rId11"/>
    <p:sldId id="667" r:id="rId12"/>
    <p:sldId id="343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4" autoAdjust="0"/>
    <p:restoredTop sz="94667" autoAdjust="0"/>
  </p:normalViewPr>
  <p:slideViewPr>
    <p:cSldViewPr>
      <p:cViewPr>
        <p:scale>
          <a:sx n="50" d="100"/>
          <a:sy n="50" d="100"/>
        </p:scale>
        <p:origin x="-148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Midterm Exam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Demo of a problem solved by the built system.</a:t>
            </a:r>
            <a:endParaRPr lang="en-US" sz="2400" dirty="0"/>
          </a:p>
        </p:txBody>
      </p:sp>
      <p:pic>
        <p:nvPicPr>
          <p:cNvPr id="4" name="Picture 2" descr="https://i2.wp.com/pravinhanchinal.com/wp-content/uploads/2017/05/final-project.jpg?fit=675%2C372&amp;ssl=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628900"/>
            <a:ext cx="6429375" cy="3543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Kanban</a:t>
            </a:r>
            <a:r>
              <a:rPr lang="en-US" dirty="0" smtClean="0"/>
              <a:t>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Using the information from the </a:t>
            </a:r>
            <a:r>
              <a:rPr lang="en-US" sz="2400" dirty="0" err="1" smtClean="0"/>
              <a:t>Kanban</a:t>
            </a:r>
            <a:r>
              <a:rPr lang="en-US" sz="2400" dirty="0" smtClean="0"/>
              <a:t> board, demonstrate the process of creating the system up to the present. </a:t>
            </a:r>
          </a:p>
          <a:p>
            <a:endParaRPr lang="en-US" sz="2400" dirty="0"/>
          </a:p>
        </p:txBody>
      </p:sp>
      <p:pic>
        <p:nvPicPr>
          <p:cNvPr id="4" name="Picture 6" descr="https://icons-for-free.com/iconfiles/png/512/cards+kanban+management+project+tasks+trello+icon-132016572557711663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819400"/>
            <a:ext cx="2926489" cy="2926489"/>
          </a:xfrm>
          <a:prstGeom prst="rect">
            <a:avLst/>
          </a:prstGeom>
          <a:noFill/>
        </p:spPr>
      </p:pic>
      <p:pic>
        <p:nvPicPr>
          <p:cNvPr id="5" name="Picture 2" descr="https://storage.googleapis.com/designsprintkit/media/01c_hmw_votin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3124200"/>
            <a:ext cx="3571875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Estimation Demonstration</a:t>
            </a:r>
            <a:endParaRPr lang="en-US" dirty="0"/>
          </a:p>
        </p:txBody>
      </p:sp>
      <p:pic>
        <p:nvPicPr>
          <p:cNvPr id="5" name="Picture 2" descr="https://www.hexacta.com/wp-content/uploads/2018/05/Software-estimation-planning-and-forecasting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2133600"/>
            <a:ext cx="4572000" cy="30346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Build and Integration Demonstration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Demo the build and source code integration among members.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828572" cy="365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Backlog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Why are these stories included in the Product Backlog? </a:t>
            </a:r>
            <a:endParaRPr lang="en-US" sz="2400" dirty="0"/>
          </a:p>
        </p:txBody>
      </p:sp>
      <p:pic>
        <p:nvPicPr>
          <p:cNvPr id="4" name="Picture 2" descr="https://lh3.googleusercontent.com/-5rwwafjvKL8/YLMgv-jE1VI/AAAAAAAAAHA/LVP8ISnRRZUDt-tSZ5sui_oapoHzCd1ZwCNcBGAsYHQ/imag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466974"/>
            <a:ext cx="4876800" cy="32480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Estimation and Plan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will the entire Product Backlog be completed?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5890" y="2366170"/>
            <a:ext cx="5769310" cy="388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System Architecture Demonstration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Explain the development view of the architecture through the directory system and the build of all system components.</a:t>
            </a:r>
          </a:p>
          <a:p>
            <a:r>
              <a:rPr lang="en-US" sz="2400" dirty="0" smtClean="0"/>
              <a:t>Explain logical view, process view of architecture through source code of a completed story.</a:t>
            </a:r>
          </a:p>
          <a:p>
            <a:r>
              <a:rPr lang="en-US" sz="2400" dirty="0" smtClean="0"/>
              <a:t>Explain the deployment view of the architecture through the deployed system.</a:t>
            </a:r>
            <a:endParaRPr lang="en-US" sz="2400" dirty="0"/>
          </a:p>
        </p:txBody>
      </p:sp>
      <p:pic>
        <p:nvPicPr>
          <p:cNvPr id="4" name="Picture 4" descr="https://divante.com/blog/wp-content/uploads/2019/09/Frame-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4267200"/>
            <a:ext cx="4444445" cy="22222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10995</TotalTime>
  <Words>162</Words>
  <Application>Microsoft Office PowerPoint</Application>
  <PresentationFormat>On-screen Show (4:3)</PresentationFormat>
  <Paragraphs>27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Midterm Exam</vt:lpstr>
      <vt:lpstr>Objectives</vt:lpstr>
      <vt:lpstr>Contents</vt:lpstr>
      <vt:lpstr>References</vt:lpstr>
      <vt:lpstr>Workflow Demonstration</vt:lpstr>
      <vt:lpstr>Kanban Demonstration</vt:lpstr>
      <vt:lpstr>Estimation Demonstration</vt:lpstr>
      <vt:lpstr>Build and Integration Demonstration</vt:lpstr>
      <vt:lpstr>Product Backlog Demonstration</vt:lpstr>
      <vt:lpstr>Estimation and Plan Demonstration</vt:lpstr>
      <vt:lpstr>System Architecture Demonstration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4734</cp:revision>
  <dcterms:created xsi:type="dcterms:W3CDTF">2007-10-06T08:25:13Z</dcterms:created>
  <dcterms:modified xsi:type="dcterms:W3CDTF">2026-01-15T13:06:24Z</dcterms:modified>
</cp:coreProperties>
</file>