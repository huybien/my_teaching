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9"/>
  </p:notesMasterIdLst>
  <p:handoutMasterIdLst>
    <p:handoutMasterId r:id="rId10"/>
  </p:handoutMasterIdLst>
  <p:sldIdLst>
    <p:sldId id="256" r:id="rId2"/>
    <p:sldId id="431" r:id="rId3"/>
    <p:sldId id="603" r:id="rId4"/>
    <p:sldId id="423" r:id="rId5"/>
    <p:sldId id="658" r:id="rId6"/>
    <p:sldId id="657" r:id="rId7"/>
    <p:sldId id="343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34" autoAdjust="0"/>
    <p:restoredTop sz="94667" autoAdjust="0"/>
  </p:normalViewPr>
  <p:slideViewPr>
    <p:cSldViewPr>
      <p:cViewPr>
        <p:scale>
          <a:sx n="50" d="100"/>
          <a:sy n="50" d="100"/>
        </p:scale>
        <p:origin x="-1480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0DBAB-D1C9-4D1B-A41F-EB0AC0278643}" type="datetimeFigureOut">
              <a:rPr lang="en-US" smtClean="0"/>
              <a:pPr/>
              <a:t>3/28/2023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056FB-ACC3-4B45-A768-F167A5381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5C7060-FA44-42F0-8808-1D08F5DA2F41}" type="datetimeFigureOut">
              <a:rPr lang="en-US" smtClean="0"/>
              <a:pPr/>
              <a:t>3/28/2023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E0EE6-BA34-4C45-82C4-9F1F3A459FA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3/28/2023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3/28/2023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3/28/2023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3/28/2023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3/28/2023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3/28/2023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3/28/2023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3/28/2023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3/28/2023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3/28/2023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3/28/2023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3/28/2023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Final Project Demonstration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>
              <a:cs typeface="Calibri" pitchFamily="34" charset="0"/>
            </a:endParaRP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User Acceptance 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Problem solving</a:t>
            </a:r>
          </a:p>
          <a:p>
            <a:r>
              <a:rPr lang="en-US" sz="2400" dirty="0" smtClean="0"/>
              <a:t>User interfaces</a:t>
            </a:r>
          </a:p>
          <a:p>
            <a:r>
              <a:rPr lang="en-US" sz="2400" dirty="0" smtClean="0"/>
              <a:t>Competitors' product</a:t>
            </a:r>
            <a:endParaRPr lang="en-US" sz="2400" dirty="0"/>
          </a:p>
        </p:txBody>
      </p:sp>
      <p:pic>
        <p:nvPicPr>
          <p:cNvPr id="28674" name="Picture 2" descr="https://blog.testlodge.com/wp-content/uploads/2015/07/uat_testing-1024x538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5600" y="3962400"/>
            <a:ext cx="3251200" cy="1708150"/>
          </a:xfrm>
          <a:prstGeom prst="rect">
            <a:avLst/>
          </a:prstGeom>
          <a:noFill/>
        </p:spPr>
      </p:pic>
      <p:pic>
        <p:nvPicPr>
          <p:cNvPr id="28676" name="Picture 4" descr="https://qa.world/wp-content/uploads/2020/11/what-is-user-acceptance-testing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3810000"/>
            <a:ext cx="3810000" cy="20002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Internal Testing Demonstration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Unit testing</a:t>
            </a:r>
          </a:p>
          <a:p>
            <a:r>
              <a:rPr lang="en-US" sz="2400" dirty="0" smtClean="0"/>
              <a:t>Test Automation</a:t>
            </a:r>
          </a:p>
          <a:p>
            <a:r>
              <a:rPr lang="en-US" sz="2400" dirty="0" smtClean="0"/>
              <a:t>Bug tracking system</a:t>
            </a:r>
            <a:endParaRPr lang="en-US" sz="2400" dirty="0"/>
          </a:p>
        </p:txBody>
      </p:sp>
      <p:pic>
        <p:nvPicPr>
          <p:cNvPr id="28680" name="Picture 8" descr="https://blog.testlodge.com/wp-content/uploads/2018/07/what-is-unit-testin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3200" y="3581400"/>
            <a:ext cx="3810000" cy="20002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10952</TotalTime>
  <Words>57</Words>
  <Application>Microsoft Office PowerPoint</Application>
  <PresentationFormat>On-screen Show (4:3)</PresentationFormat>
  <Paragraphs>20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Final Project Demonstration</vt:lpstr>
      <vt:lpstr>Objectives</vt:lpstr>
      <vt:lpstr>Contents</vt:lpstr>
      <vt:lpstr>References</vt:lpstr>
      <vt:lpstr>User Acceptance Testing</vt:lpstr>
      <vt:lpstr>Internal Testing Demonstration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4697</cp:revision>
  <dcterms:created xsi:type="dcterms:W3CDTF">2007-10-06T08:25:13Z</dcterms:created>
  <dcterms:modified xsi:type="dcterms:W3CDTF">2023-03-28T11:32:06Z</dcterms:modified>
</cp:coreProperties>
</file>