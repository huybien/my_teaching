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642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 autoAdjust="0"/>
    <p:restoredTop sz="94667" autoAdjust="0"/>
  </p:normalViewPr>
  <p:slideViewPr>
    <p:cSldViewPr>
      <p:cViewPr>
        <p:scale>
          <a:sx n="50" d="100"/>
          <a:sy n="50" d="100"/>
        </p:scale>
        <p:origin x="-15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qAAE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Favorite Project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https://bit.ly/3qAAEch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3657886"/>
            <a:ext cx="2330585" cy="2233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4" descr="https://redwerk.com/wp-content/uploads/2019/11/bussines_app_dev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505486"/>
            <a:ext cx="3083243" cy="2391728"/>
          </a:xfrm>
          <a:prstGeom prst="rect">
            <a:avLst/>
          </a:prstGeom>
          <a:noFill/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7000" y="3657886"/>
            <a:ext cx="2285714" cy="2285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 descr="https://www.rutgers.edu/sites/default/files/2020-11/prmo_polling_11.10.20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03520" y="1524000"/>
            <a:ext cx="2926080" cy="16824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10812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Your Favorite Project Type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4535</cp:revision>
  <dcterms:created xsi:type="dcterms:W3CDTF">2007-10-06T08:25:13Z</dcterms:created>
  <dcterms:modified xsi:type="dcterms:W3CDTF">2023-02-16T17:12:22Z</dcterms:modified>
</cp:coreProperties>
</file>