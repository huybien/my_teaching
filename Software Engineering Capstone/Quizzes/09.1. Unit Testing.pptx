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5/13/2025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YKQK7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</a:t>
            </a:r>
            <a:r>
              <a:rPr lang="en-US" dirty="0" smtClean="0"/>
              <a:t>Testing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bit.ly/3YKQK77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 descr="https://lptech.asia/uploads/files/2024/11/11/unit-testing-thumbnai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971800"/>
            <a:ext cx="4286250" cy="2381250"/>
          </a:xfrm>
          <a:prstGeom prst="rect">
            <a:avLst/>
          </a:prstGeom>
          <a:noFill/>
        </p:spPr>
      </p:pic>
      <p:sp>
        <p:nvSpPr>
          <p:cNvPr id="2052" name="AutoShape 4" descr="QR code previe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24384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25251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Unit Testing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8516</cp:revision>
  <dcterms:created xsi:type="dcterms:W3CDTF">2007-10-06T08:25:13Z</dcterms:created>
  <dcterms:modified xsi:type="dcterms:W3CDTF">2025-05-13T14:35:57Z</dcterms:modified>
</cp:coreProperties>
</file>