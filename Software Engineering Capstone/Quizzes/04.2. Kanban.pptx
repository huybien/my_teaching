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8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2/25/2023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2/25/2023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2/25/2023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it.ly/3rxWkq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Methods and Estimation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https://bit.ly/3rxWkqb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1028" name="Picture 4" descr="https://icons-for-free.com/iconfiles/png/512/cards+kanban+management+project+tasks+trello+icon-1320165725577116630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43000" y="2438400"/>
            <a:ext cx="3414237" cy="3414237"/>
          </a:xfrm>
          <a:prstGeom prst="rect">
            <a:avLst/>
          </a:prstGeom>
          <a:noFill/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181600" y="26098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25241</TotalTime>
  <Words>7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Methods and Estimation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8497</cp:revision>
  <dcterms:created xsi:type="dcterms:W3CDTF">2007-10-06T08:25:13Z</dcterms:created>
  <dcterms:modified xsi:type="dcterms:W3CDTF">2023-02-24T19:03:23Z</dcterms:modified>
</cp:coreProperties>
</file>