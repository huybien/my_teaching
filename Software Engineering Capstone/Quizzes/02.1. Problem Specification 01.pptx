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vNfYB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Specification 01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https://bit.ly/3vNfYBD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124200"/>
            <a:ext cx="2155825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23622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25239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Problem Specification 01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8484</cp:revision>
  <dcterms:created xsi:type="dcterms:W3CDTF">2007-10-06T08:25:13Z</dcterms:created>
  <dcterms:modified xsi:type="dcterms:W3CDTF">2023-03-07T12:57:31Z</dcterms:modified>
</cp:coreProperties>
</file>