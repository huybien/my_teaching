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6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 autoAdjust="0"/>
    <p:restoredTop sz="94667" autoAdjust="0"/>
  </p:normalViewPr>
  <p:slideViewPr>
    <p:cSldViewPr>
      <p:cViewPr>
        <p:scale>
          <a:sx n="50" d="100"/>
          <a:sy n="50" d="100"/>
        </p:scale>
        <p:origin x="-15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XA46Q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Time and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</a:t>
            </a:r>
            <a:r>
              <a:rPr lang="en-US" dirty="0" smtClean="0">
                <a:hlinkClick r:id="rId2"/>
              </a:rPr>
              <a:t>://bit.ly/3XA46Qm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257550"/>
            <a:ext cx="3467100" cy="2312670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10515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2819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10815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Your Time and Goal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4542</cp:revision>
  <dcterms:created xsi:type="dcterms:W3CDTF">2007-10-06T08:25:13Z</dcterms:created>
  <dcterms:modified xsi:type="dcterms:W3CDTF">2026-01-15T12:01:19Z</dcterms:modified>
</cp:coreProperties>
</file>