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9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m9BRX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Solving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https://bit.ly/3m9BRXC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5908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7" descr="https://training-wheels.com/wp-content/uploads/2017/04/idea-ic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2590800"/>
            <a:ext cx="1568450" cy="2384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25247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Problem Solving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8514</cp:revision>
  <dcterms:created xsi:type="dcterms:W3CDTF">2007-10-06T08:25:13Z</dcterms:created>
  <dcterms:modified xsi:type="dcterms:W3CDTF">2022-10-24T19:17:09Z</dcterms:modified>
</cp:coreProperties>
</file>