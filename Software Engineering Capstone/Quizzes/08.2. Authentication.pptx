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8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5/2/2024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5/2/2024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5/2/2024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5/2/2024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5/2/2024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5/2/2024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Wir0y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Identity </a:t>
            </a:r>
            <a:r>
              <a:rPr lang="en-US" sz="4000" dirty="0" smtClean="0"/>
              <a:t>and Access </a:t>
            </a:r>
            <a:r>
              <a:rPr lang="en-US" sz="4000" dirty="0" smtClean="0"/>
              <a:t>Management Quiz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  <a:hlinkClick r:id="rId2"/>
              </a:rPr>
              <a:t>https://</a:t>
            </a:r>
            <a:r>
              <a:rPr lang="en-US" dirty="0" smtClean="0">
                <a:latin typeface="Consolas" pitchFamily="49" charset="0"/>
                <a:hlinkClick r:id="rId2"/>
              </a:rPr>
              <a:t>bit.ly/3Wir0yB</a:t>
            </a:r>
            <a:endParaRPr lang="en-US" dirty="0" smtClean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</p:txBody>
      </p:sp>
      <p:pic>
        <p:nvPicPr>
          <p:cNvPr id="2050" name="Picture 2" descr="C:\Users\admin\AppData\Local\Packages\Microsoft.Windows.Photos_8wekyb3d8bbwe\TempState\ShareServiceTempFolder\bit.ly_3Wir0yB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2743200"/>
            <a:ext cx="3124200" cy="3124200"/>
          </a:xfrm>
          <a:prstGeom prst="rect">
            <a:avLst/>
          </a:prstGeom>
          <a:noFill/>
        </p:spPr>
      </p:pic>
      <p:pic>
        <p:nvPicPr>
          <p:cNvPr id="2052" name="Picture 4" descr="https://www.tripwire.com/sites/default/files/2022-11/How-proper-use-of-IAM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3124200"/>
            <a:ext cx="3810000" cy="2143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25246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Identity and Access Management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8511</cp:revision>
  <dcterms:created xsi:type="dcterms:W3CDTF">2007-10-06T08:25:13Z</dcterms:created>
  <dcterms:modified xsi:type="dcterms:W3CDTF">2024-05-01T19:30:35Z</dcterms:modified>
</cp:coreProperties>
</file>