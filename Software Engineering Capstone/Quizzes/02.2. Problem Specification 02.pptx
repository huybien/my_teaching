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dcfnk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Specification 02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https://bit.ly/3dcfnkK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8437" name="Picture 5" descr="https://static.thenounproject.com/png/2574364-2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895600"/>
            <a:ext cx="2539683" cy="2539683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5908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Problem Specification 02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8485</cp:revision>
  <dcterms:created xsi:type="dcterms:W3CDTF">2007-10-06T08:25:13Z</dcterms:created>
  <dcterms:modified xsi:type="dcterms:W3CDTF">2023-03-07T12:58:19Z</dcterms:modified>
</cp:coreProperties>
</file>