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7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2/25/2023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2/25/2023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foj1u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Solution </a:t>
            </a:r>
            <a:r>
              <a:rPr lang="en-US" smtClean="0"/>
              <a:t>Specification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https://bit.ly/3foj1us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3012" name="Picture 4" descr="https://encrypted-tbn0.gstatic.com/images?q=tbn:ANd9GcShcDeiLGoWEiJxOhc8EGREjU2fpNWAdqbroRUx-KAk5iyzyYySsvWlS3cg1r1eexHsxeY&amp;usqp=CA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2438400"/>
            <a:ext cx="2857500" cy="285750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2438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25238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Solution Specification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8489</cp:revision>
  <dcterms:created xsi:type="dcterms:W3CDTF">2007-10-06T08:25:13Z</dcterms:created>
  <dcterms:modified xsi:type="dcterms:W3CDTF">2023-02-24T19:00:30Z</dcterms:modified>
</cp:coreProperties>
</file>