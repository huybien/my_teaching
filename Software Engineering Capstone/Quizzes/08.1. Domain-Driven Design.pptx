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zdnHw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DDD, ES and CQRS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https://bit.ly/3zdnHwm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4" name="Picture 2" descr="https://mentori.vn/upload/images/problem-solving-anger-managemen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89" y="2590800"/>
            <a:ext cx="5486411" cy="363749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2914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25243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DDD, ES and CQRS Survey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8504</cp:revision>
  <dcterms:created xsi:type="dcterms:W3CDTF">2007-10-06T08:25:13Z</dcterms:created>
  <dcterms:modified xsi:type="dcterms:W3CDTF">2024-03-27T12:50:38Z</dcterms:modified>
</cp:coreProperties>
</file>