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9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xhxPpx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RESTful</a:t>
            </a:r>
            <a:r>
              <a:rPr lang="en-US" dirty="0" smtClean="0"/>
              <a:t> APIs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bit.ly/3xhxPpx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657600"/>
            <a:ext cx="4654550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C:\Users\admin\AppData\Local\Packages\Microsoft.Windows.Photos_8wekyb3d8bbwe\TempState\ShareServiceTempFolder\bit.ly_3xhxPpx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38800" y="25908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25282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RESTful APIs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8525</cp:revision>
  <dcterms:created xsi:type="dcterms:W3CDTF">2007-10-06T08:25:13Z</dcterms:created>
  <dcterms:modified xsi:type="dcterms:W3CDTF">2024-04-05T21:22:38Z</dcterms:modified>
</cp:coreProperties>
</file>