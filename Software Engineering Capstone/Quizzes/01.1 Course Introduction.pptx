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3cNdo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Introduction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https://bit.ly/33cNdod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0" y="2743200"/>
            <a:ext cx="2362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25233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Course Introduction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8465</cp:revision>
  <dcterms:created xsi:type="dcterms:W3CDTF">2007-10-06T08:25:13Z</dcterms:created>
  <dcterms:modified xsi:type="dcterms:W3CDTF">2022-10-24T19:17:24Z</dcterms:modified>
</cp:coreProperties>
</file>