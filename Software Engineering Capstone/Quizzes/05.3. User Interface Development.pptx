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9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zaSJF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Interface </a:t>
            </a:r>
            <a:r>
              <a:rPr lang="en-US" dirty="0" smtClean="0"/>
              <a:t>Development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bit.ly/3zaSJFb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4" descr="https://www.pngkit.com/png/full/67-671821_icon-icon-automatic-test-enviroment-test-ic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819400"/>
            <a:ext cx="3175000" cy="31750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9718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25243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User Interface Development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8505</cp:revision>
  <dcterms:created xsi:type="dcterms:W3CDTF">2007-10-06T08:25:13Z</dcterms:created>
  <dcterms:modified xsi:type="dcterms:W3CDTF">2022-10-24T19:51:07Z</dcterms:modified>
</cp:coreProperties>
</file>