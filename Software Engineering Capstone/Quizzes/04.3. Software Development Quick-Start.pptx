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2/25/2023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2/25/2023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2/25/2023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2/25/2023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2/25/2023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2/25/2023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2/25/2023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2/25/2023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2/25/2023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2/25/2023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2/25/2023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2/25/2023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2/25/2023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2/25/2023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334zqQW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 smtClean="0"/>
              <a:t>Software Development </a:t>
            </a:r>
            <a:r>
              <a:rPr lang="en-US" sz="3800" dirty="0" smtClean="0"/>
              <a:t>Quick-Start Quiz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https://bit.ly/334zqQW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21506" name="AutoShape 2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08" name="AutoShape 4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074" name="Picture 2" descr="https://static.thenounproject.com/png/1226685-20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0400" y="2895600"/>
            <a:ext cx="2539683" cy="2539683"/>
          </a:xfrm>
          <a:prstGeom prst="rect">
            <a:avLst/>
          </a:prstGeom>
          <a:noFill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19800" y="3276600"/>
            <a:ext cx="2335988" cy="15046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85800" y="2895600"/>
            <a:ext cx="23622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25235</TotalTime>
  <Words>7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Software Development Quick-Start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8480</cp:revision>
  <dcterms:created xsi:type="dcterms:W3CDTF">2007-10-06T08:25:13Z</dcterms:created>
  <dcterms:modified xsi:type="dcterms:W3CDTF">2023-02-24T19:00:47Z</dcterms:modified>
</cp:coreProperties>
</file>