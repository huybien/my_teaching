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handoutMasterIdLst>
    <p:handoutMasterId r:id="rId28"/>
  </p:handoutMasterIdLst>
  <p:sldIdLst>
    <p:sldId id="256" r:id="rId2"/>
    <p:sldId id="431" r:id="rId3"/>
    <p:sldId id="460" r:id="rId4"/>
    <p:sldId id="423" r:id="rId5"/>
    <p:sldId id="488" r:id="rId6"/>
    <p:sldId id="489" r:id="rId7"/>
    <p:sldId id="490" r:id="rId8"/>
    <p:sldId id="491" r:id="rId9"/>
    <p:sldId id="494" r:id="rId10"/>
    <p:sldId id="492" r:id="rId11"/>
    <p:sldId id="493" r:id="rId12"/>
    <p:sldId id="509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4" r:id="rId22"/>
    <p:sldId id="505" r:id="rId23"/>
    <p:sldId id="503" r:id="rId24"/>
    <p:sldId id="508" r:id="rId25"/>
    <p:sldId id="343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98" autoAdjust="0"/>
    <p:restoredTop sz="94667" autoAdjust="0"/>
  </p:normalViewPr>
  <p:slideViewPr>
    <p:cSldViewPr>
      <p:cViewPr>
        <p:scale>
          <a:sx n="50" d="100"/>
          <a:sy n="50" d="100"/>
        </p:scale>
        <p:origin x="-153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00FB1-EAA8-41B6-84E0-C0BE923892D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B5DB8-A6FA-4274-AC8A-CA9D03617F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B5DB8-A6FA-4274-AC8A-CA9D03617F6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cursor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Cursor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Cursor.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Cursor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https://www.cursor.com/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2590800"/>
            <a:ext cx="4559300" cy="3515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Log in Cursor to Enable AI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133600"/>
            <a:ext cx="6095186" cy="3963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Configure Privacy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057400"/>
            <a:ext cx="7495116" cy="3215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Open an Empty Folder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7925" y="2035175"/>
            <a:ext cx="6788150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Select Model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9538" y="1778000"/>
            <a:ext cx="6384925" cy="401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Hello </a:t>
            </a:r>
            <a:r>
              <a:rPr lang="en-US" dirty="0" smtClean="0"/>
              <a:t>World (LLM Client)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Create a React web project that sends requests to the Azure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LLM API and displays the returned answers.</a:t>
            </a:r>
            <a:endParaRPr lang="en-US" sz="2400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0275" y="2860675"/>
            <a:ext cx="7283450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Confirm Action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76400"/>
            <a:ext cx="7335504" cy="4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Make a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Turn the project into a simple AI Agent.</a:t>
            </a:r>
            <a:endParaRPr 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7663" y="2698750"/>
            <a:ext cx="5908675" cy="354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Refining UI Layouts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Turn the project into a simple AI Agent.</a:t>
            </a:r>
          </a:p>
          <a:p>
            <a:r>
              <a:rPr lang="en-US" sz="2400" dirty="0" smtClean="0"/>
              <a:t>Design the user interface to closely resemble the </a:t>
            </a:r>
            <a:r>
              <a:rPr lang="en-US" sz="2400" dirty="0" err="1" smtClean="0"/>
              <a:t>ChatGPT</a:t>
            </a:r>
            <a:r>
              <a:rPr lang="en-US" sz="2400" dirty="0" smtClean="0"/>
              <a:t> UI.</a:t>
            </a:r>
          </a:p>
          <a:p>
            <a:r>
              <a:rPr lang="en-US" sz="2400" dirty="0" smtClean="0"/>
              <a:t>Make the agent function as an Agent that consistently rewrites whatever the user inputs.</a:t>
            </a:r>
          </a:p>
          <a:p>
            <a:r>
              <a:rPr lang="en-US" sz="2400" dirty="0" smtClean="0"/>
              <a:t>Ensure the main UI fully stretches to the width of the browser.</a:t>
            </a:r>
          </a:p>
          <a:p>
            <a:r>
              <a:rPr lang="en-US" sz="2400" dirty="0" smtClean="0"/>
              <a:t>Please use an attractive icon for the send button.</a:t>
            </a:r>
          </a:p>
          <a:p>
            <a:r>
              <a:rPr lang="en-US" sz="2400" dirty="0" smtClean="0"/>
              <a:t>Make sure the height of the Send button matches the height of the input text field.</a:t>
            </a:r>
          </a:p>
          <a:p>
            <a:r>
              <a:rPr lang="en-US" sz="2400" dirty="0" smtClean="0"/>
              <a:t>Increase the width of the send button to twice its current size.</a:t>
            </a:r>
          </a:p>
          <a:p>
            <a:r>
              <a:rPr lang="en-US" sz="2400" dirty="0" smtClean="0"/>
              <a:t>Make sure the message is sent when the Enter key is pressed.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 smtClean="0"/>
              <a:t>Adjust UI Colors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Please use an Azure blue color for the header background.</a:t>
            </a:r>
          </a:p>
          <a:p>
            <a:r>
              <a:rPr lang="en-US" sz="2400" dirty="0" smtClean="0"/>
              <a:t>Please use an Azure blue color for the send button.</a:t>
            </a:r>
          </a:p>
          <a:p>
            <a:r>
              <a:rPr lang="en-US" sz="2400" dirty="0" smtClean="0"/>
              <a:t>Please set the footer background color to white.</a:t>
            </a:r>
          </a:p>
          <a:p>
            <a:r>
              <a:rPr lang="en-US" sz="2400" dirty="0" smtClean="0"/>
              <a:t>Please set the background color to white.</a:t>
            </a:r>
          </a:p>
          <a:p>
            <a:r>
              <a:rPr lang="en-US" sz="2400" dirty="0" smtClean="0"/>
              <a:t>Please update the text area's background to a color that complements the azure style.</a:t>
            </a:r>
          </a:p>
          <a:p>
            <a:r>
              <a:rPr lang="en-US" sz="2400" dirty="0" smtClean="0"/>
              <a:t>Revert the last step back.</a:t>
            </a:r>
          </a:p>
          <a:p>
            <a:r>
              <a:rPr lang="en-US" sz="2400" dirty="0" smtClean="0"/>
              <a:t>Align the questions to the right side of the message list panel.</a:t>
            </a:r>
          </a:p>
          <a:p>
            <a:r>
              <a:rPr lang="en-US" sz="2400" dirty="0" smtClean="0"/>
              <a:t>Ensure the questions and answers background fully stretch to the width of their container, and their container fully stretches to 90% the width of the browser.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Round the Box Corners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Make sure the message list does not display a horizontal scrollbar.</a:t>
            </a:r>
          </a:p>
          <a:p>
            <a:r>
              <a:rPr lang="en-US" sz="2400" dirty="0" smtClean="0"/>
              <a:t>Ensure that the question container automatically adjusts its width to fit its content, but does not exceed half the width of its parent container.</a:t>
            </a:r>
          </a:p>
          <a:p>
            <a:r>
              <a:rPr lang="en-US" sz="2400" dirty="0" smtClean="0"/>
              <a:t>Please set the background color of the questions to the complementary color of azure, and use a highly contrasting color for the text to ensure readability.</a:t>
            </a:r>
          </a:p>
          <a:p>
            <a:r>
              <a:rPr lang="en-US" sz="2400" dirty="0" smtClean="0"/>
              <a:t>Use black.</a:t>
            </a:r>
          </a:p>
          <a:p>
            <a:r>
              <a:rPr lang="en-US" sz="2400" dirty="0" smtClean="0"/>
              <a:t>Make the container for the questions resemble a bubble area.</a:t>
            </a:r>
          </a:p>
          <a:p>
            <a:r>
              <a:rPr lang="en-US" sz="2400" dirty="0" smtClean="0"/>
              <a:t>All the corners should be rounded.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</a:t>
            </a:r>
            <a:r>
              <a:rPr lang="en-US" dirty="0" smtClean="0"/>
              <a:t>Add a Clear Content Button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Add a "Clear" button that matches the style of the Send button. This button should remove all content when clicked.</a:t>
            </a:r>
          </a:p>
          <a:p>
            <a:r>
              <a:rPr lang="en-US" sz="2400" dirty="0" smtClean="0"/>
              <a:t>Change "Azure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Agent Demo" to "Azure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Agent Demo: Rewrite Text"</a:t>
            </a:r>
          </a:p>
          <a:p>
            <a:r>
              <a:rPr lang="en-US" sz="2400" dirty="0" smtClean="0"/>
              <a:t>Shift the questions 10px to the left from the right edge.</a:t>
            </a:r>
          </a:p>
          <a:p>
            <a:r>
              <a:rPr lang="en-US" sz="2400" dirty="0" smtClean="0"/>
              <a:t>Change app title to "Azure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Agent Demo: Text Rewriting".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Convert the Project to .NET Stack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Create a new folder named "</a:t>
            </a:r>
            <a:r>
              <a:rPr lang="en-US" sz="2200" dirty="0" err="1" smtClean="0"/>
              <a:t>DotNetVersion</a:t>
            </a:r>
            <a:r>
              <a:rPr lang="en-US" sz="2200" dirty="0" smtClean="0"/>
              <a:t>", then convert the project to use the React frontend and .NET Framework 4.8.1 backend stack. Store all converted files in this folder.</a:t>
            </a:r>
          </a:p>
          <a:p>
            <a:r>
              <a:rPr lang="en-US" sz="2200" dirty="0" smtClean="0"/>
              <a:t>The DotnetVersion.API should be built on the .NET Framework 4.8.1 stack, not the .NET 9.0 stack.</a:t>
            </a:r>
          </a:p>
          <a:p>
            <a:r>
              <a:rPr lang="en-US" sz="2200" dirty="0" smtClean="0"/>
              <a:t>Remove Hello, and set C# version to 7.3.</a:t>
            </a:r>
          </a:p>
          <a:p>
            <a:r>
              <a:rPr lang="en-US" sz="2200" dirty="0" smtClean="0"/>
              <a:t>Error CS8370: Feature '</a:t>
            </a:r>
            <a:br>
              <a:rPr lang="en-US" sz="2200" dirty="0" smtClean="0"/>
            </a:br>
            <a:r>
              <a:rPr lang="en-US" sz="2200" dirty="0" smtClean="0"/>
              <a:t>using declarations' is not available in C# 7.3</a:t>
            </a:r>
          </a:p>
          <a:p>
            <a:r>
              <a:rPr lang="en-US" sz="2200" dirty="0" smtClean="0"/>
              <a:t>The DotNetVersion.API should call the Azure Open AI API and provide the same features as the Node.js project.</a:t>
            </a:r>
          </a:p>
          <a:p>
            <a:r>
              <a:rPr lang="en-US" sz="2200" dirty="0" smtClean="0"/>
              <a:t>error CS0656: Missing compiler required member '</a:t>
            </a:r>
            <a:r>
              <a:rPr lang="en-US" sz="2200" dirty="0" err="1" smtClean="0"/>
              <a:t>Microsoft.CSharp.RuntimeBinder.CSharpArgumentInfo.Create</a:t>
            </a:r>
            <a:r>
              <a:rPr lang="en-US" sz="2200" dirty="0" smtClean="0"/>
              <a:t>'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2. Fix </a:t>
            </a:r>
            <a:r>
              <a:rPr lang="en-US" sz="4200" dirty="0" err="1" smtClean="0"/>
              <a:t>Enviroment</a:t>
            </a:r>
            <a:r>
              <a:rPr lang="en-US" sz="4200" dirty="0" smtClean="0"/>
              <a:t> Issues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Error: Azure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environment variables are not set.</a:t>
            </a:r>
          </a:p>
          <a:p>
            <a:r>
              <a:rPr lang="en-US" sz="2400" dirty="0" smtClean="0"/>
              <a:t>Create a Windows batch script that sets credentials, and update the code to use environment variables for storing secrets.</a:t>
            </a:r>
          </a:p>
          <a:p>
            <a:r>
              <a:rPr lang="en-US" sz="2400" dirty="0" smtClean="0"/>
              <a:t>Add debug code to the GET http://localhost:5000/api/openai/rewrite endpoint to display the credentials.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Fix Readme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Update readme for building and running the project. Assume that </a:t>
            </a:r>
            <a:r>
              <a:rPr lang="en-US" sz="2400" dirty="0" err="1" smtClean="0"/>
              <a:t>msbuild</a:t>
            </a:r>
            <a:r>
              <a:rPr lang="en-US" sz="2400" dirty="0" smtClean="0"/>
              <a:t> locates at "C:\Program Files\Microsoft Visual Studio\2022\Professional\</a:t>
            </a:r>
            <a:r>
              <a:rPr lang="en-US" sz="2400" dirty="0" err="1" smtClean="0"/>
              <a:t>MSBuild</a:t>
            </a:r>
            <a:r>
              <a:rPr lang="en-US" sz="2400" dirty="0" smtClean="0"/>
              <a:t>\Current\Bin\MSBuild.exe"</a:t>
            </a:r>
          </a:p>
          <a:p>
            <a:r>
              <a:rPr lang="en-US" sz="2400" dirty="0" smtClean="0"/>
              <a:t>Use </a:t>
            </a:r>
            <a:r>
              <a:rPr lang="en-US" sz="2400" dirty="0" err="1" smtClean="0"/>
              <a:t>cmd</a:t>
            </a:r>
            <a:r>
              <a:rPr lang="en-US" sz="2400" dirty="0" smtClean="0"/>
              <a:t> instead of </a:t>
            </a:r>
            <a:r>
              <a:rPr lang="en-US" sz="2400" dirty="0" err="1" smtClean="0"/>
              <a:t>powersell</a:t>
            </a:r>
            <a:r>
              <a:rPr lang="en-US" sz="2400" dirty="0" smtClean="0"/>
              <a:t>. Ensure the set-openai-env.bat is used.</a:t>
            </a:r>
          </a:p>
          <a:p>
            <a:r>
              <a:rPr lang="en-US" sz="2400" dirty="0" smtClean="0"/>
              <a:t>Assume that </a:t>
            </a:r>
            <a:r>
              <a:rPr lang="en-US" sz="2400" dirty="0" err="1" smtClean="0"/>
              <a:t>DotNetVersion</a:t>
            </a:r>
            <a:r>
              <a:rPr lang="en-US" sz="2400" dirty="0" smtClean="0"/>
              <a:t> is the root and current folder.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Generate Documentation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Generate documentation comments for the </a:t>
            </a:r>
            <a:r>
              <a:rPr lang="en-US" sz="2400" dirty="0" err="1" smtClean="0"/>
              <a:t>AzureOpenAIService.cs</a:t>
            </a:r>
            <a:r>
              <a:rPr lang="en-US" sz="2400" dirty="0" smtClean="0"/>
              <a:t> file.</a:t>
            </a:r>
          </a:p>
          <a:p>
            <a:r>
              <a:rPr lang="en-US" sz="2400" dirty="0" smtClean="0"/>
              <a:t>Remove all documentation comments from the </a:t>
            </a:r>
            <a:r>
              <a:rPr lang="en-US" sz="2400" dirty="0" err="1" smtClean="0"/>
              <a:t>AzureOpenAIService.cs</a:t>
            </a:r>
            <a:r>
              <a:rPr lang="en-US" sz="2400" dirty="0" smtClean="0"/>
              <a:t> file.</a:t>
            </a:r>
          </a:p>
          <a:p>
            <a:r>
              <a:rPr lang="en-US" sz="2400" dirty="0" smtClean="0"/>
              <a:t>Update all variable names in the </a:t>
            </a:r>
            <a:r>
              <a:rPr lang="en-US" sz="2400" dirty="0" err="1" smtClean="0"/>
              <a:t>AzureOpenAIService.cs</a:t>
            </a:r>
            <a:r>
              <a:rPr lang="en-US" sz="2400" dirty="0" smtClean="0"/>
              <a:t> file to follow </a:t>
            </a:r>
            <a:r>
              <a:rPr lang="en-US" sz="2400" dirty="0" err="1" smtClean="0"/>
              <a:t>camelCase</a:t>
            </a:r>
            <a:r>
              <a:rPr lang="en-US" sz="2400" dirty="0" smtClean="0"/>
              <a:t> naming convention.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5. Create Unit Tests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Write </a:t>
            </a:r>
            <a:r>
              <a:rPr lang="en-US" sz="2000" dirty="0" err="1" smtClean="0"/>
              <a:t>NUnit</a:t>
            </a:r>
            <a:r>
              <a:rPr lang="en-US" sz="2000" dirty="0" smtClean="0"/>
              <a:t> unit tests for the </a:t>
            </a:r>
            <a:r>
              <a:rPr lang="en-US" sz="2000" dirty="0" err="1" smtClean="0"/>
              <a:t>AzureOpenAIService.cs</a:t>
            </a:r>
            <a:r>
              <a:rPr lang="en-US" sz="2000" dirty="0" smtClean="0"/>
              <a:t> class.</a:t>
            </a:r>
          </a:p>
          <a:p>
            <a:r>
              <a:rPr lang="en-US" sz="2000" dirty="0" smtClean="0"/>
              <a:t>Set the Unit Test project to target .NET Framework 4.8.1, and use </a:t>
            </a:r>
            <a:r>
              <a:rPr lang="en-US" sz="2000" dirty="0" err="1" smtClean="0"/>
              <a:t>NUnit</a:t>
            </a:r>
            <a:r>
              <a:rPr lang="en-US" sz="2000" dirty="0" smtClean="0"/>
              <a:t> version 2.4.0.2.</a:t>
            </a:r>
          </a:p>
          <a:p>
            <a:r>
              <a:rPr lang="en-US" sz="2000" dirty="0" smtClean="0"/>
              <a:t>Eliminate the dependency on NUnit2TestAdapter.</a:t>
            </a:r>
          </a:p>
          <a:p>
            <a:r>
              <a:rPr lang="en-US" sz="2000" dirty="0" smtClean="0"/>
              <a:t>Update all variable names in the </a:t>
            </a:r>
            <a:r>
              <a:rPr lang="en-US" sz="2000" dirty="0" err="1" smtClean="0"/>
              <a:t>AzureOpenAIServiceTests.cs</a:t>
            </a:r>
            <a:r>
              <a:rPr lang="en-US" sz="2000" dirty="0" smtClean="0"/>
              <a:t> file to follow </a:t>
            </a:r>
            <a:r>
              <a:rPr lang="en-US" sz="2000" dirty="0" err="1" smtClean="0"/>
              <a:t>camelCase</a:t>
            </a:r>
            <a:r>
              <a:rPr lang="en-US" sz="2000" dirty="0" smtClean="0"/>
              <a:t> naming convention.</a:t>
            </a:r>
          </a:p>
          <a:p>
            <a:r>
              <a:rPr lang="en-US" sz="2000" dirty="0" smtClean="0"/>
              <a:t>Update </a:t>
            </a:r>
            <a:r>
              <a:rPr lang="en-US" sz="2000" dirty="0" err="1" smtClean="0"/>
              <a:t>AzureOpenAIServiceTests.cs</a:t>
            </a:r>
            <a:r>
              <a:rPr lang="en-US" sz="2000" dirty="0" smtClean="0"/>
              <a:t> to use </a:t>
            </a:r>
            <a:r>
              <a:rPr lang="en-US" sz="2000" dirty="0" err="1" smtClean="0"/>
              <a:t>NUnit</a:t>
            </a:r>
            <a:r>
              <a:rPr lang="en-US" sz="2000" dirty="0" smtClean="0"/>
              <a:t> version 2.4.0.2.</a:t>
            </a:r>
          </a:p>
          <a:p>
            <a:r>
              <a:rPr lang="en-US" sz="2000" dirty="0" smtClean="0"/>
              <a:t>Remove the stub and use actual HTTP requests in the test code.</a:t>
            </a:r>
          </a:p>
          <a:p>
            <a:r>
              <a:rPr lang="en-US" sz="2000" dirty="0" err="1" smtClean="0"/>
              <a:t>System.Net.WebException</a:t>
            </a:r>
            <a:r>
              <a:rPr lang="en-US" sz="2000" dirty="0" smtClean="0"/>
              <a:t> : The underlying connection was closed: An unexpected error occurred on a receive.</a:t>
            </a:r>
          </a:p>
          <a:p>
            <a:r>
              <a:rPr lang="en-US" sz="2000" dirty="0" smtClean="0"/>
              <a:t>Update build-and-run-unit-tests.bat to execute the unit tests, assuming the </a:t>
            </a:r>
            <a:r>
              <a:rPr lang="en-US" sz="2000" dirty="0" err="1" smtClean="0"/>
              <a:t>NUnit</a:t>
            </a:r>
            <a:r>
              <a:rPr lang="en-US" sz="2000" dirty="0" smtClean="0"/>
              <a:t> root directory is located at 'C:\Program Files (x86)\NUnit-2.7.1\bin'.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6. Create </a:t>
            </a:r>
            <a:r>
              <a:rPr lang="en-US" sz="4200" dirty="0" err="1" smtClean="0"/>
              <a:t>Dockerfile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Please ask me questions to help generate a </a:t>
            </a:r>
            <a:r>
              <a:rPr lang="en-US" sz="2400" dirty="0" err="1" smtClean="0"/>
              <a:t>Dockerfile</a:t>
            </a:r>
            <a:r>
              <a:rPr lang="en-US" sz="2400" dirty="0" smtClean="0"/>
              <a:t> for the backend.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10276</TotalTime>
  <Words>836</Words>
  <Application>Microsoft Office PowerPoint</Application>
  <PresentationFormat>On-screen Show (4:3)</PresentationFormat>
  <Paragraphs>84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Cursor</vt:lpstr>
      <vt:lpstr>Objectives</vt:lpstr>
      <vt:lpstr>Contents</vt:lpstr>
      <vt:lpstr>References</vt:lpstr>
      <vt:lpstr>1. Install Cursor</vt:lpstr>
      <vt:lpstr>2. Log in Cursor to Enable AI</vt:lpstr>
      <vt:lpstr>3. Configure Privacy</vt:lpstr>
      <vt:lpstr>4. Open an Empty Folder</vt:lpstr>
      <vt:lpstr>5. Select Model</vt:lpstr>
      <vt:lpstr>6. Create Hello World (LLM Client)</vt:lpstr>
      <vt:lpstr>7. Confirm Action</vt:lpstr>
      <vt:lpstr>Slide 12</vt:lpstr>
      <vt:lpstr>1. Make a Change</vt:lpstr>
      <vt:lpstr>2. Refining UI Layouts</vt:lpstr>
      <vt:lpstr>3. Adjust UI Colors</vt:lpstr>
      <vt:lpstr>4. Round the Box Corners</vt:lpstr>
      <vt:lpstr>5. Add a Clear Content Button</vt:lpstr>
      <vt:lpstr>Slide 18</vt:lpstr>
      <vt:lpstr>1. Convert the Project to .NET Stack</vt:lpstr>
      <vt:lpstr>2. Fix Enviroment Issues</vt:lpstr>
      <vt:lpstr>3. Fix Readme</vt:lpstr>
      <vt:lpstr>4. Generate Documentation</vt:lpstr>
      <vt:lpstr>5. Create Unit Tests</vt:lpstr>
      <vt:lpstr>6. Create Dockerfile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3722</cp:revision>
  <dcterms:created xsi:type="dcterms:W3CDTF">2007-10-06T08:25:13Z</dcterms:created>
  <dcterms:modified xsi:type="dcterms:W3CDTF">2026-05-03T17:32:31Z</dcterms:modified>
</cp:coreProperties>
</file>