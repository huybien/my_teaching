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notesMasterIdLst>
    <p:notesMasterId r:id="rId8"/>
  </p:notesMasterIdLst>
  <p:handoutMasterIdLst>
    <p:handoutMasterId r:id="rId9"/>
  </p:handoutMasterIdLst>
  <p:sldIdLst>
    <p:sldId id="256" r:id="rId2"/>
    <p:sldId id="431" r:id="rId3"/>
    <p:sldId id="603" r:id="rId4"/>
    <p:sldId id="423" r:id="rId5"/>
    <p:sldId id="669" r:id="rId6"/>
    <p:sldId id="343" r:id="rId7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CCFF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2434" autoAdjust="0"/>
    <p:restoredTop sz="94667" autoAdjust="0"/>
  </p:normalViewPr>
  <p:slideViewPr>
    <p:cSldViewPr>
      <p:cViewPr>
        <p:scale>
          <a:sx n="50" d="100"/>
          <a:sy n="50" d="100"/>
        </p:scale>
        <p:origin x="-1480" y="-40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46014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276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0D0DBAB-D1C9-4D1B-A41F-EB0AC0278643}" type="datetimeFigureOut">
              <a:rPr lang="en-US" smtClean="0"/>
              <a:pPr/>
              <a:t>3/7/2026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36056FB-ACC3-4B45-A768-F167A538151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85C7060-FA44-42F0-8808-1D08F5DA2F41}" type="datetimeFigureOut">
              <a:rPr lang="en-US" smtClean="0"/>
              <a:pPr/>
              <a:t>3/7/2026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2E0EE6-BA34-4C45-82C4-9F1F3A459FAE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E670EC-EF90-4A84-9798-83F1F2DBB460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21B9AD-E267-41B8-AFB9-F339B3C6A571}" type="datetimeFigureOut">
              <a:rPr lang="en-US"/>
              <a:pPr>
                <a:defRPr/>
              </a:pPr>
              <a:t>3/7/2026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2FAA6B-5534-44A2-AEB6-C3AA6AD1372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3B7B48-E476-4875-A0CA-B0673732DFDD}" type="datetimeFigureOut">
              <a:rPr lang="en-US"/>
              <a:pPr>
                <a:defRPr/>
              </a:pPr>
              <a:t>3/7/2026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0A623A-42AC-4D11-AF54-DB15196F08D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F0A2C2-9A3C-44C4-9D1F-47B44EB3EF12}" type="datetimeFigureOut">
              <a:rPr lang="en-US"/>
              <a:pPr>
                <a:defRPr/>
              </a:pPr>
              <a:t>3/7/2026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38AB1B-E996-4ECC-822F-4BC1227516D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352965-9852-4C5D-9CFD-AA7D7C51A3F1}" type="datetimeFigureOut">
              <a:rPr lang="en-US"/>
              <a:pPr>
                <a:defRPr/>
              </a:pPr>
              <a:t>3/7/2026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6D760F-B2EC-4EEB-B282-45333B11576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ABA97A-E8D3-4153-8AD9-0AC754381ACA}" type="datetimeFigureOut">
              <a:rPr lang="en-US"/>
              <a:pPr>
                <a:defRPr/>
              </a:pPr>
              <a:t>3/7/2026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6E96F6-D03D-4FB0-942F-6504F81FF6F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F1E0C7-1AF5-43CF-B84A-415948674BE8}" type="datetimeFigureOut">
              <a:rPr lang="en-US"/>
              <a:pPr>
                <a:defRPr/>
              </a:pPr>
              <a:t>3/7/2026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0B45132-88B8-4DDF-85A7-99B030F49BC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F2F585-6AB3-4A98-8C00-3FB0F428366B}" type="datetimeFigureOut">
              <a:rPr lang="en-US"/>
              <a:pPr>
                <a:defRPr/>
              </a:pPr>
              <a:t>3/7/2026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DEE648-0B22-4684-A888-DEB1CE6260B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55A04C-D082-4B30-8565-236556BDD91C}" type="datetimeFigureOut">
              <a:rPr lang="en-US"/>
              <a:pPr>
                <a:defRPr/>
              </a:pPr>
              <a:t>3/7/2026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D6D829-2DC4-4B7D-B12C-FDD216EF07F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43085A-46E4-429D-86C3-B3CDAC36DAFB}" type="datetimeFigureOut">
              <a:rPr lang="en-US"/>
              <a:pPr>
                <a:defRPr/>
              </a:pPr>
              <a:t>3/7/2026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7732C7-0A09-4095-98E8-F693C2579E3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0270D8-9F80-4CBC-9EEB-40BF8E1F9541}" type="datetimeFigureOut">
              <a:rPr lang="en-US"/>
              <a:pPr>
                <a:defRPr/>
              </a:pPr>
              <a:t>3/7/2026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6B142B-9F3F-466D-9D5E-77E7230DF7F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44C27D-6266-4BC5-9F9E-701F440BBF98}" type="datetimeFigureOut">
              <a:rPr lang="en-US"/>
              <a:pPr>
                <a:defRPr/>
              </a:pPr>
              <a:t>3/7/2026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EC74873-7D28-4297-9E3C-7A8D1F19C83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3A4E31BE-3B20-405B-8063-BB6777AF4DB8}" type="datetimeFigureOut">
              <a:rPr lang="en-US"/>
              <a:pPr>
                <a:defRPr/>
              </a:pPr>
              <a:t>3/7/2026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69667343-960E-49C7-A8DE-9C4E4237023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nhbien@fit.hcmus.edu.vn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graphite.com/docs/install-the-cli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ctrTitle"/>
          </p:nvPr>
        </p:nvSpPr>
        <p:spPr>
          <a:xfrm>
            <a:off x="304800" y="2130425"/>
            <a:ext cx="8534400" cy="1470025"/>
          </a:xfrm>
        </p:spPr>
        <p:txBody>
          <a:bodyPr/>
          <a:lstStyle/>
          <a:p>
            <a:pPr eaLnBrk="1" hangingPunct="1"/>
            <a:r>
              <a:rPr lang="en-US" sz="6000" dirty="0" smtClean="0"/>
              <a:t>Code Review</a:t>
            </a:r>
            <a:endParaRPr lang="en-US" sz="6000" dirty="0" smtClean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rtlCol="0">
            <a:normAutofit fontScale="40000" lnSpcReduction="2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5400" dirty="0" smtClean="0"/>
              <a:t>Lecturer: Ngo Huy Bien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Software Engineering Department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Faculty of Information Technology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VNUHCM - University of Science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Ho Chi Minh City, Vietnam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>
                <a:hlinkClick r:id="rId2"/>
              </a:rPr>
              <a:t>nhbien@fit.hcmus.edu.vn</a:t>
            </a:r>
            <a:endParaRPr lang="en-US" sz="44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Objectives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828800"/>
            <a:ext cx="5334000" cy="3886200"/>
          </a:xfrm>
        </p:spPr>
        <p:txBody>
          <a:bodyPr/>
          <a:lstStyle/>
          <a:p>
            <a:pPr>
              <a:buFont typeface="Wingdings" pitchFamily="2" charset="2"/>
              <a:buChar char="Ø"/>
            </a:pPr>
            <a:endParaRPr lang="en-US" sz="2400" dirty="0" smtClean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19800" y="1828800"/>
            <a:ext cx="2762250" cy="2114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477000" y="2438400"/>
            <a:ext cx="2390775" cy="2390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6096000" cy="4525963"/>
          </a:xfrm>
        </p:spPr>
        <p:txBody>
          <a:bodyPr/>
          <a:lstStyle/>
          <a:p>
            <a:pPr marL="571500" indent="-571500">
              <a:buFont typeface="+mj-lt"/>
              <a:buAutoNum type="romanUcPeriod"/>
            </a:pPr>
            <a:endParaRPr lang="en-US" sz="2400" dirty="0" smtClean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References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5867400" cy="4724400"/>
          </a:xfrm>
        </p:spPr>
        <p:txBody>
          <a:bodyPr/>
          <a:lstStyle/>
          <a:p>
            <a:pPr marL="457200" indent="-457200">
              <a:buFont typeface="+mj-lt"/>
              <a:buAutoNum type="arabicPeriod"/>
            </a:pPr>
            <a:endParaRPr lang="en-US" sz="2400" dirty="0" smtClean="0">
              <a:cs typeface="Calibri" pitchFamily="34" charset="0"/>
            </a:endParaRPr>
          </a:p>
        </p:txBody>
      </p:sp>
      <p:pic>
        <p:nvPicPr>
          <p:cNvPr id="4" name="Picture 4" descr="http://2.bp.blogspot.com/-FqRM_5NQE6Q/TaSdzyWfvtI/AAAAAAAAAFg/C_2LDJWJOx4/s1600/books-pile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248400" y="1676400"/>
            <a:ext cx="2724150" cy="413385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1. Install Graphite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hlinkClick r:id="rId2"/>
              </a:rPr>
              <a:t>https://graphite.com/docs/install-the-cli</a:t>
            </a:r>
            <a:endParaRPr lang="en-US" dirty="0" smtClean="0"/>
          </a:p>
          <a:p>
            <a:r>
              <a:rPr lang="en-US" dirty="0" smtClean="0"/>
              <a:t>Create, review, and merge stacked pull requests with Graphite.</a:t>
            </a:r>
          </a:p>
          <a:p>
            <a:r>
              <a:rPr lang="en-US" dirty="0" err="1" smtClean="0"/>
              <a:t>npm</a:t>
            </a:r>
            <a:r>
              <a:rPr lang="en-US" dirty="0" smtClean="0"/>
              <a:t> install -g @</a:t>
            </a:r>
            <a:r>
              <a:rPr lang="en-US" dirty="0" err="1" smtClean="0"/>
              <a:t>withgraphite</a:t>
            </a:r>
            <a:r>
              <a:rPr lang="en-US" dirty="0" smtClean="0"/>
              <a:t>/graphite-</a:t>
            </a:r>
            <a:r>
              <a:rPr lang="en-US" dirty="0" err="1" smtClean="0"/>
              <a:t>cli@stable</a:t>
            </a:r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Thank You &amp; See You Again</a:t>
            </a:r>
          </a:p>
        </p:txBody>
      </p:sp>
      <p:pic>
        <p:nvPicPr>
          <p:cNvPr id="5" name="Content Placeholder 4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1143000" y="1676400"/>
            <a:ext cx="6810375" cy="4525963"/>
          </a:xfr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11000</TotalTime>
  <Words>61</Words>
  <Application>Microsoft Office PowerPoint</Application>
  <PresentationFormat>On-screen Show (4:3)</PresentationFormat>
  <Paragraphs>16</Paragraphs>
  <Slides>6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Office Theme</vt:lpstr>
      <vt:lpstr>Code Review</vt:lpstr>
      <vt:lpstr>Objectives</vt:lpstr>
      <vt:lpstr>Contents</vt:lpstr>
      <vt:lpstr>References</vt:lpstr>
      <vt:lpstr>1. Install Graphite</vt:lpstr>
      <vt:lpstr>Thank You &amp; See You Again</vt:lpstr>
    </vt:vector>
  </TitlesOfParts>
  <Company>HuyBien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NgoHuyBien</dc:creator>
  <cp:lastModifiedBy>Ngo Huy Bien</cp:lastModifiedBy>
  <cp:revision>4741</cp:revision>
  <dcterms:created xsi:type="dcterms:W3CDTF">2007-10-06T08:25:13Z</dcterms:created>
  <dcterms:modified xsi:type="dcterms:W3CDTF">2026-03-06T19:18:24Z</dcterms:modified>
</cp:coreProperties>
</file>