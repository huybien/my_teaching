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8"/>
  </p:notesMasterIdLst>
  <p:sldIdLst>
    <p:sldId id="424" r:id="rId2"/>
    <p:sldId id="425" r:id="rId3"/>
    <p:sldId id="426" r:id="rId4"/>
    <p:sldId id="427" r:id="rId5"/>
    <p:sldId id="428" r:id="rId6"/>
    <p:sldId id="348" r:id="rId7"/>
    <p:sldId id="439" r:id="rId8"/>
    <p:sldId id="440" r:id="rId9"/>
    <p:sldId id="429" r:id="rId10"/>
    <p:sldId id="364" r:id="rId11"/>
    <p:sldId id="430" r:id="rId12"/>
    <p:sldId id="431" r:id="rId13"/>
    <p:sldId id="400" r:id="rId14"/>
    <p:sldId id="432" r:id="rId15"/>
    <p:sldId id="449" r:id="rId16"/>
    <p:sldId id="451" r:id="rId17"/>
    <p:sldId id="452" r:id="rId18"/>
    <p:sldId id="441" r:id="rId19"/>
    <p:sldId id="442" r:id="rId20"/>
    <p:sldId id="443" r:id="rId21"/>
    <p:sldId id="448" r:id="rId22"/>
    <p:sldId id="446" r:id="rId23"/>
    <p:sldId id="436" r:id="rId24"/>
    <p:sldId id="447" r:id="rId25"/>
    <p:sldId id="437" r:id="rId26"/>
    <p:sldId id="438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6" autoAdjust="0"/>
    <p:restoredTop sz="94667" autoAdjust="0"/>
  </p:normalViewPr>
  <p:slideViewPr>
    <p:cSldViewPr>
      <p:cViewPr>
        <p:scale>
          <a:sx n="60" d="100"/>
          <a:sy n="60" d="100"/>
        </p:scale>
        <p:origin x="-1188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3/5/2020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://bit.ly/2POase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4800" dirty="0" err="1" smtClean="0"/>
              <a:t>Giới</a:t>
            </a:r>
            <a:r>
              <a:rPr lang="en-US" sz="4800" dirty="0" smtClean="0"/>
              <a:t> </a:t>
            </a:r>
            <a:r>
              <a:rPr lang="en-US" sz="4800" dirty="0" err="1" smtClean="0"/>
              <a:t>thiệu</a:t>
            </a:r>
            <a:r>
              <a:rPr lang="en-US" sz="4800" dirty="0" smtClean="0"/>
              <a:t> </a:t>
            </a:r>
            <a:r>
              <a:rPr lang="en-US" sz="4800" dirty="0" err="1" smtClean="0"/>
              <a:t>môn</a:t>
            </a:r>
            <a:r>
              <a:rPr lang="en-US" sz="4800" dirty="0" smtClean="0"/>
              <a:t> </a:t>
            </a:r>
            <a:r>
              <a:rPr lang="en-US" sz="4800" dirty="0" err="1" smtClean="0"/>
              <a:t>học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Nhập</a:t>
            </a:r>
            <a:r>
              <a:rPr lang="en-US" sz="4800" dirty="0" smtClean="0"/>
              <a:t> </a:t>
            </a:r>
            <a:r>
              <a:rPr lang="en-US" sz="4800" dirty="0" err="1" smtClean="0"/>
              <a:t>môn</a:t>
            </a:r>
            <a:r>
              <a:rPr lang="en-US" sz="4800" dirty="0" smtClean="0"/>
              <a:t> </a:t>
            </a:r>
            <a:r>
              <a:rPr lang="en-US" sz="4800" dirty="0" err="1" smtClean="0"/>
              <a:t>Công</a:t>
            </a:r>
            <a:r>
              <a:rPr lang="en-US" sz="4800" dirty="0" smtClean="0"/>
              <a:t> </a:t>
            </a:r>
            <a:r>
              <a:rPr lang="en-US" sz="4800" dirty="0" err="1" smtClean="0"/>
              <a:t>nghệ</a:t>
            </a:r>
            <a:r>
              <a:rPr lang="en-US" sz="4800" dirty="0" smtClean="0"/>
              <a:t> </a:t>
            </a:r>
            <a:r>
              <a:rPr lang="en-US" sz="4800" dirty="0" err="1" smtClean="0"/>
              <a:t>phần</a:t>
            </a:r>
            <a:r>
              <a:rPr lang="en-US" sz="4800" dirty="0" smtClean="0"/>
              <a:t> </a:t>
            </a:r>
            <a:r>
              <a:rPr lang="en-US" sz="4800" dirty="0" err="1" smtClean="0"/>
              <a:t>mềm</a:t>
            </a:r>
            <a:endParaRPr lang="en-US" sz="48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err="1" smtClean="0"/>
              <a:t>Giảng</a:t>
            </a:r>
            <a:r>
              <a:rPr lang="en-US" sz="5400" dirty="0" smtClean="0"/>
              <a:t> </a:t>
            </a:r>
            <a:r>
              <a:rPr lang="en-US" sz="5400" dirty="0" err="1" smtClean="0"/>
              <a:t>Viên</a:t>
            </a:r>
            <a:r>
              <a:rPr lang="en-US" sz="5400" dirty="0" smtClean="0"/>
              <a:t>: </a:t>
            </a:r>
            <a:r>
              <a:rPr lang="en-US" sz="5400" dirty="0" err="1" smtClean="0"/>
              <a:t>Ngô</a:t>
            </a:r>
            <a:r>
              <a:rPr lang="en-US" sz="5400" dirty="0" smtClean="0"/>
              <a:t> Huy </a:t>
            </a:r>
            <a:r>
              <a:rPr lang="en-US" sz="5400" dirty="0" err="1" smtClean="0"/>
              <a:t>Biên</a:t>
            </a:r>
            <a:endParaRPr lang="en-US" sz="5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Bộ</a:t>
            </a:r>
            <a:r>
              <a:rPr lang="en-US" sz="4400" dirty="0" smtClean="0"/>
              <a:t> </a:t>
            </a:r>
            <a:r>
              <a:rPr lang="en-US" sz="4400" dirty="0" err="1" smtClean="0"/>
              <a:t>Môn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Phần</a:t>
            </a:r>
            <a:r>
              <a:rPr lang="en-US" sz="4400" dirty="0" smtClean="0"/>
              <a:t> </a:t>
            </a:r>
            <a:r>
              <a:rPr lang="en-US" sz="4400" dirty="0" err="1" smtClean="0"/>
              <a:t>Mềm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Thông</a:t>
            </a:r>
            <a:r>
              <a:rPr lang="en-US" sz="4400" dirty="0" smtClean="0"/>
              <a:t> Tin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Trường</a:t>
            </a:r>
            <a:r>
              <a:rPr lang="en-US" sz="4400" dirty="0" smtClean="0"/>
              <a:t> </a:t>
            </a: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Tự</a:t>
            </a:r>
            <a:r>
              <a:rPr lang="en-US" sz="4400" dirty="0" smtClean="0"/>
              <a:t> </a:t>
            </a:r>
            <a:r>
              <a:rPr lang="en-US" sz="4400" dirty="0" err="1" smtClean="0"/>
              <a:t>Nhiên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Quốc</a:t>
            </a:r>
            <a:r>
              <a:rPr lang="en-US" sz="4400" dirty="0" smtClean="0"/>
              <a:t> </a:t>
            </a:r>
            <a:r>
              <a:rPr lang="en-US" sz="4400" dirty="0" err="1" smtClean="0"/>
              <a:t>Gia</a:t>
            </a:r>
            <a:r>
              <a:rPr lang="en-US" sz="4400" dirty="0" smtClean="0"/>
              <a:t> </a:t>
            </a:r>
            <a:r>
              <a:rPr lang="en-US" sz="4400" dirty="0" err="1" smtClean="0"/>
              <a:t>Thành</a:t>
            </a:r>
            <a:r>
              <a:rPr lang="en-US" sz="4400" dirty="0" smtClean="0"/>
              <a:t> </a:t>
            </a:r>
            <a:r>
              <a:rPr lang="en-US" sz="4400" dirty="0" err="1" smtClean="0"/>
              <a:t>Phố</a:t>
            </a:r>
            <a:r>
              <a:rPr lang="en-US" sz="4400" dirty="0" smtClean="0"/>
              <a:t> </a:t>
            </a:r>
            <a:r>
              <a:rPr lang="en-US" sz="4400" dirty="0" err="1" smtClean="0"/>
              <a:t>Hồ</a:t>
            </a:r>
            <a:r>
              <a:rPr lang="en-US" sz="4400" dirty="0" smtClean="0"/>
              <a:t> </a:t>
            </a:r>
            <a:r>
              <a:rPr lang="en-US" sz="4400" dirty="0" err="1" smtClean="0"/>
              <a:t>Chí</a:t>
            </a:r>
            <a:r>
              <a:rPr lang="en-US" sz="4400" dirty="0" smtClean="0"/>
              <a:t> Minh, </a:t>
            </a:r>
            <a:r>
              <a:rPr lang="en-US" sz="4400" dirty="0" err="1" smtClean="0"/>
              <a:t>Việt</a:t>
            </a:r>
            <a:r>
              <a:rPr lang="en-US" sz="4400" dirty="0" smtClean="0"/>
              <a:t> 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GV,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T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S,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Khoa Công nghệ thông tin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ĐH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Khoa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TP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Chí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Minh.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3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strike="sngStrike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điện thoại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strike="sngStrike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strike="sngStrike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Lịch làm việc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năm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từ 1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30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đến 17h30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phòng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I82, B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ộ môn Công nghệ phần 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(I82)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Quyết</a:t>
            </a:r>
            <a:r>
              <a:rPr lang="en-US" sz="2600" dirty="0" smtClean="0"/>
              <a:t> </a:t>
            </a:r>
            <a:r>
              <a:rPr lang="en-US" sz="2600" dirty="0" err="1" smtClean="0"/>
              <a:t>định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nên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đăng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ký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Xác</a:t>
            </a:r>
            <a:r>
              <a:rPr lang="en-US" sz="2600" dirty="0" smtClean="0"/>
              <a:t> </a:t>
            </a:r>
            <a:r>
              <a:rPr lang="en-US" sz="2600" dirty="0" err="1" smtClean="0"/>
              <a:t>định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nhóm</a:t>
            </a:r>
            <a:r>
              <a:rPr lang="en-US" sz="2600" dirty="0" smtClean="0"/>
              <a:t> </a:t>
            </a:r>
            <a:r>
              <a:rPr lang="en-US" sz="2600" dirty="0" err="1" smtClean="0"/>
              <a:t>thực</a:t>
            </a:r>
            <a:r>
              <a:rPr lang="en-US" sz="2600" dirty="0" smtClean="0"/>
              <a:t> </a:t>
            </a:r>
            <a:r>
              <a:rPr lang="en-US" sz="2600" dirty="0" err="1" smtClean="0"/>
              <a:t>hiện</a:t>
            </a:r>
            <a:r>
              <a:rPr lang="en-US" sz="2600" dirty="0" smtClean="0"/>
              <a:t> </a:t>
            </a:r>
            <a:r>
              <a:rPr lang="en-US" sz="2600" dirty="0" err="1" smtClean="0"/>
              <a:t>đồ</a:t>
            </a:r>
            <a:r>
              <a:rPr lang="en-US" sz="2600" dirty="0" smtClean="0"/>
              <a:t> </a:t>
            </a:r>
            <a:r>
              <a:rPr lang="en-US" sz="2600" dirty="0" err="1" smtClean="0"/>
              <a:t>án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Ước</a:t>
            </a:r>
            <a:r>
              <a:rPr lang="en-US" sz="2600" dirty="0" smtClean="0"/>
              <a:t> </a:t>
            </a:r>
            <a:r>
              <a:rPr lang="en-US" sz="2600" dirty="0" err="1" smtClean="0"/>
              <a:t>lượng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số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điểm</a:t>
            </a:r>
            <a:r>
              <a:rPr lang="en-US" sz="2600" dirty="0" smtClean="0"/>
              <a:t> </a:t>
            </a:r>
            <a:r>
              <a:rPr lang="en-US" sz="2600" dirty="0" err="1" smtClean="0"/>
              <a:t>dự</a:t>
            </a:r>
            <a:r>
              <a:rPr lang="en-US" sz="2600" dirty="0" smtClean="0"/>
              <a:t> </a:t>
            </a:r>
            <a:r>
              <a:rPr lang="en-US" sz="2600" dirty="0" err="1" smtClean="0"/>
              <a:t>kiến</a:t>
            </a:r>
            <a:r>
              <a:rPr lang="en-US" sz="2600" dirty="0" smtClean="0"/>
              <a:t> </a:t>
            </a:r>
            <a:r>
              <a:rPr lang="en-US" sz="2600" dirty="0" err="1" smtClean="0"/>
              <a:t>sẽ</a:t>
            </a:r>
            <a:r>
              <a:rPr lang="en-US" sz="2600" dirty="0" smtClean="0"/>
              <a:t> </a:t>
            </a:r>
            <a:r>
              <a:rPr lang="en-US" sz="2600" dirty="0" err="1" smtClean="0"/>
              <a:t>đạt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cho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Đối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tượng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r>
              <a:rPr lang="en-US" sz="2800" dirty="0" err="1" smtClean="0"/>
              <a:t>Mục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r>
              <a:rPr lang="en-US" sz="2800" dirty="0" err="1" smtClean="0"/>
              <a:t>Nội</a:t>
            </a:r>
            <a:r>
              <a:rPr lang="en-US" sz="2800" dirty="0" smtClean="0"/>
              <a:t> dung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Đánh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giá</a:t>
            </a:r>
            <a:r>
              <a:rPr lang="en-US" sz="2800" dirty="0" smtClean="0"/>
              <a:t> </a:t>
            </a:r>
            <a:r>
              <a:rPr lang="en-US" sz="2800" dirty="0" err="1" smtClean="0"/>
              <a:t>kết</a:t>
            </a:r>
            <a:r>
              <a:rPr lang="en-US" sz="2800" dirty="0" smtClean="0"/>
              <a:t> </a:t>
            </a:r>
            <a:r>
              <a:rPr lang="en-US" sz="2800" dirty="0" err="1" smtClean="0"/>
              <a:t>quả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r>
              <a:rPr lang="en-US" sz="2800" dirty="0" smtClean="0"/>
              <a:t> </a:t>
            </a:r>
            <a:r>
              <a:rPr lang="en-US" sz="2800" dirty="0" err="1" smtClean="0"/>
              <a:t>tập</a:t>
            </a:r>
            <a:endParaRPr lang="en-US" sz="2800" dirty="0" smtClean="0"/>
          </a:p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Phương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pháp</a:t>
            </a:r>
            <a:r>
              <a:rPr lang="en-US" sz="2800" dirty="0" smtClean="0"/>
              <a:t> </a:t>
            </a:r>
            <a:r>
              <a:rPr lang="en-US" sz="2800" dirty="0" err="1" smtClean="0"/>
              <a:t>dạy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Tài</a:t>
            </a:r>
            <a:r>
              <a:rPr lang="en-US" sz="2800" dirty="0" smtClean="0"/>
              <a:t> </a:t>
            </a:r>
            <a:r>
              <a:rPr lang="en-US" sz="2800" dirty="0" err="1" smtClean="0"/>
              <a:t>liệu</a:t>
            </a:r>
            <a:r>
              <a:rPr lang="en-US" sz="2800" dirty="0" smtClean="0"/>
              <a:t> </a:t>
            </a:r>
            <a:r>
              <a:rPr lang="en-US" sz="2800" dirty="0" err="1" smtClean="0"/>
              <a:t>tham</a:t>
            </a:r>
            <a:r>
              <a:rPr lang="en-US" sz="2800" dirty="0" smtClean="0"/>
              <a:t> </a:t>
            </a:r>
            <a:r>
              <a:rPr lang="en-US" sz="2800" dirty="0" err="1" smtClean="0"/>
              <a:t>khảo</a:t>
            </a:r>
            <a:endParaRPr lang="en-US" sz="2800" dirty="0" smtClean="0"/>
          </a:p>
          <a:p>
            <a:pPr lvl="0"/>
            <a:r>
              <a:rPr lang="en-US" sz="2800" dirty="0" err="1" smtClean="0"/>
              <a:t>Nội</a:t>
            </a:r>
            <a:r>
              <a:rPr lang="en-US" sz="2800" dirty="0" smtClean="0"/>
              <a:t> </a:t>
            </a:r>
            <a:r>
              <a:rPr lang="en-US" sz="2800" dirty="0" err="1" smtClean="0"/>
              <a:t>quy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Câu</a:t>
            </a:r>
            <a:r>
              <a:rPr lang="en-US" sz="2800" dirty="0" smtClean="0"/>
              <a:t> </a:t>
            </a:r>
            <a:r>
              <a:rPr lang="en-US" sz="2800" dirty="0" err="1" smtClean="0"/>
              <a:t>hỏi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Trả</a:t>
            </a:r>
            <a:r>
              <a:rPr lang="en-US" sz="2800" dirty="0" smtClean="0"/>
              <a:t> </a:t>
            </a:r>
            <a:r>
              <a:rPr lang="en-US" sz="2800" dirty="0" err="1" smtClean="0"/>
              <a:t>lời</a:t>
            </a:r>
            <a:endParaRPr lang="en-US" sz="2800" dirty="0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1828800"/>
            <a:ext cx="403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Tại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áp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tiễn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4648200"/>
            <a:ext cx="388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xây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dựng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tế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lớn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phức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tạp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5842" name="Picture 2" descr="Image result for &quot;Useless softwar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676400"/>
            <a:ext cx="2843784" cy="1600200"/>
          </a:xfrm>
          <a:prstGeom prst="rect">
            <a:avLst/>
          </a:prstGeom>
          <a:noFill/>
        </p:spPr>
      </p:pic>
      <p:pic>
        <p:nvPicPr>
          <p:cNvPr id="35846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4114800"/>
            <a:ext cx="3600450" cy="20269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ngành</a:t>
            </a:r>
            <a:r>
              <a:rPr lang="en-US" dirty="0" smtClean="0"/>
              <a:t>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endParaRPr lang="en-US" dirty="0"/>
          </a:p>
        </p:txBody>
      </p:sp>
      <p:pic>
        <p:nvPicPr>
          <p:cNvPr id="1026" name="Picture 2" descr="Image result for &quot;machine learning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981200"/>
            <a:ext cx="3200400" cy="2093595"/>
          </a:xfrm>
          <a:prstGeom prst="rect">
            <a:avLst/>
          </a:prstGeom>
          <a:noFill/>
        </p:spPr>
      </p:pic>
      <p:pic>
        <p:nvPicPr>
          <p:cNvPr id="1032" name="Picture 8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4419600"/>
            <a:ext cx="4286250" cy="1876425"/>
          </a:xfrm>
          <a:prstGeom prst="rect">
            <a:avLst/>
          </a:prstGeom>
          <a:noFill/>
        </p:spPr>
      </p:pic>
      <p:pic>
        <p:nvPicPr>
          <p:cNvPr id="1036" name="Picture 12" descr="Image result for big data database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2133600"/>
            <a:ext cx="3074670" cy="1714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pic>
        <p:nvPicPr>
          <p:cNvPr id="2050" name="Picture 2" descr="Image result for handmade c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447800"/>
            <a:ext cx="2444750" cy="2444750"/>
          </a:xfrm>
          <a:prstGeom prst="rect">
            <a:avLst/>
          </a:prstGeom>
          <a:noFill/>
        </p:spPr>
      </p:pic>
      <p:pic>
        <p:nvPicPr>
          <p:cNvPr id="2052" name="Picture 4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4038600"/>
            <a:ext cx="4286250" cy="2390775"/>
          </a:xfrm>
          <a:prstGeom prst="rect">
            <a:avLst/>
          </a:prstGeom>
          <a:noFill/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410200" y="1676400"/>
            <a:ext cx="3124200" cy="3810000"/>
          </a:xfrm>
        </p:spPr>
        <p:txBody>
          <a:bodyPr/>
          <a:lstStyle/>
          <a:p>
            <a:r>
              <a:rPr lang="en-US" sz="2400" dirty="0" err="1" smtClean="0"/>
              <a:t>Đặc</a:t>
            </a:r>
            <a:r>
              <a:rPr lang="en-US" sz="2400" dirty="0" smtClean="0"/>
              <a:t> </a:t>
            </a:r>
            <a:r>
              <a:rPr lang="en-US" sz="2400" dirty="0" err="1" smtClean="0"/>
              <a:t>tả</a:t>
            </a:r>
            <a:endParaRPr lang="en-US" sz="2400" dirty="0" smtClean="0"/>
          </a:p>
          <a:p>
            <a:r>
              <a:rPr lang="en-US" sz="2400" dirty="0" err="1" smtClean="0"/>
              <a:t>Thiết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endParaRPr lang="en-US" sz="2400" dirty="0" smtClean="0"/>
          </a:p>
          <a:p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thử</a:t>
            </a:r>
            <a:endParaRPr lang="en-US" sz="2400" dirty="0" smtClean="0"/>
          </a:p>
          <a:p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hóa</a:t>
            </a:r>
            <a:endParaRPr lang="en-US" sz="2400" dirty="0" smtClean="0"/>
          </a:p>
          <a:p>
            <a:r>
              <a:rPr lang="en-US" sz="2400" dirty="0" err="1" smtClean="0"/>
              <a:t>Hỗ</a:t>
            </a:r>
            <a:r>
              <a:rPr lang="en-US" sz="2400" dirty="0" smtClean="0"/>
              <a:t> </a:t>
            </a:r>
            <a:r>
              <a:rPr lang="en-US" sz="2400" dirty="0" err="1" smtClean="0"/>
              <a:t>trợ</a:t>
            </a:r>
            <a:endParaRPr lang="en-US" sz="2400" dirty="0" smtClean="0"/>
          </a:p>
          <a:p>
            <a:r>
              <a:rPr lang="en-US" sz="2400" dirty="0" err="1" smtClean="0"/>
              <a:t>Bảo</a:t>
            </a:r>
            <a:r>
              <a:rPr lang="en-US" sz="2400" dirty="0" smtClean="0"/>
              <a:t> </a:t>
            </a:r>
            <a:r>
              <a:rPr lang="en-US" sz="2400" dirty="0" err="1" smtClean="0"/>
              <a:t>trì</a:t>
            </a:r>
            <a:endParaRPr lang="en-US" sz="2400" dirty="0" smtClean="0"/>
          </a:p>
          <a:p>
            <a:r>
              <a:rPr lang="en-US" sz="2400" dirty="0" err="1" smtClean="0"/>
              <a:t>Sản</a:t>
            </a:r>
            <a:r>
              <a:rPr lang="en-US" sz="2400" dirty="0" smtClean="0"/>
              <a:t> </a:t>
            </a:r>
            <a:r>
              <a:rPr lang="en-US" sz="2400" dirty="0" err="1" smtClean="0"/>
              <a:t>xuất</a:t>
            </a:r>
            <a:r>
              <a:rPr lang="en-US" sz="2400" dirty="0" smtClean="0"/>
              <a:t> </a:t>
            </a:r>
            <a:r>
              <a:rPr lang="en-US" sz="2400" dirty="0" err="1" smtClean="0"/>
              <a:t>hàng</a:t>
            </a:r>
            <a:r>
              <a:rPr lang="en-US" sz="2400" dirty="0" smtClean="0"/>
              <a:t> </a:t>
            </a:r>
            <a:r>
              <a:rPr lang="en-US" sz="2400" dirty="0" err="1" smtClean="0"/>
              <a:t>loạt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chất</a:t>
            </a:r>
            <a:r>
              <a:rPr lang="en-US" sz="2400" dirty="0" smtClean="0"/>
              <a:t> </a:t>
            </a:r>
            <a:r>
              <a:rPr lang="en-US" sz="2400" dirty="0" err="1" smtClean="0"/>
              <a:t>lượng</a:t>
            </a:r>
            <a:r>
              <a:rPr lang="en-US" sz="2400" dirty="0" smtClean="0"/>
              <a:t>, chi </a:t>
            </a:r>
            <a:r>
              <a:rPr lang="en-US" sz="2400" dirty="0" err="1" smtClean="0"/>
              <a:t>phí</a:t>
            </a:r>
            <a:r>
              <a:rPr lang="en-US" sz="2400" dirty="0" smtClean="0"/>
              <a:t> </a:t>
            </a:r>
            <a:r>
              <a:rPr lang="en-US" sz="2400" dirty="0" err="1" smtClean="0"/>
              <a:t>chấp</a:t>
            </a:r>
            <a:r>
              <a:rPr lang="en-US" sz="2400" dirty="0" smtClean="0"/>
              <a:t>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95599"/>
          </a:xfrm>
        </p:spPr>
        <p:txBody>
          <a:bodyPr/>
          <a:lstStyle/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theo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quy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như</a:t>
            </a:r>
            <a:r>
              <a:rPr lang="en-US" sz="2400" dirty="0" smtClean="0"/>
              <a:t> </a:t>
            </a:r>
            <a:r>
              <a:rPr lang="en-US" sz="2400" dirty="0" err="1" smtClean="0"/>
              <a:t>thế</a:t>
            </a:r>
            <a:r>
              <a:rPr lang="en-US" sz="2400" dirty="0" smtClean="0"/>
              <a:t> </a:t>
            </a:r>
            <a:r>
              <a:rPr lang="en-US" sz="2400" dirty="0" err="1" smtClean="0"/>
              <a:t>nào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hầu</a:t>
            </a:r>
            <a:r>
              <a:rPr lang="en-US" sz="2400" dirty="0" smtClean="0"/>
              <a:t> </a:t>
            </a:r>
            <a:r>
              <a:rPr lang="en-US" sz="2400" dirty="0" err="1" smtClean="0"/>
              <a:t>hết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kỹ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lấy</a:t>
            </a:r>
            <a:r>
              <a:rPr lang="en-US" sz="2400" dirty="0" smtClean="0"/>
              <a:t> </a:t>
            </a:r>
            <a:r>
              <a:rPr lang="en-US" sz="2400" dirty="0" err="1" smtClean="0"/>
              <a:t>yêu</a:t>
            </a:r>
            <a:r>
              <a:rPr lang="en-US" sz="2400" dirty="0" smtClean="0"/>
              <a:t> </a:t>
            </a:r>
            <a:r>
              <a:rPr lang="en-US" sz="2400" dirty="0" err="1" smtClean="0"/>
              <a:t>cầu</a:t>
            </a:r>
            <a:r>
              <a:rPr lang="en-US" sz="2400" dirty="0" smtClean="0"/>
              <a:t>,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,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hóa</a:t>
            </a:r>
            <a:r>
              <a:rPr lang="en-US" sz="2400" dirty="0" smtClean="0"/>
              <a:t>,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thử</a:t>
            </a:r>
            <a:r>
              <a:rPr lang="en-US" sz="2400" dirty="0" smtClean="0"/>
              <a:t>,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,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chuyển</a:t>
            </a:r>
            <a:r>
              <a:rPr lang="en-US" sz="2400" dirty="0" smtClean="0"/>
              <a:t> </a:t>
            </a:r>
            <a:r>
              <a:rPr lang="en-US" sz="2400" dirty="0" err="1" smtClean="0"/>
              <a:t>giao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thống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thích</a:t>
            </a:r>
            <a:r>
              <a:rPr lang="en-US" sz="2400" dirty="0" smtClean="0"/>
              <a:t> </a:t>
            </a:r>
            <a:r>
              <a:rPr lang="en-US" sz="2400" u="sng" dirty="0" err="1" smtClean="0"/>
              <a:t>công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nghệ</a:t>
            </a:r>
            <a:r>
              <a:rPr lang="en-US" sz="2400" dirty="0" smtClean="0"/>
              <a:t>, </a:t>
            </a:r>
            <a:r>
              <a:rPr lang="en-US" sz="2400" u="sng" dirty="0" err="1" smtClean="0"/>
              <a:t>lập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trình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nhu</a:t>
            </a:r>
            <a:r>
              <a:rPr lang="en-US" sz="2400" dirty="0" smtClean="0"/>
              <a:t> </a:t>
            </a:r>
            <a:r>
              <a:rPr lang="en-US" sz="2400" dirty="0" err="1" smtClean="0"/>
              <a:t>cầu</a:t>
            </a:r>
            <a:r>
              <a:rPr lang="en-US" sz="2400" dirty="0" smtClean="0"/>
              <a:t> </a:t>
            </a:r>
            <a:r>
              <a:rPr lang="en-US" sz="2400" u="sng" dirty="0" err="1" smtClean="0"/>
              <a:t>mở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công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ty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liên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quan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đến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công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nghệ</a:t>
            </a:r>
            <a:r>
              <a:rPr lang="en-US" sz="2400" dirty="0" smtClean="0"/>
              <a:t>.</a:t>
            </a:r>
          </a:p>
        </p:txBody>
      </p:sp>
      <p:pic>
        <p:nvPicPr>
          <p:cNvPr id="7" name="Picture 4" descr="http://duration-driven.com/wp-content/uploads/2015/02/business-team-celebrating-victory-in-office-x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55692" y="4704588"/>
            <a:ext cx="2464308" cy="1696212"/>
          </a:xfrm>
          <a:prstGeom prst="rect">
            <a:avLst/>
          </a:prstGeom>
          <a:noFill/>
        </p:spPr>
      </p:pic>
      <p:pic>
        <p:nvPicPr>
          <p:cNvPr id="19458" name="Picture 2" descr="Image result for scrum model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69143" y="4572000"/>
            <a:ext cx="2902857" cy="20533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755579"/>
            <a:ext cx="7848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tiên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quyết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Cấu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trúc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dữ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liệu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giải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thuật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Phương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hướng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đối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tượng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cs typeface="Arial" pitchFamily="34" charset="0"/>
              </a:rPr>
              <a:t> web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di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động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song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hành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trong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cùng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thiết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kế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dự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án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thức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làm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việc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nhóm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bày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4958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6388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360944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4953000" cy="4495800"/>
          </a:xfrm>
        </p:spPr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Phân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biệt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mô</a:t>
            </a:r>
            <a:r>
              <a:rPr lang="en-US" sz="24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hình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Lựa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chọn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mô</a:t>
            </a:r>
            <a:r>
              <a:rPr lang="en-US" sz="2400" u="sng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u="sng" dirty="0" err="1" smtClean="0">
                <a:latin typeface="Calibri" pitchFamily="34" charset="0"/>
                <a:cs typeface="Calibri" pitchFamily="34" charset="0"/>
              </a:rPr>
              <a:t>hình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phù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với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hoàn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cảnh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Áp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u="sng" dirty="0" err="1" smtClean="0"/>
              <a:t>kỹ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lập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 </a:t>
            </a:r>
            <a:r>
              <a:rPr lang="en-US" sz="2400" dirty="0" err="1" smtClean="0"/>
              <a:t>hoạch</a:t>
            </a:r>
            <a:r>
              <a:rPr lang="en-US" sz="2400" dirty="0" smtClean="0"/>
              <a:t>, </a:t>
            </a:r>
            <a:r>
              <a:rPr lang="en-US" sz="2400" dirty="0" err="1" smtClean="0"/>
              <a:t>lấy</a:t>
            </a:r>
            <a:r>
              <a:rPr lang="en-US" sz="2400" dirty="0" smtClean="0"/>
              <a:t> </a:t>
            </a:r>
            <a:r>
              <a:rPr lang="en-US" sz="2400" dirty="0" err="1" smtClean="0"/>
              <a:t>yêu</a:t>
            </a:r>
            <a:r>
              <a:rPr lang="en-US" sz="2400" dirty="0" smtClean="0"/>
              <a:t> </a:t>
            </a:r>
            <a:r>
              <a:rPr lang="en-US" sz="2400" dirty="0" err="1" smtClean="0"/>
              <a:t>cầu</a:t>
            </a:r>
            <a:r>
              <a:rPr lang="en-US" sz="2400" dirty="0" smtClean="0"/>
              <a:t>, </a:t>
            </a:r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tích</a:t>
            </a:r>
            <a:r>
              <a:rPr lang="en-US" sz="2400" dirty="0" smtClean="0"/>
              <a:t>,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,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hóa</a:t>
            </a:r>
            <a:r>
              <a:rPr lang="en-US" sz="2400" dirty="0" smtClean="0"/>
              <a:t>,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thử</a:t>
            </a:r>
            <a:r>
              <a:rPr lang="en-US" sz="2400" dirty="0" smtClean="0"/>
              <a:t>,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,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chuyển</a:t>
            </a:r>
            <a:r>
              <a:rPr lang="en-US" sz="2400" dirty="0" smtClean="0"/>
              <a:t> </a:t>
            </a:r>
            <a:r>
              <a:rPr lang="en-US" sz="2400" dirty="0" err="1" smtClean="0"/>
              <a:t>giao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thống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vi-VN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Sử dụng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400" u="sng" dirty="0" smtClean="0">
                <a:latin typeface="Calibri" pitchFamily="34" charset="0"/>
                <a:cs typeface="Calibri" pitchFamily="34" charset="0"/>
              </a:rPr>
              <a:t>công cụ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để hỗ trợ phát triển phần mềm.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3799344"/>
            <a:ext cx="2667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6. </a:t>
            </a:r>
            <a:r>
              <a:rPr lang="vi-VN" sz="2400" b="1" dirty="0" smtClean="0">
                <a:latin typeface="Calibri" pitchFamily="34" charset="0"/>
              </a:rPr>
              <a:t>Phát triển </a:t>
            </a:r>
            <a:r>
              <a:rPr lang="vi-VN" sz="2400" b="1" i="1" dirty="0" smtClean="0">
                <a:solidFill>
                  <a:srgbClr val="C00000"/>
                </a:solidFill>
                <a:latin typeface="Calibri" pitchFamily="34" charset="0"/>
              </a:rPr>
              <a:t>thành công</a:t>
            </a:r>
            <a:r>
              <a:rPr lang="vi-VN" sz="2400" b="1" dirty="0" smtClean="0">
                <a:latin typeface="Calibri" pitchFamily="34" charset="0"/>
              </a:rPr>
              <a:t> một dự án phần mềm kích cỡ khoảng 75.000 dòng mã nguồn với</a:t>
            </a:r>
            <a:r>
              <a:rPr lang="en-US" sz="2400" b="1" dirty="0" smtClean="0">
                <a:latin typeface="Calibri" pitchFamily="34" charset="0"/>
              </a:rPr>
              <a:t> </a:t>
            </a:r>
            <a:r>
              <a:rPr lang="en-US" sz="2400" b="1" u="sng" dirty="0" err="1" smtClean="0">
                <a:latin typeface="Calibri" pitchFamily="34" charset="0"/>
              </a:rPr>
              <a:t>nhóm</a:t>
            </a:r>
            <a:r>
              <a:rPr lang="vi-VN" sz="2400" b="1" u="sng" dirty="0" smtClean="0">
                <a:latin typeface="Calibri" pitchFamily="34" charset="0"/>
              </a:rPr>
              <a:t> </a:t>
            </a:r>
            <a:r>
              <a:rPr lang="en-US" sz="2400" b="1" u="sng" dirty="0" smtClean="0">
                <a:latin typeface="Calibri" pitchFamily="34" charset="0"/>
              </a:rPr>
              <a:t>7</a:t>
            </a:r>
            <a:r>
              <a:rPr lang="vi-VN" sz="2400" b="1" u="sng" dirty="0" smtClean="0">
                <a:latin typeface="Calibri" pitchFamily="34" charset="0"/>
              </a:rPr>
              <a:t> người</a:t>
            </a:r>
            <a:r>
              <a:rPr lang="en-US" sz="2400" b="1" u="sng" dirty="0" smtClean="0">
                <a:latin typeface="Calibri" pitchFamily="34" charset="0"/>
              </a:rPr>
              <a:t> </a:t>
            </a:r>
            <a:r>
              <a:rPr lang="en-US" sz="2400" b="1" u="sng" dirty="0" err="1" smtClean="0">
                <a:latin typeface="Calibri" pitchFamily="34" charset="0"/>
              </a:rPr>
              <a:t>theo</a:t>
            </a:r>
            <a:r>
              <a:rPr lang="en-US" sz="2400" b="1" u="sng" dirty="0" smtClean="0">
                <a:latin typeface="Calibri" pitchFamily="34" charset="0"/>
              </a:rPr>
              <a:t> </a:t>
            </a:r>
            <a:r>
              <a:rPr lang="en-US" sz="2400" b="1" u="sng" dirty="0" err="1" smtClean="0">
                <a:latin typeface="Calibri" pitchFamily="34" charset="0"/>
              </a:rPr>
              <a:t>mô</a:t>
            </a:r>
            <a:r>
              <a:rPr lang="en-US" sz="2400" b="1" u="sng" dirty="0" smtClean="0">
                <a:latin typeface="Calibri" pitchFamily="34" charset="0"/>
              </a:rPr>
              <a:t> </a:t>
            </a:r>
            <a:r>
              <a:rPr lang="en-US" sz="2400" b="1" u="sng" dirty="0" err="1" smtClean="0">
                <a:latin typeface="Calibri" pitchFamily="34" charset="0"/>
              </a:rPr>
              <a:t>hình</a:t>
            </a:r>
            <a:r>
              <a:rPr lang="en-US" sz="2400" b="1" u="sng" dirty="0" smtClean="0">
                <a:latin typeface="Calibri" pitchFamily="34" charset="0"/>
              </a:rPr>
              <a:t> </a:t>
            </a:r>
            <a:r>
              <a:rPr lang="en-US" sz="2400" b="1" u="sng" dirty="0" err="1" smtClean="0">
                <a:latin typeface="Calibri" pitchFamily="34" charset="0"/>
              </a:rPr>
              <a:t>Kanban</a:t>
            </a:r>
            <a:r>
              <a:rPr lang="vi-VN" sz="2400" b="1" dirty="0" smtClean="0">
                <a:latin typeface="Calibri" pitchFamily="34" charset="0"/>
              </a:rPr>
              <a:t>.</a:t>
            </a:r>
            <a:endParaRPr lang="en-US" sz="2400" b="1" dirty="0" smtClean="0">
              <a:latin typeface="Calibri" pitchFamily="34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600200"/>
            <a:ext cx="14192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4864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chi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tiết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096000" cy="3276599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mô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kỹ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lập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 </a:t>
            </a:r>
            <a:r>
              <a:rPr lang="en-US" sz="2400" dirty="0" err="1" smtClean="0"/>
              <a:t>hoạch</a:t>
            </a:r>
            <a:r>
              <a:rPr lang="en-US" sz="2400" dirty="0" smtClean="0"/>
              <a:t>, </a:t>
            </a:r>
            <a:r>
              <a:rPr lang="en-US" sz="2400" dirty="0" err="1" smtClean="0"/>
              <a:t>lấy</a:t>
            </a:r>
            <a:r>
              <a:rPr lang="en-US" sz="2400" dirty="0" smtClean="0"/>
              <a:t> </a:t>
            </a:r>
            <a:r>
              <a:rPr lang="en-US" sz="2400" dirty="0" err="1" smtClean="0"/>
              <a:t>yêu</a:t>
            </a:r>
            <a:r>
              <a:rPr lang="en-US" sz="2400" dirty="0" smtClean="0"/>
              <a:t> </a:t>
            </a:r>
            <a:r>
              <a:rPr lang="en-US" sz="2400" dirty="0" err="1" smtClean="0"/>
              <a:t>cầu</a:t>
            </a:r>
            <a:r>
              <a:rPr lang="en-US" sz="2400" dirty="0" smtClean="0"/>
              <a:t>, </a:t>
            </a:r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tích</a:t>
            </a:r>
            <a:r>
              <a:rPr lang="en-US" sz="2400" dirty="0" smtClean="0"/>
              <a:t>,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 </a:t>
            </a:r>
            <a:r>
              <a:rPr lang="en-US" sz="2400" dirty="0" err="1" smtClean="0"/>
              <a:t>kế</a:t>
            </a:r>
            <a:r>
              <a:rPr lang="en-US" sz="2400" dirty="0" smtClean="0"/>
              <a:t>,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hóa</a:t>
            </a:r>
            <a:r>
              <a:rPr lang="en-US" sz="2400" dirty="0" smtClean="0"/>
              <a:t>,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thử</a:t>
            </a:r>
            <a:r>
              <a:rPr lang="en-US" sz="2400" dirty="0" smtClean="0"/>
              <a:t>,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,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chuyển</a:t>
            </a:r>
            <a:r>
              <a:rPr lang="en-US" sz="2400" dirty="0" smtClean="0"/>
              <a:t> </a:t>
            </a:r>
            <a:r>
              <a:rPr lang="en-US" sz="2400" dirty="0" err="1" smtClean="0"/>
              <a:t>giao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thống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cụ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hỗ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chuẩn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cải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tiến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đánh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giá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tín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chỉ</a:t>
            </a:r>
            <a:r>
              <a:rPr lang="en-US" dirty="0" smtClean="0">
                <a:latin typeface="+mj-lt"/>
              </a:rPr>
              <a:t>: 		4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lý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thuyết</a:t>
            </a:r>
            <a:r>
              <a:rPr lang="en-US" dirty="0" smtClean="0">
                <a:latin typeface="+mj-lt"/>
              </a:rPr>
              <a:t>: 	45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thực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hành</a:t>
            </a:r>
            <a:r>
              <a:rPr lang="en-US" dirty="0" smtClean="0">
                <a:latin typeface="+mj-lt"/>
              </a:rPr>
              <a:t>: 	30</a:t>
            </a:r>
          </a:p>
          <a:p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tiết tự học: 	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bổ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thời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lượng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lịch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chi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tiết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285999"/>
          </a:xfrm>
        </p:spPr>
        <p:txBody>
          <a:bodyPr/>
          <a:lstStyle/>
          <a:p>
            <a:r>
              <a:rPr lang="en-US" sz="2600" i="1" dirty="0" err="1" smtClean="0">
                <a:solidFill>
                  <a:srgbClr val="C00000"/>
                </a:solidFill>
              </a:rPr>
              <a:t>Số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thời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gian</a:t>
            </a:r>
            <a:r>
              <a:rPr lang="en-US" sz="2600" i="1" dirty="0" smtClean="0">
                <a:solidFill>
                  <a:srgbClr val="C00000"/>
                </a:solidFill>
              </a:rPr>
              <a:t> TỐI ĐA</a:t>
            </a:r>
            <a:r>
              <a:rPr lang="en-US" sz="2600" dirty="0" smtClean="0"/>
              <a:t> </a:t>
            </a:r>
            <a:r>
              <a:rPr lang="en-US" sz="2600" dirty="0" err="1" smtClean="0"/>
              <a:t>bạn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thể</a:t>
            </a:r>
            <a:r>
              <a:rPr lang="en-US" sz="2600" dirty="0" smtClean="0"/>
              <a:t> </a:t>
            </a:r>
            <a:r>
              <a:rPr lang="en-US" sz="2600" dirty="0" err="1" smtClean="0"/>
              <a:t>dành</a:t>
            </a:r>
            <a:r>
              <a:rPr lang="en-US" sz="2600" dirty="0" smtClean="0"/>
              <a:t> </a:t>
            </a:r>
            <a:r>
              <a:rPr lang="en-US" sz="2600" dirty="0" err="1" smtClean="0"/>
              <a:t>cho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r>
              <a:rPr lang="en-US" sz="2600" dirty="0" smtClean="0"/>
              <a:t> </a:t>
            </a:r>
            <a:r>
              <a:rPr lang="en-US" sz="2600" dirty="0" err="1" smtClean="0"/>
              <a:t>trong</a:t>
            </a:r>
            <a:r>
              <a:rPr lang="en-US" sz="2600" dirty="0" smtClean="0"/>
              <a:t> 1 </a:t>
            </a:r>
            <a:r>
              <a:rPr lang="en-US" sz="2600" dirty="0" err="1" smtClean="0"/>
              <a:t>tuần</a:t>
            </a:r>
            <a:r>
              <a:rPr lang="en-US" sz="2600" dirty="0" smtClean="0"/>
              <a:t>, </a:t>
            </a:r>
            <a:r>
              <a:rPr lang="en-US" sz="2600" dirty="0" err="1" smtClean="0"/>
              <a:t>bao</a:t>
            </a:r>
            <a:r>
              <a:rPr lang="en-US" sz="2600" dirty="0" smtClean="0"/>
              <a:t> </a:t>
            </a:r>
            <a:r>
              <a:rPr lang="en-US" sz="2600" dirty="0" err="1" smtClean="0"/>
              <a:t>gồm</a:t>
            </a:r>
            <a:r>
              <a:rPr lang="en-US" sz="2600" dirty="0" smtClean="0"/>
              <a:t> </a:t>
            </a:r>
            <a:r>
              <a:rPr lang="en-US" sz="2600" dirty="0" err="1" smtClean="0"/>
              <a:t>cả</a:t>
            </a:r>
            <a:r>
              <a:rPr lang="en-US" sz="2600" dirty="0" smtClean="0"/>
              <a:t> </a:t>
            </a:r>
            <a:r>
              <a:rPr lang="en-US" sz="2600" dirty="0" err="1" smtClean="0"/>
              <a:t>việc</a:t>
            </a:r>
            <a:r>
              <a:rPr lang="en-US" sz="2600" dirty="0" smtClean="0"/>
              <a:t> </a:t>
            </a:r>
            <a:r>
              <a:rPr lang="en-US" sz="2600" dirty="0" err="1" smtClean="0"/>
              <a:t>đến</a:t>
            </a:r>
            <a:r>
              <a:rPr lang="en-US" sz="2600" dirty="0" smtClean="0"/>
              <a:t> </a:t>
            </a:r>
            <a:r>
              <a:rPr lang="en-US" sz="2600" dirty="0" err="1" smtClean="0"/>
              <a:t>lớp</a:t>
            </a:r>
            <a:r>
              <a:rPr lang="en-US" sz="2600" dirty="0" smtClean="0"/>
              <a:t>: </a:t>
            </a:r>
            <a:r>
              <a:rPr lang="en-US" sz="2600" b="1" dirty="0" smtClean="0"/>
              <a:t>? </a:t>
            </a:r>
            <a:r>
              <a:rPr lang="en-US" sz="2600" b="1" dirty="0" err="1" smtClean="0"/>
              <a:t>Ngày</a:t>
            </a:r>
            <a:r>
              <a:rPr lang="en-US" sz="2600" dirty="0" smtClean="0"/>
              <a:t>. (6 </a:t>
            </a:r>
            <a:r>
              <a:rPr lang="en-US" sz="2600" dirty="0" err="1" smtClean="0"/>
              <a:t>tiếng</a:t>
            </a:r>
            <a:r>
              <a:rPr lang="en-US" sz="2600" dirty="0" smtClean="0"/>
              <a:t>/1 </a:t>
            </a:r>
            <a:r>
              <a:rPr lang="en-US" sz="2600" dirty="0" err="1" smtClean="0"/>
              <a:t>ngày</a:t>
            </a:r>
            <a:r>
              <a:rPr lang="en-US" sz="2600" dirty="0" smtClean="0"/>
              <a:t>).</a:t>
            </a:r>
          </a:p>
          <a:p>
            <a:r>
              <a:rPr lang="en-US" sz="2600" i="1" dirty="0" err="1" smtClean="0">
                <a:solidFill>
                  <a:srgbClr val="C00000"/>
                </a:solidFill>
              </a:rPr>
              <a:t>Số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điểm</a:t>
            </a:r>
            <a:r>
              <a:rPr lang="en-US" sz="2600" i="1" dirty="0" smtClean="0">
                <a:solidFill>
                  <a:srgbClr val="C00000"/>
                </a:solidFill>
              </a:rPr>
              <a:t> TỐI THIỂU</a:t>
            </a:r>
            <a:r>
              <a:rPr lang="en-US" sz="2600" dirty="0" smtClean="0"/>
              <a:t> </a:t>
            </a:r>
            <a:r>
              <a:rPr lang="en-US" sz="2600" dirty="0" err="1" smtClean="0"/>
              <a:t>đủ</a:t>
            </a:r>
            <a:r>
              <a:rPr lang="en-US" sz="2600" dirty="0" smtClean="0"/>
              <a:t> </a:t>
            </a:r>
            <a:r>
              <a:rPr lang="en-US" sz="2600" dirty="0" err="1" smtClean="0"/>
              <a:t>làm</a:t>
            </a:r>
            <a:r>
              <a:rPr lang="en-US" sz="2600" dirty="0" smtClean="0"/>
              <a:t> </a:t>
            </a:r>
            <a:r>
              <a:rPr lang="en-US" sz="2600" dirty="0" err="1" smtClean="0"/>
              <a:t>bạn</a:t>
            </a:r>
            <a:r>
              <a:rPr lang="en-US" sz="2600" dirty="0" smtClean="0"/>
              <a:t> </a:t>
            </a:r>
            <a:r>
              <a:rPr lang="en-US" sz="2600" dirty="0" err="1" smtClean="0"/>
              <a:t>hài</a:t>
            </a:r>
            <a:r>
              <a:rPr lang="en-US" sz="2600" dirty="0" smtClean="0"/>
              <a:t> </a:t>
            </a:r>
            <a:r>
              <a:rPr lang="en-US" sz="2600" dirty="0" err="1" smtClean="0"/>
              <a:t>lòng</a:t>
            </a:r>
            <a:r>
              <a:rPr lang="en-US" sz="2600" dirty="0" smtClean="0"/>
              <a:t> </a:t>
            </a:r>
            <a:r>
              <a:rPr lang="en-US" sz="2600" dirty="0" err="1" smtClean="0"/>
              <a:t>đối</a:t>
            </a:r>
            <a:r>
              <a:rPr lang="en-US" sz="2600" dirty="0" smtClean="0"/>
              <a:t> </a:t>
            </a:r>
            <a:r>
              <a:rPr lang="en-US" sz="2600" dirty="0" err="1" smtClean="0"/>
              <a:t>với</a:t>
            </a:r>
            <a:r>
              <a:rPr lang="en-US" sz="2600" dirty="0" smtClean="0"/>
              <a:t> </a:t>
            </a:r>
            <a:r>
              <a:rPr lang="en-US" sz="2600" dirty="0" err="1" smtClean="0"/>
              <a:t>thời</a:t>
            </a:r>
            <a:r>
              <a:rPr lang="en-US" sz="2600" dirty="0" smtClean="0"/>
              <a:t> </a:t>
            </a:r>
            <a:r>
              <a:rPr lang="en-US" sz="2600" dirty="0" err="1" smtClean="0"/>
              <a:t>gian</a:t>
            </a:r>
            <a:r>
              <a:rPr lang="en-US" sz="2600" dirty="0" smtClean="0"/>
              <a:t> </a:t>
            </a:r>
            <a:r>
              <a:rPr lang="en-US" sz="2600" dirty="0" err="1" smtClean="0"/>
              <a:t>bạn</a:t>
            </a:r>
            <a:r>
              <a:rPr lang="en-US" sz="2600" dirty="0" smtClean="0"/>
              <a:t> </a:t>
            </a:r>
            <a:r>
              <a:rPr lang="en-US" sz="2600" dirty="0" err="1" smtClean="0"/>
              <a:t>bỏ</a:t>
            </a:r>
            <a:r>
              <a:rPr lang="en-US" sz="2600" dirty="0" smtClean="0"/>
              <a:t> </a:t>
            </a:r>
            <a:r>
              <a:rPr lang="en-US" sz="2600" dirty="0" err="1" smtClean="0"/>
              <a:t>ra</a:t>
            </a:r>
            <a:r>
              <a:rPr lang="en-US" sz="2600" dirty="0" smtClean="0"/>
              <a:t>: </a:t>
            </a:r>
            <a:r>
              <a:rPr lang="en-US" sz="2600" b="1" dirty="0" smtClean="0"/>
              <a:t>? </a:t>
            </a:r>
            <a:r>
              <a:rPr lang="en-US" sz="2600" b="1" dirty="0" err="1" smtClean="0"/>
              <a:t>Điểm</a:t>
            </a:r>
            <a:r>
              <a:rPr lang="en-US" sz="2600" dirty="0" smtClean="0"/>
              <a:t>.</a:t>
            </a:r>
          </a:p>
          <a:p>
            <a:r>
              <a:rPr lang="en-US" sz="2600" dirty="0" smtClean="0">
                <a:hlinkClick r:id="rId2"/>
              </a:rPr>
              <a:t>http://bit.ly/2POaseH</a:t>
            </a:r>
            <a:endParaRPr lang="en-US" sz="2600" dirty="0" smtClean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114800"/>
            <a:ext cx="3467100" cy="2312670"/>
          </a:xfrm>
          <a:prstGeom prst="rect">
            <a:avLst/>
          </a:prstGeom>
          <a:noFill/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40386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5122545"/>
            <a:ext cx="2480310" cy="1354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52400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124200"/>
          </a:xfrm>
        </p:spPr>
        <p:txBody>
          <a:bodyPr/>
          <a:lstStyle/>
          <a:p>
            <a:r>
              <a:rPr lang="vi-VN" sz="1800" dirty="0" smtClean="0">
                <a:latin typeface="Calibri" pitchFamily="34" charset="0"/>
                <a:cs typeface="Calibri" pitchFamily="34" charset="0"/>
              </a:rPr>
              <a:t>Mỗi nhóm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vi-VN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tối đa 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5</a:t>
            </a:r>
            <a:r>
              <a:rPr lang="vi-VN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người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.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dư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sinh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viên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đặc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biệt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6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ưu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tiên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2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7 + 5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hơn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2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6 + 6).</a:t>
            </a:r>
            <a:endParaRPr lang="vi-VN" sz="18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1800" dirty="0" smtClean="0">
                <a:latin typeface="Calibri" pitchFamily="34" charset="0"/>
                <a:cs typeface="Calibri" pitchFamily="34" charset="0"/>
              </a:rPr>
              <a:t>Lớp trưởng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tự</a:t>
            </a:r>
            <a:r>
              <a:rPr lang="vi-VN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sắp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xếp</a:t>
            </a:r>
            <a:r>
              <a:rPr lang="vi-VN" sz="1800" dirty="0" smtClean="0">
                <a:latin typeface="Calibri" pitchFamily="34" charset="0"/>
                <a:cs typeface="Calibri" pitchFamily="34" charset="0"/>
              </a:rPr>
              <a:t> (tối đa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7</a:t>
            </a:r>
            <a:r>
              <a:rPr lang="vi-VN" sz="1800" dirty="0" smtClean="0">
                <a:latin typeface="Calibri" pitchFamily="34" charset="0"/>
                <a:cs typeface="Calibri" pitchFamily="34" charset="0"/>
              </a:rPr>
              <a:t> người)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b="1" dirty="0" smtClean="0">
                <a:latin typeface="Calibri" pitchFamily="34" charset="0"/>
                <a:cs typeface="Calibri" pitchFamily="34" charset="0"/>
              </a:rPr>
              <a:t>THỜI GIAN, ĐIỂM TỐI THIỂU MONG MUỐN, VÀ THỨ TỰ MSSV </a:t>
            </a:r>
            <a:r>
              <a:rPr lang="vi-VN" sz="1800" dirty="0" smtClean="0">
                <a:latin typeface="Calibri" pitchFamily="34" charset="0"/>
                <a:cs typeface="Calibri" pitchFamily="34" charset="0"/>
              </a:rPr>
              <a:t>và gửi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kết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quả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sinh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viên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vi-VN" sz="18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18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1800" dirty="0" smtClean="0">
                <a:latin typeface="Calibri" pitchFamily="34" charset="0"/>
                <a:cs typeface="Calibri" pitchFamily="34" charset="0"/>
              </a:rPr>
              <a:t>Lớp trưởng </a:t>
            </a:r>
            <a:r>
              <a:rPr lang="vi-VN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oàn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quyền</a:t>
            </a:r>
            <a:r>
              <a:rPr lang="vi-VN" sz="1800" dirty="0" smtClean="0">
                <a:latin typeface="Calibri" pitchFamily="34" charset="0"/>
                <a:cs typeface="Calibri" pitchFamily="34" charset="0"/>
              </a:rPr>
              <a:t> sắp xếp và phân nhóm cho các thành viên riêng lẻ hoặc các nhóm thiếu người.</a:t>
            </a:r>
            <a:endParaRPr lang="en-US" sz="18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Mỗi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chọn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nhóm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, 1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khách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hàng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gửi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lại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sinh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viên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đăng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ký</a:t>
            </a:r>
            <a:r>
              <a:rPr lang="en-US" sz="18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trễ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sau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ngày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b="1" dirty="0" smtClean="0">
                <a:latin typeface="Calibri" pitchFamily="34" charset="0"/>
                <a:cs typeface="Calibri" pitchFamily="34" charset="0"/>
              </a:rPr>
              <a:t>10/03/2020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sẽ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tạo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thành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riêng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từ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đến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5 </a:t>
            </a: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.</a:t>
            </a:r>
            <a:endParaRPr lang="vi-VN" sz="1800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Kết quả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tổng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thuyết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2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tại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(20%)</a:t>
            </a: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Đồ án môn học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cuối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kỳ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cộng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20%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Sinh viên tích cực trả lời trong lớp học và trả lời đúng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Ban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sự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Tiêu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chuẩn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đánh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giá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Thuyết</a:t>
            </a:r>
            <a:r>
              <a:rPr lang="en-US" sz="4000" dirty="0" smtClean="0"/>
              <a:t> </a:t>
            </a:r>
            <a:r>
              <a:rPr lang="en-US" sz="4000" dirty="0" err="1" smtClean="0"/>
              <a:t>trình</a:t>
            </a:r>
            <a:r>
              <a:rPr lang="en-US" sz="4000" dirty="0" smtClean="0"/>
              <a:t> </a:t>
            </a:r>
            <a:r>
              <a:rPr lang="en-US" sz="4000" dirty="0" err="1" smtClean="0"/>
              <a:t>theo</a:t>
            </a:r>
            <a:r>
              <a:rPr lang="en-US" sz="4000" dirty="0" smtClean="0"/>
              <a:t> </a:t>
            </a:r>
            <a:r>
              <a:rPr lang="en-US" sz="4000" dirty="0" err="1" smtClean="0"/>
              <a:t>nhóm</a:t>
            </a:r>
            <a:r>
              <a:rPr lang="en-US" sz="4000" dirty="0" smtClean="0"/>
              <a:t> (10% </a:t>
            </a:r>
            <a:r>
              <a:rPr lang="en-US" sz="4000" dirty="0" err="1" smtClean="0"/>
              <a:t>điểm</a:t>
            </a:r>
            <a:r>
              <a:rPr lang="en-US" sz="4000" dirty="0" smtClean="0"/>
              <a:t> </a:t>
            </a:r>
            <a:r>
              <a:rPr lang="en-US" sz="4000" dirty="0" err="1" smtClean="0"/>
              <a:t>số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pPr lvl="0"/>
            <a:r>
              <a:rPr lang="en-US" sz="2500" dirty="0" err="1" smtClean="0"/>
              <a:t>Giáo</a:t>
            </a:r>
            <a:r>
              <a:rPr lang="en-US" sz="2500" dirty="0" smtClean="0"/>
              <a:t> </a:t>
            </a:r>
            <a:r>
              <a:rPr lang="en-US" sz="2500" dirty="0" err="1" smtClean="0"/>
              <a:t>viên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đưa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các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chủ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đề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thuyết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và</a:t>
            </a:r>
            <a:r>
              <a:rPr lang="en-US" sz="2500" dirty="0" smtClean="0"/>
              <a:t> </a:t>
            </a:r>
            <a:r>
              <a:rPr lang="en-US" sz="2500" dirty="0" err="1" smtClean="0"/>
              <a:t>tài</a:t>
            </a:r>
            <a:r>
              <a:rPr lang="en-US" sz="2500" dirty="0" smtClean="0"/>
              <a:t> </a:t>
            </a:r>
            <a:r>
              <a:rPr lang="en-US" sz="2500" dirty="0" err="1" smtClean="0"/>
              <a:t>liệu</a:t>
            </a:r>
            <a:r>
              <a:rPr lang="en-US" sz="2500" dirty="0" smtClean="0"/>
              <a:t>, </a:t>
            </a:r>
            <a:r>
              <a:rPr lang="en-US" sz="2500" i="1" dirty="0" err="1" smtClean="0">
                <a:solidFill>
                  <a:srgbClr val="C00000"/>
                </a:solidFill>
              </a:rPr>
              <a:t>điều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phối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dirty="0" err="1" smtClean="0"/>
              <a:t>buổi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.</a:t>
            </a:r>
          </a:p>
          <a:p>
            <a:pPr lvl="0"/>
            <a:r>
              <a:rPr lang="en-US" sz="2500" dirty="0" err="1" smtClean="0"/>
              <a:t>Sinh</a:t>
            </a:r>
            <a:r>
              <a:rPr lang="en-US" sz="2500" dirty="0" smtClean="0"/>
              <a:t> </a:t>
            </a:r>
            <a:r>
              <a:rPr lang="en-US" sz="2500" dirty="0" err="1" smtClean="0"/>
              <a:t>viên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đọc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tài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liệu</a:t>
            </a:r>
            <a:r>
              <a:rPr lang="en-US" sz="2500" dirty="0" smtClean="0"/>
              <a:t> </a:t>
            </a:r>
            <a:r>
              <a:rPr lang="en-US" sz="2500" dirty="0" err="1" smtClean="0"/>
              <a:t>cần</a:t>
            </a:r>
            <a:r>
              <a:rPr lang="en-US" sz="2500" dirty="0" smtClean="0"/>
              <a:t> </a:t>
            </a:r>
            <a:r>
              <a:rPr lang="en-US" sz="2500" dirty="0" err="1" smtClean="0"/>
              <a:t>thiết</a:t>
            </a:r>
            <a:r>
              <a:rPr lang="en-US" sz="2500" dirty="0" smtClean="0"/>
              <a:t>, </a:t>
            </a:r>
            <a:r>
              <a:rPr lang="en-US" sz="2500" dirty="0" err="1" smtClean="0"/>
              <a:t>tìm</a:t>
            </a:r>
            <a:r>
              <a:rPr lang="en-US" sz="2500" dirty="0" smtClean="0"/>
              <a:t> </a:t>
            </a:r>
            <a:r>
              <a:rPr lang="en-US" sz="2500" dirty="0" err="1" smtClean="0"/>
              <a:t>giải</a:t>
            </a:r>
            <a:r>
              <a:rPr lang="en-US" sz="2500" dirty="0" smtClean="0"/>
              <a:t> </a:t>
            </a:r>
            <a:r>
              <a:rPr lang="en-US" sz="2500" dirty="0" err="1" smtClean="0"/>
              <a:t>pháp</a:t>
            </a:r>
            <a:r>
              <a:rPr lang="en-US" sz="2500" dirty="0" smtClean="0"/>
              <a:t>, </a:t>
            </a:r>
            <a:r>
              <a:rPr lang="en-US" sz="2500" dirty="0" err="1" smtClean="0"/>
              <a:t>chuẩn</a:t>
            </a:r>
            <a:r>
              <a:rPr lang="en-US" sz="2500" dirty="0" smtClean="0"/>
              <a:t> </a:t>
            </a:r>
            <a:r>
              <a:rPr lang="en-US" sz="2500" dirty="0" err="1" smtClean="0"/>
              <a:t>bị</a:t>
            </a:r>
            <a:r>
              <a:rPr lang="en-US" sz="2500" dirty="0" smtClean="0"/>
              <a:t> </a:t>
            </a:r>
            <a:r>
              <a:rPr lang="en-US" sz="2500" dirty="0" err="1" smtClean="0"/>
              <a:t>phần</a:t>
            </a:r>
            <a:r>
              <a:rPr lang="en-US" sz="2500" dirty="0" smtClean="0"/>
              <a:t> </a:t>
            </a:r>
            <a:r>
              <a:rPr lang="en-US" sz="2500" dirty="0" err="1" smtClean="0"/>
              <a:t>mềm</a:t>
            </a:r>
            <a:r>
              <a:rPr lang="en-US" sz="2500" dirty="0" smtClean="0"/>
              <a:t>, </a:t>
            </a:r>
            <a:r>
              <a:rPr lang="en-US" sz="2500" dirty="0" err="1" smtClean="0"/>
              <a:t>thực</a:t>
            </a:r>
            <a:r>
              <a:rPr lang="en-US" sz="2500" dirty="0" smtClean="0"/>
              <a:t> </a:t>
            </a:r>
            <a:r>
              <a:rPr lang="en-US" sz="2500" dirty="0" err="1" smtClean="0"/>
              <a:t>hành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thao</a:t>
            </a:r>
            <a:r>
              <a:rPr lang="en-US" sz="2500" dirty="0" smtClean="0"/>
              <a:t> </a:t>
            </a:r>
            <a:r>
              <a:rPr lang="en-US" sz="2500" dirty="0" err="1" smtClean="0"/>
              <a:t>tác</a:t>
            </a:r>
            <a:r>
              <a:rPr lang="en-US" sz="2500" dirty="0" smtClean="0"/>
              <a:t>, </a:t>
            </a:r>
            <a:r>
              <a:rPr lang="en-US" sz="2500" dirty="0" err="1" smtClean="0"/>
              <a:t>soạn</a:t>
            </a:r>
            <a:r>
              <a:rPr lang="en-US" sz="2500" dirty="0" smtClean="0"/>
              <a:t> </a:t>
            </a:r>
            <a:r>
              <a:rPr lang="en-US" sz="2500" dirty="0" err="1" smtClean="0"/>
              <a:t>thảo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bài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,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và</a:t>
            </a:r>
            <a:r>
              <a:rPr lang="en-US" sz="2500" dirty="0" smtClean="0"/>
              <a:t> </a:t>
            </a:r>
            <a:r>
              <a:rPr lang="en-US" sz="2500" dirty="0" err="1" smtClean="0"/>
              <a:t>thảo</a:t>
            </a:r>
            <a:r>
              <a:rPr lang="en-US" sz="2500" dirty="0" smtClean="0"/>
              <a:t> </a:t>
            </a:r>
            <a:r>
              <a:rPr lang="en-US" sz="2500" dirty="0" err="1" smtClean="0"/>
              <a:t>luận</a:t>
            </a:r>
            <a:r>
              <a:rPr lang="en-US" sz="2500" dirty="0" smtClean="0"/>
              <a:t> </a:t>
            </a:r>
            <a:r>
              <a:rPr lang="en-US" sz="2500" dirty="0" err="1" smtClean="0"/>
              <a:t>trên</a:t>
            </a:r>
            <a:r>
              <a:rPr lang="en-US" sz="2500" dirty="0" smtClean="0"/>
              <a:t> </a:t>
            </a:r>
            <a:r>
              <a:rPr lang="en-US" sz="2500" dirty="0" err="1" smtClean="0"/>
              <a:t>lớp</a:t>
            </a:r>
            <a:r>
              <a:rPr lang="en-US" sz="2500" dirty="0" smtClean="0"/>
              <a:t> </a:t>
            </a:r>
            <a:r>
              <a:rPr lang="en-US" sz="2500" dirty="0" err="1" smtClean="0"/>
              <a:t>học</a:t>
            </a:r>
            <a:r>
              <a:rPr lang="en-US" sz="2500" dirty="0" smtClean="0"/>
              <a:t> </a:t>
            </a:r>
            <a:r>
              <a:rPr lang="en-US" sz="2500" dirty="0" err="1" smtClean="0"/>
              <a:t>lý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, </a:t>
            </a:r>
            <a:r>
              <a:rPr lang="en-US" sz="2500" dirty="0" err="1" smtClean="0"/>
              <a:t>trả</a:t>
            </a:r>
            <a:r>
              <a:rPr lang="en-US" sz="2500" dirty="0" smtClean="0"/>
              <a:t> </a:t>
            </a:r>
            <a:r>
              <a:rPr lang="en-US" sz="2500" dirty="0" err="1" smtClean="0"/>
              <a:t>lời</a:t>
            </a:r>
            <a:r>
              <a:rPr lang="en-US" sz="2500" dirty="0" smtClean="0"/>
              <a:t> </a:t>
            </a:r>
            <a:r>
              <a:rPr lang="en-US" sz="2500" dirty="0" err="1" smtClean="0"/>
              <a:t>câu</a:t>
            </a:r>
            <a:r>
              <a:rPr lang="en-US" sz="2500" dirty="0" smtClean="0"/>
              <a:t> </a:t>
            </a:r>
            <a:r>
              <a:rPr lang="en-US" sz="2500" dirty="0" err="1" smtClean="0"/>
              <a:t>hỏi</a:t>
            </a:r>
            <a:r>
              <a:rPr lang="en-US" sz="2500" dirty="0" smtClean="0"/>
              <a:t>, </a:t>
            </a:r>
            <a:r>
              <a:rPr lang="en-US" sz="2500" dirty="0" err="1" smtClean="0"/>
              <a:t>nộp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sản</a:t>
            </a:r>
            <a:r>
              <a:rPr lang="en-US" sz="2500" dirty="0" smtClean="0"/>
              <a:t> </a:t>
            </a:r>
            <a:r>
              <a:rPr lang="en-US" sz="2500" dirty="0" err="1" smtClean="0"/>
              <a:t>phẩm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.</a:t>
            </a:r>
          </a:p>
          <a:p>
            <a:pPr lvl="0"/>
            <a:r>
              <a:rPr lang="en-US" sz="2500" dirty="0" err="1" smtClean="0"/>
              <a:t>Những</a:t>
            </a:r>
            <a:r>
              <a:rPr lang="en-US" sz="2500" dirty="0" smtClean="0"/>
              <a:t> </a:t>
            </a:r>
            <a:r>
              <a:rPr lang="en-US" sz="2500" dirty="0" err="1" smtClean="0"/>
              <a:t>nhóm</a:t>
            </a:r>
            <a:r>
              <a:rPr lang="en-US" sz="2500" dirty="0" smtClean="0"/>
              <a:t> </a:t>
            </a:r>
            <a:r>
              <a:rPr lang="en-US" sz="2500" dirty="0" err="1" smtClean="0"/>
              <a:t>không</a:t>
            </a:r>
            <a:r>
              <a:rPr lang="en-US" sz="2500" dirty="0" smtClean="0"/>
              <a:t> </a:t>
            </a:r>
            <a:r>
              <a:rPr lang="en-US" sz="2500" dirty="0" err="1" smtClean="0"/>
              <a:t>kịp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trên</a:t>
            </a:r>
            <a:r>
              <a:rPr lang="en-US" sz="2500" dirty="0" smtClean="0"/>
              <a:t> </a:t>
            </a:r>
            <a:r>
              <a:rPr lang="en-US" sz="2500" dirty="0" err="1" smtClean="0"/>
              <a:t>lớp</a:t>
            </a:r>
            <a:r>
              <a:rPr lang="en-US" sz="2500" dirty="0" smtClean="0"/>
              <a:t> </a:t>
            </a:r>
            <a:r>
              <a:rPr lang="en-US" sz="2500" dirty="0" err="1" smtClean="0"/>
              <a:t>sẽ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viết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và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nộp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báo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cáo</a:t>
            </a:r>
            <a:r>
              <a:rPr lang="en-US" sz="2500" dirty="0" smtClean="0"/>
              <a:t>.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1705" y="1752600"/>
            <a:ext cx="2817495" cy="216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4419600"/>
            <a:ext cx="1524000" cy="1524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(20%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599"/>
          </a:xfrm>
        </p:spPr>
        <p:txBody>
          <a:bodyPr/>
          <a:lstStyle/>
          <a:p>
            <a:pPr lvl="0"/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1: 10%</a:t>
            </a:r>
          </a:p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2: 10%</a:t>
            </a:r>
          </a:p>
          <a:p>
            <a:r>
              <a:rPr lang="en-US" dirty="0" err="1" smtClean="0"/>
              <a:t>Ngày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.</a:t>
            </a:r>
          </a:p>
        </p:txBody>
      </p:sp>
      <p:pic>
        <p:nvPicPr>
          <p:cNvPr id="5122" name="Picture 2" descr="http://www.drandyroark.com/wp-content/uploads/bigstock-Students-at-classes-882915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7338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(40%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2438400"/>
          </a:xfrm>
        </p:spPr>
        <p:txBody>
          <a:bodyPr/>
          <a:lstStyle/>
          <a:p>
            <a:pPr lvl="0"/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tự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lựa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chọn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đề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tài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cho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đồ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án</a:t>
            </a:r>
            <a:r>
              <a:rPr lang="en-US" sz="2200" dirty="0" smtClean="0"/>
              <a:t>.</a:t>
            </a:r>
          </a:p>
          <a:p>
            <a:pPr lvl="0"/>
            <a:r>
              <a:rPr lang="en-US" sz="2200" dirty="0" err="1" smtClean="0"/>
              <a:t>Giảng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quyết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định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đề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tài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chọn</a:t>
            </a:r>
            <a:r>
              <a:rPr lang="en-US" sz="2200" dirty="0" smtClean="0"/>
              <a:t>, </a:t>
            </a:r>
            <a:r>
              <a:rPr lang="en-US" sz="2200" dirty="0" err="1" smtClean="0"/>
              <a:t>đưa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đề</a:t>
            </a:r>
            <a:r>
              <a:rPr lang="en-US" sz="2200" dirty="0" smtClean="0"/>
              <a:t> </a:t>
            </a:r>
            <a:r>
              <a:rPr lang="en-US" sz="2200" dirty="0" err="1" smtClean="0"/>
              <a:t>tài</a:t>
            </a:r>
            <a:r>
              <a:rPr lang="en-US" sz="2200" dirty="0" smtClean="0"/>
              <a:t> </a:t>
            </a:r>
            <a:r>
              <a:rPr lang="en-US" sz="2200" dirty="0" err="1" smtClean="0"/>
              <a:t>thay</a:t>
            </a:r>
            <a:r>
              <a:rPr lang="en-US" sz="2200" dirty="0" smtClean="0"/>
              <a:t> </a:t>
            </a:r>
            <a:r>
              <a:rPr lang="en-US" sz="2200" dirty="0" err="1" smtClean="0"/>
              <a:t>thế</a:t>
            </a:r>
            <a:r>
              <a:rPr lang="en-US" sz="2200" dirty="0" smtClean="0"/>
              <a:t>,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dẫn</a:t>
            </a:r>
            <a:r>
              <a:rPr lang="en-US" sz="2200" dirty="0" smtClean="0"/>
              <a:t> </a:t>
            </a:r>
            <a:r>
              <a:rPr lang="en-US" sz="2200" dirty="0" err="1" smtClean="0"/>
              <a:t>các</a:t>
            </a:r>
            <a:r>
              <a:rPr lang="en-US" sz="2200" dirty="0" smtClean="0"/>
              <a:t> </a:t>
            </a:r>
            <a:r>
              <a:rPr lang="en-US" sz="2200" dirty="0" err="1" smtClean="0"/>
              <a:t>vấn</a:t>
            </a:r>
            <a:r>
              <a:rPr lang="en-US" sz="2200" dirty="0" smtClean="0"/>
              <a:t> </a:t>
            </a:r>
            <a:r>
              <a:rPr lang="en-US" sz="2200" dirty="0" err="1" smtClean="0"/>
              <a:t>đề</a:t>
            </a:r>
            <a:r>
              <a:rPr lang="en-US" sz="2200" dirty="0" smtClean="0"/>
              <a:t> </a:t>
            </a:r>
            <a:r>
              <a:rPr lang="en-US" sz="2200" dirty="0" err="1" smtClean="0"/>
              <a:t>căn</a:t>
            </a:r>
            <a:r>
              <a:rPr lang="en-US" sz="2200" dirty="0" smtClean="0"/>
              <a:t> </a:t>
            </a:r>
            <a:r>
              <a:rPr lang="en-US" sz="2200" dirty="0" err="1" smtClean="0"/>
              <a:t>bản</a:t>
            </a:r>
            <a:r>
              <a:rPr lang="en-US" sz="2200" dirty="0" smtClean="0"/>
              <a:t>, </a:t>
            </a:r>
            <a:r>
              <a:rPr lang="en-US" sz="2200" dirty="0" err="1" smtClean="0"/>
              <a:t>định</a:t>
            </a:r>
            <a:r>
              <a:rPr lang="en-US" sz="2200" dirty="0" smtClean="0"/>
              <a:t>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thực</a:t>
            </a:r>
            <a:r>
              <a:rPr lang="en-US" sz="2200" dirty="0" smtClean="0"/>
              <a:t> </a:t>
            </a:r>
            <a:r>
              <a:rPr lang="en-US" sz="2200" dirty="0" err="1" smtClean="0"/>
              <a:t>hiện</a:t>
            </a:r>
            <a:r>
              <a:rPr lang="en-US" sz="2200" dirty="0" smtClean="0"/>
              <a:t> </a:t>
            </a:r>
            <a:r>
              <a:rPr lang="en-US" sz="2200" dirty="0" err="1" smtClean="0"/>
              <a:t>đồ</a:t>
            </a:r>
            <a:r>
              <a:rPr lang="en-US" sz="2200" dirty="0" smtClean="0"/>
              <a:t> </a:t>
            </a:r>
            <a:r>
              <a:rPr lang="en-US" sz="2200" dirty="0" err="1" smtClean="0"/>
              <a:t>án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, </a:t>
            </a:r>
            <a:r>
              <a:rPr lang="en-US" sz="2200" dirty="0" err="1" smtClean="0"/>
              <a:t>nhận</a:t>
            </a:r>
            <a:r>
              <a:rPr lang="en-US" sz="2200" dirty="0" smtClean="0"/>
              <a:t> </a:t>
            </a:r>
            <a:r>
              <a:rPr lang="en-US" sz="2200" dirty="0" err="1" smtClean="0"/>
              <a:t>xét</a:t>
            </a:r>
            <a:r>
              <a:rPr lang="en-US" sz="2200" dirty="0" smtClean="0"/>
              <a:t> </a:t>
            </a:r>
            <a:r>
              <a:rPr lang="en-US" sz="2200" dirty="0" err="1" smtClean="0"/>
              <a:t>kết</a:t>
            </a:r>
            <a:r>
              <a:rPr lang="en-US" sz="2200" dirty="0" smtClean="0"/>
              <a:t> </a:t>
            </a:r>
            <a:r>
              <a:rPr lang="en-US" sz="2200" dirty="0" err="1" smtClean="0"/>
              <a:t>quả</a:t>
            </a:r>
            <a:r>
              <a:rPr lang="en-US" sz="2200" dirty="0" smtClean="0"/>
              <a:t>, </a:t>
            </a:r>
            <a:r>
              <a:rPr lang="en-US" sz="2200" dirty="0" err="1" smtClean="0"/>
              <a:t>giải</a:t>
            </a:r>
            <a:r>
              <a:rPr lang="en-US" sz="2200" dirty="0" smtClean="0"/>
              <a:t> </a:t>
            </a:r>
            <a:r>
              <a:rPr lang="en-US" sz="2200" dirty="0" err="1" smtClean="0"/>
              <a:t>đáp</a:t>
            </a:r>
            <a:r>
              <a:rPr lang="en-US" sz="2200" dirty="0" smtClean="0"/>
              <a:t> </a:t>
            </a:r>
            <a:r>
              <a:rPr lang="en-US" sz="2200" dirty="0" err="1" smtClean="0"/>
              <a:t>thắc</a:t>
            </a:r>
            <a:r>
              <a:rPr lang="en-US" sz="2200" dirty="0" smtClean="0"/>
              <a:t> </a:t>
            </a:r>
            <a:r>
              <a:rPr lang="en-US" sz="2200" dirty="0" err="1" smtClean="0"/>
              <a:t>mắc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99785" y="1524001"/>
            <a:ext cx="2558415" cy="231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10000" y="4191000"/>
            <a:ext cx="4953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Sinh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viên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2200" noProof="0" dirty="0" smtClean="0">
                <a:latin typeface="+mj-lt"/>
              </a:rPr>
              <a:t>đ</a:t>
            </a:r>
            <a:r>
              <a:rPr lang="en-US" sz="2200" dirty="0" err="1" smtClean="0">
                <a:latin typeface="+mj-lt"/>
              </a:rPr>
              <a:t>ọc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trước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lý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thuyết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và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xem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các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kết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quả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mẫu</a:t>
            </a:r>
            <a:r>
              <a:rPr lang="en-US" sz="2200" dirty="0" smtClean="0">
                <a:latin typeface="+mj-lt"/>
              </a:rPr>
              <a:t>,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thực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hiện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đồ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án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theo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nhóm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thuyết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trình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sản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phẩm</a:t>
            </a:r>
            <a:r>
              <a:rPr kumimoji="0" lang="en-US" sz="22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hằng</a:t>
            </a:r>
            <a:r>
              <a:rPr kumimoji="0" lang="en-US" sz="22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tuần</a:t>
            </a:r>
            <a:r>
              <a:rPr kumimoji="0" lang="en-US" sz="22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, </a:t>
            </a:r>
            <a:r>
              <a:rPr kumimoji="0" lang="en-US" sz="2200" b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và</a:t>
            </a:r>
            <a:r>
              <a:rPr kumimoji="0" lang="en-US" sz="22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lang="en-US" sz="2200" dirty="0" err="1" smtClean="0">
                <a:solidFill>
                  <a:srgbClr val="C00000"/>
                </a:solidFill>
                <a:latin typeface="+mj-lt"/>
              </a:rPr>
              <a:t>giữa</a:t>
            </a:r>
            <a:r>
              <a:rPr lang="en-US" sz="2200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 err="1" smtClean="0">
                <a:solidFill>
                  <a:srgbClr val="C00000"/>
                </a:solidFill>
                <a:latin typeface="+mj-lt"/>
              </a:rPr>
              <a:t>kỳ</a:t>
            </a:r>
            <a:r>
              <a:rPr kumimoji="0" lang="en-US" sz="2200" b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, </a:t>
            </a:r>
            <a:r>
              <a:rPr kumimoji="0" lang="en-US" sz="2200" b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và</a:t>
            </a:r>
            <a:r>
              <a:rPr kumimoji="0" lang="en-US" sz="22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nộp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sng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toàn</a:t>
            </a:r>
            <a:r>
              <a:rPr kumimoji="0" lang="en-US" sz="22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sng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bộ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các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sản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phẩm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vào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cuối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kỳ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</a:p>
        </p:txBody>
      </p:sp>
      <p:pic>
        <p:nvPicPr>
          <p:cNvPr id="10" name="Picture 2" descr="https://www.simplilearn.com/ice9/free_resources_article_thumb/Project-Scope-Management-Cov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343400"/>
            <a:ext cx="3230880" cy="18173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(30%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990599"/>
          </a:xfrm>
        </p:spPr>
        <p:txBody>
          <a:bodyPr/>
          <a:lstStyle/>
          <a:p>
            <a:r>
              <a:rPr lang="en-US" sz="2600" dirty="0" smtClean="0"/>
              <a:t>Slides, </a:t>
            </a:r>
            <a:r>
              <a:rPr lang="en-US" sz="2600" i="1" dirty="0" err="1" smtClean="0">
                <a:solidFill>
                  <a:srgbClr val="C00000"/>
                </a:solidFill>
              </a:rPr>
              <a:t>chương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trình</a:t>
            </a:r>
            <a:r>
              <a:rPr lang="en-US" sz="2600" i="1" dirty="0" smtClean="0">
                <a:solidFill>
                  <a:srgbClr val="C00000"/>
                </a:solidFill>
              </a:rPr>
              <a:t>, </a:t>
            </a:r>
            <a:r>
              <a:rPr lang="en-US" sz="2600" i="1" dirty="0" err="1" smtClean="0">
                <a:solidFill>
                  <a:srgbClr val="C00000"/>
                </a:solidFill>
              </a:rPr>
              <a:t>mã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nguồn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hoàn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thiện</a:t>
            </a:r>
            <a:r>
              <a:rPr lang="en-US" sz="2600" dirty="0" smtClean="0"/>
              <a:t>, </a:t>
            </a:r>
            <a:r>
              <a:rPr lang="en-US" sz="2600" dirty="0" err="1" smtClean="0"/>
              <a:t>tài</a:t>
            </a:r>
            <a:r>
              <a:rPr lang="en-US" sz="2600" dirty="0" smtClean="0"/>
              <a:t> </a:t>
            </a:r>
            <a:r>
              <a:rPr lang="en-US" sz="2600" dirty="0" err="1" smtClean="0"/>
              <a:t>liệu</a:t>
            </a:r>
            <a:r>
              <a:rPr lang="en-US" sz="2600" dirty="0" smtClean="0"/>
              <a:t>, videos </a:t>
            </a:r>
            <a:r>
              <a:rPr lang="en-US" sz="2600" dirty="0" err="1" smtClean="0"/>
              <a:t>và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tài</a:t>
            </a:r>
            <a:r>
              <a:rPr lang="en-US" sz="2600" dirty="0" smtClean="0"/>
              <a:t> </a:t>
            </a:r>
            <a:r>
              <a:rPr lang="en-US" sz="2600" dirty="0" err="1" smtClean="0"/>
              <a:t>nguyên</a:t>
            </a:r>
            <a:r>
              <a:rPr lang="en-US" sz="2600" dirty="0" smtClean="0"/>
              <a:t> </a:t>
            </a:r>
            <a:r>
              <a:rPr lang="en-US" sz="2600" dirty="0" err="1" smtClean="0"/>
              <a:t>liên</a:t>
            </a:r>
            <a:r>
              <a:rPr lang="en-US" sz="2600" dirty="0" smtClean="0"/>
              <a:t> </a:t>
            </a:r>
            <a:r>
              <a:rPr lang="en-US" sz="2600" dirty="0" err="1" smtClean="0"/>
              <a:t>quan</a:t>
            </a:r>
            <a:r>
              <a:rPr lang="en-US" sz="2600" dirty="0" smtClean="0"/>
              <a:t>.</a:t>
            </a:r>
          </a:p>
        </p:txBody>
      </p:sp>
      <p:pic>
        <p:nvPicPr>
          <p:cNvPr id="5122" name="Picture 2" descr="https://2e8ram2s1li74atce18qz5y1-wpengine.netdna-ssl.com/wp-content/uploads/2018/09/Tech-Interviews-Tech-Pros-Dice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276600"/>
            <a:ext cx="4572000" cy="2857500"/>
          </a:xfrm>
          <a:prstGeom prst="rect">
            <a:avLst/>
          </a:prstGeom>
          <a:noFill/>
        </p:spPr>
      </p:pic>
      <p:pic>
        <p:nvPicPr>
          <p:cNvPr id="5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81400"/>
            <a:ext cx="2410464" cy="2366882"/>
          </a:xfrm>
          <a:prstGeom prst="rect">
            <a:avLst/>
          </a:prstGeom>
          <a:noFill/>
        </p:spPr>
      </p:pic>
      <p:pic>
        <p:nvPicPr>
          <p:cNvPr id="6" name="Picture 2" descr="http://www.18thtechnology.com/images/software_developm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1295400"/>
            <a:ext cx="876300" cy="880110"/>
          </a:xfrm>
          <a:prstGeom prst="rect">
            <a:avLst/>
          </a:prstGeom>
          <a:noFill/>
        </p:spPr>
      </p:pic>
      <p:pic>
        <p:nvPicPr>
          <p:cNvPr id="7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2286000"/>
            <a:ext cx="609600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371600" y="48768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Tài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từng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764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mặt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quá</a:t>
            </a:r>
            <a:r>
              <a:rPr lang="en-US" sz="2000" dirty="0" smtClean="0">
                <a:latin typeface="+mj-lt"/>
              </a:rPr>
              <a:t> 20% </a:t>
            </a:r>
            <a:r>
              <a:rPr lang="en-US" sz="2000" dirty="0" err="1" smtClean="0">
                <a:latin typeface="+mj-lt"/>
              </a:rPr>
              <a:t>thời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lượng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đồ</a:t>
            </a:r>
            <a:r>
              <a:rPr lang="en-US" sz="2000" dirty="0" smtClean="0"/>
              <a:t> </a:t>
            </a:r>
            <a:r>
              <a:rPr lang="en-US" sz="2000" dirty="0" err="1" smtClean="0"/>
              <a:t>án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 </a:t>
            </a:r>
            <a:r>
              <a:rPr lang="en-US" sz="2000" dirty="0" err="1" smtClean="0"/>
              <a:t>hoặc</a:t>
            </a:r>
            <a:r>
              <a:rPr lang="en-US" sz="2000" dirty="0" smtClean="0"/>
              <a:t> </a:t>
            </a:r>
            <a:r>
              <a:rPr lang="en-US" sz="2000" dirty="0" err="1" smtClean="0"/>
              <a:t>tổng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bài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tra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0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kỳ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vắng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trong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buổi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kiểm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/>
              <a:t>Sinh</a:t>
            </a:r>
            <a:r>
              <a:rPr lang="en-US" sz="2000" dirty="0" smtClean="0"/>
              <a:t> </a:t>
            </a:r>
            <a:r>
              <a:rPr lang="en-US" sz="2000" dirty="0" err="1" smtClean="0"/>
              <a:t>viên</a:t>
            </a:r>
            <a:r>
              <a:rPr lang="en-US" sz="2000" dirty="0" smtClean="0"/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làm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bài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kiểm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tra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tại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lớp</a:t>
            </a:r>
            <a:r>
              <a:rPr lang="en-US" sz="2000" i="1" dirty="0" smtClean="0">
                <a:solidFill>
                  <a:srgbClr val="C00000"/>
                </a:solidFill>
              </a:rPr>
              <a:t>, </a:t>
            </a:r>
            <a:r>
              <a:rPr lang="en-US" sz="2000" i="1" dirty="0" err="1" smtClean="0">
                <a:solidFill>
                  <a:srgbClr val="C00000"/>
                </a:solidFill>
              </a:rPr>
              <a:t>bài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tập</a:t>
            </a:r>
            <a:r>
              <a:rPr lang="en-US" sz="2000" i="1" dirty="0" smtClean="0">
                <a:solidFill>
                  <a:srgbClr val="C00000"/>
                </a:solidFill>
              </a:rPr>
              <a:t> hay </a:t>
            </a:r>
            <a:r>
              <a:rPr lang="en-US" sz="2000" i="1" dirty="0" err="1" smtClean="0">
                <a:solidFill>
                  <a:srgbClr val="C00000"/>
                </a:solidFill>
              </a:rPr>
              <a:t>đồ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án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hộ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bạn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mình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0 </a:t>
            </a:r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toàn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một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phần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từ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mạng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bất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cứ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nguồn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 </a:t>
            </a:r>
            <a:r>
              <a:rPr lang="en-US" sz="2000" dirty="0" err="1" smtClean="0">
                <a:latin typeface="+mj-lt"/>
              </a:rPr>
              <a:t>Điều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dụng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sau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bằng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nhưng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báo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trừ</a:t>
            </a:r>
            <a:r>
              <a:rPr lang="en-US" sz="2000" dirty="0" smtClean="0">
                <a:latin typeface="+mj-lt"/>
              </a:rPr>
              <a:t> 50%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duy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quyết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ngoại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lệ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giấy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chứng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nhận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của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bệnh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về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trạng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sức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khỏe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gặp</a:t>
            </a:r>
            <a:r>
              <a:rPr lang="en-US" dirty="0" smtClean="0"/>
              <a:t> ở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Thiếu</a:t>
            </a:r>
            <a:r>
              <a:rPr lang="en-US" sz="2000" dirty="0" smtClean="0"/>
              <a:t> </a:t>
            </a:r>
            <a:r>
              <a:rPr lang="en-US" sz="2000" dirty="0" err="1" smtClean="0"/>
              <a:t>kinh</a:t>
            </a:r>
            <a:r>
              <a:rPr lang="en-US" sz="2000" dirty="0" smtClean="0"/>
              <a:t> </a:t>
            </a:r>
            <a:r>
              <a:rPr lang="en-US" sz="2000" dirty="0" err="1" smtClean="0"/>
              <a:t>nghiệm</a:t>
            </a:r>
            <a:r>
              <a:rPr lang="en-US" sz="2000" dirty="0" smtClean="0"/>
              <a:t> (</a:t>
            </a:r>
            <a:r>
              <a:rPr lang="en-US" sz="2000" dirty="0" err="1" smtClean="0"/>
              <a:t>kiến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, </a:t>
            </a:r>
            <a:r>
              <a:rPr lang="en-US" sz="2000" dirty="0" err="1" smtClean="0"/>
              <a:t>kỹ</a:t>
            </a:r>
            <a:r>
              <a:rPr lang="en-US" sz="2000" dirty="0" smtClean="0"/>
              <a:t> </a:t>
            </a:r>
            <a:r>
              <a:rPr lang="en-US" sz="2000" dirty="0" err="1" smtClean="0"/>
              <a:t>năng</a:t>
            </a:r>
            <a:r>
              <a:rPr lang="en-US" sz="2000" dirty="0" smtClean="0"/>
              <a:t>)</a:t>
            </a:r>
          </a:p>
          <a:p>
            <a:pPr lvl="1"/>
            <a:r>
              <a:rPr lang="en-US" sz="1600" dirty="0" err="1" smtClean="0"/>
              <a:t>Chấp</a:t>
            </a:r>
            <a:r>
              <a:rPr lang="en-US" sz="1600" dirty="0" smtClean="0"/>
              <a:t> </a:t>
            </a:r>
            <a:r>
              <a:rPr lang="en-US" sz="1600" dirty="0" err="1" smtClean="0"/>
              <a:t>nhận</a:t>
            </a:r>
            <a:r>
              <a:rPr lang="en-US" sz="1600" dirty="0" smtClean="0"/>
              <a:t> </a:t>
            </a:r>
            <a:r>
              <a:rPr lang="en-US" sz="1600" dirty="0" err="1" smtClean="0"/>
              <a:t>lỗi</a:t>
            </a:r>
            <a:r>
              <a:rPr lang="en-US" sz="1600" dirty="0" smtClean="0"/>
              <a:t> (</a:t>
            </a:r>
            <a:r>
              <a:rPr lang="en-US" sz="1600" dirty="0" err="1" smtClean="0"/>
              <a:t>Mình</a:t>
            </a:r>
            <a:r>
              <a:rPr lang="en-US" sz="1600" dirty="0" smtClean="0"/>
              <a:t> </a:t>
            </a:r>
            <a:r>
              <a:rPr lang="en-US" sz="1600" dirty="0" err="1" smtClean="0"/>
              <a:t>đang</a:t>
            </a:r>
            <a:r>
              <a:rPr lang="en-US" sz="1600" dirty="0" smtClean="0"/>
              <a:t> HỌC, </a:t>
            </a:r>
            <a:r>
              <a:rPr lang="en-US" sz="1600" dirty="0" err="1" smtClean="0"/>
              <a:t>lỗi</a:t>
            </a:r>
            <a:r>
              <a:rPr lang="en-US" sz="1600" dirty="0" smtClean="0"/>
              <a:t> </a:t>
            </a:r>
            <a:r>
              <a:rPr lang="en-US" sz="1600" dirty="0" err="1" smtClean="0"/>
              <a:t>là</a:t>
            </a:r>
            <a:r>
              <a:rPr lang="en-US" sz="1600" dirty="0" smtClean="0"/>
              <a:t> </a:t>
            </a:r>
            <a:r>
              <a:rPr lang="en-US" sz="1600" dirty="0" err="1" smtClean="0"/>
              <a:t>chuyện</a:t>
            </a:r>
            <a:r>
              <a:rPr lang="en-US" sz="1600" dirty="0" smtClean="0"/>
              <a:t> </a:t>
            </a:r>
            <a:r>
              <a:rPr lang="en-US" sz="1600" dirty="0" err="1" smtClean="0"/>
              <a:t>bình</a:t>
            </a:r>
            <a:r>
              <a:rPr lang="en-US" sz="1600" dirty="0" smtClean="0"/>
              <a:t> </a:t>
            </a:r>
            <a:r>
              <a:rPr lang="en-US" sz="1600" dirty="0" err="1" smtClean="0"/>
              <a:t>thường</a:t>
            </a:r>
            <a:r>
              <a:rPr lang="en-US" sz="1600" dirty="0" smtClean="0"/>
              <a:t>).</a:t>
            </a:r>
          </a:p>
          <a:p>
            <a:pPr lvl="1"/>
            <a:r>
              <a:rPr lang="en-US" sz="1600" dirty="0" smtClean="0"/>
              <a:t>1 </a:t>
            </a:r>
            <a:r>
              <a:rPr lang="en-US" sz="1600" dirty="0" err="1" smtClean="0"/>
              <a:t>bài</a:t>
            </a:r>
            <a:r>
              <a:rPr lang="en-US" sz="1600" dirty="0" smtClean="0"/>
              <a:t> </a:t>
            </a:r>
            <a:r>
              <a:rPr lang="en-US" sz="1600" dirty="0" err="1" smtClean="0"/>
              <a:t>chưa</a:t>
            </a:r>
            <a:r>
              <a:rPr lang="en-US" sz="1600" dirty="0" smtClean="0"/>
              <a:t> </a:t>
            </a:r>
            <a:r>
              <a:rPr lang="en-US" sz="1600" dirty="0" err="1" smtClean="0"/>
              <a:t>tốt</a:t>
            </a:r>
            <a:r>
              <a:rPr lang="en-US" sz="1600" dirty="0" smtClean="0"/>
              <a:t> KHÔNG </a:t>
            </a:r>
            <a:r>
              <a:rPr lang="en-US" sz="1600" dirty="0" err="1" smtClean="0"/>
              <a:t>có</a:t>
            </a:r>
            <a:r>
              <a:rPr lang="en-US" sz="1600" dirty="0" smtClean="0"/>
              <a:t> </a:t>
            </a:r>
            <a:r>
              <a:rPr lang="en-US" sz="1600" dirty="0" err="1" smtClean="0"/>
              <a:t>nghĩa</a:t>
            </a:r>
            <a:r>
              <a:rPr lang="en-US" sz="1600" dirty="0" smtClean="0"/>
              <a:t> </a:t>
            </a:r>
            <a:r>
              <a:rPr lang="en-US" sz="1600" dirty="0" err="1" smtClean="0"/>
              <a:t>là</a:t>
            </a:r>
            <a:r>
              <a:rPr lang="en-US" sz="1600" dirty="0" smtClean="0"/>
              <a:t> </a:t>
            </a:r>
            <a:r>
              <a:rPr lang="en-US" sz="1600" dirty="0" err="1" smtClean="0"/>
              <a:t>đồ</a:t>
            </a:r>
            <a:r>
              <a:rPr lang="en-US" sz="1600" dirty="0" smtClean="0"/>
              <a:t> </a:t>
            </a:r>
            <a:r>
              <a:rPr lang="en-US" sz="1600" dirty="0" err="1" smtClean="0"/>
              <a:t>án</a:t>
            </a:r>
            <a:r>
              <a:rPr lang="en-US" sz="1600" dirty="0" smtClean="0"/>
              <a:t> </a:t>
            </a:r>
            <a:r>
              <a:rPr lang="en-US" sz="1600" dirty="0" err="1" smtClean="0"/>
              <a:t>bị</a:t>
            </a:r>
            <a:r>
              <a:rPr lang="en-US" sz="1600" dirty="0" smtClean="0"/>
              <a:t> </a:t>
            </a:r>
            <a:r>
              <a:rPr lang="en-US" sz="1600" dirty="0" err="1" smtClean="0"/>
              <a:t>điểm</a:t>
            </a:r>
            <a:r>
              <a:rPr lang="en-US" sz="1600" dirty="0" smtClean="0"/>
              <a:t> </a:t>
            </a:r>
            <a:r>
              <a:rPr lang="en-US" sz="1600" dirty="0" err="1" smtClean="0"/>
              <a:t>thấp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smtClean="0"/>
              <a:t>LUÔN </a:t>
            </a:r>
            <a:r>
              <a:rPr lang="en-US" sz="1600" dirty="0" err="1" smtClean="0"/>
              <a:t>LUÔN</a:t>
            </a:r>
            <a:r>
              <a:rPr lang="en-US" sz="1600" dirty="0" smtClean="0"/>
              <a:t> </a:t>
            </a:r>
            <a:r>
              <a:rPr lang="en-US" sz="1600" dirty="0" err="1" smtClean="0"/>
              <a:t>cho</a:t>
            </a:r>
            <a:r>
              <a:rPr lang="en-US" sz="1600" dirty="0" smtClean="0"/>
              <a:t> 2 </a:t>
            </a:r>
            <a:r>
              <a:rPr lang="en-US" sz="1600" dirty="0" err="1" smtClean="0"/>
              <a:t>thành</a:t>
            </a:r>
            <a:r>
              <a:rPr lang="en-US" sz="1600" dirty="0" smtClean="0"/>
              <a:t> </a:t>
            </a:r>
            <a:r>
              <a:rPr lang="en-US" sz="1600" dirty="0" err="1" smtClean="0"/>
              <a:t>viên</a:t>
            </a:r>
            <a:r>
              <a:rPr lang="en-US" sz="1600" dirty="0" smtClean="0"/>
              <a:t> </a:t>
            </a:r>
            <a:r>
              <a:rPr lang="en-US" sz="1600" dirty="0" err="1" smtClean="0"/>
              <a:t>độc</a:t>
            </a:r>
            <a:r>
              <a:rPr lang="en-US" sz="1600" dirty="0" smtClean="0"/>
              <a:t> </a:t>
            </a:r>
            <a:r>
              <a:rPr lang="en-US" sz="1600" dirty="0" err="1" smtClean="0"/>
              <a:t>lập</a:t>
            </a:r>
            <a:r>
              <a:rPr lang="en-US" sz="1600" dirty="0" smtClean="0"/>
              <a:t> </a:t>
            </a:r>
            <a:r>
              <a:rPr lang="en-US" sz="1600" dirty="0" err="1" smtClean="0"/>
              <a:t>xem</a:t>
            </a:r>
            <a:r>
              <a:rPr lang="en-US" sz="1600" dirty="0" smtClean="0"/>
              <a:t> </a:t>
            </a:r>
            <a:r>
              <a:rPr lang="en-US" sz="1600" dirty="0" err="1" smtClean="0"/>
              <a:t>lại</a:t>
            </a:r>
            <a:r>
              <a:rPr lang="en-US" sz="1600" dirty="0" smtClean="0"/>
              <a:t> </a:t>
            </a:r>
            <a:r>
              <a:rPr lang="en-US" sz="1600" dirty="0" err="1" smtClean="0"/>
              <a:t>kết</a:t>
            </a:r>
            <a:r>
              <a:rPr lang="en-US" sz="1600" dirty="0" smtClean="0"/>
              <a:t> </a:t>
            </a:r>
            <a:r>
              <a:rPr lang="en-US" sz="1600" dirty="0" err="1" smtClean="0"/>
              <a:t>quả</a:t>
            </a:r>
            <a:r>
              <a:rPr lang="en-US" sz="1600" dirty="0" smtClean="0"/>
              <a:t> </a:t>
            </a:r>
            <a:r>
              <a:rPr lang="en-US" sz="1600" dirty="0" err="1" smtClean="0"/>
              <a:t>trước</a:t>
            </a:r>
            <a:r>
              <a:rPr lang="en-US" sz="1600" dirty="0" smtClean="0"/>
              <a:t> </a:t>
            </a:r>
            <a:r>
              <a:rPr lang="en-US" sz="1600" dirty="0" err="1" smtClean="0"/>
              <a:t>khi</a:t>
            </a:r>
            <a:r>
              <a:rPr lang="en-US" sz="1600" dirty="0" smtClean="0"/>
              <a:t> </a:t>
            </a:r>
            <a:r>
              <a:rPr lang="en-US" sz="1600" dirty="0" err="1" smtClean="0"/>
              <a:t>nộp</a:t>
            </a:r>
            <a:r>
              <a:rPr lang="en-US" sz="1600" dirty="0" smtClean="0"/>
              <a:t>.</a:t>
            </a:r>
          </a:p>
          <a:p>
            <a:r>
              <a:rPr lang="en-US" sz="2000" dirty="0" err="1" smtClean="0"/>
              <a:t>Tương</a:t>
            </a:r>
            <a:r>
              <a:rPr lang="en-US" sz="2000" dirty="0" smtClean="0"/>
              <a:t> </a:t>
            </a:r>
            <a:r>
              <a:rPr lang="en-US" sz="2000" dirty="0" err="1" smtClean="0"/>
              <a:t>tác</a:t>
            </a:r>
            <a:r>
              <a:rPr lang="en-US" sz="2000" dirty="0" smtClean="0"/>
              <a:t>, </a:t>
            </a:r>
            <a:r>
              <a:rPr lang="en-US" sz="2000" dirty="0" err="1" smtClean="0"/>
              <a:t>liên</a:t>
            </a:r>
            <a:r>
              <a:rPr lang="en-US" sz="2000" dirty="0" smtClean="0"/>
              <a:t> </a:t>
            </a:r>
            <a:r>
              <a:rPr lang="en-US" sz="2000" dirty="0" err="1" smtClean="0"/>
              <a:t>lạc</a:t>
            </a:r>
            <a:r>
              <a:rPr lang="en-US" sz="2000" dirty="0" smtClean="0"/>
              <a:t> </a:t>
            </a:r>
            <a:r>
              <a:rPr lang="en-US" sz="2000" dirty="0" err="1" smtClean="0"/>
              <a:t>kém</a:t>
            </a:r>
            <a:endParaRPr lang="en-US" sz="2000" dirty="0" smtClean="0"/>
          </a:p>
          <a:p>
            <a:pPr lvl="1"/>
            <a:r>
              <a:rPr lang="en-US" sz="1600" dirty="0" err="1" smtClean="0"/>
              <a:t>Tập</a:t>
            </a:r>
            <a:r>
              <a:rPr lang="en-US" sz="1600" dirty="0" smtClean="0"/>
              <a:t> </a:t>
            </a:r>
            <a:r>
              <a:rPr lang="en-US" sz="1600" dirty="0" err="1" smtClean="0"/>
              <a:t>hợp</a:t>
            </a:r>
            <a:r>
              <a:rPr lang="en-US" sz="1600" dirty="0" smtClean="0"/>
              <a:t> </a:t>
            </a:r>
            <a:r>
              <a:rPr lang="en-US" sz="1600" dirty="0" err="1" smtClean="0"/>
              <a:t>đầy</a:t>
            </a:r>
            <a:r>
              <a:rPr lang="en-US" sz="1600" dirty="0" smtClean="0"/>
              <a:t> </a:t>
            </a:r>
            <a:r>
              <a:rPr lang="en-US" sz="1600" dirty="0" err="1" smtClean="0"/>
              <a:t>đủ</a:t>
            </a:r>
            <a:r>
              <a:rPr lang="en-US" sz="1600" dirty="0" smtClean="0"/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</a:t>
            </a:r>
            <a:r>
              <a:rPr lang="en-US" sz="1600" dirty="0" err="1" smtClean="0"/>
              <a:t>điện</a:t>
            </a:r>
            <a:r>
              <a:rPr lang="en-US" sz="1600" dirty="0" smtClean="0"/>
              <a:t> </a:t>
            </a:r>
            <a:r>
              <a:rPr lang="en-US" sz="1600" dirty="0" err="1" smtClean="0"/>
              <a:t>thoại</a:t>
            </a:r>
            <a:r>
              <a:rPr lang="en-US" sz="1600" dirty="0" smtClean="0"/>
              <a:t>, email </a:t>
            </a:r>
            <a:r>
              <a:rPr lang="en-US" sz="1600" dirty="0" err="1" smtClean="0"/>
              <a:t>của</a:t>
            </a:r>
            <a:r>
              <a:rPr lang="en-US" sz="1600" dirty="0" smtClean="0"/>
              <a:t> </a:t>
            </a:r>
            <a:r>
              <a:rPr lang="en-US" sz="1600" dirty="0" err="1" smtClean="0"/>
              <a:t>từng</a:t>
            </a:r>
            <a:r>
              <a:rPr lang="en-US" sz="1600" dirty="0" smtClean="0"/>
              <a:t> </a:t>
            </a:r>
            <a:r>
              <a:rPr lang="en-US" sz="1600" dirty="0" err="1" smtClean="0"/>
              <a:t>thành</a:t>
            </a:r>
            <a:r>
              <a:rPr lang="en-US" sz="1600" dirty="0" smtClean="0"/>
              <a:t> </a:t>
            </a:r>
            <a:r>
              <a:rPr lang="en-US" sz="1600" dirty="0" err="1" smtClean="0"/>
              <a:t>viên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err="1" smtClean="0"/>
              <a:t>Trưởng</a:t>
            </a:r>
            <a:r>
              <a:rPr lang="en-US" sz="1600" dirty="0" smtClean="0"/>
              <a:t> </a:t>
            </a:r>
            <a:r>
              <a:rPr lang="en-US" sz="1600" dirty="0" err="1" smtClean="0"/>
              <a:t>nhóm</a:t>
            </a:r>
            <a:r>
              <a:rPr lang="en-US" sz="1600" dirty="0" smtClean="0"/>
              <a:t> </a:t>
            </a:r>
            <a:r>
              <a:rPr lang="en-US" sz="1600" dirty="0" err="1" smtClean="0"/>
              <a:t>cần</a:t>
            </a:r>
            <a:r>
              <a:rPr lang="en-US" sz="1600" dirty="0" smtClean="0"/>
              <a:t> </a:t>
            </a:r>
            <a:r>
              <a:rPr lang="en-US" sz="1600" dirty="0" err="1" smtClean="0"/>
              <a:t>năng</a:t>
            </a:r>
            <a:r>
              <a:rPr lang="en-US" sz="1600" dirty="0" smtClean="0"/>
              <a:t> </a:t>
            </a:r>
            <a:r>
              <a:rPr lang="en-US" sz="1600" dirty="0" err="1" smtClean="0"/>
              <a:t>động</a:t>
            </a:r>
            <a:r>
              <a:rPr lang="en-US" sz="1600" dirty="0" smtClean="0"/>
              <a:t> (</a:t>
            </a:r>
            <a:r>
              <a:rPr lang="en-US" sz="1600" dirty="0" err="1" smtClean="0"/>
              <a:t>chọn</a:t>
            </a:r>
            <a:r>
              <a:rPr lang="en-US" sz="1600" dirty="0" smtClean="0"/>
              <a:t> </a:t>
            </a:r>
            <a:r>
              <a:rPr lang="en-US" sz="1600" dirty="0" err="1" smtClean="0"/>
              <a:t>người</a:t>
            </a:r>
            <a:r>
              <a:rPr lang="en-US" sz="1600" dirty="0" smtClean="0"/>
              <a:t> </a:t>
            </a:r>
            <a:r>
              <a:rPr lang="en-US" sz="1600" dirty="0" err="1" smtClean="0"/>
              <a:t>có</a:t>
            </a:r>
            <a:r>
              <a:rPr lang="en-US" sz="1600" dirty="0" smtClean="0"/>
              <a:t> </a:t>
            </a:r>
            <a:r>
              <a:rPr lang="en-US" sz="1600" dirty="0" err="1" smtClean="0"/>
              <a:t>trách</a:t>
            </a:r>
            <a:r>
              <a:rPr lang="en-US" sz="1600" dirty="0" smtClean="0"/>
              <a:t> </a:t>
            </a:r>
            <a:r>
              <a:rPr lang="en-US" sz="1600" dirty="0" err="1" smtClean="0"/>
              <a:t>nhiệm</a:t>
            </a:r>
            <a:r>
              <a:rPr lang="en-US" sz="1600" dirty="0" smtClean="0"/>
              <a:t> </a:t>
            </a:r>
            <a:r>
              <a:rPr lang="en-US" sz="1600" dirty="0" err="1" smtClean="0"/>
              <a:t>và</a:t>
            </a:r>
            <a:r>
              <a:rPr lang="en-US" sz="1600" dirty="0" smtClean="0"/>
              <a:t> </a:t>
            </a:r>
            <a:r>
              <a:rPr lang="en-US" sz="1600" dirty="0" err="1" smtClean="0"/>
              <a:t>kinh</a:t>
            </a:r>
            <a:r>
              <a:rPr lang="en-US" sz="1600" dirty="0" smtClean="0"/>
              <a:t> </a:t>
            </a:r>
            <a:r>
              <a:rPr lang="en-US" sz="1600" dirty="0" err="1" smtClean="0"/>
              <a:t>nghiệm</a:t>
            </a:r>
            <a:r>
              <a:rPr lang="en-US" sz="1600" dirty="0" smtClean="0"/>
              <a:t>).</a:t>
            </a:r>
          </a:p>
          <a:p>
            <a:pPr lvl="1"/>
            <a:r>
              <a:rPr lang="en-US" sz="1600" dirty="0" err="1" smtClean="0"/>
              <a:t>Phân</a:t>
            </a:r>
            <a:r>
              <a:rPr lang="en-US" sz="1600" dirty="0" smtClean="0"/>
              <a:t> </a:t>
            </a:r>
            <a:r>
              <a:rPr lang="en-US" sz="1600" dirty="0" err="1" smtClean="0"/>
              <a:t>công</a:t>
            </a:r>
            <a:r>
              <a:rPr lang="en-US" sz="1600" dirty="0" smtClean="0"/>
              <a:t> (GHI CHÉP) </a:t>
            </a:r>
            <a:r>
              <a:rPr lang="en-US" sz="1600" dirty="0" err="1" smtClean="0"/>
              <a:t>công</a:t>
            </a:r>
            <a:r>
              <a:rPr lang="en-US" sz="1600" dirty="0" smtClean="0"/>
              <a:t> </a:t>
            </a:r>
            <a:r>
              <a:rPr lang="en-US" sz="1600" dirty="0" err="1" smtClean="0"/>
              <a:t>việc</a:t>
            </a:r>
            <a:r>
              <a:rPr lang="en-US" sz="1600" dirty="0" smtClean="0"/>
              <a:t> </a:t>
            </a:r>
            <a:r>
              <a:rPr lang="en-US" sz="1600" dirty="0" err="1" smtClean="0"/>
              <a:t>rõ</a:t>
            </a:r>
            <a:r>
              <a:rPr lang="en-US" sz="1600" dirty="0" smtClean="0"/>
              <a:t> </a:t>
            </a:r>
            <a:r>
              <a:rPr lang="en-US" sz="1600" dirty="0" err="1" smtClean="0"/>
              <a:t>ràng</a:t>
            </a:r>
            <a:r>
              <a:rPr lang="en-US" sz="1600" dirty="0" smtClean="0"/>
              <a:t> (AI? LÀM GÌ? KHI NÀO PHẢI HOÀN THÀNH).</a:t>
            </a:r>
          </a:p>
          <a:p>
            <a:r>
              <a:rPr lang="en-US" sz="2000" dirty="0" err="1" smtClean="0"/>
              <a:t>Không</a:t>
            </a:r>
            <a:r>
              <a:rPr lang="en-US" sz="2000" dirty="0" smtClean="0"/>
              <a:t> </a:t>
            </a:r>
            <a:r>
              <a:rPr lang="en-US" sz="2000" dirty="0" err="1" smtClean="0"/>
              <a:t>biết</a:t>
            </a:r>
            <a:r>
              <a:rPr lang="en-US" sz="2000" dirty="0" smtClean="0"/>
              <a:t> </a:t>
            </a:r>
            <a:r>
              <a:rPr lang="en-US" sz="2000" dirty="0" err="1" smtClean="0"/>
              <a:t>làm</a:t>
            </a:r>
            <a:r>
              <a:rPr lang="en-US" sz="2000" dirty="0" smtClean="0"/>
              <a:t> </a:t>
            </a:r>
            <a:r>
              <a:rPr lang="en-US" sz="2000" dirty="0" err="1" smtClean="0"/>
              <a:t>việc</a:t>
            </a:r>
            <a:r>
              <a:rPr lang="en-US" sz="2000" dirty="0" smtClean="0"/>
              <a:t> song </a:t>
            </a:r>
            <a:r>
              <a:rPr lang="en-US" sz="2000" dirty="0" err="1" smtClean="0"/>
              <a:t>song</a:t>
            </a:r>
            <a:endParaRPr lang="en-US" sz="2000" dirty="0" smtClean="0"/>
          </a:p>
          <a:p>
            <a:pPr lvl="1"/>
            <a:r>
              <a:rPr lang="en-US" sz="1600" dirty="0" err="1" smtClean="0"/>
              <a:t>Viết</a:t>
            </a:r>
            <a:r>
              <a:rPr lang="en-US" sz="1600" dirty="0" smtClean="0"/>
              <a:t> </a:t>
            </a:r>
            <a:r>
              <a:rPr lang="en-US" sz="1600" dirty="0" err="1" smtClean="0"/>
              <a:t>mục</a:t>
            </a:r>
            <a:r>
              <a:rPr lang="en-US" sz="1600" dirty="0" smtClean="0"/>
              <a:t> </a:t>
            </a:r>
            <a:r>
              <a:rPr lang="en-US" sz="1600" dirty="0" err="1" smtClean="0"/>
              <a:t>lục</a:t>
            </a:r>
            <a:r>
              <a:rPr lang="en-US" sz="1600" dirty="0" smtClean="0"/>
              <a:t>, </a:t>
            </a:r>
            <a:r>
              <a:rPr lang="en-US" sz="1600" dirty="0" err="1" smtClean="0"/>
              <a:t>sườn</a:t>
            </a:r>
            <a:r>
              <a:rPr lang="en-US" sz="1600" dirty="0" smtClean="0"/>
              <a:t> </a:t>
            </a:r>
            <a:r>
              <a:rPr lang="en-US" sz="1600" dirty="0" err="1" smtClean="0"/>
              <a:t>của</a:t>
            </a:r>
            <a:r>
              <a:rPr lang="en-US" sz="1600" dirty="0" smtClean="0"/>
              <a:t> </a:t>
            </a:r>
            <a:r>
              <a:rPr lang="en-US" sz="1600" dirty="0" err="1" smtClean="0"/>
              <a:t>tài</a:t>
            </a:r>
            <a:r>
              <a:rPr lang="en-US" sz="1600" dirty="0" smtClean="0"/>
              <a:t> </a:t>
            </a:r>
            <a:r>
              <a:rPr lang="en-US" sz="1600" dirty="0" err="1" smtClean="0"/>
              <a:t>liệu</a:t>
            </a:r>
            <a:r>
              <a:rPr lang="en-US" sz="1600" dirty="0" smtClean="0"/>
              <a:t> </a:t>
            </a:r>
            <a:r>
              <a:rPr lang="en-US" sz="1600" dirty="0" err="1" smtClean="0"/>
              <a:t>hoặc</a:t>
            </a:r>
            <a:r>
              <a:rPr lang="en-US" sz="1600" dirty="0" smtClean="0"/>
              <a:t> </a:t>
            </a:r>
            <a:r>
              <a:rPr lang="en-US" sz="1600" dirty="0" err="1" smtClean="0"/>
              <a:t>bộ</a:t>
            </a:r>
            <a:r>
              <a:rPr lang="en-US" sz="1600" dirty="0" smtClean="0"/>
              <a:t> </a:t>
            </a:r>
            <a:r>
              <a:rPr lang="en-US" sz="1600" dirty="0" err="1" smtClean="0"/>
              <a:t>khung</a:t>
            </a:r>
            <a:r>
              <a:rPr lang="en-US" sz="1600" dirty="0" smtClean="0"/>
              <a:t> </a:t>
            </a:r>
            <a:r>
              <a:rPr lang="en-US" sz="1600" dirty="0" err="1" smtClean="0"/>
              <a:t>mã</a:t>
            </a:r>
            <a:r>
              <a:rPr lang="en-US" sz="1600" dirty="0" smtClean="0"/>
              <a:t> </a:t>
            </a:r>
            <a:r>
              <a:rPr lang="en-US" sz="1600" dirty="0" err="1" smtClean="0"/>
              <a:t>nguồn</a:t>
            </a:r>
            <a:r>
              <a:rPr lang="en-US" sz="1600" dirty="0" smtClean="0"/>
              <a:t>. </a:t>
            </a:r>
            <a:r>
              <a:rPr lang="en-US" sz="1600" dirty="0" err="1" smtClean="0"/>
              <a:t>Sau</a:t>
            </a:r>
            <a:r>
              <a:rPr lang="en-US" sz="1600" dirty="0" smtClean="0"/>
              <a:t> </a:t>
            </a:r>
            <a:r>
              <a:rPr lang="en-US" sz="1600" dirty="0" err="1" smtClean="0"/>
              <a:t>đó</a:t>
            </a:r>
            <a:r>
              <a:rPr lang="en-US" sz="1600" dirty="0" smtClean="0"/>
              <a:t> </a:t>
            </a:r>
            <a:r>
              <a:rPr lang="en-US" sz="1600" dirty="0" err="1" smtClean="0"/>
              <a:t>các</a:t>
            </a:r>
            <a:r>
              <a:rPr lang="en-US" sz="1600" dirty="0" smtClean="0"/>
              <a:t> </a:t>
            </a:r>
            <a:r>
              <a:rPr lang="en-US" sz="1600" dirty="0" err="1" smtClean="0"/>
              <a:t>thành</a:t>
            </a:r>
            <a:r>
              <a:rPr lang="en-US" sz="1600" dirty="0" smtClean="0"/>
              <a:t> </a:t>
            </a:r>
            <a:r>
              <a:rPr lang="en-US" sz="1600" dirty="0" err="1" smtClean="0"/>
              <a:t>viên</a:t>
            </a:r>
            <a:r>
              <a:rPr lang="en-US" sz="1600" dirty="0" smtClean="0"/>
              <a:t> </a:t>
            </a:r>
            <a:r>
              <a:rPr lang="en-US" sz="1600" dirty="0" err="1" smtClean="0"/>
              <a:t>khác</a:t>
            </a:r>
            <a:r>
              <a:rPr lang="en-US" sz="1600" dirty="0" smtClean="0"/>
              <a:t> song </a:t>
            </a:r>
            <a:r>
              <a:rPr lang="en-US" sz="1600" dirty="0" err="1" smtClean="0"/>
              <a:t>song</a:t>
            </a:r>
            <a:r>
              <a:rPr lang="en-US" sz="1600" dirty="0" smtClean="0"/>
              <a:t> </a:t>
            </a:r>
            <a:r>
              <a:rPr lang="en-US" sz="1600" dirty="0" err="1" smtClean="0"/>
              <a:t>bổ</a:t>
            </a:r>
            <a:r>
              <a:rPr lang="en-US" sz="1600" dirty="0" smtClean="0"/>
              <a:t> sung </a:t>
            </a:r>
            <a:r>
              <a:rPr lang="en-US" sz="1600" dirty="0" err="1" smtClean="0"/>
              <a:t>vào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err="1" smtClean="0"/>
              <a:t>Sử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 GIT, SVN, </a:t>
            </a:r>
            <a:r>
              <a:rPr lang="en-US" sz="1600" dirty="0" err="1" smtClean="0"/>
              <a:t>Trello</a:t>
            </a:r>
            <a:r>
              <a:rPr lang="en-US" sz="1600" dirty="0" smtClean="0"/>
              <a:t>, Skype.</a:t>
            </a:r>
          </a:p>
          <a:p>
            <a:r>
              <a:rPr lang="en-US" sz="2000" dirty="0" err="1" smtClean="0"/>
              <a:t>Bị</a:t>
            </a:r>
            <a:r>
              <a:rPr lang="en-US" sz="2000" dirty="0" smtClean="0"/>
              <a:t> </a:t>
            </a:r>
            <a:r>
              <a:rPr lang="en-US" sz="2000" dirty="0" err="1" smtClean="0"/>
              <a:t>ảnh</a:t>
            </a:r>
            <a:r>
              <a:rPr lang="en-US" sz="2000" dirty="0" smtClean="0"/>
              <a:t> </a:t>
            </a:r>
            <a:r>
              <a:rPr lang="en-US" sz="2000" dirty="0" err="1" smtClean="0"/>
              <a:t>hưởng</a:t>
            </a:r>
            <a:r>
              <a:rPr lang="en-US" sz="2000" dirty="0" smtClean="0"/>
              <a:t> </a:t>
            </a:r>
            <a:r>
              <a:rPr lang="en-US" sz="2000" dirty="0" err="1" smtClean="0"/>
              <a:t>bởi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 </a:t>
            </a:r>
            <a:r>
              <a:rPr lang="en-US" sz="2000" dirty="0" err="1" smtClean="0"/>
              <a:t>khác</a:t>
            </a:r>
            <a:endParaRPr lang="en-US" sz="2000" dirty="0" smtClean="0"/>
          </a:p>
          <a:p>
            <a:pPr lvl="1"/>
            <a:r>
              <a:rPr lang="en-US" sz="1600" dirty="0" err="1" smtClean="0"/>
              <a:t>Xác</a:t>
            </a:r>
            <a:r>
              <a:rPr lang="en-US" sz="1600" dirty="0" smtClean="0"/>
              <a:t> </a:t>
            </a:r>
            <a:r>
              <a:rPr lang="en-US" sz="1600" dirty="0" err="1" smtClean="0"/>
              <a:t>định</a:t>
            </a:r>
            <a:r>
              <a:rPr lang="en-US" sz="1600" dirty="0" smtClean="0"/>
              <a:t> </a:t>
            </a:r>
            <a:r>
              <a:rPr lang="en-US" sz="1600" dirty="0" err="1" smtClean="0"/>
              <a:t>rõ</a:t>
            </a:r>
            <a:r>
              <a:rPr lang="en-US" sz="1600" dirty="0" smtClean="0"/>
              <a:t> </a:t>
            </a:r>
            <a:r>
              <a:rPr lang="en-US" sz="1600" dirty="0" err="1" smtClean="0"/>
              <a:t>mục</a:t>
            </a:r>
            <a:r>
              <a:rPr lang="en-US" sz="1600" dirty="0" smtClean="0"/>
              <a:t> </a:t>
            </a:r>
            <a:r>
              <a:rPr lang="en-US" sz="1600" dirty="0" err="1" smtClean="0"/>
              <a:t>tiêu</a:t>
            </a:r>
            <a:r>
              <a:rPr lang="en-US" sz="1600" dirty="0" smtClean="0"/>
              <a:t> </a:t>
            </a:r>
            <a:r>
              <a:rPr lang="en-US" sz="1600" dirty="0" err="1" smtClean="0"/>
              <a:t>của</a:t>
            </a:r>
            <a:r>
              <a:rPr lang="en-US" sz="1600" dirty="0" smtClean="0"/>
              <a:t> </a:t>
            </a:r>
            <a:r>
              <a:rPr lang="en-US" sz="1600" dirty="0" err="1" smtClean="0"/>
              <a:t>mình</a:t>
            </a:r>
            <a:r>
              <a:rPr lang="en-US" sz="1600" dirty="0" smtClean="0"/>
              <a:t> </a:t>
            </a:r>
            <a:r>
              <a:rPr lang="en-US" sz="1600" dirty="0" err="1" smtClean="0"/>
              <a:t>khi</a:t>
            </a:r>
            <a:r>
              <a:rPr lang="en-US" sz="1600" dirty="0" smtClean="0"/>
              <a:t> </a:t>
            </a:r>
            <a:r>
              <a:rPr lang="en-US" sz="1600" dirty="0" err="1" smtClean="0"/>
              <a:t>học</a:t>
            </a:r>
            <a:r>
              <a:rPr lang="en-US" sz="1600" dirty="0" smtClean="0"/>
              <a:t> </a:t>
            </a:r>
            <a:r>
              <a:rPr lang="en-US" sz="1600" dirty="0" err="1" smtClean="0"/>
              <a:t>môn</a:t>
            </a:r>
            <a:r>
              <a:rPr lang="en-US" sz="1600" dirty="0" smtClean="0"/>
              <a:t> </a:t>
            </a:r>
            <a:r>
              <a:rPr lang="en-US" sz="1600" dirty="0" err="1" smtClean="0"/>
              <a:t>học</a:t>
            </a:r>
            <a:r>
              <a:rPr lang="en-US" sz="1600" dirty="0" smtClean="0"/>
              <a:t> </a:t>
            </a:r>
            <a:r>
              <a:rPr lang="en-US" sz="1600" dirty="0" err="1" smtClean="0"/>
              <a:t>này</a:t>
            </a:r>
            <a:r>
              <a:rPr lang="en-US" sz="1600" dirty="0" smtClean="0"/>
              <a:t> (</a:t>
            </a:r>
            <a:r>
              <a:rPr lang="en-US" sz="1600" dirty="0" err="1" smtClean="0"/>
              <a:t>lấy</a:t>
            </a:r>
            <a:r>
              <a:rPr lang="en-US" sz="1600" dirty="0" smtClean="0"/>
              <a:t> </a:t>
            </a:r>
            <a:r>
              <a:rPr lang="en-US" sz="1600" dirty="0" err="1" smtClean="0"/>
              <a:t>điểm</a:t>
            </a:r>
            <a:r>
              <a:rPr lang="en-US" sz="1600" dirty="0" smtClean="0"/>
              <a:t> 5 hay 7 hay 9 hay 10).</a:t>
            </a:r>
          </a:p>
          <a:p>
            <a:pPr lvl="1"/>
            <a:r>
              <a:rPr lang="en-US" sz="1600" dirty="0" err="1" smtClean="0"/>
              <a:t>Quy</a:t>
            </a:r>
            <a:r>
              <a:rPr lang="en-US" sz="1600" dirty="0" smtClean="0"/>
              <a:t> </a:t>
            </a:r>
            <a:r>
              <a:rPr lang="en-US" sz="1600" dirty="0" err="1" smtClean="0"/>
              <a:t>định</a:t>
            </a:r>
            <a:r>
              <a:rPr lang="en-US" sz="1600" dirty="0" smtClean="0"/>
              <a:t> </a:t>
            </a:r>
            <a:r>
              <a:rPr lang="en-US" sz="1600" dirty="0" err="1" smtClean="0"/>
              <a:t>rõ</a:t>
            </a:r>
            <a:r>
              <a:rPr lang="en-US" sz="1600" dirty="0" smtClean="0"/>
              <a:t> </a:t>
            </a:r>
            <a:r>
              <a:rPr lang="en-US" sz="1600" dirty="0" err="1" smtClean="0"/>
              <a:t>thời</a:t>
            </a:r>
            <a:r>
              <a:rPr lang="en-US" sz="1600" dirty="0" smtClean="0"/>
              <a:t> </a:t>
            </a:r>
            <a:r>
              <a:rPr lang="en-US" sz="1600" dirty="0" err="1" smtClean="0"/>
              <a:t>gian</a:t>
            </a:r>
            <a:r>
              <a:rPr lang="en-US" sz="1600" dirty="0" smtClean="0"/>
              <a:t> </a:t>
            </a:r>
            <a:r>
              <a:rPr lang="en-US" sz="1600" dirty="0" err="1" smtClean="0"/>
              <a:t>cho</a:t>
            </a:r>
            <a:r>
              <a:rPr lang="en-US" sz="1600" dirty="0" smtClean="0"/>
              <a:t> </a:t>
            </a:r>
            <a:r>
              <a:rPr lang="en-US" sz="1600" dirty="0" err="1" smtClean="0"/>
              <a:t>môn</a:t>
            </a:r>
            <a:r>
              <a:rPr lang="en-US" sz="1600" dirty="0" smtClean="0"/>
              <a:t> </a:t>
            </a:r>
            <a:r>
              <a:rPr lang="en-US" sz="1600" dirty="0" err="1" smtClean="0"/>
              <a:t>học</a:t>
            </a:r>
            <a:r>
              <a:rPr lang="en-US" sz="1600" dirty="0" smtClean="0"/>
              <a:t> (</a:t>
            </a:r>
            <a:r>
              <a:rPr lang="en-US" sz="1600" dirty="0" err="1" smtClean="0"/>
              <a:t>họp</a:t>
            </a:r>
            <a:r>
              <a:rPr lang="en-US" sz="1600" dirty="0" smtClean="0"/>
              <a:t> </a:t>
            </a:r>
            <a:r>
              <a:rPr lang="en-US" sz="1600" dirty="0" err="1" smtClean="0"/>
              <a:t>nhóm</a:t>
            </a:r>
            <a:r>
              <a:rPr lang="en-US" sz="1600" dirty="0" smtClean="0"/>
              <a:t>, </a:t>
            </a:r>
            <a:r>
              <a:rPr lang="en-US" sz="1600" dirty="0" err="1" smtClean="0"/>
              <a:t>làm</a:t>
            </a:r>
            <a:r>
              <a:rPr lang="en-US" sz="1600" dirty="0" smtClean="0"/>
              <a:t> </a:t>
            </a:r>
            <a:r>
              <a:rPr lang="en-US" sz="1600" dirty="0" err="1" smtClean="0"/>
              <a:t>việc</a:t>
            </a:r>
            <a:r>
              <a:rPr lang="en-US" sz="1600" dirty="0" smtClean="0"/>
              <a:t> </a:t>
            </a:r>
            <a:r>
              <a:rPr lang="en-US" sz="1600" dirty="0" err="1" smtClean="0"/>
              <a:t>nhóm</a:t>
            </a:r>
            <a:r>
              <a:rPr lang="en-US" sz="1600" dirty="0" smtClean="0"/>
              <a:t>, </a:t>
            </a:r>
            <a:r>
              <a:rPr lang="en-US" sz="1600" dirty="0" err="1" smtClean="0"/>
              <a:t>làm</a:t>
            </a:r>
            <a:r>
              <a:rPr lang="en-US" sz="1600" dirty="0" smtClean="0"/>
              <a:t> </a:t>
            </a:r>
            <a:r>
              <a:rPr lang="en-US" sz="1600" dirty="0" err="1" smtClean="0"/>
              <a:t>việc</a:t>
            </a:r>
            <a:r>
              <a:rPr lang="en-US" sz="1600" dirty="0" smtClean="0"/>
              <a:t> </a:t>
            </a:r>
            <a:r>
              <a:rPr lang="en-US" sz="1600" dirty="0" err="1" smtClean="0"/>
              <a:t>cá</a:t>
            </a:r>
            <a:r>
              <a:rPr lang="en-US" sz="1600" dirty="0" smtClean="0"/>
              <a:t> </a:t>
            </a:r>
            <a:r>
              <a:rPr lang="en-US" sz="1600" dirty="0" err="1" smtClean="0"/>
              <a:t>nhân</a:t>
            </a:r>
            <a:r>
              <a:rPr lang="en-US" sz="1600" dirty="0" smtClean="0"/>
              <a:t>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Cảm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r>
              <a:rPr lang="en-US" dirty="0" smtClean="0"/>
              <a:t> &amp; </a:t>
            </a:r>
            <a:r>
              <a:rPr lang="en-US" dirty="0" err="1" smtClean="0"/>
              <a:t>Hẹn</a:t>
            </a:r>
            <a:r>
              <a:rPr lang="en-US" dirty="0" smtClean="0"/>
              <a:t> </a:t>
            </a:r>
            <a:r>
              <a:rPr lang="en-US" dirty="0" err="1" smtClean="0"/>
              <a:t>gặp</a:t>
            </a:r>
            <a:r>
              <a:rPr lang="en-US" dirty="0" smtClean="0"/>
              <a:t> </a:t>
            </a:r>
            <a:r>
              <a:rPr lang="en-US" smtClean="0"/>
              <a:t>lại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9414</TotalTime>
  <Words>1747</Words>
  <Application>Microsoft Office PowerPoint</Application>
  <PresentationFormat>On-screen Show (4:3)</PresentationFormat>
  <Paragraphs>147</Paragraphs>
  <Slides>26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Giới thiệu môn học Nhập môn Công nghệ phần mềm</vt:lpstr>
      <vt:lpstr>Giảng viên phụ trách</vt:lpstr>
      <vt:lpstr>Mục tiêu</vt:lpstr>
      <vt:lpstr>Nội dung</vt:lpstr>
      <vt:lpstr>Tôi là sinh viên</vt:lpstr>
      <vt:lpstr>Tôi là sinh viên</vt:lpstr>
      <vt:lpstr>Tôi không phải là sinh viên chuyên ngành kỹ thuật phần mềm</vt:lpstr>
      <vt:lpstr>Tôi đã biết lập trình</vt:lpstr>
      <vt:lpstr>Ai không nên học môn này</vt:lpstr>
      <vt:lpstr>Điều kiện đăng ký học phần</vt:lpstr>
      <vt:lpstr>Mục tiêu môn học</vt:lpstr>
      <vt:lpstr>Nội dung môn học</vt:lpstr>
      <vt:lpstr>Thời lượng môn học</vt:lpstr>
      <vt:lpstr>Quản lý lớp học</vt:lpstr>
      <vt:lpstr>Khả năng và mục tiêu của bạn</vt:lpstr>
      <vt:lpstr>Xây dựng nhóm</vt:lpstr>
      <vt:lpstr>Đánh giá kết quả học tập</vt:lpstr>
      <vt:lpstr>Thuyết trình theo nhóm (10% điểm số)</vt:lpstr>
      <vt:lpstr>Kiểm tra tại lớp (20% điểm số)</vt:lpstr>
      <vt:lpstr>Đồ án môn học (40% điểm số)</vt:lpstr>
      <vt:lpstr>Vấn đáp cuối kỳ (30% điểm số)</vt:lpstr>
      <vt:lpstr>Tài liệu tham khảo</vt:lpstr>
      <vt:lpstr>Nội quy môn học</vt:lpstr>
      <vt:lpstr>Các vấn đề thường gặp ở đồ án</vt:lpstr>
      <vt:lpstr>Câu hỏi và Trả lời</vt:lpstr>
      <vt:lpstr>Cảm ơn &amp; Hẹn gặp lại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3805</cp:revision>
  <dcterms:created xsi:type="dcterms:W3CDTF">2007-10-06T08:25:13Z</dcterms:created>
  <dcterms:modified xsi:type="dcterms:W3CDTF">2020-03-05T16:12:44Z</dcterms:modified>
</cp:coreProperties>
</file>