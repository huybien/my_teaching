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5d1MJ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Introduction to </a:t>
            </a:r>
            <a:r>
              <a:rPr lang="en-US" sz="4000" dirty="0" smtClean="0"/>
              <a:t>Software Architecture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https://bit.ly/35d1MJO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6860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2" name="Picture 4" descr="https://encrypted-tbn0.gstatic.com/images?q=tbn:ANd9GcShcDeiLGoWEiJxOhc8EGREjU2fpNWAdqbroRUx-KAk5iyzyYySsvWlS3cg1r1eexHsxeY&amp;usqp=CAU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76225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25234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Software Architecture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8470</cp:revision>
  <dcterms:created xsi:type="dcterms:W3CDTF">2007-10-06T08:25:13Z</dcterms:created>
  <dcterms:modified xsi:type="dcterms:W3CDTF">2023-02-16T17:38:57Z</dcterms:modified>
</cp:coreProperties>
</file>