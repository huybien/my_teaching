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2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4" y="-3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3YoXUZ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History of SE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33599"/>
          </a:xfrm>
        </p:spPr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bit.ly/33YoXUZ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40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25235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History of SE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8466</cp:revision>
  <dcterms:created xsi:type="dcterms:W3CDTF">2007-10-06T08:25:13Z</dcterms:created>
  <dcterms:modified xsi:type="dcterms:W3CDTF">2020-10-13T12:20:32Z</dcterms:modified>
</cp:coreProperties>
</file>