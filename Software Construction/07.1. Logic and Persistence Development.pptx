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Default Extension="docx" ContentType="application/vnd.openxmlformats-officedocument.wordprocessingml.document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diagrams/layout5.xml" ContentType="application/vnd.openxmlformats-officedocument.drawingml.diagramLayout+xml"/>
  <Override PartName="/ppt/diagrams/data6.xml" ContentType="application/vnd.openxmlformats-officedocument.drawingml.diagramData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colors6.xml" ContentType="application/vnd.openxmlformats-officedocument.drawingml.diagramColors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colors4.xml" ContentType="application/vnd.openxmlformats-officedocument.drawingml.diagramColors+xml"/>
  <Override PartName="/ppt/diagrams/drawing5.xml" ContentType="application/vnd.ms-office.drawingml.diagramDrawing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diagrams/colors2.xml" ContentType="application/vnd.openxmlformats-officedocument.drawingml.diagramColors+xml"/>
  <Override PartName="/ppt/diagrams/drawing3.xml" ContentType="application/vnd.ms-office.drawingml.diagramDrawing+xml"/>
  <Override PartName="/ppt/diagrams/quickStyle5.xml" ContentType="application/vnd.openxmlformats-officedocument.drawingml.diagramStyl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diagrams/layout6.xml" ContentType="application/vnd.openxmlformats-officedocument.drawingml.diagram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diagrams/layout4.xml" ContentType="application/vnd.openxmlformats-officedocument.drawingml.diagram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data5.xml" ContentType="application/vnd.openxmlformats-officedocument.drawingml.diagramData+xml"/>
  <Default Extension="vml" ContentType="application/vnd.openxmlformats-officedocument.vmlDrawing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diagrams/drawing6.xml" ContentType="application/vnd.ms-office.drawingml.diagramDrawing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drawing4.xml" ContentType="application/vnd.ms-office.drawingml.diagramDrawing+xml"/>
  <Override PartName="/ppt/diagrams/quickStyle6.xml" ContentType="application/vnd.openxmlformats-officedocument.drawingml.diagramStyl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708" r:id="rId1"/>
  </p:sldMasterIdLst>
  <p:notesMasterIdLst>
    <p:notesMasterId r:id="rId52"/>
  </p:notesMasterIdLst>
  <p:sldIdLst>
    <p:sldId id="256" r:id="rId2"/>
    <p:sldId id="491" r:id="rId3"/>
    <p:sldId id="640" r:id="rId4"/>
    <p:sldId id="473" r:id="rId5"/>
    <p:sldId id="659" r:id="rId6"/>
    <p:sldId id="668" r:id="rId7"/>
    <p:sldId id="660" r:id="rId8"/>
    <p:sldId id="669" r:id="rId9"/>
    <p:sldId id="654" r:id="rId10"/>
    <p:sldId id="670" r:id="rId11"/>
    <p:sldId id="621" r:id="rId12"/>
    <p:sldId id="594" r:id="rId13"/>
    <p:sldId id="658" r:id="rId14"/>
    <p:sldId id="666" r:id="rId15"/>
    <p:sldId id="657" r:id="rId16"/>
    <p:sldId id="664" r:id="rId17"/>
    <p:sldId id="667" r:id="rId18"/>
    <p:sldId id="644" r:id="rId19"/>
    <p:sldId id="651" r:id="rId20"/>
    <p:sldId id="645" r:id="rId21"/>
    <p:sldId id="626" r:id="rId22"/>
    <p:sldId id="583" r:id="rId23"/>
    <p:sldId id="519" r:id="rId24"/>
    <p:sldId id="539" r:id="rId25"/>
    <p:sldId id="542" r:id="rId26"/>
    <p:sldId id="543" r:id="rId27"/>
    <p:sldId id="544" r:id="rId28"/>
    <p:sldId id="541" r:id="rId29"/>
    <p:sldId id="540" r:id="rId30"/>
    <p:sldId id="569" r:id="rId31"/>
    <p:sldId id="522" r:id="rId32"/>
    <p:sldId id="523" r:id="rId33"/>
    <p:sldId id="524" r:id="rId34"/>
    <p:sldId id="525" r:id="rId35"/>
    <p:sldId id="526" r:id="rId36"/>
    <p:sldId id="528" r:id="rId37"/>
    <p:sldId id="536" r:id="rId38"/>
    <p:sldId id="537" r:id="rId39"/>
    <p:sldId id="533" r:id="rId40"/>
    <p:sldId id="535" r:id="rId41"/>
    <p:sldId id="538" r:id="rId42"/>
    <p:sldId id="547" r:id="rId43"/>
    <p:sldId id="529" r:id="rId44"/>
    <p:sldId id="546" r:id="rId45"/>
    <p:sldId id="661" r:id="rId46"/>
    <p:sldId id="575" r:id="rId47"/>
    <p:sldId id="574" r:id="rId48"/>
    <p:sldId id="530" r:id="rId49"/>
    <p:sldId id="531" r:id="rId50"/>
    <p:sldId id="343" r:id="rId5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21176" autoAdjust="0"/>
    <p:restoredTop sz="94667" autoAdjust="0"/>
  </p:normalViewPr>
  <p:slideViewPr>
    <p:cSldViewPr>
      <p:cViewPr>
        <p:scale>
          <a:sx n="50" d="100"/>
          <a:sy n="50" d="100"/>
        </p:scale>
        <p:origin x="-1476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7C1D6F-4647-4E33-A258-009E6AEFC8D1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809340B9-7F11-4D84-B022-3D14B6583AD7}">
      <dgm:prSet phldrT="[Text]" custT="1"/>
      <dgm:spPr>
        <a:solidFill>
          <a:schemeClr val="accent3"/>
        </a:solidFill>
      </dgm:spPr>
      <dgm:t>
        <a:bodyPr/>
        <a:lstStyle/>
        <a:p>
          <a:r>
            <a:rPr lang="en-US" sz="2400" dirty="0" smtClean="0"/>
            <a:t>Data Model</a:t>
          </a:r>
          <a:endParaRPr lang="en-US" sz="2400" dirty="0"/>
        </a:p>
      </dgm:t>
    </dgm:pt>
    <dgm:pt modelId="{5A3FAAD7-F018-4416-8584-95B3B9FDFCBC}" type="parTrans" cxnId="{DC9100A6-A166-4051-B682-04F229938876}">
      <dgm:prSet/>
      <dgm:spPr/>
      <dgm:t>
        <a:bodyPr/>
        <a:lstStyle/>
        <a:p>
          <a:endParaRPr lang="en-US"/>
        </a:p>
      </dgm:t>
    </dgm:pt>
    <dgm:pt modelId="{AD1DE34A-8921-4168-A47E-A39D3D863C1F}" type="sibTrans" cxnId="{DC9100A6-A166-4051-B682-04F229938876}">
      <dgm:prSet/>
      <dgm:spPr/>
      <dgm:t>
        <a:bodyPr/>
        <a:lstStyle/>
        <a:p>
          <a:endParaRPr lang="en-US"/>
        </a:p>
      </dgm:t>
    </dgm:pt>
    <dgm:pt modelId="{1D20C483-C91D-4075-B91F-32FA82B8BD59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US" sz="2400" dirty="0" smtClean="0"/>
            <a:t>Persistence Frameworks/Libraries</a:t>
          </a:r>
          <a:endParaRPr lang="en-US" sz="2400" dirty="0"/>
        </a:p>
      </dgm:t>
    </dgm:pt>
    <dgm:pt modelId="{76BDDF9C-7F44-4695-9E36-5148015A4497}" type="parTrans" cxnId="{CCA83AC7-ACE8-48CB-9C4B-D8E0AFD71BE2}">
      <dgm:prSet/>
      <dgm:spPr/>
      <dgm:t>
        <a:bodyPr/>
        <a:lstStyle/>
        <a:p>
          <a:endParaRPr lang="en-US"/>
        </a:p>
      </dgm:t>
    </dgm:pt>
    <dgm:pt modelId="{6072271D-1133-48A4-B155-35CC3CF33456}" type="sibTrans" cxnId="{CCA83AC7-ACE8-48CB-9C4B-D8E0AFD71BE2}">
      <dgm:prSet/>
      <dgm:spPr/>
      <dgm:t>
        <a:bodyPr/>
        <a:lstStyle/>
        <a:p>
          <a:endParaRPr lang="en-US"/>
        </a:p>
      </dgm:t>
    </dgm:pt>
    <dgm:pt modelId="{48C3C47C-2C00-4000-99FC-B0CAD680E8A7}">
      <dgm:prSet phldrT="[Text]" custT="1"/>
      <dgm:spPr>
        <a:solidFill>
          <a:schemeClr val="accent4"/>
        </a:solidFill>
      </dgm:spPr>
      <dgm:t>
        <a:bodyPr/>
        <a:lstStyle/>
        <a:p>
          <a:r>
            <a:rPr lang="en-US" sz="2400" dirty="0" smtClean="0"/>
            <a:t>Persistence Code</a:t>
          </a:r>
          <a:endParaRPr lang="en-US" sz="2400" dirty="0"/>
        </a:p>
      </dgm:t>
    </dgm:pt>
    <dgm:pt modelId="{AB28854F-05B3-4DA2-B9DE-D57B236B31A9}" type="parTrans" cxnId="{31EDF7AA-E2F9-4CB0-A33E-91ADBC1A1067}">
      <dgm:prSet/>
      <dgm:spPr/>
      <dgm:t>
        <a:bodyPr/>
        <a:lstStyle/>
        <a:p>
          <a:endParaRPr lang="en-US"/>
        </a:p>
      </dgm:t>
    </dgm:pt>
    <dgm:pt modelId="{7C2CEEC7-E6B5-4FBE-8D34-21CD856C7CF6}" type="sibTrans" cxnId="{31EDF7AA-E2F9-4CB0-A33E-91ADBC1A1067}">
      <dgm:prSet/>
      <dgm:spPr/>
      <dgm:t>
        <a:bodyPr/>
        <a:lstStyle/>
        <a:p>
          <a:endParaRPr lang="en-US"/>
        </a:p>
      </dgm:t>
    </dgm:pt>
    <dgm:pt modelId="{6EB44F6E-97BC-4772-8ECD-D78C5E21013E}" type="pres">
      <dgm:prSet presAssocID="{D47C1D6F-4647-4E33-A258-009E6AEFC8D1}" presName="Name0" presStyleCnt="0">
        <dgm:presLayoutVars>
          <dgm:dir/>
          <dgm:resizeHandles val="exact"/>
        </dgm:presLayoutVars>
      </dgm:prSet>
      <dgm:spPr/>
    </dgm:pt>
    <dgm:pt modelId="{1B26044F-26CE-4145-B5E4-F430A270E114}" type="pres">
      <dgm:prSet presAssocID="{809340B9-7F11-4D84-B022-3D14B6583AD7}" presName="node" presStyleLbl="node1" presStyleIdx="0" presStyleCnt="3" custScaleX="20266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E56B327-9D0F-4DA3-A0A8-B891ACB1CEC2}" type="pres">
      <dgm:prSet presAssocID="{AD1DE34A-8921-4168-A47E-A39D3D863C1F}" presName="sibTrans" presStyleLbl="sibTrans2D1" presStyleIdx="0" presStyleCnt="2"/>
      <dgm:spPr/>
      <dgm:t>
        <a:bodyPr/>
        <a:lstStyle/>
        <a:p>
          <a:endParaRPr lang="en-US"/>
        </a:p>
      </dgm:t>
    </dgm:pt>
    <dgm:pt modelId="{64235312-A31E-4512-A73C-24986610B43E}" type="pres">
      <dgm:prSet presAssocID="{AD1DE34A-8921-4168-A47E-A39D3D863C1F}" presName="connectorText" presStyleLbl="sibTrans2D1" presStyleIdx="0" presStyleCnt="2"/>
      <dgm:spPr/>
      <dgm:t>
        <a:bodyPr/>
        <a:lstStyle/>
        <a:p>
          <a:endParaRPr lang="en-US"/>
        </a:p>
      </dgm:t>
    </dgm:pt>
    <dgm:pt modelId="{D54CD697-2A27-48DC-AF0B-3971EE804F73}" type="pres">
      <dgm:prSet presAssocID="{1D20C483-C91D-4075-B91F-32FA82B8BD59}" presName="node" presStyleLbl="node1" presStyleIdx="1" presStyleCnt="3" custScaleX="309856" custScaleY="10829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02BB257-E7CB-402E-8AAB-D746F83B6407}" type="pres">
      <dgm:prSet presAssocID="{6072271D-1133-48A4-B155-35CC3CF33456}" presName="sibTrans" presStyleLbl="sibTrans2D1" presStyleIdx="1" presStyleCnt="2"/>
      <dgm:spPr/>
      <dgm:t>
        <a:bodyPr/>
        <a:lstStyle/>
        <a:p>
          <a:endParaRPr lang="en-US"/>
        </a:p>
      </dgm:t>
    </dgm:pt>
    <dgm:pt modelId="{CAEA412E-9D1E-4D67-B552-F1263C4F33D6}" type="pres">
      <dgm:prSet presAssocID="{6072271D-1133-48A4-B155-35CC3CF33456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E6C89F9F-EC7B-4304-8F09-55693E384B71}" type="pres">
      <dgm:prSet presAssocID="{48C3C47C-2C00-4000-99FC-B0CAD680E8A7}" presName="node" presStyleLbl="node1" presStyleIdx="2" presStyleCnt="3" custScaleX="19048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2E3C7A3-48EA-4852-BCEB-C4AC604B9457}" type="presOf" srcId="{AD1DE34A-8921-4168-A47E-A39D3D863C1F}" destId="{64235312-A31E-4512-A73C-24986610B43E}" srcOrd="1" destOrd="0" presId="urn:microsoft.com/office/officeart/2005/8/layout/process1"/>
    <dgm:cxn modelId="{DC9100A6-A166-4051-B682-04F229938876}" srcId="{D47C1D6F-4647-4E33-A258-009E6AEFC8D1}" destId="{809340B9-7F11-4D84-B022-3D14B6583AD7}" srcOrd="0" destOrd="0" parTransId="{5A3FAAD7-F018-4416-8584-95B3B9FDFCBC}" sibTransId="{AD1DE34A-8921-4168-A47E-A39D3D863C1F}"/>
    <dgm:cxn modelId="{59277843-D19D-46DB-A72D-7547DB94B971}" type="presOf" srcId="{6072271D-1133-48A4-B155-35CC3CF33456}" destId="{E02BB257-E7CB-402E-8AAB-D746F83B6407}" srcOrd="0" destOrd="0" presId="urn:microsoft.com/office/officeart/2005/8/layout/process1"/>
    <dgm:cxn modelId="{E2F7B513-3A54-43FF-B274-4B8CCFB69223}" type="presOf" srcId="{1D20C483-C91D-4075-B91F-32FA82B8BD59}" destId="{D54CD697-2A27-48DC-AF0B-3971EE804F73}" srcOrd="0" destOrd="0" presId="urn:microsoft.com/office/officeart/2005/8/layout/process1"/>
    <dgm:cxn modelId="{E0D7B49D-199D-43F9-AB51-500CECFC507B}" type="presOf" srcId="{D47C1D6F-4647-4E33-A258-009E6AEFC8D1}" destId="{6EB44F6E-97BC-4772-8ECD-D78C5E21013E}" srcOrd="0" destOrd="0" presId="urn:microsoft.com/office/officeart/2005/8/layout/process1"/>
    <dgm:cxn modelId="{CCA83AC7-ACE8-48CB-9C4B-D8E0AFD71BE2}" srcId="{D47C1D6F-4647-4E33-A258-009E6AEFC8D1}" destId="{1D20C483-C91D-4075-B91F-32FA82B8BD59}" srcOrd="1" destOrd="0" parTransId="{76BDDF9C-7F44-4695-9E36-5148015A4497}" sibTransId="{6072271D-1133-48A4-B155-35CC3CF33456}"/>
    <dgm:cxn modelId="{957EBB31-3A49-4469-90F2-326DC63555D3}" type="presOf" srcId="{AD1DE34A-8921-4168-A47E-A39D3D863C1F}" destId="{1E56B327-9D0F-4DA3-A0A8-B891ACB1CEC2}" srcOrd="0" destOrd="0" presId="urn:microsoft.com/office/officeart/2005/8/layout/process1"/>
    <dgm:cxn modelId="{CAB0203B-78B2-425D-9117-596828060B09}" type="presOf" srcId="{6072271D-1133-48A4-B155-35CC3CF33456}" destId="{CAEA412E-9D1E-4D67-B552-F1263C4F33D6}" srcOrd="1" destOrd="0" presId="urn:microsoft.com/office/officeart/2005/8/layout/process1"/>
    <dgm:cxn modelId="{CDFDE701-15B8-4264-A9B5-18CE0E5B69D4}" type="presOf" srcId="{809340B9-7F11-4D84-B022-3D14B6583AD7}" destId="{1B26044F-26CE-4145-B5E4-F430A270E114}" srcOrd="0" destOrd="0" presId="urn:microsoft.com/office/officeart/2005/8/layout/process1"/>
    <dgm:cxn modelId="{42396F97-5A9D-445A-91F3-ABB3CFCBC9B5}" type="presOf" srcId="{48C3C47C-2C00-4000-99FC-B0CAD680E8A7}" destId="{E6C89F9F-EC7B-4304-8F09-55693E384B71}" srcOrd="0" destOrd="0" presId="urn:microsoft.com/office/officeart/2005/8/layout/process1"/>
    <dgm:cxn modelId="{31EDF7AA-E2F9-4CB0-A33E-91ADBC1A1067}" srcId="{D47C1D6F-4647-4E33-A258-009E6AEFC8D1}" destId="{48C3C47C-2C00-4000-99FC-B0CAD680E8A7}" srcOrd="2" destOrd="0" parTransId="{AB28854F-05B3-4DA2-B9DE-D57B236B31A9}" sibTransId="{7C2CEEC7-E6B5-4FBE-8D34-21CD856C7CF6}"/>
    <dgm:cxn modelId="{025B57DA-614B-4F03-9877-4420DD523662}" type="presParOf" srcId="{6EB44F6E-97BC-4772-8ECD-D78C5E21013E}" destId="{1B26044F-26CE-4145-B5E4-F430A270E114}" srcOrd="0" destOrd="0" presId="urn:microsoft.com/office/officeart/2005/8/layout/process1"/>
    <dgm:cxn modelId="{062465A6-053C-40D5-99AF-3E5374B5DEEF}" type="presParOf" srcId="{6EB44F6E-97BC-4772-8ECD-D78C5E21013E}" destId="{1E56B327-9D0F-4DA3-A0A8-B891ACB1CEC2}" srcOrd="1" destOrd="0" presId="urn:microsoft.com/office/officeart/2005/8/layout/process1"/>
    <dgm:cxn modelId="{4C3D0B94-F09E-4528-9949-5FCF34B747B1}" type="presParOf" srcId="{1E56B327-9D0F-4DA3-A0A8-B891ACB1CEC2}" destId="{64235312-A31E-4512-A73C-24986610B43E}" srcOrd="0" destOrd="0" presId="urn:microsoft.com/office/officeart/2005/8/layout/process1"/>
    <dgm:cxn modelId="{0A9CD05C-9446-4886-B859-9D657E8346E5}" type="presParOf" srcId="{6EB44F6E-97BC-4772-8ECD-D78C5E21013E}" destId="{D54CD697-2A27-48DC-AF0B-3971EE804F73}" srcOrd="2" destOrd="0" presId="urn:microsoft.com/office/officeart/2005/8/layout/process1"/>
    <dgm:cxn modelId="{B810F45A-0224-49D0-914E-2EB280CD0D01}" type="presParOf" srcId="{6EB44F6E-97BC-4772-8ECD-D78C5E21013E}" destId="{E02BB257-E7CB-402E-8AAB-D746F83B6407}" srcOrd="3" destOrd="0" presId="urn:microsoft.com/office/officeart/2005/8/layout/process1"/>
    <dgm:cxn modelId="{C3EC9A92-F020-4D1F-AF8E-B82E8F29EE37}" type="presParOf" srcId="{E02BB257-E7CB-402E-8AAB-D746F83B6407}" destId="{CAEA412E-9D1E-4D67-B552-F1263C4F33D6}" srcOrd="0" destOrd="0" presId="urn:microsoft.com/office/officeart/2005/8/layout/process1"/>
    <dgm:cxn modelId="{BC6462F2-CFAD-4179-9960-46E57CB8E103}" type="presParOf" srcId="{6EB44F6E-97BC-4772-8ECD-D78C5E21013E}" destId="{E6C89F9F-EC7B-4304-8F09-55693E384B71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47C1D6F-4647-4E33-A258-009E6AEFC8D1}" type="doc">
      <dgm:prSet loTypeId="urn:microsoft.com/office/officeart/2005/8/layout/process2" loCatId="process" qsTypeId="urn:microsoft.com/office/officeart/2005/8/quickstyle/simple1" qsCatId="simple" csTypeId="urn:microsoft.com/office/officeart/2005/8/colors/colorful1" csCatId="colorful" phldr="1"/>
      <dgm:spPr/>
    </dgm:pt>
    <dgm:pt modelId="{809340B9-7F11-4D84-B022-3D14B6583AD7}">
      <dgm:prSet phldrT="[Text]" custT="1"/>
      <dgm:spPr/>
      <dgm:t>
        <a:bodyPr/>
        <a:lstStyle/>
        <a:p>
          <a:r>
            <a:rPr lang="en-US" sz="2000" dirty="0" smtClean="0"/>
            <a:t>User Stories, UI Design, Use Cases, Problem Domain Model, Static/Dynamic Diagrams</a:t>
          </a:r>
          <a:endParaRPr lang="en-US" sz="2000" dirty="0"/>
        </a:p>
      </dgm:t>
    </dgm:pt>
    <dgm:pt modelId="{5A3FAAD7-F018-4416-8584-95B3B9FDFCBC}" type="parTrans" cxnId="{DC9100A6-A166-4051-B682-04F229938876}">
      <dgm:prSet/>
      <dgm:spPr/>
      <dgm:t>
        <a:bodyPr/>
        <a:lstStyle/>
        <a:p>
          <a:endParaRPr lang="en-US"/>
        </a:p>
      </dgm:t>
    </dgm:pt>
    <dgm:pt modelId="{AD1DE34A-8921-4168-A47E-A39D3D863C1F}" type="sibTrans" cxnId="{DC9100A6-A166-4051-B682-04F229938876}">
      <dgm:prSet/>
      <dgm:spPr/>
      <dgm:t>
        <a:bodyPr/>
        <a:lstStyle/>
        <a:p>
          <a:endParaRPr lang="en-US"/>
        </a:p>
      </dgm:t>
    </dgm:pt>
    <dgm:pt modelId="{3D3AEF0F-DD83-4D81-9170-6A951A34DCD0}">
      <dgm:prSet phldrT="[Text]" custT="1"/>
      <dgm:spPr/>
      <dgm:t>
        <a:bodyPr/>
        <a:lstStyle/>
        <a:p>
          <a:r>
            <a:rPr lang="en-US" sz="2000" dirty="0" smtClean="0"/>
            <a:t>UI Inputs (Parameters): Primitive Types, Data Structures, DTO</a:t>
          </a:r>
        </a:p>
      </dgm:t>
    </dgm:pt>
    <dgm:pt modelId="{49EDFAEA-4C2B-45B7-857F-6278C714C781}" type="parTrans" cxnId="{7D4D779B-723D-4E7D-84AA-7E1FFBC426FD}">
      <dgm:prSet/>
      <dgm:spPr/>
      <dgm:t>
        <a:bodyPr/>
        <a:lstStyle/>
        <a:p>
          <a:endParaRPr lang="en-US"/>
        </a:p>
      </dgm:t>
    </dgm:pt>
    <dgm:pt modelId="{93094F8B-1B9A-4D53-B7EA-1A7D1D6389A2}" type="sibTrans" cxnId="{7D4D779B-723D-4E7D-84AA-7E1FFBC426FD}">
      <dgm:prSet/>
      <dgm:spPr/>
      <dgm:t>
        <a:bodyPr/>
        <a:lstStyle/>
        <a:p>
          <a:endParaRPr lang="en-US"/>
        </a:p>
      </dgm:t>
    </dgm:pt>
    <dgm:pt modelId="{E17B607A-69C0-4A57-B14E-F594F98785E8}">
      <dgm:prSet phldrT="[Text]" custT="1"/>
      <dgm:spPr/>
      <dgm:t>
        <a:bodyPr/>
        <a:lstStyle/>
        <a:p>
          <a:r>
            <a:rPr lang="en-US" sz="2000" dirty="0" smtClean="0"/>
            <a:t>UI Outputs (Returned Value): Primitive Types, Data Structures, DTO</a:t>
          </a:r>
          <a:endParaRPr lang="en-US" sz="2000" dirty="0"/>
        </a:p>
      </dgm:t>
    </dgm:pt>
    <dgm:pt modelId="{3605D37B-3AB3-4324-8E0C-E7D3493371C1}" type="parTrans" cxnId="{3017FE31-D4E4-4FE2-8AE5-C60F126751A2}">
      <dgm:prSet/>
      <dgm:spPr/>
      <dgm:t>
        <a:bodyPr/>
        <a:lstStyle/>
        <a:p>
          <a:endParaRPr lang="en-US"/>
        </a:p>
      </dgm:t>
    </dgm:pt>
    <dgm:pt modelId="{5AA8FF93-5BCB-4FC6-A7E5-489AEA94B86B}" type="sibTrans" cxnId="{3017FE31-D4E4-4FE2-8AE5-C60F126751A2}">
      <dgm:prSet/>
      <dgm:spPr/>
      <dgm:t>
        <a:bodyPr/>
        <a:lstStyle/>
        <a:p>
          <a:endParaRPr lang="en-US"/>
        </a:p>
      </dgm:t>
    </dgm:pt>
    <dgm:pt modelId="{94DDB667-79E8-404E-B874-15D01D6E3A42}">
      <dgm:prSet phldrT="[Text]" custT="1"/>
      <dgm:spPr/>
      <dgm:t>
        <a:bodyPr/>
        <a:lstStyle/>
        <a:p>
          <a:r>
            <a:rPr lang="en-US" sz="2000" dirty="0" smtClean="0"/>
            <a:t>Algorithms + Creativity </a:t>
          </a:r>
          <a:r>
            <a:rPr lang="en-US" sz="2000" dirty="0" smtClean="0">
              <a:sym typeface="Wingdings" pitchFamily="2" charset="2"/>
            </a:rPr>
            <a:t></a:t>
          </a:r>
          <a:r>
            <a:rPr lang="en-US" sz="2000" dirty="0" smtClean="0"/>
            <a:t> Transaction Scripts Code (i.e. Functions Code)</a:t>
          </a:r>
          <a:endParaRPr lang="en-US" sz="2000" dirty="0"/>
        </a:p>
      </dgm:t>
    </dgm:pt>
    <dgm:pt modelId="{65AAEE1C-89FF-41AF-8302-DBEF676E760F}" type="parTrans" cxnId="{74926016-6020-4CF6-A985-6E9BCFFDD2D3}">
      <dgm:prSet/>
      <dgm:spPr/>
      <dgm:t>
        <a:bodyPr/>
        <a:lstStyle/>
        <a:p>
          <a:endParaRPr lang="en-US"/>
        </a:p>
      </dgm:t>
    </dgm:pt>
    <dgm:pt modelId="{9DF2E9A4-AE6D-4BBE-AE94-44A18D71DD39}" type="sibTrans" cxnId="{74926016-6020-4CF6-A985-6E9BCFFDD2D3}">
      <dgm:prSet/>
      <dgm:spPr/>
      <dgm:t>
        <a:bodyPr/>
        <a:lstStyle/>
        <a:p>
          <a:endParaRPr lang="en-US"/>
        </a:p>
      </dgm:t>
    </dgm:pt>
    <dgm:pt modelId="{90EA547A-1E75-40C0-86C4-DD88F1A5F8D0}" type="pres">
      <dgm:prSet presAssocID="{D47C1D6F-4647-4E33-A258-009E6AEFC8D1}" presName="linearFlow" presStyleCnt="0">
        <dgm:presLayoutVars>
          <dgm:resizeHandles val="exact"/>
        </dgm:presLayoutVars>
      </dgm:prSet>
      <dgm:spPr/>
    </dgm:pt>
    <dgm:pt modelId="{23EF5122-3A12-469A-A49B-421E931FBB30}" type="pres">
      <dgm:prSet presAssocID="{809340B9-7F11-4D84-B022-3D14B6583AD7}" presName="node" presStyleLbl="node1" presStyleIdx="0" presStyleCnt="4" custScaleX="14443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2C7816D-6464-4629-96B6-CB7C5B2C37F6}" type="pres">
      <dgm:prSet presAssocID="{AD1DE34A-8921-4168-A47E-A39D3D863C1F}" presName="sibTrans" presStyleLbl="sibTrans2D1" presStyleIdx="0" presStyleCnt="3"/>
      <dgm:spPr/>
      <dgm:t>
        <a:bodyPr/>
        <a:lstStyle/>
        <a:p>
          <a:endParaRPr lang="en-US"/>
        </a:p>
      </dgm:t>
    </dgm:pt>
    <dgm:pt modelId="{EBB5BFF8-3A14-415D-B027-B6A4C197D3DC}" type="pres">
      <dgm:prSet presAssocID="{AD1DE34A-8921-4168-A47E-A39D3D863C1F}" presName="connectorText" presStyleLbl="sibTrans2D1" presStyleIdx="0" presStyleCnt="3"/>
      <dgm:spPr/>
      <dgm:t>
        <a:bodyPr/>
        <a:lstStyle/>
        <a:p>
          <a:endParaRPr lang="en-US"/>
        </a:p>
      </dgm:t>
    </dgm:pt>
    <dgm:pt modelId="{A52CF3C6-8BE7-4350-8EDB-947B0B26A0E9}" type="pres">
      <dgm:prSet presAssocID="{3D3AEF0F-DD83-4D81-9170-6A951A34DCD0}" presName="node" presStyleLbl="node1" presStyleIdx="1" presStyleCnt="4" custScaleX="14443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B8DC461-DC3C-4AF8-B4A8-62E05D60A4A2}" type="pres">
      <dgm:prSet presAssocID="{93094F8B-1B9A-4D53-B7EA-1A7D1D6389A2}" presName="sibTrans" presStyleLbl="sibTrans2D1" presStyleIdx="1" presStyleCnt="3"/>
      <dgm:spPr/>
      <dgm:t>
        <a:bodyPr/>
        <a:lstStyle/>
        <a:p>
          <a:endParaRPr lang="en-US"/>
        </a:p>
      </dgm:t>
    </dgm:pt>
    <dgm:pt modelId="{BC620F52-9701-4707-ACC8-0C7F24458806}" type="pres">
      <dgm:prSet presAssocID="{93094F8B-1B9A-4D53-B7EA-1A7D1D6389A2}" presName="connectorText" presStyleLbl="sibTrans2D1" presStyleIdx="1" presStyleCnt="3"/>
      <dgm:spPr/>
      <dgm:t>
        <a:bodyPr/>
        <a:lstStyle/>
        <a:p>
          <a:endParaRPr lang="en-US"/>
        </a:p>
      </dgm:t>
    </dgm:pt>
    <dgm:pt modelId="{DCE7DE76-D998-419B-B9D2-014739C81858}" type="pres">
      <dgm:prSet presAssocID="{E17B607A-69C0-4A57-B14E-F594F98785E8}" presName="node" presStyleLbl="node1" presStyleIdx="2" presStyleCnt="4" custScaleX="14443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C0BB86B-FE67-4587-8A7C-982A5721C17B}" type="pres">
      <dgm:prSet presAssocID="{5AA8FF93-5BCB-4FC6-A7E5-489AEA94B86B}" presName="sibTrans" presStyleLbl="sibTrans2D1" presStyleIdx="2" presStyleCnt="3"/>
      <dgm:spPr/>
      <dgm:t>
        <a:bodyPr/>
        <a:lstStyle/>
        <a:p>
          <a:endParaRPr lang="en-US"/>
        </a:p>
      </dgm:t>
    </dgm:pt>
    <dgm:pt modelId="{7A00691F-F7C6-44BD-81A4-AFDEB33CD228}" type="pres">
      <dgm:prSet presAssocID="{5AA8FF93-5BCB-4FC6-A7E5-489AEA94B86B}" presName="connectorText" presStyleLbl="sibTrans2D1" presStyleIdx="2" presStyleCnt="3"/>
      <dgm:spPr/>
      <dgm:t>
        <a:bodyPr/>
        <a:lstStyle/>
        <a:p>
          <a:endParaRPr lang="en-US"/>
        </a:p>
      </dgm:t>
    </dgm:pt>
    <dgm:pt modelId="{A8BBB7AC-AF04-41A3-AE36-AD9975B05184}" type="pres">
      <dgm:prSet presAssocID="{94DDB667-79E8-404E-B874-15D01D6E3A42}" presName="node" presStyleLbl="node1" presStyleIdx="3" presStyleCnt="4" custScaleX="14443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6171775-A02B-4855-8039-59898EB3334F}" type="presOf" srcId="{5AA8FF93-5BCB-4FC6-A7E5-489AEA94B86B}" destId="{7A00691F-F7C6-44BD-81A4-AFDEB33CD228}" srcOrd="1" destOrd="0" presId="urn:microsoft.com/office/officeart/2005/8/layout/process2"/>
    <dgm:cxn modelId="{2A684F29-66B8-4B59-B427-4DA590A583AD}" type="presOf" srcId="{93094F8B-1B9A-4D53-B7EA-1A7D1D6389A2}" destId="{BC620F52-9701-4707-ACC8-0C7F24458806}" srcOrd="1" destOrd="0" presId="urn:microsoft.com/office/officeart/2005/8/layout/process2"/>
    <dgm:cxn modelId="{7D4D779B-723D-4E7D-84AA-7E1FFBC426FD}" srcId="{D47C1D6F-4647-4E33-A258-009E6AEFC8D1}" destId="{3D3AEF0F-DD83-4D81-9170-6A951A34DCD0}" srcOrd="1" destOrd="0" parTransId="{49EDFAEA-4C2B-45B7-857F-6278C714C781}" sibTransId="{93094F8B-1B9A-4D53-B7EA-1A7D1D6389A2}"/>
    <dgm:cxn modelId="{C5E3BCC5-4BDB-4BB4-9AD3-1A47209FDDE9}" type="presOf" srcId="{E17B607A-69C0-4A57-B14E-F594F98785E8}" destId="{DCE7DE76-D998-419B-B9D2-014739C81858}" srcOrd="0" destOrd="0" presId="urn:microsoft.com/office/officeart/2005/8/layout/process2"/>
    <dgm:cxn modelId="{DC9100A6-A166-4051-B682-04F229938876}" srcId="{D47C1D6F-4647-4E33-A258-009E6AEFC8D1}" destId="{809340B9-7F11-4D84-B022-3D14B6583AD7}" srcOrd="0" destOrd="0" parTransId="{5A3FAAD7-F018-4416-8584-95B3B9FDFCBC}" sibTransId="{AD1DE34A-8921-4168-A47E-A39D3D863C1F}"/>
    <dgm:cxn modelId="{22084A81-A6EC-4837-B881-36AC8A85B9D1}" type="presOf" srcId="{AD1DE34A-8921-4168-A47E-A39D3D863C1F}" destId="{12C7816D-6464-4629-96B6-CB7C5B2C37F6}" srcOrd="0" destOrd="0" presId="urn:microsoft.com/office/officeart/2005/8/layout/process2"/>
    <dgm:cxn modelId="{55324545-AD3C-4AED-8DBF-42BDF0DF2594}" type="presOf" srcId="{D47C1D6F-4647-4E33-A258-009E6AEFC8D1}" destId="{90EA547A-1E75-40C0-86C4-DD88F1A5F8D0}" srcOrd="0" destOrd="0" presId="urn:microsoft.com/office/officeart/2005/8/layout/process2"/>
    <dgm:cxn modelId="{B83EE019-897B-4ADD-BA51-E6683DCC63F5}" type="presOf" srcId="{AD1DE34A-8921-4168-A47E-A39D3D863C1F}" destId="{EBB5BFF8-3A14-415D-B027-B6A4C197D3DC}" srcOrd="1" destOrd="0" presId="urn:microsoft.com/office/officeart/2005/8/layout/process2"/>
    <dgm:cxn modelId="{4EF8881C-6D8C-45BF-9FB7-2B5068BEECA7}" type="presOf" srcId="{3D3AEF0F-DD83-4D81-9170-6A951A34DCD0}" destId="{A52CF3C6-8BE7-4350-8EDB-947B0B26A0E9}" srcOrd="0" destOrd="0" presId="urn:microsoft.com/office/officeart/2005/8/layout/process2"/>
    <dgm:cxn modelId="{8BA7A901-3A58-4328-B6A6-D6FB182B301C}" type="presOf" srcId="{809340B9-7F11-4D84-B022-3D14B6583AD7}" destId="{23EF5122-3A12-469A-A49B-421E931FBB30}" srcOrd="0" destOrd="0" presId="urn:microsoft.com/office/officeart/2005/8/layout/process2"/>
    <dgm:cxn modelId="{8F7D584D-FD00-435B-9B37-FA78FDE419EC}" type="presOf" srcId="{93094F8B-1B9A-4D53-B7EA-1A7D1D6389A2}" destId="{BB8DC461-DC3C-4AF8-B4A8-62E05D60A4A2}" srcOrd="0" destOrd="0" presId="urn:microsoft.com/office/officeart/2005/8/layout/process2"/>
    <dgm:cxn modelId="{3017FE31-D4E4-4FE2-8AE5-C60F126751A2}" srcId="{D47C1D6F-4647-4E33-A258-009E6AEFC8D1}" destId="{E17B607A-69C0-4A57-B14E-F594F98785E8}" srcOrd="2" destOrd="0" parTransId="{3605D37B-3AB3-4324-8E0C-E7D3493371C1}" sibTransId="{5AA8FF93-5BCB-4FC6-A7E5-489AEA94B86B}"/>
    <dgm:cxn modelId="{2019A021-56D7-4DDF-A673-EF60BBB06C6E}" type="presOf" srcId="{94DDB667-79E8-404E-B874-15D01D6E3A42}" destId="{A8BBB7AC-AF04-41A3-AE36-AD9975B05184}" srcOrd="0" destOrd="0" presId="urn:microsoft.com/office/officeart/2005/8/layout/process2"/>
    <dgm:cxn modelId="{74926016-6020-4CF6-A985-6E9BCFFDD2D3}" srcId="{D47C1D6F-4647-4E33-A258-009E6AEFC8D1}" destId="{94DDB667-79E8-404E-B874-15D01D6E3A42}" srcOrd="3" destOrd="0" parTransId="{65AAEE1C-89FF-41AF-8302-DBEF676E760F}" sibTransId="{9DF2E9A4-AE6D-4BBE-AE94-44A18D71DD39}"/>
    <dgm:cxn modelId="{E62C4F4F-1A6E-43D7-8FAA-03A758235FE9}" type="presOf" srcId="{5AA8FF93-5BCB-4FC6-A7E5-489AEA94B86B}" destId="{7C0BB86B-FE67-4587-8A7C-982A5721C17B}" srcOrd="0" destOrd="0" presId="urn:microsoft.com/office/officeart/2005/8/layout/process2"/>
    <dgm:cxn modelId="{E06E5D62-86E1-403B-A906-F0E62E9D96EE}" type="presParOf" srcId="{90EA547A-1E75-40C0-86C4-DD88F1A5F8D0}" destId="{23EF5122-3A12-469A-A49B-421E931FBB30}" srcOrd="0" destOrd="0" presId="urn:microsoft.com/office/officeart/2005/8/layout/process2"/>
    <dgm:cxn modelId="{DA43AAB1-6BAF-48C4-AAB7-8593EDCB5C91}" type="presParOf" srcId="{90EA547A-1E75-40C0-86C4-DD88F1A5F8D0}" destId="{12C7816D-6464-4629-96B6-CB7C5B2C37F6}" srcOrd="1" destOrd="0" presId="urn:microsoft.com/office/officeart/2005/8/layout/process2"/>
    <dgm:cxn modelId="{350051E4-C7E2-4ABF-BF4C-E44AE14E0B69}" type="presParOf" srcId="{12C7816D-6464-4629-96B6-CB7C5B2C37F6}" destId="{EBB5BFF8-3A14-415D-B027-B6A4C197D3DC}" srcOrd="0" destOrd="0" presId="urn:microsoft.com/office/officeart/2005/8/layout/process2"/>
    <dgm:cxn modelId="{45767238-88FF-4449-ADD6-C93A12B97108}" type="presParOf" srcId="{90EA547A-1E75-40C0-86C4-DD88F1A5F8D0}" destId="{A52CF3C6-8BE7-4350-8EDB-947B0B26A0E9}" srcOrd="2" destOrd="0" presId="urn:microsoft.com/office/officeart/2005/8/layout/process2"/>
    <dgm:cxn modelId="{640BD33D-647A-480B-B338-8EBAAC84230B}" type="presParOf" srcId="{90EA547A-1E75-40C0-86C4-DD88F1A5F8D0}" destId="{BB8DC461-DC3C-4AF8-B4A8-62E05D60A4A2}" srcOrd="3" destOrd="0" presId="urn:microsoft.com/office/officeart/2005/8/layout/process2"/>
    <dgm:cxn modelId="{3CC9CD2D-ADF6-4DF1-87E5-48BE9E83DA3E}" type="presParOf" srcId="{BB8DC461-DC3C-4AF8-B4A8-62E05D60A4A2}" destId="{BC620F52-9701-4707-ACC8-0C7F24458806}" srcOrd="0" destOrd="0" presId="urn:microsoft.com/office/officeart/2005/8/layout/process2"/>
    <dgm:cxn modelId="{5A32FEDF-BBB6-4765-AD42-100AB7396638}" type="presParOf" srcId="{90EA547A-1E75-40C0-86C4-DD88F1A5F8D0}" destId="{DCE7DE76-D998-419B-B9D2-014739C81858}" srcOrd="4" destOrd="0" presId="urn:microsoft.com/office/officeart/2005/8/layout/process2"/>
    <dgm:cxn modelId="{611CE3A7-7666-4DB5-AE0B-01BA23208D8D}" type="presParOf" srcId="{90EA547A-1E75-40C0-86C4-DD88F1A5F8D0}" destId="{7C0BB86B-FE67-4587-8A7C-982A5721C17B}" srcOrd="5" destOrd="0" presId="urn:microsoft.com/office/officeart/2005/8/layout/process2"/>
    <dgm:cxn modelId="{A1A07BAB-A7CE-4C45-BD0B-D9BD2D8F4FFF}" type="presParOf" srcId="{7C0BB86B-FE67-4587-8A7C-982A5721C17B}" destId="{7A00691F-F7C6-44BD-81A4-AFDEB33CD228}" srcOrd="0" destOrd="0" presId="urn:microsoft.com/office/officeart/2005/8/layout/process2"/>
    <dgm:cxn modelId="{A89F8C6F-71B7-42F5-97E2-46DDD8F4B448}" type="presParOf" srcId="{90EA547A-1E75-40C0-86C4-DD88F1A5F8D0}" destId="{A8BBB7AC-AF04-41A3-AE36-AD9975B05184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47C1D6F-4647-4E33-A258-009E6AEFC8D1}" type="doc">
      <dgm:prSet loTypeId="urn:microsoft.com/office/officeart/2005/8/layout/process2" loCatId="process" qsTypeId="urn:microsoft.com/office/officeart/2005/8/quickstyle/simple1" qsCatId="simple" csTypeId="urn:microsoft.com/office/officeart/2005/8/colors/colorful1" csCatId="colorful" phldr="1"/>
      <dgm:spPr/>
    </dgm:pt>
    <dgm:pt modelId="{809340B9-7F11-4D84-B022-3D14B6583AD7}">
      <dgm:prSet phldrT="[Text]" custT="1"/>
      <dgm:spPr/>
      <dgm:t>
        <a:bodyPr/>
        <a:lstStyle/>
        <a:p>
          <a:r>
            <a:rPr lang="en-US" sz="2000" dirty="0" smtClean="0"/>
            <a:t>User Stories, UI Design, Use Cases, Problem Domain Model, Static/Dynamic Diagrams</a:t>
          </a:r>
          <a:endParaRPr lang="en-US" sz="2000" dirty="0"/>
        </a:p>
      </dgm:t>
    </dgm:pt>
    <dgm:pt modelId="{5A3FAAD7-F018-4416-8584-95B3B9FDFCBC}" type="parTrans" cxnId="{DC9100A6-A166-4051-B682-04F229938876}">
      <dgm:prSet/>
      <dgm:spPr/>
      <dgm:t>
        <a:bodyPr/>
        <a:lstStyle/>
        <a:p>
          <a:endParaRPr lang="en-US"/>
        </a:p>
      </dgm:t>
    </dgm:pt>
    <dgm:pt modelId="{AD1DE34A-8921-4168-A47E-A39D3D863C1F}" type="sibTrans" cxnId="{DC9100A6-A166-4051-B682-04F229938876}">
      <dgm:prSet/>
      <dgm:spPr/>
      <dgm:t>
        <a:bodyPr/>
        <a:lstStyle/>
        <a:p>
          <a:endParaRPr lang="en-US"/>
        </a:p>
      </dgm:t>
    </dgm:pt>
    <dgm:pt modelId="{48C3C47C-2C00-4000-99FC-B0CAD680E8A7}">
      <dgm:prSet phldrT="[Text]" custT="1"/>
      <dgm:spPr/>
      <dgm:t>
        <a:bodyPr/>
        <a:lstStyle/>
        <a:p>
          <a:r>
            <a:rPr lang="en-US" sz="2000" dirty="0" smtClean="0"/>
            <a:t>Design Patterns + Domain-Driven Design + Creativity</a:t>
          </a:r>
          <a:endParaRPr lang="en-US" sz="2000" dirty="0"/>
        </a:p>
      </dgm:t>
    </dgm:pt>
    <dgm:pt modelId="{AB28854F-05B3-4DA2-B9DE-D57B236B31A9}" type="parTrans" cxnId="{31EDF7AA-E2F9-4CB0-A33E-91ADBC1A1067}">
      <dgm:prSet/>
      <dgm:spPr/>
      <dgm:t>
        <a:bodyPr/>
        <a:lstStyle/>
        <a:p>
          <a:endParaRPr lang="en-US"/>
        </a:p>
      </dgm:t>
    </dgm:pt>
    <dgm:pt modelId="{7C2CEEC7-E6B5-4FBE-8D34-21CD856C7CF6}" type="sibTrans" cxnId="{31EDF7AA-E2F9-4CB0-A33E-91ADBC1A1067}">
      <dgm:prSet/>
      <dgm:spPr/>
      <dgm:t>
        <a:bodyPr/>
        <a:lstStyle/>
        <a:p>
          <a:endParaRPr lang="en-US"/>
        </a:p>
      </dgm:t>
    </dgm:pt>
    <dgm:pt modelId="{3D3AEF0F-DD83-4D81-9170-6A951A34DCD0}">
      <dgm:prSet phldrT="[Text]" custT="1"/>
      <dgm:spPr/>
      <dgm:t>
        <a:bodyPr/>
        <a:lstStyle/>
        <a:p>
          <a:r>
            <a:rPr lang="en-US" sz="2000" dirty="0" smtClean="0"/>
            <a:t>UI Inputs, UI Outputs: Primitive Types, Data Structures, DTO</a:t>
          </a:r>
        </a:p>
      </dgm:t>
    </dgm:pt>
    <dgm:pt modelId="{49EDFAEA-4C2B-45B7-857F-6278C714C781}" type="parTrans" cxnId="{7D4D779B-723D-4E7D-84AA-7E1FFBC426FD}">
      <dgm:prSet/>
      <dgm:spPr/>
      <dgm:t>
        <a:bodyPr/>
        <a:lstStyle/>
        <a:p>
          <a:endParaRPr lang="en-US"/>
        </a:p>
      </dgm:t>
    </dgm:pt>
    <dgm:pt modelId="{93094F8B-1B9A-4D53-B7EA-1A7D1D6389A2}" type="sibTrans" cxnId="{7D4D779B-723D-4E7D-84AA-7E1FFBC426FD}">
      <dgm:prSet/>
      <dgm:spPr/>
      <dgm:t>
        <a:bodyPr/>
        <a:lstStyle/>
        <a:p>
          <a:endParaRPr lang="en-US"/>
        </a:p>
      </dgm:t>
    </dgm:pt>
    <dgm:pt modelId="{CDDE76E3-DD08-43CC-8ADB-49F3268E3851}">
      <dgm:prSet phldrT="[Text]" custT="1"/>
      <dgm:spPr/>
      <dgm:t>
        <a:bodyPr/>
        <a:lstStyle/>
        <a:p>
          <a:r>
            <a:rPr lang="en-US" sz="2000" dirty="0" smtClean="0"/>
            <a:t>Domain Model Code (Persistence Objects, Repositories, Aggregates, Services, Factories, Utilities, Registries)</a:t>
          </a:r>
          <a:endParaRPr lang="en-US" sz="2000" dirty="0"/>
        </a:p>
      </dgm:t>
    </dgm:pt>
    <dgm:pt modelId="{FD998362-EC03-4B63-B0B7-6A5939015C77}" type="parTrans" cxnId="{A1430478-2463-465B-896A-D80D35536286}">
      <dgm:prSet/>
      <dgm:spPr/>
      <dgm:t>
        <a:bodyPr/>
        <a:lstStyle/>
        <a:p>
          <a:endParaRPr lang="en-US"/>
        </a:p>
      </dgm:t>
    </dgm:pt>
    <dgm:pt modelId="{0E0BBA2F-D73D-4513-A103-52C9F5D05C9C}" type="sibTrans" cxnId="{A1430478-2463-465B-896A-D80D35536286}">
      <dgm:prSet/>
      <dgm:spPr/>
      <dgm:t>
        <a:bodyPr/>
        <a:lstStyle/>
        <a:p>
          <a:endParaRPr lang="en-US"/>
        </a:p>
      </dgm:t>
    </dgm:pt>
    <dgm:pt modelId="{90EA547A-1E75-40C0-86C4-DD88F1A5F8D0}" type="pres">
      <dgm:prSet presAssocID="{D47C1D6F-4647-4E33-A258-009E6AEFC8D1}" presName="linearFlow" presStyleCnt="0">
        <dgm:presLayoutVars>
          <dgm:resizeHandles val="exact"/>
        </dgm:presLayoutVars>
      </dgm:prSet>
      <dgm:spPr/>
    </dgm:pt>
    <dgm:pt modelId="{23EF5122-3A12-469A-A49B-421E931FBB30}" type="pres">
      <dgm:prSet presAssocID="{809340B9-7F11-4D84-B022-3D14B6583AD7}" presName="node" presStyleLbl="node1" presStyleIdx="0" presStyleCnt="4" custScaleX="15224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2C7816D-6464-4629-96B6-CB7C5B2C37F6}" type="pres">
      <dgm:prSet presAssocID="{AD1DE34A-8921-4168-A47E-A39D3D863C1F}" presName="sibTrans" presStyleLbl="sibTrans2D1" presStyleIdx="0" presStyleCnt="3"/>
      <dgm:spPr/>
      <dgm:t>
        <a:bodyPr/>
        <a:lstStyle/>
        <a:p>
          <a:endParaRPr lang="en-US"/>
        </a:p>
      </dgm:t>
    </dgm:pt>
    <dgm:pt modelId="{EBB5BFF8-3A14-415D-B027-B6A4C197D3DC}" type="pres">
      <dgm:prSet presAssocID="{AD1DE34A-8921-4168-A47E-A39D3D863C1F}" presName="connectorText" presStyleLbl="sibTrans2D1" presStyleIdx="0" presStyleCnt="3"/>
      <dgm:spPr/>
      <dgm:t>
        <a:bodyPr/>
        <a:lstStyle/>
        <a:p>
          <a:endParaRPr lang="en-US"/>
        </a:p>
      </dgm:t>
    </dgm:pt>
    <dgm:pt modelId="{A52CF3C6-8BE7-4350-8EDB-947B0B26A0E9}" type="pres">
      <dgm:prSet presAssocID="{3D3AEF0F-DD83-4D81-9170-6A951A34DCD0}" presName="node" presStyleLbl="node1" presStyleIdx="1" presStyleCnt="4" custScaleX="15224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B8DC461-DC3C-4AF8-B4A8-62E05D60A4A2}" type="pres">
      <dgm:prSet presAssocID="{93094F8B-1B9A-4D53-B7EA-1A7D1D6389A2}" presName="sibTrans" presStyleLbl="sibTrans2D1" presStyleIdx="1" presStyleCnt="3"/>
      <dgm:spPr/>
      <dgm:t>
        <a:bodyPr/>
        <a:lstStyle/>
        <a:p>
          <a:endParaRPr lang="en-US"/>
        </a:p>
      </dgm:t>
    </dgm:pt>
    <dgm:pt modelId="{BC620F52-9701-4707-ACC8-0C7F24458806}" type="pres">
      <dgm:prSet presAssocID="{93094F8B-1B9A-4D53-B7EA-1A7D1D6389A2}" presName="connectorText" presStyleLbl="sibTrans2D1" presStyleIdx="1" presStyleCnt="3"/>
      <dgm:spPr/>
      <dgm:t>
        <a:bodyPr/>
        <a:lstStyle/>
        <a:p>
          <a:endParaRPr lang="en-US"/>
        </a:p>
      </dgm:t>
    </dgm:pt>
    <dgm:pt modelId="{B134F6B5-DE2F-4B46-8466-B52C2391D6E2}" type="pres">
      <dgm:prSet presAssocID="{48C3C47C-2C00-4000-99FC-B0CAD680E8A7}" presName="node" presStyleLbl="node1" presStyleIdx="2" presStyleCnt="4" custScaleX="15224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228EC3F-9206-4B9D-9269-436DFD0E9CC1}" type="pres">
      <dgm:prSet presAssocID="{7C2CEEC7-E6B5-4FBE-8D34-21CD856C7CF6}" presName="sibTrans" presStyleLbl="sibTrans2D1" presStyleIdx="2" presStyleCnt="3"/>
      <dgm:spPr/>
      <dgm:t>
        <a:bodyPr/>
        <a:lstStyle/>
        <a:p>
          <a:endParaRPr lang="en-US"/>
        </a:p>
      </dgm:t>
    </dgm:pt>
    <dgm:pt modelId="{A8A05CE1-A902-4CC5-8FDA-05236CA53D84}" type="pres">
      <dgm:prSet presAssocID="{7C2CEEC7-E6B5-4FBE-8D34-21CD856C7CF6}" presName="connectorText" presStyleLbl="sibTrans2D1" presStyleIdx="2" presStyleCnt="3"/>
      <dgm:spPr/>
      <dgm:t>
        <a:bodyPr/>
        <a:lstStyle/>
        <a:p>
          <a:endParaRPr lang="en-US"/>
        </a:p>
      </dgm:t>
    </dgm:pt>
    <dgm:pt modelId="{E0171A74-4D0E-4726-BAA1-09BB93161437}" type="pres">
      <dgm:prSet presAssocID="{CDDE76E3-DD08-43CC-8ADB-49F3268E3851}" presName="node" presStyleLbl="node1" presStyleIdx="3" presStyleCnt="4" custScaleX="153448" custScaleY="13918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B9CA673-B560-4CAE-9DDB-517FF03EE5CC}" type="presOf" srcId="{93094F8B-1B9A-4D53-B7EA-1A7D1D6389A2}" destId="{BB8DC461-DC3C-4AF8-B4A8-62E05D60A4A2}" srcOrd="0" destOrd="0" presId="urn:microsoft.com/office/officeart/2005/8/layout/process2"/>
    <dgm:cxn modelId="{35C88A25-68FE-49B4-AB14-F98600F332EB}" type="presOf" srcId="{AD1DE34A-8921-4168-A47E-A39D3D863C1F}" destId="{EBB5BFF8-3A14-415D-B027-B6A4C197D3DC}" srcOrd="1" destOrd="0" presId="urn:microsoft.com/office/officeart/2005/8/layout/process2"/>
    <dgm:cxn modelId="{40FAE635-D3FC-426B-B228-0DB7E037DD17}" type="presOf" srcId="{AD1DE34A-8921-4168-A47E-A39D3D863C1F}" destId="{12C7816D-6464-4629-96B6-CB7C5B2C37F6}" srcOrd="0" destOrd="0" presId="urn:microsoft.com/office/officeart/2005/8/layout/process2"/>
    <dgm:cxn modelId="{79653C27-6F96-45EE-9BDB-2D7343FE9C85}" type="presOf" srcId="{3D3AEF0F-DD83-4D81-9170-6A951A34DCD0}" destId="{A52CF3C6-8BE7-4350-8EDB-947B0B26A0E9}" srcOrd="0" destOrd="0" presId="urn:microsoft.com/office/officeart/2005/8/layout/process2"/>
    <dgm:cxn modelId="{A1430478-2463-465B-896A-D80D35536286}" srcId="{D47C1D6F-4647-4E33-A258-009E6AEFC8D1}" destId="{CDDE76E3-DD08-43CC-8ADB-49F3268E3851}" srcOrd="3" destOrd="0" parTransId="{FD998362-EC03-4B63-B0B7-6A5939015C77}" sibTransId="{0E0BBA2F-D73D-4513-A103-52C9F5D05C9C}"/>
    <dgm:cxn modelId="{7D4D779B-723D-4E7D-84AA-7E1FFBC426FD}" srcId="{D47C1D6F-4647-4E33-A258-009E6AEFC8D1}" destId="{3D3AEF0F-DD83-4D81-9170-6A951A34DCD0}" srcOrd="1" destOrd="0" parTransId="{49EDFAEA-4C2B-45B7-857F-6278C714C781}" sibTransId="{93094F8B-1B9A-4D53-B7EA-1A7D1D6389A2}"/>
    <dgm:cxn modelId="{3E886643-8FBD-40FB-8A1E-8E787E058BB2}" type="presOf" srcId="{48C3C47C-2C00-4000-99FC-B0CAD680E8A7}" destId="{B134F6B5-DE2F-4B46-8466-B52C2391D6E2}" srcOrd="0" destOrd="0" presId="urn:microsoft.com/office/officeart/2005/8/layout/process2"/>
    <dgm:cxn modelId="{58679BCF-849B-41AB-B93C-E29880CCBC23}" type="presOf" srcId="{CDDE76E3-DD08-43CC-8ADB-49F3268E3851}" destId="{E0171A74-4D0E-4726-BAA1-09BB93161437}" srcOrd="0" destOrd="0" presId="urn:microsoft.com/office/officeart/2005/8/layout/process2"/>
    <dgm:cxn modelId="{23326014-8AD2-4C8D-A980-8DF7E6D94D75}" type="presOf" srcId="{7C2CEEC7-E6B5-4FBE-8D34-21CD856C7CF6}" destId="{A8A05CE1-A902-4CC5-8FDA-05236CA53D84}" srcOrd="1" destOrd="0" presId="urn:microsoft.com/office/officeart/2005/8/layout/process2"/>
    <dgm:cxn modelId="{2DC20C4C-09F5-4855-9308-57AC0E1D977B}" type="presOf" srcId="{7C2CEEC7-E6B5-4FBE-8D34-21CD856C7CF6}" destId="{C228EC3F-9206-4B9D-9269-436DFD0E9CC1}" srcOrd="0" destOrd="0" presId="urn:microsoft.com/office/officeart/2005/8/layout/process2"/>
    <dgm:cxn modelId="{DC9100A6-A166-4051-B682-04F229938876}" srcId="{D47C1D6F-4647-4E33-A258-009E6AEFC8D1}" destId="{809340B9-7F11-4D84-B022-3D14B6583AD7}" srcOrd="0" destOrd="0" parTransId="{5A3FAAD7-F018-4416-8584-95B3B9FDFCBC}" sibTransId="{AD1DE34A-8921-4168-A47E-A39D3D863C1F}"/>
    <dgm:cxn modelId="{31EDF7AA-E2F9-4CB0-A33E-91ADBC1A1067}" srcId="{D47C1D6F-4647-4E33-A258-009E6AEFC8D1}" destId="{48C3C47C-2C00-4000-99FC-B0CAD680E8A7}" srcOrd="2" destOrd="0" parTransId="{AB28854F-05B3-4DA2-B9DE-D57B236B31A9}" sibTransId="{7C2CEEC7-E6B5-4FBE-8D34-21CD856C7CF6}"/>
    <dgm:cxn modelId="{59621D4B-F5CA-4D50-A0A9-473CECCEFA2E}" type="presOf" srcId="{D47C1D6F-4647-4E33-A258-009E6AEFC8D1}" destId="{90EA547A-1E75-40C0-86C4-DD88F1A5F8D0}" srcOrd="0" destOrd="0" presId="urn:microsoft.com/office/officeart/2005/8/layout/process2"/>
    <dgm:cxn modelId="{60322891-2444-4E8E-AB37-F47589EF632F}" type="presOf" srcId="{809340B9-7F11-4D84-B022-3D14B6583AD7}" destId="{23EF5122-3A12-469A-A49B-421E931FBB30}" srcOrd="0" destOrd="0" presId="urn:microsoft.com/office/officeart/2005/8/layout/process2"/>
    <dgm:cxn modelId="{D23456A5-96B2-4DE1-B15C-57EDC0AEC8F9}" type="presOf" srcId="{93094F8B-1B9A-4D53-B7EA-1A7D1D6389A2}" destId="{BC620F52-9701-4707-ACC8-0C7F24458806}" srcOrd="1" destOrd="0" presId="urn:microsoft.com/office/officeart/2005/8/layout/process2"/>
    <dgm:cxn modelId="{82B294AF-8BA7-4570-9C8F-6B05D12D3B6C}" type="presParOf" srcId="{90EA547A-1E75-40C0-86C4-DD88F1A5F8D0}" destId="{23EF5122-3A12-469A-A49B-421E931FBB30}" srcOrd="0" destOrd="0" presId="urn:microsoft.com/office/officeart/2005/8/layout/process2"/>
    <dgm:cxn modelId="{3E0F8AE9-CCC8-463A-BD61-00A0053B7B8C}" type="presParOf" srcId="{90EA547A-1E75-40C0-86C4-DD88F1A5F8D0}" destId="{12C7816D-6464-4629-96B6-CB7C5B2C37F6}" srcOrd="1" destOrd="0" presId="urn:microsoft.com/office/officeart/2005/8/layout/process2"/>
    <dgm:cxn modelId="{D3F3ED16-650B-400D-A387-2A4E611838BA}" type="presParOf" srcId="{12C7816D-6464-4629-96B6-CB7C5B2C37F6}" destId="{EBB5BFF8-3A14-415D-B027-B6A4C197D3DC}" srcOrd="0" destOrd="0" presId="urn:microsoft.com/office/officeart/2005/8/layout/process2"/>
    <dgm:cxn modelId="{9F058CB4-A4C3-464D-930B-E671F98BAF7D}" type="presParOf" srcId="{90EA547A-1E75-40C0-86C4-DD88F1A5F8D0}" destId="{A52CF3C6-8BE7-4350-8EDB-947B0B26A0E9}" srcOrd="2" destOrd="0" presId="urn:microsoft.com/office/officeart/2005/8/layout/process2"/>
    <dgm:cxn modelId="{CBD3AE18-F319-4D2A-BBCE-A38390685A71}" type="presParOf" srcId="{90EA547A-1E75-40C0-86C4-DD88F1A5F8D0}" destId="{BB8DC461-DC3C-4AF8-B4A8-62E05D60A4A2}" srcOrd="3" destOrd="0" presId="urn:microsoft.com/office/officeart/2005/8/layout/process2"/>
    <dgm:cxn modelId="{ED5B72A4-6245-4E87-A535-84EF1B1D40FB}" type="presParOf" srcId="{BB8DC461-DC3C-4AF8-B4A8-62E05D60A4A2}" destId="{BC620F52-9701-4707-ACC8-0C7F24458806}" srcOrd="0" destOrd="0" presId="urn:microsoft.com/office/officeart/2005/8/layout/process2"/>
    <dgm:cxn modelId="{CAB0D207-3CE6-4D44-B0E2-B7FBEE911DB4}" type="presParOf" srcId="{90EA547A-1E75-40C0-86C4-DD88F1A5F8D0}" destId="{B134F6B5-DE2F-4B46-8466-B52C2391D6E2}" srcOrd="4" destOrd="0" presId="urn:microsoft.com/office/officeart/2005/8/layout/process2"/>
    <dgm:cxn modelId="{B916ED34-16A9-4893-B2D6-FA76F3ECCEFB}" type="presParOf" srcId="{90EA547A-1E75-40C0-86C4-DD88F1A5F8D0}" destId="{C228EC3F-9206-4B9D-9269-436DFD0E9CC1}" srcOrd="5" destOrd="0" presId="urn:microsoft.com/office/officeart/2005/8/layout/process2"/>
    <dgm:cxn modelId="{0836A2EB-5577-4163-B7AE-0B4A917161E0}" type="presParOf" srcId="{C228EC3F-9206-4B9D-9269-436DFD0E9CC1}" destId="{A8A05CE1-A902-4CC5-8FDA-05236CA53D84}" srcOrd="0" destOrd="0" presId="urn:microsoft.com/office/officeart/2005/8/layout/process2"/>
    <dgm:cxn modelId="{B2D81AB0-2544-47E9-9B00-1250F4CD1BF6}" type="presParOf" srcId="{90EA547A-1E75-40C0-86C4-DD88F1A5F8D0}" destId="{E0171A74-4D0E-4726-BAA1-09BB93161437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91B24D9-DACB-4044-BB41-C281F61E176E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0D19D9A-F876-43DD-B6A2-F2B70AA4947F}">
      <dgm:prSet phldrT="[Text]"/>
      <dgm:spPr/>
      <dgm:t>
        <a:bodyPr/>
        <a:lstStyle/>
        <a:p>
          <a:r>
            <a:rPr lang="en-US" dirty="0" smtClean="0"/>
            <a:t>Define inputs</a:t>
          </a:r>
          <a:endParaRPr lang="en-US" dirty="0"/>
        </a:p>
      </dgm:t>
    </dgm:pt>
    <dgm:pt modelId="{0C3E82B8-53C4-4444-BA23-D740B81E3EB1}" type="parTrans" cxnId="{917F9D40-2FC1-43DA-8EFD-EE8B1704D944}">
      <dgm:prSet/>
      <dgm:spPr/>
      <dgm:t>
        <a:bodyPr/>
        <a:lstStyle/>
        <a:p>
          <a:endParaRPr lang="en-US"/>
        </a:p>
      </dgm:t>
    </dgm:pt>
    <dgm:pt modelId="{098B3800-A438-4129-AE7D-1AD6B3B23C33}" type="sibTrans" cxnId="{917F9D40-2FC1-43DA-8EFD-EE8B1704D944}">
      <dgm:prSet/>
      <dgm:spPr/>
      <dgm:t>
        <a:bodyPr/>
        <a:lstStyle/>
        <a:p>
          <a:endParaRPr lang="en-US"/>
        </a:p>
      </dgm:t>
    </dgm:pt>
    <dgm:pt modelId="{C13AB338-C9B1-4839-8AC8-77BE7B43A664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 smtClean="0"/>
            <a:t>Define outputs</a:t>
          </a:r>
          <a:endParaRPr lang="en-US" dirty="0"/>
        </a:p>
      </dgm:t>
    </dgm:pt>
    <dgm:pt modelId="{4BB954AD-7257-47B5-A73E-0771DAAB79C8}" type="parTrans" cxnId="{0BDC07A2-0432-4D08-96E4-5F916A7F9002}">
      <dgm:prSet/>
      <dgm:spPr/>
      <dgm:t>
        <a:bodyPr/>
        <a:lstStyle/>
        <a:p>
          <a:endParaRPr lang="en-US"/>
        </a:p>
      </dgm:t>
    </dgm:pt>
    <dgm:pt modelId="{90189F28-62BA-4FD5-A503-66832136397A}" type="sibTrans" cxnId="{0BDC07A2-0432-4D08-96E4-5F916A7F9002}">
      <dgm:prSet/>
      <dgm:spPr/>
      <dgm:t>
        <a:bodyPr/>
        <a:lstStyle/>
        <a:p>
          <a:endParaRPr lang="en-US"/>
        </a:p>
      </dgm:t>
    </dgm:pt>
    <dgm:pt modelId="{8F8FF267-A1A6-4464-8AE0-72CC99D54CE0}">
      <dgm:prSet phldrT="[Text]"/>
      <dgm:spPr>
        <a:solidFill>
          <a:schemeClr val="accent3"/>
        </a:solidFill>
      </dgm:spPr>
      <dgm:t>
        <a:bodyPr/>
        <a:lstStyle/>
        <a:p>
          <a:r>
            <a:rPr lang="en-US" dirty="0" smtClean="0"/>
            <a:t>Think about algorithms</a:t>
          </a:r>
          <a:endParaRPr lang="en-US" dirty="0"/>
        </a:p>
      </dgm:t>
    </dgm:pt>
    <dgm:pt modelId="{931C84FD-4830-4738-A504-176CF32CD4C8}" type="parTrans" cxnId="{D44F9C8D-E843-4D8B-968F-F57295A556FA}">
      <dgm:prSet/>
      <dgm:spPr/>
      <dgm:t>
        <a:bodyPr/>
        <a:lstStyle/>
        <a:p>
          <a:endParaRPr lang="en-US"/>
        </a:p>
      </dgm:t>
    </dgm:pt>
    <dgm:pt modelId="{DF9278AF-F776-405B-96B1-6C04BD398E37}" type="sibTrans" cxnId="{D44F9C8D-E843-4D8B-968F-F57295A556FA}">
      <dgm:prSet/>
      <dgm:spPr/>
      <dgm:t>
        <a:bodyPr/>
        <a:lstStyle/>
        <a:p>
          <a:endParaRPr lang="en-US"/>
        </a:p>
      </dgm:t>
    </dgm:pt>
    <dgm:pt modelId="{58F459FC-06F4-437F-B866-549FF74C7DFD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 smtClean="0"/>
            <a:t>Write Pseudo Code</a:t>
          </a:r>
          <a:endParaRPr lang="en-US" dirty="0"/>
        </a:p>
      </dgm:t>
    </dgm:pt>
    <dgm:pt modelId="{D0C258B3-ABF2-4089-967B-9018B5ED2F88}" type="parTrans" cxnId="{639D8BDC-A0BD-403F-966A-1AFB3524308A}">
      <dgm:prSet/>
      <dgm:spPr/>
      <dgm:t>
        <a:bodyPr/>
        <a:lstStyle/>
        <a:p>
          <a:endParaRPr lang="en-US"/>
        </a:p>
      </dgm:t>
    </dgm:pt>
    <dgm:pt modelId="{56085380-A872-4AED-AD36-0B3BE963F9D2}" type="sibTrans" cxnId="{639D8BDC-A0BD-403F-966A-1AFB3524308A}">
      <dgm:prSet/>
      <dgm:spPr/>
      <dgm:t>
        <a:bodyPr/>
        <a:lstStyle/>
        <a:p>
          <a:endParaRPr lang="en-US"/>
        </a:p>
      </dgm:t>
    </dgm:pt>
    <dgm:pt modelId="{669E2FC9-0881-4F6E-B804-F70CBF539CCB}">
      <dgm:prSet phldrT="[Text]"/>
      <dgm:spPr>
        <a:solidFill>
          <a:schemeClr val="accent5"/>
        </a:solidFill>
      </dgm:spPr>
      <dgm:t>
        <a:bodyPr/>
        <a:lstStyle/>
        <a:p>
          <a:r>
            <a:rPr lang="en-US" dirty="0" smtClean="0"/>
            <a:t>Turn Pseudo Code to Real Code</a:t>
          </a:r>
          <a:endParaRPr lang="en-US" dirty="0"/>
        </a:p>
      </dgm:t>
    </dgm:pt>
    <dgm:pt modelId="{0C4AC2F9-37FA-4383-9D54-65ACA72F6890}" type="parTrans" cxnId="{8AFE2783-2D87-4C2B-8CD3-748D08C4E446}">
      <dgm:prSet/>
      <dgm:spPr/>
      <dgm:t>
        <a:bodyPr/>
        <a:lstStyle/>
        <a:p>
          <a:endParaRPr lang="en-US"/>
        </a:p>
      </dgm:t>
    </dgm:pt>
    <dgm:pt modelId="{A1BFEBF6-5EB6-4B3D-B5DD-D56689401FE8}" type="sibTrans" cxnId="{8AFE2783-2D87-4C2B-8CD3-748D08C4E446}">
      <dgm:prSet/>
      <dgm:spPr/>
      <dgm:t>
        <a:bodyPr/>
        <a:lstStyle/>
        <a:p>
          <a:endParaRPr lang="en-US"/>
        </a:p>
      </dgm:t>
    </dgm:pt>
    <dgm:pt modelId="{AC806419-E438-46FC-BF55-E00B4DD0B4DE}">
      <dgm:prSet phldrT="[Text]"/>
      <dgm:spPr>
        <a:solidFill>
          <a:schemeClr val="accent6"/>
        </a:solidFill>
      </dgm:spPr>
      <dgm:t>
        <a:bodyPr/>
        <a:lstStyle/>
        <a:p>
          <a:r>
            <a:rPr lang="en-US" dirty="0" smtClean="0"/>
            <a:t>Test Routine</a:t>
          </a:r>
          <a:endParaRPr lang="en-US" dirty="0"/>
        </a:p>
      </dgm:t>
    </dgm:pt>
    <dgm:pt modelId="{41CEB6F1-9D3F-4AD2-8734-4F47EAF8F5DC}" type="parTrans" cxnId="{F94CF36F-1345-449E-8191-C2AA1D3CC8EB}">
      <dgm:prSet/>
      <dgm:spPr/>
      <dgm:t>
        <a:bodyPr/>
        <a:lstStyle/>
        <a:p>
          <a:endParaRPr lang="en-US"/>
        </a:p>
      </dgm:t>
    </dgm:pt>
    <dgm:pt modelId="{39B16902-1C31-499B-9CD3-F69261E62A96}" type="sibTrans" cxnId="{F94CF36F-1345-449E-8191-C2AA1D3CC8EB}">
      <dgm:prSet/>
      <dgm:spPr/>
      <dgm:t>
        <a:bodyPr/>
        <a:lstStyle/>
        <a:p>
          <a:endParaRPr lang="en-US"/>
        </a:p>
      </dgm:t>
    </dgm:pt>
    <dgm:pt modelId="{87F2B414-0A5B-439A-AE40-B38400A34A47}" type="pres">
      <dgm:prSet presAssocID="{191B24D9-DACB-4044-BB41-C281F61E176E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34756BB-CAE3-43FB-A9EC-4BB051734731}" type="pres">
      <dgm:prSet presAssocID="{F0D19D9A-F876-43DD-B6A2-F2B70AA4947F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CA4ADBA-34A6-4703-9716-C67EDB301C26}" type="pres">
      <dgm:prSet presAssocID="{098B3800-A438-4129-AE7D-1AD6B3B23C33}" presName="sibTrans" presStyleLbl="sibTrans2D1" presStyleIdx="0" presStyleCnt="5"/>
      <dgm:spPr/>
      <dgm:t>
        <a:bodyPr/>
        <a:lstStyle/>
        <a:p>
          <a:endParaRPr lang="en-US"/>
        </a:p>
      </dgm:t>
    </dgm:pt>
    <dgm:pt modelId="{0B6B74CE-BFD6-4A12-B863-D758BDAEA7A6}" type="pres">
      <dgm:prSet presAssocID="{098B3800-A438-4129-AE7D-1AD6B3B23C33}" presName="connectorText" presStyleLbl="sibTrans2D1" presStyleIdx="0" presStyleCnt="5"/>
      <dgm:spPr/>
      <dgm:t>
        <a:bodyPr/>
        <a:lstStyle/>
        <a:p>
          <a:endParaRPr lang="en-US"/>
        </a:p>
      </dgm:t>
    </dgm:pt>
    <dgm:pt modelId="{4B8BC3F0-95DD-4F8C-BD08-F76D9E6835CC}" type="pres">
      <dgm:prSet presAssocID="{C13AB338-C9B1-4839-8AC8-77BE7B43A664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51DAB8A-1D6E-467B-A5DD-C0814C76DE9E}" type="pres">
      <dgm:prSet presAssocID="{90189F28-62BA-4FD5-A503-66832136397A}" presName="sibTrans" presStyleLbl="sibTrans2D1" presStyleIdx="1" presStyleCnt="5"/>
      <dgm:spPr/>
      <dgm:t>
        <a:bodyPr/>
        <a:lstStyle/>
        <a:p>
          <a:endParaRPr lang="en-US"/>
        </a:p>
      </dgm:t>
    </dgm:pt>
    <dgm:pt modelId="{76E3DF27-9175-42E5-940E-5413CA9A05CE}" type="pres">
      <dgm:prSet presAssocID="{90189F28-62BA-4FD5-A503-66832136397A}" presName="connectorText" presStyleLbl="sibTrans2D1" presStyleIdx="1" presStyleCnt="5"/>
      <dgm:spPr/>
      <dgm:t>
        <a:bodyPr/>
        <a:lstStyle/>
        <a:p>
          <a:endParaRPr lang="en-US"/>
        </a:p>
      </dgm:t>
    </dgm:pt>
    <dgm:pt modelId="{E0B45333-9B2B-499A-9D66-C119F33463A5}" type="pres">
      <dgm:prSet presAssocID="{8F8FF267-A1A6-4464-8AE0-72CC99D54CE0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53CA765-9CE7-4B6C-99B5-01F65816BB98}" type="pres">
      <dgm:prSet presAssocID="{DF9278AF-F776-405B-96B1-6C04BD398E37}" presName="sibTrans" presStyleLbl="sibTrans2D1" presStyleIdx="2" presStyleCnt="5"/>
      <dgm:spPr/>
      <dgm:t>
        <a:bodyPr/>
        <a:lstStyle/>
        <a:p>
          <a:endParaRPr lang="en-US"/>
        </a:p>
      </dgm:t>
    </dgm:pt>
    <dgm:pt modelId="{1EDDA600-BD24-469C-B47F-54F25D7D5621}" type="pres">
      <dgm:prSet presAssocID="{DF9278AF-F776-405B-96B1-6C04BD398E37}" presName="connectorText" presStyleLbl="sibTrans2D1" presStyleIdx="2" presStyleCnt="5"/>
      <dgm:spPr/>
      <dgm:t>
        <a:bodyPr/>
        <a:lstStyle/>
        <a:p>
          <a:endParaRPr lang="en-US"/>
        </a:p>
      </dgm:t>
    </dgm:pt>
    <dgm:pt modelId="{46827F35-F458-42DF-B557-00F629D22280}" type="pres">
      <dgm:prSet presAssocID="{58F459FC-06F4-437F-B866-549FF74C7DFD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5CCBA7D-34FE-40DC-9B60-976004AD6CF9}" type="pres">
      <dgm:prSet presAssocID="{56085380-A872-4AED-AD36-0B3BE963F9D2}" presName="sibTrans" presStyleLbl="sibTrans2D1" presStyleIdx="3" presStyleCnt="5"/>
      <dgm:spPr/>
      <dgm:t>
        <a:bodyPr/>
        <a:lstStyle/>
        <a:p>
          <a:endParaRPr lang="en-US"/>
        </a:p>
      </dgm:t>
    </dgm:pt>
    <dgm:pt modelId="{AB337FC3-7200-4300-831A-5CC22924A628}" type="pres">
      <dgm:prSet presAssocID="{56085380-A872-4AED-AD36-0B3BE963F9D2}" presName="connectorText" presStyleLbl="sibTrans2D1" presStyleIdx="3" presStyleCnt="5"/>
      <dgm:spPr/>
      <dgm:t>
        <a:bodyPr/>
        <a:lstStyle/>
        <a:p>
          <a:endParaRPr lang="en-US"/>
        </a:p>
      </dgm:t>
    </dgm:pt>
    <dgm:pt modelId="{47BFF8B5-C93D-40A4-8D3F-4C23EB873E14}" type="pres">
      <dgm:prSet presAssocID="{669E2FC9-0881-4F6E-B804-F70CBF539CCB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2618722-90F8-45BB-AC87-0E775BDDD0F6}" type="pres">
      <dgm:prSet presAssocID="{A1BFEBF6-5EB6-4B3D-B5DD-D56689401FE8}" presName="sibTrans" presStyleLbl="sibTrans2D1" presStyleIdx="4" presStyleCnt="5"/>
      <dgm:spPr/>
      <dgm:t>
        <a:bodyPr/>
        <a:lstStyle/>
        <a:p>
          <a:endParaRPr lang="en-US"/>
        </a:p>
      </dgm:t>
    </dgm:pt>
    <dgm:pt modelId="{F86A162D-6293-4DC5-ACC8-C6A741EC5215}" type="pres">
      <dgm:prSet presAssocID="{A1BFEBF6-5EB6-4B3D-B5DD-D56689401FE8}" presName="connectorText" presStyleLbl="sibTrans2D1" presStyleIdx="4" presStyleCnt="5"/>
      <dgm:spPr/>
      <dgm:t>
        <a:bodyPr/>
        <a:lstStyle/>
        <a:p>
          <a:endParaRPr lang="en-US"/>
        </a:p>
      </dgm:t>
    </dgm:pt>
    <dgm:pt modelId="{2D11F888-12F4-4147-A48B-ED79E1337FFD}" type="pres">
      <dgm:prSet presAssocID="{AC806419-E438-46FC-BF55-E00B4DD0B4DE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C3EE12A-B70E-44CC-AAD8-89C6C1397E84}" type="presOf" srcId="{C13AB338-C9B1-4839-8AC8-77BE7B43A664}" destId="{4B8BC3F0-95DD-4F8C-BD08-F76D9E6835CC}" srcOrd="0" destOrd="0" presId="urn:microsoft.com/office/officeart/2005/8/layout/process5"/>
    <dgm:cxn modelId="{868BFA1D-C065-43B6-B166-5F501B00A3C6}" type="presOf" srcId="{A1BFEBF6-5EB6-4B3D-B5DD-D56689401FE8}" destId="{92618722-90F8-45BB-AC87-0E775BDDD0F6}" srcOrd="0" destOrd="0" presId="urn:microsoft.com/office/officeart/2005/8/layout/process5"/>
    <dgm:cxn modelId="{D753DBAF-E8BD-4D22-86C4-3C13CDA23D74}" type="presOf" srcId="{669E2FC9-0881-4F6E-B804-F70CBF539CCB}" destId="{47BFF8B5-C93D-40A4-8D3F-4C23EB873E14}" srcOrd="0" destOrd="0" presId="urn:microsoft.com/office/officeart/2005/8/layout/process5"/>
    <dgm:cxn modelId="{4C25ECBB-ECC2-4D97-BF9D-F522013C2D77}" type="presOf" srcId="{56085380-A872-4AED-AD36-0B3BE963F9D2}" destId="{AB337FC3-7200-4300-831A-5CC22924A628}" srcOrd="1" destOrd="0" presId="urn:microsoft.com/office/officeart/2005/8/layout/process5"/>
    <dgm:cxn modelId="{F929A594-E38B-4706-B19A-67F6DE457524}" type="presOf" srcId="{DF9278AF-F776-405B-96B1-6C04BD398E37}" destId="{E53CA765-9CE7-4B6C-99B5-01F65816BB98}" srcOrd="0" destOrd="0" presId="urn:microsoft.com/office/officeart/2005/8/layout/process5"/>
    <dgm:cxn modelId="{8AFE2783-2D87-4C2B-8CD3-748D08C4E446}" srcId="{191B24D9-DACB-4044-BB41-C281F61E176E}" destId="{669E2FC9-0881-4F6E-B804-F70CBF539CCB}" srcOrd="4" destOrd="0" parTransId="{0C4AC2F9-37FA-4383-9D54-65ACA72F6890}" sibTransId="{A1BFEBF6-5EB6-4B3D-B5DD-D56689401FE8}"/>
    <dgm:cxn modelId="{110F408A-2FAC-420B-A171-DDBBC1C3BC89}" type="presOf" srcId="{A1BFEBF6-5EB6-4B3D-B5DD-D56689401FE8}" destId="{F86A162D-6293-4DC5-ACC8-C6A741EC5215}" srcOrd="1" destOrd="0" presId="urn:microsoft.com/office/officeart/2005/8/layout/process5"/>
    <dgm:cxn modelId="{917F9D40-2FC1-43DA-8EFD-EE8B1704D944}" srcId="{191B24D9-DACB-4044-BB41-C281F61E176E}" destId="{F0D19D9A-F876-43DD-B6A2-F2B70AA4947F}" srcOrd="0" destOrd="0" parTransId="{0C3E82B8-53C4-4444-BA23-D740B81E3EB1}" sibTransId="{098B3800-A438-4129-AE7D-1AD6B3B23C33}"/>
    <dgm:cxn modelId="{0453DBEF-0BDF-481D-B635-7D4AEC8EF11A}" type="presOf" srcId="{F0D19D9A-F876-43DD-B6A2-F2B70AA4947F}" destId="{134756BB-CAE3-43FB-A9EC-4BB051734731}" srcOrd="0" destOrd="0" presId="urn:microsoft.com/office/officeart/2005/8/layout/process5"/>
    <dgm:cxn modelId="{9553E0A5-B2F2-45CF-B019-E7A19FDB7F28}" type="presOf" srcId="{90189F28-62BA-4FD5-A503-66832136397A}" destId="{76E3DF27-9175-42E5-940E-5413CA9A05CE}" srcOrd="1" destOrd="0" presId="urn:microsoft.com/office/officeart/2005/8/layout/process5"/>
    <dgm:cxn modelId="{7C1D4379-7F84-4C6E-B7C1-A1B898439A6B}" type="presOf" srcId="{AC806419-E438-46FC-BF55-E00B4DD0B4DE}" destId="{2D11F888-12F4-4147-A48B-ED79E1337FFD}" srcOrd="0" destOrd="0" presId="urn:microsoft.com/office/officeart/2005/8/layout/process5"/>
    <dgm:cxn modelId="{445A8E9D-778A-40C3-ACF5-6186E9899B01}" type="presOf" srcId="{56085380-A872-4AED-AD36-0B3BE963F9D2}" destId="{65CCBA7D-34FE-40DC-9B60-976004AD6CF9}" srcOrd="0" destOrd="0" presId="urn:microsoft.com/office/officeart/2005/8/layout/process5"/>
    <dgm:cxn modelId="{F26F759C-DE02-4389-B448-9EC50390E76D}" type="presOf" srcId="{191B24D9-DACB-4044-BB41-C281F61E176E}" destId="{87F2B414-0A5B-439A-AE40-B38400A34A47}" srcOrd="0" destOrd="0" presId="urn:microsoft.com/office/officeart/2005/8/layout/process5"/>
    <dgm:cxn modelId="{F94CF36F-1345-449E-8191-C2AA1D3CC8EB}" srcId="{191B24D9-DACB-4044-BB41-C281F61E176E}" destId="{AC806419-E438-46FC-BF55-E00B4DD0B4DE}" srcOrd="5" destOrd="0" parTransId="{41CEB6F1-9D3F-4AD2-8734-4F47EAF8F5DC}" sibTransId="{39B16902-1C31-499B-9CD3-F69261E62A96}"/>
    <dgm:cxn modelId="{0BDC07A2-0432-4D08-96E4-5F916A7F9002}" srcId="{191B24D9-DACB-4044-BB41-C281F61E176E}" destId="{C13AB338-C9B1-4839-8AC8-77BE7B43A664}" srcOrd="1" destOrd="0" parTransId="{4BB954AD-7257-47B5-A73E-0771DAAB79C8}" sibTransId="{90189F28-62BA-4FD5-A503-66832136397A}"/>
    <dgm:cxn modelId="{B36D016B-5B51-4E7A-9491-3AB9C29E1BB4}" type="presOf" srcId="{90189F28-62BA-4FD5-A503-66832136397A}" destId="{951DAB8A-1D6E-467B-A5DD-C0814C76DE9E}" srcOrd="0" destOrd="0" presId="urn:microsoft.com/office/officeart/2005/8/layout/process5"/>
    <dgm:cxn modelId="{9C494CA9-8B42-42D5-93E9-84302A399DEA}" type="presOf" srcId="{098B3800-A438-4129-AE7D-1AD6B3B23C33}" destId="{0B6B74CE-BFD6-4A12-B863-D758BDAEA7A6}" srcOrd="1" destOrd="0" presId="urn:microsoft.com/office/officeart/2005/8/layout/process5"/>
    <dgm:cxn modelId="{EC92EA8C-2422-457A-B715-59123CFDE411}" type="presOf" srcId="{58F459FC-06F4-437F-B866-549FF74C7DFD}" destId="{46827F35-F458-42DF-B557-00F629D22280}" srcOrd="0" destOrd="0" presId="urn:microsoft.com/office/officeart/2005/8/layout/process5"/>
    <dgm:cxn modelId="{8FF3F6D9-840F-4700-8199-0950D7808264}" type="presOf" srcId="{8F8FF267-A1A6-4464-8AE0-72CC99D54CE0}" destId="{E0B45333-9B2B-499A-9D66-C119F33463A5}" srcOrd="0" destOrd="0" presId="urn:microsoft.com/office/officeart/2005/8/layout/process5"/>
    <dgm:cxn modelId="{4289B35C-605E-439E-912F-8E10310127A5}" type="presOf" srcId="{DF9278AF-F776-405B-96B1-6C04BD398E37}" destId="{1EDDA600-BD24-469C-B47F-54F25D7D5621}" srcOrd="1" destOrd="0" presId="urn:microsoft.com/office/officeart/2005/8/layout/process5"/>
    <dgm:cxn modelId="{639D8BDC-A0BD-403F-966A-1AFB3524308A}" srcId="{191B24D9-DACB-4044-BB41-C281F61E176E}" destId="{58F459FC-06F4-437F-B866-549FF74C7DFD}" srcOrd="3" destOrd="0" parTransId="{D0C258B3-ABF2-4089-967B-9018B5ED2F88}" sibTransId="{56085380-A872-4AED-AD36-0B3BE963F9D2}"/>
    <dgm:cxn modelId="{D44F9C8D-E843-4D8B-968F-F57295A556FA}" srcId="{191B24D9-DACB-4044-BB41-C281F61E176E}" destId="{8F8FF267-A1A6-4464-8AE0-72CC99D54CE0}" srcOrd="2" destOrd="0" parTransId="{931C84FD-4830-4738-A504-176CF32CD4C8}" sibTransId="{DF9278AF-F776-405B-96B1-6C04BD398E37}"/>
    <dgm:cxn modelId="{9277EF65-12D5-44CA-9FD6-70F2596DD08C}" type="presOf" srcId="{098B3800-A438-4129-AE7D-1AD6B3B23C33}" destId="{2CA4ADBA-34A6-4703-9716-C67EDB301C26}" srcOrd="0" destOrd="0" presId="urn:microsoft.com/office/officeart/2005/8/layout/process5"/>
    <dgm:cxn modelId="{D4FC1EAC-F2AB-4F21-AFDD-0DD6B5036F20}" type="presParOf" srcId="{87F2B414-0A5B-439A-AE40-B38400A34A47}" destId="{134756BB-CAE3-43FB-A9EC-4BB051734731}" srcOrd="0" destOrd="0" presId="urn:microsoft.com/office/officeart/2005/8/layout/process5"/>
    <dgm:cxn modelId="{7C46B874-0280-4354-B492-9C9189179D74}" type="presParOf" srcId="{87F2B414-0A5B-439A-AE40-B38400A34A47}" destId="{2CA4ADBA-34A6-4703-9716-C67EDB301C26}" srcOrd="1" destOrd="0" presId="urn:microsoft.com/office/officeart/2005/8/layout/process5"/>
    <dgm:cxn modelId="{E5DA82B4-46B5-4C92-976B-E43FEC83972A}" type="presParOf" srcId="{2CA4ADBA-34A6-4703-9716-C67EDB301C26}" destId="{0B6B74CE-BFD6-4A12-B863-D758BDAEA7A6}" srcOrd="0" destOrd="0" presId="urn:microsoft.com/office/officeart/2005/8/layout/process5"/>
    <dgm:cxn modelId="{9C1E07A9-DCC2-4F92-833E-C02FECD71150}" type="presParOf" srcId="{87F2B414-0A5B-439A-AE40-B38400A34A47}" destId="{4B8BC3F0-95DD-4F8C-BD08-F76D9E6835CC}" srcOrd="2" destOrd="0" presId="urn:microsoft.com/office/officeart/2005/8/layout/process5"/>
    <dgm:cxn modelId="{4503F8D4-3B90-445F-B1A2-312312C2C71F}" type="presParOf" srcId="{87F2B414-0A5B-439A-AE40-B38400A34A47}" destId="{951DAB8A-1D6E-467B-A5DD-C0814C76DE9E}" srcOrd="3" destOrd="0" presId="urn:microsoft.com/office/officeart/2005/8/layout/process5"/>
    <dgm:cxn modelId="{93031B53-0511-403B-81BC-549C1428BB8B}" type="presParOf" srcId="{951DAB8A-1D6E-467B-A5DD-C0814C76DE9E}" destId="{76E3DF27-9175-42E5-940E-5413CA9A05CE}" srcOrd="0" destOrd="0" presId="urn:microsoft.com/office/officeart/2005/8/layout/process5"/>
    <dgm:cxn modelId="{34EF4C9A-FC0B-4204-8B4F-C9D1738BD1EE}" type="presParOf" srcId="{87F2B414-0A5B-439A-AE40-B38400A34A47}" destId="{E0B45333-9B2B-499A-9D66-C119F33463A5}" srcOrd="4" destOrd="0" presId="urn:microsoft.com/office/officeart/2005/8/layout/process5"/>
    <dgm:cxn modelId="{23FB477C-AD9B-4877-B88E-8C616C325CD3}" type="presParOf" srcId="{87F2B414-0A5B-439A-AE40-B38400A34A47}" destId="{E53CA765-9CE7-4B6C-99B5-01F65816BB98}" srcOrd="5" destOrd="0" presId="urn:microsoft.com/office/officeart/2005/8/layout/process5"/>
    <dgm:cxn modelId="{2650134B-D18E-4513-B120-104E14B0576F}" type="presParOf" srcId="{E53CA765-9CE7-4B6C-99B5-01F65816BB98}" destId="{1EDDA600-BD24-469C-B47F-54F25D7D5621}" srcOrd="0" destOrd="0" presId="urn:microsoft.com/office/officeart/2005/8/layout/process5"/>
    <dgm:cxn modelId="{F908EB1F-AFD2-4F36-82B3-5890601913FC}" type="presParOf" srcId="{87F2B414-0A5B-439A-AE40-B38400A34A47}" destId="{46827F35-F458-42DF-B557-00F629D22280}" srcOrd="6" destOrd="0" presId="urn:microsoft.com/office/officeart/2005/8/layout/process5"/>
    <dgm:cxn modelId="{4C52CA46-FA64-42F7-9E9A-F793A003FF7D}" type="presParOf" srcId="{87F2B414-0A5B-439A-AE40-B38400A34A47}" destId="{65CCBA7D-34FE-40DC-9B60-976004AD6CF9}" srcOrd="7" destOrd="0" presId="urn:microsoft.com/office/officeart/2005/8/layout/process5"/>
    <dgm:cxn modelId="{C232A1BF-BC79-402A-B13C-E027BB85AB91}" type="presParOf" srcId="{65CCBA7D-34FE-40DC-9B60-976004AD6CF9}" destId="{AB337FC3-7200-4300-831A-5CC22924A628}" srcOrd="0" destOrd="0" presId="urn:microsoft.com/office/officeart/2005/8/layout/process5"/>
    <dgm:cxn modelId="{64915F46-5555-4729-85B2-B6CDA027E511}" type="presParOf" srcId="{87F2B414-0A5B-439A-AE40-B38400A34A47}" destId="{47BFF8B5-C93D-40A4-8D3F-4C23EB873E14}" srcOrd="8" destOrd="0" presId="urn:microsoft.com/office/officeart/2005/8/layout/process5"/>
    <dgm:cxn modelId="{1008A6D4-E0D8-422B-B6F0-2834A592E012}" type="presParOf" srcId="{87F2B414-0A5B-439A-AE40-B38400A34A47}" destId="{92618722-90F8-45BB-AC87-0E775BDDD0F6}" srcOrd="9" destOrd="0" presId="urn:microsoft.com/office/officeart/2005/8/layout/process5"/>
    <dgm:cxn modelId="{342F5C60-1B34-4DF5-8F1A-67908DFE4270}" type="presParOf" srcId="{92618722-90F8-45BB-AC87-0E775BDDD0F6}" destId="{F86A162D-6293-4DC5-ACC8-C6A741EC5215}" srcOrd="0" destOrd="0" presId="urn:microsoft.com/office/officeart/2005/8/layout/process5"/>
    <dgm:cxn modelId="{267AC14F-8775-4396-864E-4024DE96CA0B}" type="presParOf" srcId="{87F2B414-0A5B-439A-AE40-B38400A34A47}" destId="{2D11F888-12F4-4147-A48B-ED79E1337FFD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47C1D6F-4647-4E33-A258-009E6AEFC8D1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809340B9-7F11-4D84-B022-3D14B6583AD7}">
      <dgm:prSet phldrT="[Text]" custT="1"/>
      <dgm:spPr>
        <a:solidFill>
          <a:schemeClr val="accent3"/>
        </a:solidFill>
      </dgm:spPr>
      <dgm:t>
        <a:bodyPr/>
        <a:lstStyle/>
        <a:p>
          <a:r>
            <a:rPr lang="en-US" sz="2200" dirty="0" smtClean="0"/>
            <a:t>Business Model</a:t>
          </a:r>
          <a:endParaRPr lang="en-US" sz="2200" dirty="0"/>
        </a:p>
      </dgm:t>
    </dgm:pt>
    <dgm:pt modelId="{5A3FAAD7-F018-4416-8584-95B3B9FDFCBC}" type="parTrans" cxnId="{DC9100A6-A166-4051-B682-04F229938876}">
      <dgm:prSet/>
      <dgm:spPr/>
      <dgm:t>
        <a:bodyPr/>
        <a:lstStyle/>
        <a:p>
          <a:endParaRPr lang="en-US"/>
        </a:p>
      </dgm:t>
    </dgm:pt>
    <dgm:pt modelId="{AD1DE34A-8921-4168-A47E-A39D3D863C1F}" type="sibTrans" cxnId="{DC9100A6-A166-4051-B682-04F229938876}">
      <dgm:prSet/>
      <dgm:spPr/>
      <dgm:t>
        <a:bodyPr/>
        <a:lstStyle/>
        <a:p>
          <a:endParaRPr lang="en-US"/>
        </a:p>
      </dgm:t>
    </dgm:pt>
    <dgm:pt modelId="{1D20C483-C91D-4075-B91F-32FA82B8BD59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US" sz="2200" dirty="0" smtClean="0"/>
            <a:t>PPP</a:t>
          </a:r>
          <a:endParaRPr lang="en-US" sz="2200" dirty="0"/>
        </a:p>
      </dgm:t>
    </dgm:pt>
    <dgm:pt modelId="{76BDDF9C-7F44-4695-9E36-5148015A4497}" type="parTrans" cxnId="{CCA83AC7-ACE8-48CB-9C4B-D8E0AFD71BE2}">
      <dgm:prSet/>
      <dgm:spPr/>
      <dgm:t>
        <a:bodyPr/>
        <a:lstStyle/>
        <a:p>
          <a:endParaRPr lang="en-US"/>
        </a:p>
      </dgm:t>
    </dgm:pt>
    <dgm:pt modelId="{6072271D-1133-48A4-B155-35CC3CF33456}" type="sibTrans" cxnId="{CCA83AC7-ACE8-48CB-9C4B-D8E0AFD71BE2}">
      <dgm:prSet/>
      <dgm:spPr/>
      <dgm:t>
        <a:bodyPr/>
        <a:lstStyle/>
        <a:p>
          <a:endParaRPr lang="en-US"/>
        </a:p>
      </dgm:t>
    </dgm:pt>
    <dgm:pt modelId="{48C3C47C-2C00-4000-99FC-B0CAD680E8A7}">
      <dgm:prSet phldrT="[Text]" custT="1"/>
      <dgm:spPr>
        <a:solidFill>
          <a:schemeClr val="accent4"/>
        </a:solidFill>
      </dgm:spPr>
      <dgm:t>
        <a:bodyPr/>
        <a:lstStyle/>
        <a:p>
          <a:r>
            <a:rPr lang="en-US" sz="2200" dirty="0" smtClean="0"/>
            <a:t>Business Code</a:t>
          </a:r>
          <a:endParaRPr lang="en-US" sz="2200" dirty="0"/>
        </a:p>
      </dgm:t>
    </dgm:pt>
    <dgm:pt modelId="{AB28854F-05B3-4DA2-B9DE-D57B236B31A9}" type="parTrans" cxnId="{31EDF7AA-E2F9-4CB0-A33E-91ADBC1A1067}">
      <dgm:prSet/>
      <dgm:spPr/>
      <dgm:t>
        <a:bodyPr/>
        <a:lstStyle/>
        <a:p>
          <a:endParaRPr lang="en-US"/>
        </a:p>
      </dgm:t>
    </dgm:pt>
    <dgm:pt modelId="{7C2CEEC7-E6B5-4FBE-8D34-21CD856C7CF6}" type="sibTrans" cxnId="{31EDF7AA-E2F9-4CB0-A33E-91ADBC1A1067}">
      <dgm:prSet/>
      <dgm:spPr/>
      <dgm:t>
        <a:bodyPr/>
        <a:lstStyle/>
        <a:p>
          <a:endParaRPr lang="en-US"/>
        </a:p>
      </dgm:t>
    </dgm:pt>
    <dgm:pt modelId="{6EB44F6E-97BC-4772-8ECD-D78C5E21013E}" type="pres">
      <dgm:prSet presAssocID="{D47C1D6F-4647-4E33-A258-009E6AEFC8D1}" presName="Name0" presStyleCnt="0">
        <dgm:presLayoutVars>
          <dgm:dir/>
          <dgm:resizeHandles val="exact"/>
        </dgm:presLayoutVars>
      </dgm:prSet>
      <dgm:spPr/>
    </dgm:pt>
    <dgm:pt modelId="{1B26044F-26CE-4145-B5E4-F430A270E114}" type="pres">
      <dgm:prSet presAssocID="{809340B9-7F11-4D84-B022-3D14B6583AD7}" presName="node" presStyleLbl="node1" presStyleIdx="0" presStyleCnt="3" custScaleX="16165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E56B327-9D0F-4DA3-A0A8-B891ACB1CEC2}" type="pres">
      <dgm:prSet presAssocID="{AD1DE34A-8921-4168-A47E-A39D3D863C1F}" presName="sibTrans" presStyleLbl="sibTrans2D1" presStyleIdx="0" presStyleCnt="2"/>
      <dgm:spPr/>
      <dgm:t>
        <a:bodyPr/>
        <a:lstStyle/>
        <a:p>
          <a:endParaRPr lang="en-US"/>
        </a:p>
      </dgm:t>
    </dgm:pt>
    <dgm:pt modelId="{64235312-A31E-4512-A73C-24986610B43E}" type="pres">
      <dgm:prSet presAssocID="{AD1DE34A-8921-4168-A47E-A39D3D863C1F}" presName="connectorText" presStyleLbl="sibTrans2D1" presStyleIdx="0" presStyleCnt="2"/>
      <dgm:spPr/>
      <dgm:t>
        <a:bodyPr/>
        <a:lstStyle/>
        <a:p>
          <a:endParaRPr lang="en-US"/>
        </a:p>
      </dgm:t>
    </dgm:pt>
    <dgm:pt modelId="{D54CD697-2A27-48DC-AF0B-3971EE804F73}" type="pres">
      <dgm:prSet presAssocID="{1D20C483-C91D-4075-B91F-32FA82B8BD59}" presName="node" presStyleLbl="node1" presStyleIdx="1" presStyleCnt="3" custScaleX="140034" custScaleY="10829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02BB257-E7CB-402E-8AAB-D746F83B6407}" type="pres">
      <dgm:prSet presAssocID="{6072271D-1133-48A4-B155-35CC3CF33456}" presName="sibTrans" presStyleLbl="sibTrans2D1" presStyleIdx="1" presStyleCnt="2"/>
      <dgm:spPr/>
      <dgm:t>
        <a:bodyPr/>
        <a:lstStyle/>
        <a:p>
          <a:endParaRPr lang="en-US"/>
        </a:p>
      </dgm:t>
    </dgm:pt>
    <dgm:pt modelId="{CAEA412E-9D1E-4D67-B552-F1263C4F33D6}" type="pres">
      <dgm:prSet presAssocID="{6072271D-1133-48A4-B155-35CC3CF33456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E6C89F9F-EC7B-4304-8F09-55693E384B71}" type="pres">
      <dgm:prSet presAssocID="{48C3C47C-2C00-4000-99FC-B0CAD680E8A7}" presName="node" presStyleLbl="node1" presStyleIdx="2" presStyleCnt="3" custScaleX="15761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18E99B7-FCE5-4DE2-B8C4-A1CD7D4C5CB6}" type="presOf" srcId="{AD1DE34A-8921-4168-A47E-A39D3D863C1F}" destId="{64235312-A31E-4512-A73C-24986610B43E}" srcOrd="1" destOrd="0" presId="urn:microsoft.com/office/officeart/2005/8/layout/process1"/>
    <dgm:cxn modelId="{28B3794A-BD3E-4FD8-9E9A-0C835D173D36}" type="presOf" srcId="{D47C1D6F-4647-4E33-A258-009E6AEFC8D1}" destId="{6EB44F6E-97BC-4772-8ECD-D78C5E21013E}" srcOrd="0" destOrd="0" presId="urn:microsoft.com/office/officeart/2005/8/layout/process1"/>
    <dgm:cxn modelId="{F7205A2A-1985-4C40-B9F1-0CCF2536A386}" type="presOf" srcId="{6072271D-1133-48A4-B155-35CC3CF33456}" destId="{E02BB257-E7CB-402E-8AAB-D746F83B6407}" srcOrd="0" destOrd="0" presId="urn:microsoft.com/office/officeart/2005/8/layout/process1"/>
    <dgm:cxn modelId="{3EA229B0-C0E8-4B57-BC73-4C2819652BC5}" type="presOf" srcId="{6072271D-1133-48A4-B155-35CC3CF33456}" destId="{CAEA412E-9D1E-4D67-B552-F1263C4F33D6}" srcOrd="1" destOrd="0" presId="urn:microsoft.com/office/officeart/2005/8/layout/process1"/>
    <dgm:cxn modelId="{DC9100A6-A166-4051-B682-04F229938876}" srcId="{D47C1D6F-4647-4E33-A258-009E6AEFC8D1}" destId="{809340B9-7F11-4D84-B022-3D14B6583AD7}" srcOrd="0" destOrd="0" parTransId="{5A3FAAD7-F018-4416-8584-95B3B9FDFCBC}" sibTransId="{AD1DE34A-8921-4168-A47E-A39D3D863C1F}"/>
    <dgm:cxn modelId="{2E245ECC-67E6-4631-B6EF-474B9C3F6DCA}" type="presOf" srcId="{48C3C47C-2C00-4000-99FC-B0CAD680E8A7}" destId="{E6C89F9F-EC7B-4304-8F09-55693E384B71}" srcOrd="0" destOrd="0" presId="urn:microsoft.com/office/officeart/2005/8/layout/process1"/>
    <dgm:cxn modelId="{E03BCC9B-00AE-4D92-A89F-EE92DD7014A0}" type="presOf" srcId="{AD1DE34A-8921-4168-A47E-A39D3D863C1F}" destId="{1E56B327-9D0F-4DA3-A0A8-B891ACB1CEC2}" srcOrd="0" destOrd="0" presId="urn:microsoft.com/office/officeart/2005/8/layout/process1"/>
    <dgm:cxn modelId="{CCA83AC7-ACE8-48CB-9C4B-D8E0AFD71BE2}" srcId="{D47C1D6F-4647-4E33-A258-009E6AEFC8D1}" destId="{1D20C483-C91D-4075-B91F-32FA82B8BD59}" srcOrd="1" destOrd="0" parTransId="{76BDDF9C-7F44-4695-9E36-5148015A4497}" sibTransId="{6072271D-1133-48A4-B155-35CC3CF33456}"/>
    <dgm:cxn modelId="{978A0820-3121-4831-88A1-2A17B872C311}" type="presOf" srcId="{809340B9-7F11-4D84-B022-3D14B6583AD7}" destId="{1B26044F-26CE-4145-B5E4-F430A270E114}" srcOrd="0" destOrd="0" presId="urn:microsoft.com/office/officeart/2005/8/layout/process1"/>
    <dgm:cxn modelId="{3541EA98-537C-4FF8-AA2B-96B6BEA4443E}" type="presOf" srcId="{1D20C483-C91D-4075-B91F-32FA82B8BD59}" destId="{D54CD697-2A27-48DC-AF0B-3971EE804F73}" srcOrd="0" destOrd="0" presId="urn:microsoft.com/office/officeart/2005/8/layout/process1"/>
    <dgm:cxn modelId="{31EDF7AA-E2F9-4CB0-A33E-91ADBC1A1067}" srcId="{D47C1D6F-4647-4E33-A258-009E6AEFC8D1}" destId="{48C3C47C-2C00-4000-99FC-B0CAD680E8A7}" srcOrd="2" destOrd="0" parTransId="{AB28854F-05B3-4DA2-B9DE-D57B236B31A9}" sibTransId="{7C2CEEC7-E6B5-4FBE-8D34-21CD856C7CF6}"/>
    <dgm:cxn modelId="{957C4938-71E1-4839-B3E9-8B137940B118}" type="presParOf" srcId="{6EB44F6E-97BC-4772-8ECD-D78C5E21013E}" destId="{1B26044F-26CE-4145-B5E4-F430A270E114}" srcOrd="0" destOrd="0" presId="urn:microsoft.com/office/officeart/2005/8/layout/process1"/>
    <dgm:cxn modelId="{E0AE9B48-9A53-42A6-BE2A-CA50A53F2982}" type="presParOf" srcId="{6EB44F6E-97BC-4772-8ECD-D78C5E21013E}" destId="{1E56B327-9D0F-4DA3-A0A8-B891ACB1CEC2}" srcOrd="1" destOrd="0" presId="urn:microsoft.com/office/officeart/2005/8/layout/process1"/>
    <dgm:cxn modelId="{4B5E0CA9-501C-41FF-BA40-48AA984C6CA8}" type="presParOf" srcId="{1E56B327-9D0F-4DA3-A0A8-B891ACB1CEC2}" destId="{64235312-A31E-4512-A73C-24986610B43E}" srcOrd="0" destOrd="0" presId="urn:microsoft.com/office/officeart/2005/8/layout/process1"/>
    <dgm:cxn modelId="{CFD2D056-51DE-4782-B8A5-237EB20DFDF7}" type="presParOf" srcId="{6EB44F6E-97BC-4772-8ECD-D78C5E21013E}" destId="{D54CD697-2A27-48DC-AF0B-3971EE804F73}" srcOrd="2" destOrd="0" presId="urn:microsoft.com/office/officeart/2005/8/layout/process1"/>
    <dgm:cxn modelId="{D133EA27-BE33-4554-A074-A723CC96FFE9}" type="presParOf" srcId="{6EB44F6E-97BC-4772-8ECD-D78C5E21013E}" destId="{E02BB257-E7CB-402E-8AAB-D746F83B6407}" srcOrd="3" destOrd="0" presId="urn:microsoft.com/office/officeart/2005/8/layout/process1"/>
    <dgm:cxn modelId="{7BE32BF3-C098-470A-AFBF-99B39EEED86D}" type="presParOf" srcId="{E02BB257-E7CB-402E-8AAB-D746F83B6407}" destId="{CAEA412E-9D1E-4D67-B552-F1263C4F33D6}" srcOrd="0" destOrd="0" presId="urn:microsoft.com/office/officeart/2005/8/layout/process1"/>
    <dgm:cxn modelId="{C9C756F0-954F-424C-B22C-8178D404E329}" type="presParOf" srcId="{6EB44F6E-97BC-4772-8ECD-D78C5E21013E}" destId="{E6C89F9F-EC7B-4304-8F09-55693E384B71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xmlns="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B33AFEE-86FE-4A44-9CD3-34FF9B2A5E48}" type="doc">
      <dgm:prSet loTypeId="urn:microsoft.com/office/officeart/2005/8/layout/hProcess9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1704C86-544A-45AF-8DA2-DF0BF2551A48}">
      <dgm:prSet phldrT="[Text]" custT="1"/>
      <dgm:spPr/>
      <dgm:t>
        <a:bodyPr/>
        <a:lstStyle/>
        <a:p>
          <a:r>
            <a:rPr lang="en-US" sz="2200" dirty="0" smtClean="0"/>
            <a:t>Create story</a:t>
          </a:r>
          <a:endParaRPr lang="en-US" sz="2200" dirty="0"/>
        </a:p>
      </dgm:t>
    </dgm:pt>
    <dgm:pt modelId="{B17E118A-2A5B-477A-92E9-E7269B14D53C}" type="parTrans" cxnId="{7050901E-DB7B-40D7-9951-6826727DE6B4}">
      <dgm:prSet/>
      <dgm:spPr/>
      <dgm:t>
        <a:bodyPr/>
        <a:lstStyle/>
        <a:p>
          <a:endParaRPr lang="en-US"/>
        </a:p>
      </dgm:t>
    </dgm:pt>
    <dgm:pt modelId="{24813171-BF0E-4BAB-9CE5-23824AE820EA}" type="sibTrans" cxnId="{7050901E-DB7B-40D7-9951-6826727DE6B4}">
      <dgm:prSet/>
      <dgm:spPr/>
      <dgm:t>
        <a:bodyPr/>
        <a:lstStyle/>
        <a:p>
          <a:endParaRPr lang="en-US"/>
        </a:p>
      </dgm:t>
    </dgm:pt>
    <dgm:pt modelId="{1A9B63FC-2438-49EA-A62B-F302ADE5B118}">
      <dgm:prSet phldrT="[Text]" custT="1"/>
      <dgm:spPr/>
      <dgm:t>
        <a:bodyPr/>
        <a:lstStyle/>
        <a:p>
          <a:r>
            <a:rPr lang="en-US" sz="2200" dirty="0" smtClean="0"/>
            <a:t>Create scenarios using the words Given, When, Then</a:t>
          </a:r>
          <a:endParaRPr lang="en-US" sz="2200" dirty="0"/>
        </a:p>
      </dgm:t>
    </dgm:pt>
    <dgm:pt modelId="{43B814B4-3926-416C-9665-737FBCA8519B}" type="parTrans" cxnId="{C623B61F-632D-4539-8B24-858D3D4B46DF}">
      <dgm:prSet/>
      <dgm:spPr/>
      <dgm:t>
        <a:bodyPr/>
        <a:lstStyle/>
        <a:p>
          <a:endParaRPr lang="en-US"/>
        </a:p>
      </dgm:t>
    </dgm:pt>
    <dgm:pt modelId="{4D4B2249-2B8C-49C8-9CA5-67F6F546FE13}" type="sibTrans" cxnId="{C623B61F-632D-4539-8B24-858D3D4B46DF}">
      <dgm:prSet/>
      <dgm:spPr/>
      <dgm:t>
        <a:bodyPr/>
        <a:lstStyle/>
        <a:p>
          <a:endParaRPr lang="en-US"/>
        </a:p>
      </dgm:t>
    </dgm:pt>
    <dgm:pt modelId="{79E3AB16-86D4-44A5-BD79-F5792B593D6B}">
      <dgm:prSet phldrT="[Text]" custT="1"/>
      <dgm:spPr/>
      <dgm:t>
        <a:bodyPr/>
        <a:lstStyle/>
        <a:p>
          <a:r>
            <a:rPr lang="en-US" sz="2200" dirty="0" smtClean="0"/>
            <a:t>Generate unit tests (using a framework)</a:t>
          </a:r>
          <a:endParaRPr lang="en-US" sz="2200" dirty="0"/>
        </a:p>
      </dgm:t>
    </dgm:pt>
    <dgm:pt modelId="{69CACDCD-6BD4-4096-9FF5-C3C7D57F0C07}" type="parTrans" cxnId="{F29BC5B4-4A2F-4BE9-8825-69CA1D30105F}">
      <dgm:prSet/>
      <dgm:spPr/>
      <dgm:t>
        <a:bodyPr/>
        <a:lstStyle/>
        <a:p>
          <a:endParaRPr lang="en-US"/>
        </a:p>
      </dgm:t>
    </dgm:pt>
    <dgm:pt modelId="{284476A6-7F6B-49E6-A640-24A7EB1B5911}" type="sibTrans" cxnId="{F29BC5B4-4A2F-4BE9-8825-69CA1D30105F}">
      <dgm:prSet/>
      <dgm:spPr/>
      <dgm:t>
        <a:bodyPr/>
        <a:lstStyle/>
        <a:p>
          <a:endParaRPr lang="en-US"/>
        </a:p>
      </dgm:t>
    </dgm:pt>
    <dgm:pt modelId="{AF32DA6E-774C-4FB8-8DC5-54803A73CDD1}">
      <dgm:prSet phldrT="[Text]" custT="1"/>
      <dgm:spPr/>
      <dgm:t>
        <a:bodyPr/>
        <a:lstStyle/>
        <a:p>
          <a:r>
            <a:rPr lang="en-US" sz="2200" dirty="0" smtClean="0"/>
            <a:t>Create the code</a:t>
          </a:r>
          <a:endParaRPr lang="en-US" sz="2200" dirty="0"/>
        </a:p>
      </dgm:t>
    </dgm:pt>
    <dgm:pt modelId="{3A2254FE-243F-414A-B6C8-8DCB2AD8D774}" type="parTrans" cxnId="{A7E1B2F7-3E7B-41EE-9231-D840C09536EB}">
      <dgm:prSet/>
      <dgm:spPr/>
      <dgm:t>
        <a:bodyPr/>
        <a:lstStyle/>
        <a:p>
          <a:endParaRPr lang="en-US"/>
        </a:p>
      </dgm:t>
    </dgm:pt>
    <dgm:pt modelId="{9394B42A-3C1D-4DC4-820D-3C4E25D62DDB}" type="sibTrans" cxnId="{A7E1B2F7-3E7B-41EE-9231-D840C09536EB}">
      <dgm:prSet/>
      <dgm:spPr/>
      <dgm:t>
        <a:bodyPr/>
        <a:lstStyle/>
        <a:p>
          <a:endParaRPr lang="en-US"/>
        </a:p>
      </dgm:t>
    </dgm:pt>
    <dgm:pt modelId="{2DC068AD-EB59-4B3A-88C7-C1444F63ED99}" type="pres">
      <dgm:prSet presAssocID="{4B33AFEE-86FE-4A44-9CD3-34FF9B2A5E48}" presName="CompostProcess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A5872C5-7D4E-43AB-88AC-113FFEE9F71C}" type="pres">
      <dgm:prSet presAssocID="{4B33AFEE-86FE-4A44-9CD3-34FF9B2A5E48}" presName="arrow" presStyleLbl="bgShp" presStyleIdx="0" presStyleCnt="1"/>
      <dgm:spPr/>
      <dgm:t>
        <a:bodyPr/>
        <a:lstStyle/>
        <a:p>
          <a:endParaRPr lang="en-US"/>
        </a:p>
      </dgm:t>
    </dgm:pt>
    <dgm:pt modelId="{67A9F0AF-0FF9-40B2-8C36-16D8E9AC010D}" type="pres">
      <dgm:prSet presAssocID="{4B33AFEE-86FE-4A44-9CD3-34FF9B2A5E48}" presName="linearProcess" presStyleCnt="0"/>
      <dgm:spPr/>
      <dgm:t>
        <a:bodyPr/>
        <a:lstStyle/>
        <a:p>
          <a:endParaRPr lang="en-US"/>
        </a:p>
      </dgm:t>
    </dgm:pt>
    <dgm:pt modelId="{4A5E4DEF-4E9A-4B69-8BF4-76DBBD10730C}" type="pres">
      <dgm:prSet presAssocID="{81704C86-544A-45AF-8DA2-DF0BF2551A48}" presName="text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BDC158D-E938-4764-835B-FC16E560753B}" type="pres">
      <dgm:prSet presAssocID="{24813171-BF0E-4BAB-9CE5-23824AE820EA}" presName="sibTrans" presStyleCnt="0"/>
      <dgm:spPr/>
      <dgm:t>
        <a:bodyPr/>
        <a:lstStyle/>
        <a:p>
          <a:endParaRPr lang="en-US"/>
        </a:p>
      </dgm:t>
    </dgm:pt>
    <dgm:pt modelId="{FFE9D2D2-4A12-4F03-A5DB-EB4D011BB29B}" type="pres">
      <dgm:prSet presAssocID="{1A9B63FC-2438-49EA-A62B-F302ADE5B118}" presName="textNode" presStyleLbl="node1" presStyleIdx="1" presStyleCnt="4" custScaleX="14162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31DC281-D75F-474E-93D3-BC6D31C8D225}" type="pres">
      <dgm:prSet presAssocID="{4D4B2249-2B8C-49C8-9CA5-67F6F546FE13}" presName="sibTrans" presStyleCnt="0"/>
      <dgm:spPr/>
      <dgm:t>
        <a:bodyPr/>
        <a:lstStyle/>
        <a:p>
          <a:endParaRPr lang="en-US"/>
        </a:p>
      </dgm:t>
    </dgm:pt>
    <dgm:pt modelId="{D0D9C6A5-91A5-471F-9DD5-0A6F836EB7CF}" type="pres">
      <dgm:prSet presAssocID="{79E3AB16-86D4-44A5-BD79-F5792B593D6B}" presName="text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A47DF76-43E6-4532-B5A4-1D00FC91224E}" type="pres">
      <dgm:prSet presAssocID="{284476A6-7F6B-49E6-A640-24A7EB1B5911}" presName="sibTrans" presStyleCnt="0"/>
      <dgm:spPr/>
      <dgm:t>
        <a:bodyPr/>
        <a:lstStyle/>
        <a:p>
          <a:endParaRPr lang="en-US"/>
        </a:p>
      </dgm:t>
    </dgm:pt>
    <dgm:pt modelId="{EBE60742-244F-49EC-B07E-14A24412D9AB}" type="pres">
      <dgm:prSet presAssocID="{AF32DA6E-774C-4FB8-8DC5-54803A73CDD1}" presName="text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E0B121E-EC37-4DDA-AB39-00778AECECCB}" type="presOf" srcId="{81704C86-544A-45AF-8DA2-DF0BF2551A48}" destId="{4A5E4DEF-4E9A-4B69-8BF4-76DBBD10730C}" srcOrd="0" destOrd="0" presId="urn:microsoft.com/office/officeart/2005/8/layout/hProcess9"/>
    <dgm:cxn modelId="{51DF5427-29CD-49A3-A9B4-A4C1946988AC}" type="presOf" srcId="{79E3AB16-86D4-44A5-BD79-F5792B593D6B}" destId="{D0D9C6A5-91A5-471F-9DD5-0A6F836EB7CF}" srcOrd="0" destOrd="0" presId="urn:microsoft.com/office/officeart/2005/8/layout/hProcess9"/>
    <dgm:cxn modelId="{A7E1B2F7-3E7B-41EE-9231-D840C09536EB}" srcId="{4B33AFEE-86FE-4A44-9CD3-34FF9B2A5E48}" destId="{AF32DA6E-774C-4FB8-8DC5-54803A73CDD1}" srcOrd="3" destOrd="0" parTransId="{3A2254FE-243F-414A-B6C8-8DCB2AD8D774}" sibTransId="{9394B42A-3C1D-4DC4-820D-3C4E25D62DDB}"/>
    <dgm:cxn modelId="{C623B61F-632D-4539-8B24-858D3D4B46DF}" srcId="{4B33AFEE-86FE-4A44-9CD3-34FF9B2A5E48}" destId="{1A9B63FC-2438-49EA-A62B-F302ADE5B118}" srcOrd="1" destOrd="0" parTransId="{43B814B4-3926-416C-9665-737FBCA8519B}" sibTransId="{4D4B2249-2B8C-49C8-9CA5-67F6F546FE13}"/>
    <dgm:cxn modelId="{F29BC5B4-4A2F-4BE9-8825-69CA1D30105F}" srcId="{4B33AFEE-86FE-4A44-9CD3-34FF9B2A5E48}" destId="{79E3AB16-86D4-44A5-BD79-F5792B593D6B}" srcOrd="2" destOrd="0" parTransId="{69CACDCD-6BD4-4096-9FF5-C3C7D57F0C07}" sibTransId="{284476A6-7F6B-49E6-A640-24A7EB1B5911}"/>
    <dgm:cxn modelId="{7A010C36-3D63-423D-9922-EF44BE4D9571}" type="presOf" srcId="{AF32DA6E-774C-4FB8-8DC5-54803A73CDD1}" destId="{EBE60742-244F-49EC-B07E-14A24412D9AB}" srcOrd="0" destOrd="0" presId="urn:microsoft.com/office/officeart/2005/8/layout/hProcess9"/>
    <dgm:cxn modelId="{FA16B70E-FA84-4A48-966F-8AD3217502F6}" type="presOf" srcId="{4B33AFEE-86FE-4A44-9CD3-34FF9B2A5E48}" destId="{2DC068AD-EB59-4B3A-88C7-C1444F63ED99}" srcOrd="0" destOrd="0" presId="urn:microsoft.com/office/officeart/2005/8/layout/hProcess9"/>
    <dgm:cxn modelId="{4DC913A5-3FF1-4F54-8B18-6D8FCFE8D9F1}" type="presOf" srcId="{1A9B63FC-2438-49EA-A62B-F302ADE5B118}" destId="{FFE9D2D2-4A12-4F03-A5DB-EB4D011BB29B}" srcOrd="0" destOrd="0" presId="urn:microsoft.com/office/officeart/2005/8/layout/hProcess9"/>
    <dgm:cxn modelId="{7050901E-DB7B-40D7-9951-6826727DE6B4}" srcId="{4B33AFEE-86FE-4A44-9CD3-34FF9B2A5E48}" destId="{81704C86-544A-45AF-8DA2-DF0BF2551A48}" srcOrd="0" destOrd="0" parTransId="{B17E118A-2A5B-477A-92E9-E7269B14D53C}" sibTransId="{24813171-BF0E-4BAB-9CE5-23824AE820EA}"/>
    <dgm:cxn modelId="{BD4F743A-4237-4D55-9F02-798AB67D3A38}" type="presParOf" srcId="{2DC068AD-EB59-4B3A-88C7-C1444F63ED99}" destId="{0A5872C5-7D4E-43AB-88AC-113FFEE9F71C}" srcOrd="0" destOrd="0" presId="urn:microsoft.com/office/officeart/2005/8/layout/hProcess9"/>
    <dgm:cxn modelId="{85B2EA49-D9EF-4EB7-9443-627149BCC467}" type="presParOf" srcId="{2DC068AD-EB59-4B3A-88C7-C1444F63ED99}" destId="{67A9F0AF-0FF9-40B2-8C36-16D8E9AC010D}" srcOrd="1" destOrd="0" presId="urn:microsoft.com/office/officeart/2005/8/layout/hProcess9"/>
    <dgm:cxn modelId="{67063C76-AA16-404B-BCB1-9D3EBB3091FA}" type="presParOf" srcId="{67A9F0AF-0FF9-40B2-8C36-16D8E9AC010D}" destId="{4A5E4DEF-4E9A-4B69-8BF4-76DBBD10730C}" srcOrd="0" destOrd="0" presId="urn:microsoft.com/office/officeart/2005/8/layout/hProcess9"/>
    <dgm:cxn modelId="{4987C44F-E6CC-4B0D-ABD8-D9941808B799}" type="presParOf" srcId="{67A9F0AF-0FF9-40B2-8C36-16D8E9AC010D}" destId="{7BDC158D-E938-4764-835B-FC16E560753B}" srcOrd="1" destOrd="0" presId="urn:microsoft.com/office/officeart/2005/8/layout/hProcess9"/>
    <dgm:cxn modelId="{F0D67558-F807-4BE9-815C-93B6853CCE2F}" type="presParOf" srcId="{67A9F0AF-0FF9-40B2-8C36-16D8E9AC010D}" destId="{FFE9D2D2-4A12-4F03-A5DB-EB4D011BB29B}" srcOrd="2" destOrd="0" presId="urn:microsoft.com/office/officeart/2005/8/layout/hProcess9"/>
    <dgm:cxn modelId="{D0D159F8-CADD-4F10-A778-1FBC4E4BA773}" type="presParOf" srcId="{67A9F0AF-0FF9-40B2-8C36-16D8E9AC010D}" destId="{931DC281-D75F-474E-93D3-BC6D31C8D225}" srcOrd="3" destOrd="0" presId="urn:microsoft.com/office/officeart/2005/8/layout/hProcess9"/>
    <dgm:cxn modelId="{D56EF65B-5151-4886-9A1F-6F4CE39605D7}" type="presParOf" srcId="{67A9F0AF-0FF9-40B2-8C36-16D8E9AC010D}" destId="{D0D9C6A5-91A5-471F-9DD5-0A6F836EB7CF}" srcOrd="4" destOrd="0" presId="urn:microsoft.com/office/officeart/2005/8/layout/hProcess9"/>
    <dgm:cxn modelId="{AE82EC00-F7C2-44FF-AF39-9F74ECD3BB54}" type="presParOf" srcId="{67A9F0AF-0FF9-40B2-8C36-16D8E9AC010D}" destId="{2A47DF76-43E6-4532-B5A4-1D00FC91224E}" srcOrd="5" destOrd="0" presId="urn:microsoft.com/office/officeart/2005/8/layout/hProcess9"/>
    <dgm:cxn modelId="{F293BEFD-452D-4461-AC4C-A56D8C0721B2}" type="presParOf" srcId="{67A9F0AF-0FF9-40B2-8C36-16D8E9AC010D}" destId="{EBE60742-244F-49EC-B07E-14A24412D9AB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1B26044F-26CE-4145-B5E4-F430A270E114}">
      <dsp:nvSpPr>
        <dsp:cNvPr id="0" name=""/>
        <dsp:cNvSpPr/>
      </dsp:nvSpPr>
      <dsp:spPr>
        <a:xfrm>
          <a:off x="4894" y="46713"/>
          <a:ext cx="2127526" cy="1125772"/>
        </a:xfrm>
        <a:prstGeom prst="roundRect">
          <a:avLst>
            <a:gd name="adj" fmla="val 10000"/>
          </a:avLst>
        </a:prstGeom>
        <a:solidFill>
          <a:schemeClr val="accent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Data Model</a:t>
          </a:r>
          <a:endParaRPr lang="en-US" sz="2400" kern="1200" dirty="0"/>
        </a:p>
      </dsp:txBody>
      <dsp:txXfrm>
        <a:off x="4894" y="46713"/>
        <a:ext cx="2127526" cy="1125772"/>
      </dsp:txXfrm>
    </dsp:sp>
    <dsp:sp modelId="{1E56B327-9D0F-4DA3-A0A8-B891ACB1CEC2}">
      <dsp:nvSpPr>
        <dsp:cNvPr id="0" name=""/>
        <dsp:cNvSpPr/>
      </dsp:nvSpPr>
      <dsp:spPr>
        <a:xfrm>
          <a:off x="2237398" y="479427"/>
          <a:ext cx="222552" cy="2603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100" kern="1200"/>
        </a:p>
      </dsp:txBody>
      <dsp:txXfrm>
        <a:off x="2237398" y="479427"/>
        <a:ext cx="222552" cy="260344"/>
      </dsp:txXfrm>
    </dsp:sp>
    <dsp:sp modelId="{D54CD697-2A27-48DC-AF0B-3971EE804F73}">
      <dsp:nvSpPr>
        <dsp:cNvPr id="0" name=""/>
        <dsp:cNvSpPr/>
      </dsp:nvSpPr>
      <dsp:spPr>
        <a:xfrm>
          <a:off x="2552330" y="0"/>
          <a:ext cx="3252790" cy="1219200"/>
        </a:xfrm>
        <a:prstGeom prst="roundRect">
          <a:avLst>
            <a:gd name="adj" fmla="val 10000"/>
          </a:avLst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Persistence Frameworks/Libraries</a:t>
          </a:r>
          <a:endParaRPr lang="en-US" sz="2400" kern="1200" dirty="0"/>
        </a:p>
      </dsp:txBody>
      <dsp:txXfrm>
        <a:off x="2552330" y="0"/>
        <a:ext cx="3252790" cy="1219200"/>
      </dsp:txXfrm>
    </dsp:sp>
    <dsp:sp modelId="{E02BB257-E7CB-402E-8AAB-D746F83B6407}">
      <dsp:nvSpPr>
        <dsp:cNvPr id="0" name=""/>
        <dsp:cNvSpPr/>
      </dsp:nvSpPr>
      <dsp:spPr>
        <a:xfrm>
          <a:off x="5910098" y="479427"/>
          <a:ext cx="222552" cy="2603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100" kern="1200"/>
        </a:p>
      </dsp:txBody>
      <dsp:txXfrm>
        <a:off x="5910098" y="479427"/>
        <a:ext cx="222552" cy="260344"/>
      </dsp:txXfrm>
    </dsp:sp>
    <dsp:sp modelId="{E6C89F9F-EC7B-4304-8F09-55693E384B71}">
      <dsp:nvSpPr>
        <dsp:cNvPr id="0" name=""/>
        <dsp:cNvSpPr/>
      </dsp:nvSpPr>
      <dsp:spPr>
        <a:xfrm>
          <a:off x="6225031" y="46713"/>
          <a:ext cx="1999674" cy="1125772"/>
        </a:xfrm>
        <a:prstGeom prst="roundRect">
          <a:avLst>
            <a:gd name="adj" fmla="val 10000"/>
          </a:avLst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Persistence Code</a:t>
          </a:r>
          <a:endParaRPr lang="en-US" sz="2400" kern="1200" dirty="0"/>
        </a:p>
      </dsp:txBody>
      <dsp:txXfrm>
        <a:off x="6225031" y="46713"/>
        <a:ext cx="1999674" cy="1125772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23EF5122-3A12-469A-A49B-421E931FBB30}">
      <dsp:nvSpPr>
        <dsp:cNvPr id="0" name=""/>
        <dsp:cNvSpPr/>
      </dsp:nvSpPr>
      <dsp:spPr>
        <a:xfrm>
          <a:off x="76203" y="4611"/>
          <a:ext cx="4952993" cy="85730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User Stories, UI Design, Use Cases, Problem Domain Model, Static/Dynamic Diagrams</a:t>
          </a:r>
          <a:endParaRPr lang="en-US" sz="2000" kern="1200" dirty="0"/>
        </a:p>
      </dsp:txBody>
      <dsp:txXfrm>
        <a:off x="76203" y="4611"/>
        <a:ext cx="4952993" cy="857304"/>
      </dsp:txXfrm>
    </dsp:sp>
    <dsp:sp modelId="{12C7816D-6464-4629-96B6-CB7C5B2C37F6}">
      <dsp:nvSpPr>
        <dsp:cNvPr id="0" name=""/>
        <dsp:cNvSpPr/>
      </dsp:nvSpPr>
      <dsp:spPr>
        <a:xfrm rot="5400000">
          <a:off x="2391955" y="883348"/>
          <a:ext cx="321489" cy="38578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/>
        </a:p>
      </dsp:txBody>
      <dsp:txXfrm rot="5400000">
        <a:off x="2391955" y="883348"/>
        <a:ext cx="321489" cy="385787"/>
      </dsp:txXfrm>
    </dsp:sp>
    <dsp:sp modelId="{A52CF3C6-8BE7-4350-8EDB-947B0B26A0E9}">
      <dsp:nvSpPr>
        <dsp:cNvPr id="0" name=""/>
        <dsp:cNvSpPr/>
      </dsp:nvSpPr>
      <dsp:spPr>
        <a:xfrm>
          <a:off x="76203" y="1290568"/>
          <a:ext cx="4952993" cy="85730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UI Inputs (Parameters): Primitive Types, Data Structures, DTO</a:t>
          </a:r>
        </a:p>
      </dsp:txBody>
      <dsp:txXfrm>
        <a:off x="76203" y="1290568"/>
        <a:ext cx="4952993" cy="857304"/>
      </dsp:txXfrm>
    </dsp:sp>
    <dsp:sp modelId="{BB8DC461-DC3C-4AF8-B4A8-62E05D60A4A2}">
      <dsp:nvSpPr>
        <dsp:cNvPr id="0" name=""/>
        <dsp:cNvSpPr/>
      </dsp:nvSpPr>
      <dsp:spPr>
        <a:xfrm rot="5400000">
          <a:off x="2391955" y="2169306"/>
          <a:ext cx="321489" cy="38578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/>
        </a:p>
      </dsp:txBody>
      <dsp:txXfrm rot="5400000">
        <a:off x="2391955" y="2169306"/>
        <a:ext cx="321489" cy="385787"/>
      </dsp:txXfrm>
    </dsp:sp>
    <dsp:sp modelId="{DCE7DE76-D998-419B-B9D2-014739C81858}">
      <dsp:nvSpPr>
        <dsp:cNvPr id="0" name=""/>
        <dsp:cNvSpPr/>
      </dsp:nvSpPr>
      <dsp:spPr>
        <a:xfrm>
          <a:off x="76203" y="2576526"/>
          <a:ext cx="4952993" cy="85730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UI Outputs (Returned Value): Primitive Types, Data Structures, DTO</a:t>
          </a:r>
          <a:endParaRPr lang="en-US" sz="2000" kern="1200" dirty="0"/>
        </a:p>
      </dsp:txBody>
      <dsp:txXfrm>
        <a:off x="76203" y="2576526"/>
        <a:ext cx="4952993" cy="857304"/>
      </dsp:txXfrm>
    </dsp:sp>
    <dsp:sp modelId="{7C0BB86B-FE67-4587-8A7C-982A5721C17B}">
      <dsp:nvSpPr>
        <dsp:cNvPr id="0" name=""/>
        <dsp:cNvSpPr/>
      </dsp:nvSpPr>
      <dsp:spPr>
        <a:xfrm rot="5400000">
          <a:off x="2391955" y="3455263"/>
          <a:ext cx="321489" cy="38578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/>
        </a:p>
      </dsp:txBody>
      <dsp:txXfrm rot="5400000">
        <a:off x="2391955" y="3455263"/>
        <a:ext cx="321489" cy="385787"/>
      </dsp:txXfrm>
    </dsp:sp>
    <dsp:sp modelId="{A8BBB7AC-AF04-41A3-AE36-AD9975B05184}">
      <dsp:nvSpPr>
        <dsp:cNvPr id="0" name=""/>
        <dsp:cNvSpPr/>
      </dsp:nvSpPr>
      <dsp:spPr>
        <a:xfrm>
          <a:off x="76203" y="3862483"/>
          <a:ext cx="4952993" cy="85730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Algorithms + Creativity </a:t>
          </a:r>
          <a:r>
            <a:rPr lang="en-US" sz="2000" kern="1200" dirty="0" smtClean="0">
              <a:sym typeface="Wingdings" pitchFamily="2" charset="2"/>
            </a:rPr>
            <a:t></a:t>
          </a:r>
          <a:r>
            <a:rPr lang="en-US" sz="2000" kern="1200" dirty="0" smtClean="0"/>
            <a:t> Transaction Scripts Code (i.e. Functions Code)</a:t>
          </a:r>
          <a:endParaRPr lang="en-US" sz="2000" kern="1200" dirty="0"/>
        </a:p>
      </dsp:txBody>
      <dsp:txXfrm>
        <a:off x="76203" y="3862483"/>
        <a:ext cx="4952993" cy="857304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23EF5122-3A12-469A-A49B-421E931FBB30}">
      <dsp:nvSpPr>
        <dsp:cNvPr id="0" name=""/>
        <dsp:cNvSpPr/>
      </dsp:nvSpPr>
      <dsp:spPr>
        <a:xfrm>
          <a:off x="76194" y="2969"/>
          <a:ext cx="4876811" cy="80084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User Stories, UI Design, Use Cases, Problem Domain Model, Static/Dynamic Diagrams</a:t>
          </a:r>
          <a:endParaRPr lang="en-US" sz="2000" kern="1200" dirty="0"/>
        </a:p>
      </dsp:txBody>
      <dsp:txXfrm>
        <a:off x="76194" y="2969"/>
        <a:ext cx="4876811" cy="800842"/>
      </dsp:txXfrm>
    </dsp:sp>
    <dsp:sp modelId="{12C7816D-6464-4629-96B6-CB7C5B2C37F6}">
      <dsp:nvSpPr>
        <dsp:cNvPr id="0" name=""/>
        <dsp:cNvSpPr/>
      </dsp:nvSpPr>
      <dsp:spPr>
        <a:xfrm rot="5400000">
          <a:off x="2364442" y="823833"/>
          <a:ext cx="300315" cy="3603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500" kern="1200"/>
        </a:p>
      </dsp:txBody>
      <dsp:txXfrm rot="5400000">
        <a:off x="2364442" y="823833"/>
        <a:ext cx="300315" cy="360379"/>
      </dsp:txXfrm>
    </dsp:sp>
    <dsp:sp modelId="{A52CF3C6-8BE7-4350-8EDB-947B0B26A0E9}">
      <dsp:nvSpPr>
        <dsp:cNvPr id="0" name=""/>
        <dsp:cNvSpPr/>
      </dsp:nvSpPr>
      <dsp:spPr>
        <a:xfrm>
          <a:off x="76194" y="1204233"/>
          <a:ext cx="4876811" cy="80084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UI Inputs, UI Outputs: Primitive Types, Data Structures, DTO</a:t>
          </a:r>
        </a:p>
      </dsp:txBody>
      <dsp:txXfrm>
        <a:off x="76194" y="1204233"/>
        <a:ext cx="4876811" cy="800842"/>
      </dsp:txXfrm>
    </dsp:sp>
    <dsp:sp modelId="{BB8DC461-DC3C-4AF8-B4A8-62E05D60A4A2}">
      <dsp:nvSpPr>
        <dsp:cNvPr id="0" name=""/>
        <dsp:cNvSpPr/>
      </dsp:nvSpPr>
      <dsp:spPr>
        <a:xfrm rot="5400000">
          <a:off x="2364442" y="2025097"/>
          <a:ext cx="300315" cy="3603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500" kern="1200"/>
        </a:p>
      </dsp:txBody>
      <dsp:txXfrm rot="5400000">
        <a:off x="2364442" y="2025097"/>
        <a:ext cx="300315" cy="360379"/>
      </dsp:txXfrm>
    </dsp:sp>
    <dsp:sp modelId="{B134F6B5-DE2F-4B46-8466-B52C2391D6E2}">
      <dsp:nvSpPr>
        <dsp:cNvPr id="0" name=""/>
        <dsp:cNvSpPr/>
      </dsp:nvSpPr>
      <dsp:spPr>
        <a:xfrm>
          <a:off x="76194" y="2405497"/>
          <a:ext cx="4876811" cy="80084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Design Patterns + Domain-Driven Design + Creativity</a:t>
          </a:r>
          <a:endParaRPr lang="en-US" sz="2000" kern="1200" dirty="0"/>
        </a:p>
      </dsp:txBody>
      <dsp:txXfrm>
        <a:off x="76194" y="2405497"/>
        <a:ext cx="4876811" cy="800842"/>
      </dsp:txXfrm>
    </dsp:sp>
    <dsp:sp modelId="{C228EC3F-9206-4B9D-9269-436DFD0E9CC1}">
      <dsp:nvSpPr>
        <dsp:cNvPr id="0" name=""/>
        <dsp:cNvSpPr/>
      </dsp:nvSpPr>
      <dsp:spPr>
        <a:xfrm rot="5400000">
          <a:off x="2364442" y="3226361"/>
          <a:ext cx="300315" cy="3603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500" kern="1200"/>
        </a:p>
      </dsp:txBody>
      <dsp:txXfrm rot="5400000">
        <a:off x="2364442" y="3226361"/>
        <a:ext cx="300315" cy="360379"/>
      </dsp:txXfrm>
    </dsp:sp>
    <dsp:sp modelId="{E0171A74-4D0E-4726-BAA1-09BB93161437}">
      <dsp:nvSpPr>
        <dsp:cNvPr id="0" name=""/>
        <dsp:cNvSpPr/>
      </dsp:nvSpPr>
      <dsp:spPr>
        <a:xfrm>
          <a:off x="56845" y="3606761"/>
          <a:ext cx="4915508" cy="111466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Domain Model Code (Persistence Objects, Repositories, Aggregates, Services, Factories, Utilities, Registries)</a:t>
          </a:r>
          <a:endParaRPr lang="en-US" sz="2000" kern="1200" dirty="0"/>
        </a:p>
      </dsp:txBody>
      <dsp:txXfrm>
        <a:off x="56845" y="3606761"/>
        <a:ext cx="4915508" cy="1114668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134756BB-CAE3-43FB-A9EC-4BB051734731}">
      <dsp:nvSpPr>
        <dsp:cNvPr id="0" name=""/>
        <dsp:cNvSpPr/>
      </dsp:nvSpPr>
      <dsp:spPr>
        <a:xfrm>
          <a:off x="495865" y="238"/>
          <a:ext cx="1904702" cy="11428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Define inputs</a:t>
          </a:r>
          <a:endParaRPr lang="en-US" sz="2100" kern="1200" dirty="0"/>
        </a:p>
      </dsp:txBody>
      <dsp:txXfrm>
        <a:off x="495865" y="238"/>
        <a:ext cx="1904702" cy="1142821"/>
      </dsp:txXfrm>
    </dsp:sp>
    <dsp:sp modelId="{2CA4ADBA-34A6-4703-9716-C67EDB301C26}">
      <dsp:nvSpPr>
        <dsp:cNvPr id="0" name=""/>
        <dsp:cNvSpPr/>
      </dsp:nvSpPr>
      <dsp:spPr>
        <a:xfrm>
          <a:off x="2568181" y="335465"/>
          <a:ext cx="403796" cy="47236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700" kern="1200"/>
        </a:p>
      </dsp:txBody>
      <dsp:txXfrm>
        <a:off x="2568181" y="335465"/>
        <a:ext cx="403796" cy="472366"/>
      </dsp:txXfrm>
    </dsp:sp>
    <dsp:sp modelId="{4B8BC3F0-95DD-4F8C-BD08-F76D9E6835CC}">
      <dsp:nvSpPr>
        <dsp:cNvPr id="0" name=""/>
        <dsp:cNvSpPr/>
      </dsp:nvSpPr>
      <dsp:spPr>
        <a:xfrm>
          <a:off x="3162448" y="238"/>
          <a:ext cx="1904702" cy="1142821"/>
        </a:xfrm>
        <a:prstGeom prst="roundRect">
          <a:avLst>
            <a:gd name="adj" fmla="val 10000"/>
          </a:avLst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Define outputs</a:t>
          </a:r>
          <a:endParaRPr lang="en-US" sz="2100" kern="1200" dirty="0"/>
        </a:p>
      </dsp:txBody>
      <dsp:txXfrm>
        <a:off x="3162448" y="238"/>
        <a:ext cx="1904702" cy="1142821"/>
      </dsp:txXfrm>
    </dsp:sp>
    <dsp:sp modelId="{951DAB8A-1D6E-467B-A5DD-C0814C76DE9E}">
      <dsp:nvSpPr>
        <dsp:cNvPr id="0" name=""/>
        <dsp:cNvSpPr/>
      </dsp:nvSpPr>
      <dsp:spPr>
        <a:xfrm>
          <a:off x="5234764" y="335465"/>
          <a:ext cx="403796" cy="47236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700" kern="1200"/>
        </a:p>
      </dsp:txBody>
      <dsp:txXfrm>
        <a:off x="5234764" y="335465"/>
        <a:ext cx="403796" cy="472366"/>
      </dsp:txXfrm>
    </dsp:sp>
    <dsp:sp modelId="{E0B45333-9B2B-499A-9D66-C119F33463A5}">
      <dsp:nvSpPr>
        <dsp:cNvPr id="0" name=""/>
        <dsp:cNvSpPr/>
      </dsp:nvSpPr>
      <dsp:spPr>
        <a:xfrm>
          <a:off x="5829032" y="238"/>
          <a:ext cx="1904702" cy="1142821"/>
        </a:xfrm>
        <a:prstGeom prst="roundRect">
          <a:avLst>
            <a:gd name="adj" fmla="val 10000"/>
          </a:avLst>
        </a:prstGeom>
        <a:solidFill>
          <a:schemeClr val="accent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Think about algorithms</a:t>
          </a:r>
          <a:endParaRPr lang="en-US" sz="2100" kern="1200" dirty="0"/>
        </a:p>
      </dsp:txBody>
      <dsp:txXfrm>
        <a:off x="5829032" y="238"/>
        <a:ext cx="1904702" cy="1142821"/>
      </dsp:txXfrm>
    </dsp:sp>
    <dsp:sp modelId="{E53CA765-9CE7-4B6C-99B5-01F65816BB98}">
      <dsp:nvSpPr>
        <dsp:cNvPr id="0" name=""/>
        <dsp:cNvSpPr/>
      </dsp:nvSpPr>
      <dsp:spPr>
        <a:xfrm rot="5400000">
          <a:off x="6579484" y="1276388"/>
          <a:ext cx="403796" cy="47236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700" kern="1200"/>
        </a:p>
      </dsp:txBody>
      <dsp:txXfrm rot="5400000">
        <a:off x="6579484" y="1276388"/>
        <a:ext cx="403796" cy="472366"/>
      </dsp:txXfrm>
    </dsp:sp>
    <dsp:sp modelId="{46827F35-F458-42DF-B557-00F629D22280}">
      <dsp:nvSpPr>
        <dsp:cNvPr id="0" name=""/>
        <dsp:cNvSpPr/>
      </dsp:nvSpPr>
      <dsp:spPr>
        <a:xfrm>
          <a:off x="5829032" y="1904940"/>
          <a:ext cx="1904702" cy="1142821"/>
        </a:xfrm>
        <a:prstGeom prst="roundRect">
          <a:avLst>
            <a:gd name="adj" fmla="val 10000"/>
          </a:avLst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Write Pseudo Code</a:t>
          </a:r>
          <a:endParaRPr lang="en-US" sz="2100" kern="1200" dirty="0"/>
        </a:p>
      </dsp:txBody>
      <dsp:txXfrm>
        <a:off x="5829032" y="1904940"/>
        <a:ext cx="1904702" cy="1142821"/>
      </dsp:txXfrm>
    </dsp:sp>
    <dsp:sp modelId="{65CCBA7D-34FE-40DC-9B60-976004AD6CF9}">
      <dsp:nvSpPr>
        <dsp:cNvPr id="0" name=""/>
        <dsp:cNvSpPr/>
      </dsp:nvSpPr>
      <dsp:spPr>
        <a:xfrm rot="10800000">
          <a:off x="5257621" y="2240168"/>
          <a:ext cx="403796" cy="47236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700" kern="1200"/>
        </a:p>
      </dsp:txBody>
      <dsp:txXfrm rot="10800000">
        <a:off x="5257621" y="2240168"/>
        <a:ext cx="403796" cy="472366"/>
      </dsp:txXfrm>
    </dsp:sp>
    <dsp:sp modelId="{47BFF8B5-C93D-40A4-8D3F-4C23EB873E14}">
      <dsp:nvSpPr>
        <dsp:cNvPr id="0" name=""/>
        <dsp:cNvSpPr/>
      </dsp:nvSpPr>
      <dsp:spPr>
        <a:xfrm>
          <a:off x="3162448" y="1904940"/>
          <a:ext cx="1904702" cy="1142821"/>
        </a:xfrm>
        <a:prstGeom prst="roundRect">
          <a:avLst>
            <a:gd name="adj" fmla="val 10000"/>
          </a:avLst>
        </a:prstGeom>
        <a:solidFill>
          <a:schemeClr val="accent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Turn Pseudo Code to Real Code</a:t>
          </a:r>
          <a:endParaRPr lang="en-US" sz="2100" kern="1200" dirty="0"/>
        </a:p>
      </dsp:txBody>
      <dsp:txXfrm>
        <a:off x="3162448" y="1904940"/>
        <a:ext cx="1904702" cy="1142821"/>
      </dsp:txXfrm>
    </dsp:sp>
    <dsp:sp modelId="{92618722-90F8-45BB-AC87-0E775BDDD0F6}">
      <dsp:nvSpPr>
        <dsp:cNvPr id="0" name=""/>
        <dsp:cNvSpPr/>
      </dsp:nvSpPr>
      <dsp:spPr>
        <a:xfrm rot="10800000">
          <a:off x="2591038" y="2240168"/>
          <a:ext cx="403796" cy="47236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700" kern="1200"/>
        </a:p>
      </dsp:txBody>
      <dsp:txXfrm rot="10800000">
        <a:off x="2591038" y="2240168"/>
        <a:ext cx="403796" cy="472366"/>
      </dsp:txXfrm>
    </dsp:sp>
    <dsp:sp modelId="{2D11F888-12F4-4147-A48B-ED79E1337FFD}">
      <dsp:nvSpPr>
        <dsp:cNvPr id="0" name=""/>
        <dsp:cNvSpPr/>
      </dsp:nvSpPr>
      <dsp:spPr>
        <a:xfrm>
          <a:off x="495865" y="1904940"/>
          <a:ext cx="1904702" cy="1142821"/>
        </a:xfrm>
        <a:prstGeom prst="roundRect">
          <a:avLst>
            <a:gd name="adj" fmla="val 10000"/>
          </a:avLst>
        </a:prstGeom>
        <a:solidFill>
          <a:schemeClr val="accent6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Test Routine</a:t>
          </a:r>
          <a:endParaRPr lang="en-US" sz="2100" kern="1200" dirty="0"/>
        </a:p>
      </dsp:txBody>
      <dsp:txXfrm>
        <a:off x="495865" y="1904940"/>
        <a:ext cx="1904702" cy="1142821"/>
      </dsp:txXfrm>
    </dsp:sp>
  </dsp:spTree>
</dsp:drawing>
</file>

<file path=ppt/diagrams/drawing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1B26044F-26CE-4145-B5E4-F430A270E114}">
      <dsp:nvSpPr>
        <dsp:cNvPr id="0" name=""/>
        <dsp:cNvSpPr/>
      </dsp:nvSpPr>
      <dsp:spPr>
        <a:xfrm>
          <a:off x="6718" y="35035"/>
          <a:ext cx="2462717" cy="844329"/>
        </a:xfrm>
        <a:prstGeom prst="roundRect">
          <a:avLst>
            <a:gd name="adj" fmla="val 10000"/>
          </a:avLst>
        </a:prstGeom>
        <a:solidFill>
          <a:schemeClr val="accent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Business Model</a:t>
          </a:r>
          <a:endParaRPr lang="en-US" sz="2200" kern="1200" dirty="0"/>
        </a:p>
      </dsp:txBody>
      <dsp:txXfrm>
        <a:off x="6718" y="35035"/>
        <a:ext cx="2462717" cy="844329"/>
      </dsp:txXfrm>
    </dsp:sp>
    <dsp:sp modelId="{1E56B327-9D0F-4DA3-A0A8-B891ACB1CEC2}">
      <dsp:nvSpPr>
        <dsp:cNvPr id="0" name=""/>
        <dsp:cNvSpPr/>
      </dsp:nvSpPr>
      <dsp:spPr>
        <a:xfrm>
          <a:off x="2621783" y="268288"/>
          <a:ext cx="322977" cy="37782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/>
        </a:p>
      </dsp:txBody>
      <dsp:txXfrm>
        <a:off x="2621783" y="268288"/>
        <a:ext cx="322977" cy="377822"/>
      </dsp:txXfrm>
    </dsp:sp>
    <dsp:sp modelId="{D54CD697-2A27-48DC-AF0B-3971EE804F73}">
      <dsp:nvSpPr>
        <dsp:cNvPr id="0" name=""/>
        <dsp:cNvSpPr/>
      </dsp:nvSpPr>
      <dsp:spPr>
        <a:xfrm>
          <a:off x="3078827" y="0"/>
          <a:ext cx="2133387" cy="914400"/>
        </a:xfrm>
        <a:prstGeom prst="roundRect">
          <a:avLst>
            <a:gd name="adj" fmla="val 10000"/>
          </a:avLst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PPP</a:t>
          </a:r>
          <a:endParaRPr lang="en-US" sz="2200" kern="1200" dirty="0"/>
        </a:p>
      </dsp:txBody>
      <dsp:txXfrm>
        <a:off x="3078827" y="0"/>
        <a:ext cx="2133387" cy="914400"/>
      </dsp:txXfrm>
    </dsp:sp>
    <dsp:sp modelId="{E02BB257-E7CB-402E-8AAB-D746F83B6407}">
      <dsp:nvSpPr>
        <dsp:cNvPr id="0" name=""/>
        <dsp:cNvSpPr/>
      </dsp:nvSpPr>
      <dsp:spPr>
        <a:xfrm>
          <a:off x="5364562" y="268288"/>
          <a:ext cx="322977" cy="37782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/>
        </a:p>
      </dsp:txBody>
      <dsp:txXfrm>
        <a:off x="5364562" y="268288"/>
        <a:ext cx="322977" cy="377822"/>
      </dsp:txXfrm>
    </dsp:sp>
    <dsp:sp modelId="{E6C89F9F-EC7B-4304-8F09-55693E384B71}">
      <dsp:nvSpPr>
        <dsp:cNvPr id="0" name=""/>
        <dsp:cNvSpPr/>
      </dsp:nvSpPr>
      <dsp:spPr>
        <a:xfrm>
          <a:off x="5821605" y="35035"/>
          <a:ext cx="2401275" cy="844329"/>
        </a:xfrm>
        <a:prstGeom prst="roundRect">
          <a:avLst>
            <a:gd name="adj" fmla="val 10000"/>
          </a:avLst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Business Code</a:t>
          </a:r>
          <a:endParaRPr lang="en-US" sz="2200" kern="1200" dirty="0"/>
        </a:p>
      </dsp:txBody>
      <dsp:txXfrm>
        <a:off x="5821605" y="35035"/>
        <a:ext cx="2401275" cy="844329"/>
      </dsp:txXfrm>
    </dsp:sp>
  </dsp:spTree>
</dsp:drawing>
</file>

<file path=ppt/diagrams/drawing6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A5872C5-7D4E-43AB-88AC-113FFEE9F71C}">
      <dsp:nvSpPr>
        <dsp:cNvPr id="0" name=""/>
        <dsp:cNvSpPr/>
      </dsp:nvSpPr>
      <dsp:spPr>
        <a:xfrm>
          <a:off x="645794" y="0"/>
          <a:ext cx="7319010" cy="3048000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5E4DEF-4E9A-4B69-8BF4-76DBBD10730C}">
      <dsp:nvSpPr>
        <dsp:cNvPr id="0" name=""/>
        <dsp:cNvSpPr/>
      </dsp:nvSpPr>
      <dsp:spPr>
        <a:xfrm>
          <a:off x="1853" y="914400"/>
          <a:ext cx="1750709" cy="12192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Create story</a:t>
          </a:r>
          <a:endParaRPr lang="en-US" sz="2200" kern="1200" dirty="0"/>
        </a:p>
      </dsp:txBody>
      <dsp:txXfrm>
        <a:off x="1853" y="914400"/>
        <a:ext cx="1750709" cy="1219200"/>
      </dsp:txXfrm>
    </dsp:sp>
    <dsp:sp modelId="{FFE9D2D2-4A12-4F03-A5DB-EB4D011BB29B}">
      <dsp:nvSpPr>
        <dsp:cNvPr id="0" name=""/>
        <dsp:cNvSpPr/>
      </dsp:nvSpPr>
      <dsp:spPr>
        <a:xfrm>
          <a:off x="2044348" y="914400"/>
          <a:ext cx="2479407" cy="12192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Create scenarios using the words Given, When, Then</a:t>
          </a:r>
          <a:endParaRPr lang="en-US" sz="2200" kern="1200" dirty="0"/>
        </a:p>
      </dsp:txBody>
      <dsp:txXfrm>
        <a:off x="2044348" y="914400"/>
        <a:ext cx="2479407" cy="1219200"/>
      </dsp:txXfrm>
    </dsp:sp>
    <dsp:sp modelId="{D0D9C6A5-91A5-471F-9DD5-0A6F836EB7CF}">
      <dsp:nvSpPr>
        <dsp:cNvPr id="0" name=""/>
        <dsp:cNvSpPr/>
      </dsp:nvSpPr>
      <dsp:spPr>
        <a:xfrm>
          <a:off x="4815541" y="914400"/>
          <a:ext cx="1750709" cy="12192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Generate unit tests (using a framework)</a:t>
          </a:r>
          <a:endParaRPr lang="en-US" sz="2200" kern="1200" dirty="0"/>
        </a:p>
      </dsp:txBody>
      <dsp:txXfrm>
        <a:off x="4815541" y="914400"/>
        <a:ext cx="1750709" cy="1219200"/>
      </dsp:txXfrm>
    </dsp:sp>
    <dsp:sp modelId="{EBE60742-244F-49EC-B07E-14A24412D9AB}">
      <dsp:nvSpPr>
        <dsp:cNvPr id="0" name=""/>
        <dsp:cNvSpPr/>
      </dsp:nvSpPr>
      <dsp:spPr>
        <a:xfrm>
          <a:off x="6858036" y="914400"/>
          <a:ext cx="1750709" cy="12192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Create the code</a:t>
          </a:r>
          <a:endParaRPr lang="en-US" sz="2200" kern="1200" dirty="0"/>
        </a:p>
      </dsp:txBody>
      <dsp:txXfrm>
        <a:off x="6858036" y="914400"/>
        <a:ext cx="1750709" cy="12192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image" Target="../media/image22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image" Target="../media/image24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image" Target="../media/image2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8E4815-070C-4ECD-A4C3-EF1A708AE757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8881F2-4402-4FC7-AF1B-783C68BDAE5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8881F2-4402-4FC7-AF1B-783C68BDAE56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1/10/2026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1/10/2026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package" Target="../embeddings/Microsoft_Office_Word_Document2.docx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package" Target="../embeddings/Microsoft_Office_Word_Document4.docx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package" Target="../embeddings/Microsoft_Office_Word_Document6.docx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package" Target="../embeddings/Microsoft_Office_Word_Document8.docx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42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Logic and Persistence Development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52600"/>
            <a:ext cx="5715000" cy="4038600"/>
          </a:xfrm>
        </p:spPr>
        <p:txBody>
          <a:bodyPr/>
          <a:lstStyle/>
          <a:p>
            <a:pPr marL="514350" indent="-514350">
              <a:buFont typeface="Wingdings" pitchFamily="2" charset="2"/>
              <a:buChar char="Ø"/>
            </a:pPr>
            <a:r>
              <a:rPr lang="en-US" sz="2400" dirty="0" smtClean="0"/>
              <a:t>To implement a </a:t>
            </a:r>
            <a:r>
              <a:rPr lang="en-US" sz="2400" i="1" dirty="0" smtClean="0">
                <a:solidFill>
                  <a:srgbClr val="C00000"/>
                </a:solidFill>
              </a:rPr>
              <a:t>persistence layer</a:t>
            </a:r>
          </a:p>
          <a:p>
            <a:pPr marL="514350" indent="-514350">
              <a:buFont typeface="Wingdings" pitchFamily="2" charset="2"/>
              <a:buChar char="Ø"/>
            </a:pPr>
            <a:r>
              <a:rPr lang="en-US" sz="2400" dirty="0" smtClean="0"/>
              <a:t>To implement a </a:t>
            </a:r>
            <a:r>
              <a:rPr lang="en-US" sz="2400" i="1" dirty="0" smtClean="0">
                <a:solidFill>
                  <a:srgbClr val="C00000"/>
                </a:solidFill>
              </a:rPr>
              <a:t>logic layer</a:t>
            </a:r>
          </a:p>
          <a:p>
            <a:pPr marL="514350" indent="-514350">
              <a:buFont typeface="Wingdings" pitchFamily="2" charset="2"/>
              <a:buChar char="Ø"/>
            </a:pPr>
            <a:r>
              <a:rPr lang="en-US" sz="2400" dirty="0" smtClean="0"/>
              <a:t>To create a routine using </a:t>
            </a:r>
            <a:r>
              <a:rPr lang="en-US" sz="2400" i="1" dirty="0" smtClean="0">
                <a:solidFill>
                  <a:srgbClr val="C00000"/>
                </a:solidFill>
              </a:rPr>
              <a:t>PPP</a:t>
            </a:r>
          </a:p>
          <a:p>
            <a:pPr marL="514350" indent="-514350">
              <a:buFont typeface="Wingdings" pitchFamily="2" charset="2"/>
              <a:buChar char="Ø"/>
            </a:pPr>
            <a:r>
              <a:rPr lang="en-US" sz="2400" dirty="0" smtClean="0"/>
              <a:t>To create a routine using </a:t>
            </a:r>
            <a:r>
              <a:rPr lang="en-US" sz="2400" i="1" dirty="0" smtClean="0">
                <a:solidFill>
                  <a:srgbClr val="C00000"/>
                </a:solidFill>
              </a:rPr>
              <a:t>TDD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Persistence Layer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Logic </a:t>
            </a:r>
            <a:r>
              <a:rPr lang="en-US" sz="2400" dirty="0" smtClean="0"/>
              <a:t>Layer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Pseudo-Code </a:t>
            </a:r>
            <a:r>
              <a:rPr lang="en-US" sz="2400" dirty="0" smtClean="0"/>
              <a:t>Programming Process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Test-Driven Development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References</a:t>
            </a:r>
            <a:endParaRPr lang="en-US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638800" cy="4876800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it-IT" sz="2400" dirty="0" smtClean="0"/>
              <a:t>Steve McConnell (2004). Code Complete. Microsoft Press.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Kent Beck (2002). Test Driven Development By Example. Addison Wesley.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Gerard </a:t>
            </a:r>
            <a:r>
              <a:rPr lang="en-US" sz="2400" dirty="0" err="1" smtClean="0"/>
              <a:t>Meszaros</a:t>
            </a:r>
            <a:r>
              <a:rPr lang="en-US" sz="2400" dirty="0" smtClean="0"/>
              <a:t> (2007). </a:t>
            </a:r>
            <a:r>
              <a:rPr lang="en-US" sz="2400" dirty="0" err="1" smtClean="0"/>
              <a:t>xUnit</a:t>
            </a:r>
            <a:r>
              <a:rPr lang="en-US" sz="2400" dirty="0" smtClean="0"/>
              <a:t> Test Patterns Refactoring Test Code.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Identify UI Inputs and Outputs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Use </a:t>
            </a:r>
            <a:r>
              <a:rPr lang="en-US" sz="2400" i="1" dirty="0" smtClean="0">
                <a:solidFill>
                  <a:srgbClr val="C00000"/>
                </a:solidFill>
              </a:rPr>
              <a:t>primitives</a:t>
            </a:r>
            <a:r>
              <a:rPr lang="en-US" sz="2400" dirty="0" smtClean="0"/>
              <a:t> or </a:t>
            </a:r>
            <a:r>
              <a:rPr lang="en-US" sz="2400" i="1" dirty="0" smtClean="0">
                <a:solidFill>
                  <a:srgbClr val="C00000"/>
                </a:solidFill>
              </a:rPr>
              <a:t>data structure</a:t>
            </a:r>
            <a:r>
              <a:rPr lang="en-US" sz="2400" dirty="0" smtClean="0"/>
              <a:t> or </a:t>
            </a:r>
            <a:r>
              <a:rPr lang="en-US" sz="2400" i="1" dirty="0" smtClean="0">
                <a:solidFill>
                  <a:srgbClr val="C00000"/>
                </a:solidFill>
              </a:rPr>
              <a:t>object view model</a:t>
            </a:r>
            <a:r>
              <a:rPr lang="en-US" sz="2400" dirty="0" smtClean="0"/>
              <a:t> to represent UI inputs and outputs.</a:t>
            </a:r>
          </a:p>
        </p:txBody>
      </p:sp>
      <p:sp>
        <p:nvSpPr>
          <p:cNvPr id="64514" name="AutoShape 2" descr="https://www.spaceotechnologies.com/wp-content/uploads/2019/07/uber-like-taxi-app1.jpg"/>
          <p:cNvSpPr>
            <a:spLocks noChangeAspect="1" noChangeArrowheads="1"/>
          </p:cNvSpPr>
          <p:nvPr/>
        </p:nvSpPr>
        <p:spPr bwMode="auto">
          <a:xfrm>
            <a:off x="155575" y="-2590800"/>
            <a:ext cx="8096250" cy="540067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16" name="AutoShape 4" descr="https://www.spaceotechnologies.com/wp-content/uploads/2019/07/uber-like-taxi-app1.jpg"/>
          <p:cNvSpPr>
            <a:spLocks noChangeAspect="1" noChangeArrowheads="1"/>
          </p:cNvSpPr>
          <p:nvPr/>
        </p:nvSpPr>
        <p:spPr bwMode="auto">
          <a:xfrm>
            <a:off x="155575" y="-2590800"/>
            <a:ext cx="8096250" cy="540067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18" name="AutoShape 6" descr="https://www.spaceotechnologies.com/wp-content/uploads/2019/07/uber-like-taxi-app1.jpg"/>
          <p:cNvSpPr>
            <a:spLocks noChangeAspect="1" noChangeArrowheads="1"/>
          </p:cNvSpPr>
          <p:nvPr/>
        </p:nvSpPr>
        <p:spPr bwMode="auto">
          <a:xfrm>
            <a:off x="155575" y="-2590800"/>
            <a:ext cx="8096250" cy="540067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4519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3200400"/>
            <a:ext cx="3810000" cy="2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Select the Storage Type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Common options include </a:t>
            </a:r>
          </a:p>
          <a:p>
            <a:pPr lvl="1"/>
            <a:r>
              <a:rPr lang="en-US" dirty="0" smtClean="0"/>
              <a:t>file storage, </a:t>
            </a:r>
          </a:p>
          <a:p>
            <a:pPr lvl="1"/>
            <a:r>
              <a:rPr lang="en-US" dirty="0" smtClean="0"/>
              <a:t>relational databases, </a:t>
            </a:r>
          </a:p>
          <a:p>
            <a:pPr lvl="1"/>
            <a:r>
              <a:rPr lang="en-US" dirty="0" err="1" smtClean="0"/>
              <a:t>NoSQL</a:t>
            </a:r>
            <a:r>
              <a:rPr lang="en-US" dirty="0" smtClean="0"/>
              <a:t> databases, </a:t>
            </a:r>
          </a:p>
          <a:p>
            <a:pPr lvl="1"/>
            <a:r>
              <a:rPr lang="en-US" dirty="0" smtClean="0"/>
              <a:t>graph databases, and </a:t>
            </a:r>
          </a:p>
          <a:p>
            <a:pPr lvl="1"/>
            <a:r>
              <a:rPr lang="en-US" dirty="0" smtClean="0"/>
              <a:t>vector databases, including cloud-based options.</a:t>
            </a:r>
            <a:endParaRPr lang="en-US" dirty="0"/>
          </a:p>
        </p:txBody>
      </p:sp>
      <p:pic>
        <p:nvPicPr>
          <p:cNvPr id="4" name="Picture 4" descr="https://mozkito.org/wp-content/uploads/2012/12/persistence_3d_orange1-480x328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72200" y="2286000"/>
            <a:ext cx="1905000" cy="13017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 smtClean="0"/>
              <a:t>3. Create Data Schema and SQL Scripts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(problem) domain model</a:t>
            </a:r>
            <a:r>
              <a:rPr lang="en-US" sz="2400" dirty="0" smtClean="0"/>
              <a:t> may be useful for this task.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Initial data</a:t>
            </a:r>
            <a:r>
              <a:rPr lang="en-US" sz="2400" dirty="0" smtClean="0"/>
              <a:t> may be </a:t>
            </a:r>
            <a:r>
              <a:rPr lang="en-US" sz="2400" u="sng" dirty="0" smtClean="0"/>
              <a:t>imported</a:t>
            </a:r>
            <a:r>
              <a:rPr lang="en-US" sz="2400" dirty="0" smtClean="0"/>
              <a:t> into the database.</a:t>
            </a:r>
          </a:p>
        </p:txBody>
      </p:sp>
      <p:pic>
        <p:nvPicPr>
          <p:cNvPr id="4" name="Picture 2" descr="Related imag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2681287"/>
            <a:ext cx="6858000" cy="364331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Select a Persistence Framework or Library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Common options include </a:t>
            </a:r>
          </a:p>
          <a:p>
            <a:pPr lvl="1"/>
            <a:r>
              <a:rPr lang="en-US" dirty="0" smtClean="0"/>
              <a:t>low-level data access libraries, </a:t>
            </a:r>
          </a:p>
          <a:p>
            <a:pPr lvl="1"/>
            <a:r>
              <a:rPr lang="en-US" dirty="0" smtClean="0"/>
              <a:t>ORMs (Entity Framework, Hibernate, </a:t>
            </a:r>
            <a:r>
              <a:rPr lang="en-US" dirty="0" err="1" smtClean="0"/>
              <a:t>NHibernate</a:t>
            </a:r>
            <a:r>
              <a:rPr lang="en-US" dirty="0" smtClean="0"/>
              <a:t>, Fluent </a:t>
            </a:r>
            <a:r>
              <a:rPr lang="en-US" dirty="0" err="1" smtClean="0"/>
              <a:t>Nhibernate</a:t>
            </a:r>
            <a:r>
              <a:rPr lang="en-US" dirty="0" smtClean="0"/>
              <a:t>), or </a:t>
            </a:r>
          </a:p>
          <a:p>
            <a:pPr lvl="1"/>
            <a:r>
              <a:rPr lang="en-US" dirty="0" smtClean="0"/>
              <a:t>cloud SDKs.</a:t>
            </a:r>
            <a:endParaRPr lang="en-US" dirty="0"/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19600" y="3733800"/>
            <a:ext cx="3921125" cy="231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Create Persistence Code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381000" y="1828800"/>
          <a:ext cx="8229600" cy="121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57200" y="3428999"/>
            <a:ext cx="8229600" cy="2590801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en-US" sz="2400" dirty="0" smtClean="0"/>
              <a:t>Create </a:t>
            </a:r>
            <a:r>
              <a:rPr lang="en-US" sz="2400" i="1" dirty="0" smtClean="0">
                <a:solidFill>
                  <a:srgbClr val="C00000"/>
                </a:solidFill>
              </a:rPr>
              <a:t>data transfer objects</a:t>
            </a:r>
            <a:r>
              <a:rPr lang="en-US" sz="2400" dirty="0" smtClean="0"/>
              <a:t>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 smtClean="0"/>
              <a:t>Create </a:t>
            </a:r>
            <a:r>
              <a:rPr lang="en-US" sz="2400" i="1" dirty="0" smtClean="0">
                <a:solidFill>
                  <a:srgbClr val="C00000"/>
                </a:solidFill>
              </a:rPr>
              <a:t>persistence objects</a:t>
            </a:r>
            <a:r>
              <a:rPr lang="en-US" sz="24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Create </a:t>
            </a:r>
            <a:r>
              <a:rPr lang="en-US" sz="2400" i="1" dirty="0" smtClean="0">
                <a:solidFill>
                  <a:srgbClr val="C00000"/>
                </a:solidFill>
              </a:rPr>
              <a:t>unit tests</a:t>
            </a:r>
            <a:r>
              <a:rPr lang="en-US" sz="2400" dirty="0" smtClean="0"/>
              <a:t>.</a:t>
            </a:r>
            <a:endParaRPr lang="en-US" sz="2400" i="1" dirty="0" smtClean="0">
              <a:solidFill>
                <a:srgbClr val="C00000"/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 smtClean="0"/>
              <a:t>Ensure </a:t>
            </a:r>
            <a:r>
              <a:rPr lang="en-US" sz="2400" i="1" dirty="0" smtClean="0">
                <a:solidFill>
                  <a:srgbClr val="C00000"/>
                </a:solidFill>
              </a:rPr>
              <a:t>ACID properties</a:t>
            </a:r>
            <a:r>
              <a:rPr lang="en-US" sz="2400" dirty="0" smtClean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Transaction Scripts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609600" y="1676400"/>
          <a:ext cx="5105400" cy="4724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Explosion 1 5"/>
          <p:cNvSpPr/>
          <p:nvPr/>
        </p:nvSpPr>
        <p:spPr>
          <a:xfrm>
            <a:off x="5867400" y="1447800"/>
            <a:ext cx="2895600" cy="487680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 smtClean="0"/>
              <a:t>How to map UIs or services to functions?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Or Create a Domain Model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457200" y="1676400"/>
          <a:ext cx="5029200" cy="4724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Explosion 1 4"/>
          <p:cNvSpPr/>
          <p:nvPr/>
        </p:nvSpPr>
        <p:spPr>
          <a:xfrm>
            <a:off x="5715000" y="1600200"/>
            <a:ext cx="3048000" cy="472440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 smtClean="0"/>
              <a:t>How to map an UI to a network of objects or functions?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Flexible </a:t>
            </a:r>
            <a:r>
              <a:rPr lang="en-US" dirty="0" smtClean="0"/>
              <a:t>Process (1</a:t>
            </a:r>
            <a:r>
              <a:rPr lang="en-US" dirty="0" smtClean="0">
                <a:sym typeface="Wingdings" pitchFamily="2" charset="2"/>
              </a:rPr>
              <a:t> </a:t>
            </a:r>
            <a:r>
              <a:rPr lang="en-US" dirty="0" smtClean="0"/>
              <a:t>4. </a:t>
            </a:r>
            <a:r>
              <a:rPr lang="en-US" dirty="0" smtClean="0">
                <a:sym typeface="Wingdings" pitchFamily="2" charset="2"/>
              </a:rPr>
              <a:t> 3.  2.)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400" dirty="0" smtClean="0"/>
              <a:t>1. Identify UI inputs and outputs.</a:t>
            </a:r>
          </a:p>
          <a:p>
            <a:pPr>
              <a:buNone/>
            </a:pPr>
            <a:r>
              <a:rPr lang="en-US" sz="2400" dirty="0" smtClean="0"/>
              <a:t>4. Create transaction scripts,</a:t>
            </a:r>
          </a:p>
          <a:p>
            <a:pPr>
              <a:buNone/>
            </a:pPr>
            <a:r>
              <a:rPr lang="en-US" sz="2400" dirty="0" smtClean="0"/>
              <a:t>4. Or create a domain model.</a:t>
            </a:r>
          </a:p>
          <a:p>
            <a:pPr>
              <a:buNone/>
            </a:pPr>
            <a:r>
              <a:rPr lang="en-US" sz="2400" dirty="0" smtClean="0"/>
              <a:t>3. Implement persistence layer.</a:t>
            </a:r>
          </a:p>
          <a:p>
            <a:pPr>
              <a:buNone/>
            </a:pPr>
            <a:r>
              <a:rPr lang="en-US" sz="2400" dirty="0" smtClean="0"/>
              <a:t>2. Create data schema.</a:t>
            </a:r>
          </a:p>
        </p:txBody>
      </p:sp>
      <p:pic>
        <p:nvPicPr>
          <p:cNvPr id="84994" name="Picture 2" descr="https://www.pinclipart.com/picdir/big/532-5324509_returns-policy-return-icon-png-clipart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38600" y="4267200"/>
            <a:ext cx="1695450" cy="18669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 New Fields to Existing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Optionally add new controls to </a:t>
            </a:r>
            <a:r>
              <a:rPr lang="en-US" sz="2400" i="1" dirty="0" smtClean="0">
                <a:solidFill>
                  <a:srgbClr val="C00000"/>
                </a:solidFill>
              </a:rPr>
              <a:t>UIs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Optionally add new field to </a:t>
            </a:r>
            <a:r>
              <a:rPr lang="en-US" sz="2400" i="1" dirty="0" smtClean="0">
                <a:solidFill>
                  <a:srgbClr val="C00000"/>
                </a:solidFill>
              </a:rPr>
              <a:t>database schema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Add new properties to </a:t>
            </a:r>
            <a:r>
              <a:rPr lang="en-US" sz="2400" i="1" dirty="0" smtClean="0">
                <a:solidFill>
                  <a:srgbClr val="C00000"/>
                </a:solidFill>
              </a:rPr>
              <a:t>domain classes</a:t>
            </a:r>
            <a:r>
              <a:rPr lang="en-US" sz="2400" dirty="0" smtClean="0"/>
              <a:t> or </a:t>
            </a:r>
            <a:r>
              <a:rPr lang="en-US" sz="2400" i="1" dirty="0" smtClean="0">
                <a:solidFill>
                  <a:srgbClr val="C00000"/>
                </a:solidFill>
              </a:rPr>
              <a:t>functions</a:t>
            </a:r>
            <a:r>
              <a:rPr lang="en-US" sz="2400" dirty="0" smtClean="0"/>
              <a:t> or </a:t>
            </a:r>
            <a:r>
              <a:rPr lang="en-US" sz="2400" i="1" dirty="0" smtClean="0">
                <a:solidFill>
                  <a:srgbClr val="C00000"/>
                </a:solidFill>
              </a:rPr>
              <a:t>view models (DTOs)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Add </a:t>
            </a:r>
            <a:r>
              <a:rPr lang="en-US" sz="2400" i="1" dirty="0" err="1" smtClean="0">
                <a:solidFill>
                  <a:srgbClr val="C00000"/>
                </a:solidFill>
              </a:rPr>
              <a:t>DevOps</a:t>
            </a:r>
            <a:r>
              <a:rPr lang="en-US" sz="2400" i="1" dirty="0" smtClean="0">
                <a:solidFill>
                  <a:srgbClr val="C00000"/>
                </a:solidFill>
              </a:rPr>
              <a:t> flag</a:t>
            </a:r>
            <a:r>
              <a:rPr lang="en-US" sz="2400" dirty="0" smtClean="0"/>
              <a:t> and use it to show/hide UIs related to the new properties.</a:t>
            </a:r>
          </a:p>
          <a:p>
            <a:r>
              <a:rPr lang="en-US" sz="2400" dirty="0" smtClean="0"/>
              <a:t>Retrieve all </a:t>
            </a:r>
            <a:r>
              <a:rPr lang="en-US" sz="2400" i="1" dirty="0" smtClean="0">
                <a:solidFill>
                  <a:srgbClr val="C00000"/>
                </a:solidFill>
              </a:rPr>
              <a:t>input values</a:t>
            </a:r>
            <a:r>
              <a:rPr lang="en-US" sz="2400" dirty="0" smtClean="0"/>
              <a:t> for the new properties.</a:t>
            </a:r>
          </a:p>
          <a:p>
            <a:r>
              <a:rPr lang="en-US" sz="2400" dirty="0" smtClean="0"/>
              <a:t>Modify or create </a:t>
            </a:r>
            <a:r>
              <a:rPr lang="en-US" sz="2400" i="1" dirty="0" smtClean="0">
                <a:solidFill>
                  <a:srgbClr val="C00000"/>
                </a:solidFill>
              </a:rPr>
              <a:t>Factory classes or constructors</a:t>
            </a:r>
            <a:r>
              <a:rPr lang="en-US" sz="2400" dirty="0" smtClean="0"/>
              <a:t> for the new properties, unit tests for the changes.</a:t>
            </a:r>
          </a:p>
          <a:p>
            <a:r>
              <a:rPr lang="en-US" sz="2400" dirty="0" smtClean="0"/>
              <a:t>Modify or create </a:t>
            </a:r>
            <a:r>
              <a:rPr lang="en-US" sz="2400" i="1" dirty="0" smtClean="0">
                <a:solidFill>
                  <a:srgbClr val="C00000"/>
                </a:solidFill>
              </a:rPr>
              <a:t>Persistence classes, store procedures</a:t>
            </a:r>
            <a:r>
              <a:rPr lang="en-US" sz="2400" dirty="0" smtClean="0"/>
              <a:t>, unit tests for the changes.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 New Screen to Existing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Optionally add new controls to </a:t>
            </a:r>
            <a:r>
              <a:rPr lang="en-US" sz="2400" i="1" dirty="0" smtClean="0">
                <a:solidFill>
                  <a:srgbClr val="C00000"/>
                </a:solidFill>
              </a:rPr>
              <a:t>UIs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Optionally add new field to </a:t>
            </a:r>
            <a:r>
              <a:rPr lang="en-US" sz="2400" i="1" dirty="0" smtClean="0">
                <a:solidFill>
                  <a:srgbClr val="C00000"/>
                </a:solidFill>
              </a:rPr>
              <a:t>database schema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Add new properties to </a:t>
            </a:r>
            <a:r>
              <a:rPr lang="en-US" sz="2400" i="1" dirty="0" smtClean="0">
                <a:solidFill>
                  <a:srgbClr val="C00000"/>
                </a:solidFill>
              </a:rPr>
              <a:t>domain classes</a:t>
            </a:r>
            <a:r>
              <a:rPr lang="en-US" sz="2400" dirty="0" smtClean="0"/>
              <a:t> or </a:t>
            </a:r>
            <a:r>
              <a:rPr lang="en-US" sz="2400" i="1" dirty="0" smtClean="0">
                <a:solidFill>
                  <a:srgbClr val="C00000"/>
                </a:solidFill>
              </a:rPr>
              <a:t>functions</a:t>
            </a:r>
            <a:r>
              <a:rPr lang="en-US" sz="2400" dirty="0" smtClean="0"/>
              <a:t> or </a:t>
            </a:r>
            <a:r>
              <a:rPr lang="en-US" sz="2400" i="1" dirty="0" smtClean="0">
                <a:solidFill>
                  <a:srgbClr val="C00000"/>
                </a:solidFill>
              </a:rPr>
              <a:t>view models (DTOs)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Add </a:t>
            </a:r>
            <a:r>
              <a:rPr lang="en-US" sz="2400" i="1" dirty="0" err="1" smtClean="0">
                <a:solidFill>
                  <a:srgbClr val="C00000"/>
                </a:solidFill>
              </a:rPr>
              <a:t>DevOps</a:t>
            </a:r>
            <a:r>
              <a:rPr lang="en-US" sz="2400" i="1" dirty="0" smtClean="0">
                <a:solidFill>
                  <a:srgbClr val="C00000"/>
                </a:solidFill>
              </a:rPr>
              <a:t> flag</a:t>
            </a:r>
            <a:r>
              <a:rPr lang="en-US" sz="2400" dirty="0" smtClean="0"/>
              <a:t> and use it to show/hide UIs related to the new properties.</a:t>
            </a:r>
          </a:p>
          <a:p>
            <a:r>
              <a:rPr lang="en-US" sz="2400" dirty="0" smtClean="0"/>
              <a:t>Retrieve all </a:t>
            </a:r>
            <a:r>
              <a:rPr lang="en-US" sz="2400" i="1" dirty="0" smtClean="0">
                <a:solidFill>
                  <a:srgbClr val="C00000"/>
                </a:solidFill>
              </a:rPr>
              <a:t>input values</a:t>
            </a:r>
            <a:r>
              <a:rPr lang="en-US" sz="2400" dirty="0" smtClean="0"/>
              <a:t> for the new properties.</a:t>
            </a:r>
          </a:p>
          <a:p>
            <a:r>
              <a:rPr lang="en-US" sz="2400" dirty="0" smtClean="0"/>
              <a:t>Modify or create </a:t>
            </a:r>
            <a:r>
              <a:rPr lang="en-US" sz="2400" i="1" dirty="0" smtClean="0">
                <a:solidFill>
                  <a:srgbClr val="C00000"/>
                </a:solidFill>
              </a:rPr>
              <a:t>Factory classes or constructors</a:t>
            </a:r>
            <a:r>
              <a:rPr lang="en-US" sz="2400" dirty="0" smtClean="0"/>
              <a:t> for the new properties, unit tests for the changes.</a:t>
            </a:r>
          </a:p>
          <a:p>
            <a:r>
              <a:rPr lang="en-US" sz="2400" dirty="0" smtClean="0"/>
              <a:t>Modify or create </a:t>
            </a:r>
            <a:r>
              <a:rPr lang="en-US" sz="2400" i="1" dirty="0" smtClean="0">
                <a:solidFill>
                  <a:srgbClr val="C00000"/>
                </a:solidFill>
              </a:rPr>
              <a:t>Persistence classes, store procedures</a:t>
            </a:r>
            <a:r>
              <a:rPr lang="en-US" sz="2400" dirty="0" smtClean="0"/>
              <a:t>, unit tests for the changes.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Implement Design by Contract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505200" cy="4525963"/>
          </a:xfrm>
        </p:spPr>
        <p:txBody>
          <a:bodyPr/>
          <a:lstStyle/>
          <a:p>
            <a:r>
              <a:rPr lang="en-US" sz="2400" dirty="0" smtClean="0"/>
              <a:t>Check related components if necessary.</a:t>
            </a:r>
          </a:p>
          <a:p>
            <a:r>
              <a:rPr lang="en-US" sz="2400" dirty="0" smtClean="0"/>
              <a:t>Validate inputs.</a:t>
            </a:r>
          </a:p>
          <a:p>
            <a:r>
              <a:rPr lang="en-US" sz="2400" dirty="0" smtClean="0"/>
              <a:t>Validate returned values.</a:t>
            </a:r>
          </a:p>
          <a:p>
            <a:r>
              <a:rPr lang="en-US" sz="2400" dirty="0" smtClean="0"/>
              <a:t>Check related components if necessary.</a:t>
            </a:r>
          </a:p>
        </p:txBody>
      </p:sp>
      <p:pic>
        <p:nvPicPr>
          <p:cNvPr id="4" name="Picture 2" descr="https://upload.wikimedia.org/wikipedia/commons/thumb/e/ea/Design_by_contract.svg/440px-Design_by_contract.sv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33800" y="1828800"/>
            <a:ext cx="4191000" cy="41052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Implement Robustness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Try/Catch/Throw</a:t>
            </a:r>
          </a:p>
          <a:p>
            <a:r>
              <a:rPr lang="en-US" sz="2400" dirty="0" smtClean="0"/>
              <a:t>Anticipate and Handle Exception/Log/Return Error/Show Friendly Message/Notify Users.</a:t>
            </a:r>
            <a:endParaRPr lang="en-US" sz="2400" dirty="0"/>
          </a:p>
        </p:txBody>
      </p:sp>
      <p:pic>
        <p:nvPicPr>
          <p:cNvPr id="4" name="Picture 2" descr="https://chrissainty.com/content/images/size/w2000/2019/02/global-error-handlin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3200400"/>
            <a:ext cx="4267200" cy="288258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 smtClean="0"/>
              <a:t>3. Implement Security</a:t>
            </a:r>
            <a:endParaRPr lang="en-US" sz="4000" dirty="0"/>
          </a:p>
        </p:txBody>
      </p:sp>
      <p:pic>
        <p:nvPicPr>
          <p:cNvPr id="6451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6263" y="1876425"/>
            <a:ext cx="7991475" cy="338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Code a Difficult Feature?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62000" y="2381249"/>
            <a:ext cx="8001000" cy="3638552"/>
            <a:chOff x="762000" y="2381249"/>
            <a:chExt cx="8001000" cy="3638552"/>
          </a:xfrm>
        </p:grpSpPr>
        <p:pic>
          <p:nvPicPr>
            <p:cNvPr id="90118" name="Picture 6" descr="http://static1.squarespace.com/static/524d4954e4b08c5ba0746f6c/t/52a432dfe4b0d468e9bdf4fb/1386492639849/ILoveCoding.jp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953000" y="3124200"/>
              <a:ext cx="3810000" cy="2895601"/>
            </a:xfrm>
            <a:prstGeom prst="rect">
              <a:avLst/>
            </a:prstGeom>
            <a:noFill/>
          </p:spPr>
        </p:pic>
        <p:pic>
          <p:nvPicPr>
            <p:cNvPr id="90114" name="Picture 2" descr="http://blog.babyping.com/wp-content/uploads/2012/09/for-tor3.jp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62000" y="2381249"/>
              <a:ext cx="4991100" cy="2647951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Pseudo-Code Programming Process [1]</a:t>
            </a:r>
            <a:endParaRPr lang="en-US" sz="4000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381000" y="3505200"/>
          <a:ext cx="8229600" cy="304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 5"/>
          <p:cNvGraphicFramePr/>
          <p:nvPr/>
        </p:nvGraphicFramePr>
        <p:xfrm>
          <a:off x="381000" y="1371600"/>
          <a:ext cx="8229600" cy="914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33400" y="2743200"/>
            <a:ext cx="7924800" cy="2133600"/>
          </a:xfrm>
          <a:prstGeom prst="round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33400" y="27432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 smtClean="0">
                <a:latin typeface="+mj-lt"/>
              </a:rPr>
              <a:t>Detailed Design (Class Diagram, Sequence Diagram, Entity Relationship Model, Activity Diagram, Flow Chart…)</a:t>
            </a:r>
            <a:endParaRPr lang="en-US" sz="2200" dirty="0">
              <a:latin typeface="+mj-l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Pseudocode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04800" y="2270879"/>
            <a:ext cx="8534400" cy="3139321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Keep track of current number of resources in use</a:t>
            </a:r>
          </a:p>
          <a:p>
            <a:r>
              <a:rPr lang="en-US" dirty="0" smtClean="0">
                <a:solidFill>
                  <a:schemeClr val="accent5"/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another resource is available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Allocate a dialog box structure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dirty="0" smtClean="0">
                <a:solidFill>
                  <a:schemeClr val="accent5"/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a dialog box structure could be allocated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  Note that one more resource is in use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  Initialize the resource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  Store the resource number at the location provided by the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  caller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dirty="0" err="1" smtClean="0">
                <a:solidFill>
                  <a:schemeClr val="accent5"/>
                </a:solidFill>
                <a:latin typeface="Consolas" pitchFamily="49" charset="0"/>
                <a:cs typeface="Consolas" pitchFamily="49" charset="0"/>
              </a:rPr>
              <a:t>Endif</a:t>
            </a:r>
            <a:endParaRPr lang="en-US" dirty="0" smtClean="0">
              <a:solidFill>
                <a:schemeClr val="accent5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dirty="0" err="1" smtClean="0">
                <a:solidFill>
                  <a:schemeClr val="accent5"/>
                </a:solidFill>
                <a:latin typeface="Consolas" pitchFamily="49" charset="0"/>
                <a:cs typeface="Consolas" pitchFamily="49" charset="0"/>
              </a:rPr>
              <a:t>Endif</a:t>
            </a:r>
            <a:endParaRPr lang="en-US" dirty="0" smtClean="0">
              <a:solidFill>
                <a:schemeClr val="accent5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Return true if a new resource was created; else return false</a:t>
            </a:r>
            <a:endParaRPr lang="en-US" dirty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Rounded Rectangular Callout 5"/>
          <p:cNvSpPr/>
          <p:nvPr/>
        </p:nvSpPr>
        <p:spPr>
          <a:xfrm>
            <a:off x="381000" y="5638800"/>
            <a:ext cx="8382000" cy="1066800"/>
          </a:xfrm>
          <a:prstGeom prst="wedgeRoundRectCallout">
            <a:avLst>
              <a:gd name="adj1" fmla="val -21058"/>
              <a:gd name="adj2" fmla="val -77281"/>
              <a:gd name="adj3" fmla="val 16667"/>
            </a:avLst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solidFill>
                  <a:schemeClr val="bg1"/>
                </a:solidFill>
              </a:rPr>
              <a:t>Research functionality available in the </a:t>
            </a:r>
            <a:r>
              <a:rPr lang="en-US" sz="2000" u="sng" dirty="0" smtClean="0">
                <a:solidFill>
                  <a:schemeClr val="bg1"/>
                </a:solidFill>
              </a:rPr>
              <a:t>standard libraries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solidFill>
                  <a:schemeClr val="bg1"/>
                </a:solidFill>
              </a:rPr>
              <a:t>Think about </a:t>
            </a:r>
            <a:r>
              <a:rPr lang="en-US" sz="2000" u="sng" dirty="0" smtClean="0">
                <a:solidFill>
                  <a:schemeClr val="bg1"/>
                </a:solidFill>
              </a:rPr>
              <a:t>error handling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solidFill>
                  <a:schemeClr val="bg1"/>
                </a:solidFill>
              </a:rPr>
              <a:t>Think about </a:t>
            </a:r>
            <a:r>
              <a:rPr lang="en-US" sz="2000" u="sng" dirty="0" smtClean="0">
                <a:solidFill>
                  <a:schemeClr val="bg1"/>
                </a:solidFill>
              </a:rPr>
              <a:t>efficiency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" y="1295400"/>
            <a:ext cx="8534400" cy="769441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200" u="sng" dirty="0" err="1" smtClean="0">
                <a:solidFill>
                  <a:schemeClr val="bg1"/>
                </a:solidFill>
                <a:latin typeface="+mj-lt"/>
              </a:rPr>
              <a:t>Pseudocode</a:t>
            </a:r>
            <a:r>
              <a:rPr lang="en-US" sz="2200" dirty="0" smtClean="0">
                <a:solidFill>
                  <a:schemeClr val="bg1"/>
                </a:solidFill>
                <a:latin typeface="+mj-lt"/>
              </a:rPr>
              <a:t> refers to an informal, English-like notation for describing how an algorithm, a routine, a class, or a program will work.</a:t>
            </a:r>
          </a:p>
        </p:txBody>
      </p:sp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67600" y="24384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Multiply 13"/>
          <p:cNvSpPr/>
          <p:nvPr/>
        </p:nvSpPr>
        <p:spPr>
          <a:xfrm>
            <a:off x="7162800" y="3124200"/>
            <a:ext cx="1219200" cy="838200"/>
          </a:xfrm>
          <a:prstGeom prst="mathMultiply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Sequence</a:t>
            </a:r>
            <a:endParaRPr lang="en-US" dirty="0"/>
          </a:p>
        </p:txBody>
      </p:sp>
      <p:pic>
        <p:nvPicPr>
          <p:cNvPr id="798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00388" y="2057400"/>
            <a:ext cx="2943225" cy="223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381000" y="4876800"/>
            <a:ext cx="8534400" cy="1200329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vi-VN" sz="2400" dirty="0" smtClean="0">
                <a:solidFill>
                  <a:srgbClr val="0000CC"/>
                </a:solidFill>
                <a:latin typeface="Consolas" pitchFamily="49" charset="0"/>
                <a:cs typeface="Consolas" pitchFamily="49" charset="0"/>
              </a:rPr>
              <a:t>OPEN</a:t>
            </a:r>
            <a:r>
              <a:rPr lang="vi-VN" sz="2400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vi-VN" sz="2400" dirty="0" smtClean="0">
                <a:solidFill>
                  <a:schemeClr val="accent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file</a:t>
            </a:r>
            <a:r>
              <a:rPr lang="vi-VN" sz="2400" dirty="0" smtClean="0">
                <a:latin typeface="Consolas" pitchFamily="49" charset="0"/>
                <a:cs typeface="Consolas" pitchFamily="49" charset="0"/>
              </a:rPr>
              <a:t/>
            </a:r>
            <a:br>
              <a:rPr lang="vi-VN" sz="2400" dirty="0" smtClean="0">
                <a:latin typeface="Consolas" pitchFamily="49" charset="0"/>
                <a:cs typeface="Consolas" pitchFamily="49" charset="0"/>
              </a:rPr>
            </a:br>
            <a:r>
              <a:rPr lang="vi-VN" sz="2400" dirty="0" smtClean="0">
                <a:solidFill>
                  <a:srgbClr val="0000CC"/>
                </a:solidFill>
                <a:latin typeface="Consolas" pitchFamily="49" charset="0"/>
                <a:cs typeface="Consolas" pitchFamily="49" charset="0"/>
              </a:rPr>
              <a:t>READ</a:t>
            </a:r>
            <a:r>
              <a:rPr lang="vi-VN" sz="2400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vi-VN" sz="2400" dirty="0" smtClean="0">
                <a:solidFill>
                  <a:schemeClr val="accent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first record</a:t>
            </a:r>
            <a:r>
              <a:rPr lang="vi-VN" sz="2400" dirty="0" smtClean="0">
                <a:latin typeface="Consolas" pitchFamily="49" charset="0"/>
                <a:cs typeface="Consolas" pitchFamily="49" charset="0"/>
              </a:rPr>
              <a:t/>
            </a:r>
            <a:br>
              <a:rPr lang="vi-VN" sz="2400" dirty="0" smtClean="0">
                <a:latin typeface="Consolas" pitchFamily="49" charset="0"/>
                <a:cs typeface="Consolas" pitchFamily="49" charset="0"/>
              </a:rPr>
            </a:br>
            <a:r>
              <a:rPr lang="vi-VN" sz="2400" dirty="0" smtClean="0">
                <a:solidFill>
                  <a:srgbClr val="0000CC"/>
                </a:solidFill>
                <a:latin typeface="Consolas" pitchFamily="49" charset="0"/>
                <a:cs typeface="Consolas" pitchFamily="49" charset="0"/>
              </a:rPr>
              <a:t>DISPLAY</a:t>
            </a:r>
            <a:r>
              <a:rPr lang="vi-VN" sz="2400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dirty="0" smtClean="0">
                <a:solidFill>
                  <a:schemeClr val="accent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first </a:t>
            </a:r>
            <a:r>
              <a:rPr lang="vi-VN" sz="2400" dirty="0" smtClean="0">
                <a:solidFill>
                  <a:schemeClr val="accent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record</a:t>
            </a:r>
            <a:endParaRPr lang="en-US" sz="2400" dirty="0">
              <a:solidFill>
                <a:schemeClr val="accent2">
                  <a:lumMod val="75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4800" y="1295400"/>
            <a:ext cx="8534400" cy="46166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solidFill>
                  <a:schemeClr val="bg1"/>
                </a:solidFill>
                <a:latin typeface="+mj-lt"/>
              </a:rPr>
              <a:t>A </a:t>
            </a:r>
            <a:r>
              <a:rPr lang="en-US" sz="2400" u="sng" dirty="0" smtClean="0">
                <a:solidFill>
                  <a:schemeClr val="bg1"/>
                </a:solidFill>
                <a:latin typeface="+mj-lt"/>
              </a:rPr>
              <a:t>sequence</a:t>
            </a:r>
            <a:r>
              <a:rPr lang="en-US" sz="2400" dirty="0" smtClean="0">
                <a:solidFill>
                  <a:schemeClr val="bg1"/>
                </a:solidFill>
                <a:latin typeface="+mj-lt"/>
              </a:rPr>
              <a:t> is a set of statements executed in order.</a:t>
            </a:r>
            <a:endParaRPr lang="en-US" sz="2200" dirty="0" smtClean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Selection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04800" y="2286000"/>
            <a:ext cx="4267200" cy="1615827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vi-VN" sz="2200" dirty="0" smtClean="0">
                <a:solidFill>
                  <a:srgbClr val="0000CC"/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vi-VN" sz="2200" b="1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vi-VN" sz="2200" i="1" dirty="0" smtClean="0">
                <a:solidFill>
                  <a:srgbClr val="800000"/>
                </a:solidFill>
                <a:latin typeface="Consolas" pitchFamily="49" charset="0"/>
                <a:cs typeface="Consolas" pitchFamily="49" charset="0"/>
              </a:rPr>
              <a:t>condition is true</a:t>
            </a:r>
            <a:r>
              <a:rPr lang="vi-VN" sz="2200" b="1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vi-VN" sz="2200" dirty="0" smtClean="0">
                <a:solidFill>
                  <a:srgbClr val="0000CC"/>
                </a:solidFill>
                <a:latin typeface="Consolas" pitchFamily="49" charset="0"/>
                <a:cs typeface="Consolas" pitchFamily="49" charset="0"/>
              </a:rPr>
              <a:t>THEN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vi-VN" sz="2200" b="1" dirty="0" smtClean="0">
                <a:latin typeface="Consolas" pitchFamily="49" charset="0"/>
                <a:cs typeface="Consolas" pitchFamily="49" charset="0"/>
              </a:rPr>
              <a:t>        </a:t>
            </a:r>
            <a:r>
              <a:rPr lang="vi-VN" sz="2200" i="1" dirty="0" smtClean="0">
                <a:solidFill>
                  <a:srgbClr val="800000"/>
                </a:solidFill>
                <a:latin typeface="Consolas" pitchFamily="49" charset="0"/>
                <a:cs typeface="Consolas" pitchFamily="49" charset="0"/>
              </a:rPr>
              <a:t>sequence 1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vi-VN" sz="2200" dirty="0" smtClean="0">
                <a:solidFill>
                  <a:srgbClr val="0000CC"/>
                </a:solidFill>
                <a:latin typeface="Consolas" pitchFamily="49" charset="0"/>
                <a:cs typeface="Consolas" pitchFamily="49" charset="0"/>
              </a:rPr>
              <a:t>ELSE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vi-VN" sz="2200" b="1" dirty="0" smtClean="0">
                <a:latin typeface="Consolas" pitchFamily="49" charset="0"/>
                <a:cs typeface="Consolas" pitchFamily="49" charset="0"/>
              </a:rPr>
              <a:t>        </a:t>
            </a:r>
            <a:r>
              <a:rPr lang="vi-VN" sz="2200" i="1" dirty="0" smtClean="0">
                <a:solidFill>
                  <a:srgbClr val="800000"/>
                </a:solidFill>
                <a:latin typeface="Consolas" pitchFamily="49" charset="0"/>
                <a:cs typeface="Consolas" pitchFamily="49" charset="0"/>
              </a:rPr>
              <a:t>sequence 2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vi-VN" sz="2200" dirty="0" smtClean="0">
                <a:solidFill>
                  <a:srgbClr val="0000CC"/>
                </a:solidFill>
                <a:latin typeface="Consolas" pitchFamily="49" charset="0"/>
                <a:cs typeface="Consolas" pitchFamily="49" charset="0"/>
              </a:rPr>
              <a:t>ENDIF</a:t>
            </a:r>
            <a:endParaRPr lang="vi-VN" sz="2200" dirty="0">
              <a:solidFill>
                <a:srgbClr val="0000CC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4800" y="1295400"/>
            <a:ext cx="8534400" cy="830997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solidFill>
                  <a:schemeClr val="bg1"/>
                </a:solidFill>
                <a:latin typeface="+mj-lt"/>
              </a:rPr>
              <a:t>A </a:t>
            </a:r>
            <a:r>
              <a:rPr lang="en-US" sz="2400" u="sng" dirty="0" smtClean="0">
                <a:solidFill>
                  <a:schemeClr val="bg1"/>
                </a:solidFill>
                <a:latin typeface="+mj-lt"/>
              </a:rPr>
              <a:t>selection</a:t>
            </a:r>
            <a:r>
              <a:rPr lang="en-US" sz="2400" dirty="0" smtClean="0">
                <a:solidFill>
                  <a:schemeClr val="bg1"/>
                </a:solidFill>
                <a:latin typeface="+mj-lt"/>
              </a:rPr>
              <a:t> is a control structure that causes statements to be executed selectively.</a:t>
            </a:r>
            <a:endParaRPr lang="en-US" sz="2200" dirty="0" smtClean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808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1200" y="2667000"/>
            <a:ext cx="2695575" cy="337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304800" y="4114800"/>
            <a:ext cx="5029200" cy="2529923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200" dirty="0" smtClean="0">
                <a:solidFill>
                  <a:srgbClr val="0000CC"/>
                </a:solidFill>
                <a:latin typeface="Consolas" pitchFamily="49" charset="0"/>
                <a:cs typeface="Consolas" pitchFamily="49" charset="0"/>
              </a:rPr>
              <a:t>C</a:t>
            </a:r>
            <a:r>
              <a:rPr lang="vi-VN" sz="2200" dirty="0" smtClean="0">
                <a:solidFill>
                  <a:srgbClr val="0000CC"/>
                </a:solidFill>
                <a:latin typeface="Consolas" pitchFamily="49" charset="0"/>
                <a:cs typeface="Consolas" pitchFamily="49" charset="0"/>
              </a:rPr>
              <a:t>ASE</a:t>
            </a:r>
            <a:r>
              <a:rPr lang="vi-VN" sz="2200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vi-VN" sz="2200" i="1" dirty="0" smtClean="0">
                <a:solidFill>
                  <a:srgbClr val="800000"/>
                </a:solidFill>
                <a:latin typeface="Consolas" pitchFamily="49" charset="0"/>
                <a:cs typeface="Consolas" pitchFamily="49" charset="0"/>
              </a:rPr>
              <a:t>expression</a:t>
            </a:r>
            <a:r>
              <a:rPr lang="vi-VN" sz="2200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vi-VN" sz="2200" dirty="0" smtClean="0">
                <a:solidFill>
                  <a:srgbClr val="0000CC"/>
                </a:solidFill>
                <a:latin typeface="Consolas" pitchFamily="49" charset="0"/>
                <a:cs typeface="Consolas" pitchFamily="49" charset="0"/>
              </a:rPr>
              <a:t>OF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vi-VN" sz="2200" dirty="0" smtClean="0">
                <a:latin typeface="Consolas" pitchFamily="49" charset="0"/>
                <a:cs typeface="Consolas" pitchFamily="49" charset="0"/>
              </a:rPr>
              <a:t>	</a:t>
            </a:r>
            <a:r>
              <a:rPr lang="vi-VN" sz="2200" i="1" dirty="0" smtClean="0">
                <a:solidFill>
                  <a:srgbClr val="800000"/>
                </a:solidFill>
                <a:latin typeface="Consolas" pitchFamily="49" charset="0"/>
                <a:cs typeface="Consolas" pitchFamily="49" charset="0"/>
              </a:rPr>
              <a:t>condition 1 : sequence 1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vi-VN" sz="2200" dirty="0" smtClean="0">
                <a:latin typeface="Consolas" pitchFamily="49" charset="0"/>
                <a:cs typeface="Consolas" pitchFamily="49" charset="0"/>
              </a:rPr>
              <a:t>	</a:t>
            </a:r>
            <a:r>
              <a:rPr lang="vi-VN" sz="2200" i="1" dirty="0" smtClean="0">
                <a:solidFill>
                  <a:srgbClr val="800000"/>
                </a:solidFill>
                <a:latin typeface="Consolas" pitchFamily="49" charset="0"/>
                <a:cs typeface="Consolas" pitchFamily="49" charset="0"/>
              </a:rPr>
              <a:t>condition 2 : sequence 2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vi-VN" sz="2200" i="1" dirty="0" smtClean="0">
                <a:solidFill>
                  <a:srgbClr val="800000"/>
                </a:solidFill>
                <a:latin typeface="Consolas" pitchFamily="49" charset="0"/>
                <a:cs typeface="Consolas" pitchFamily="49" charset="0"/>
              </a:rPr>
              <a:t>	...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vi-VN" sz="2200" i="1" dirty="0" smtClean="0">
                <a:solidFill>
                  <a:srgbClr val="800000"/>
                </a:solidFill>
                <a:latin typeface="Consolas" pitchFamily="49" charset="0"/>
                <a:cs typeface="Consolas" pitchFamily="49" charset="0"/>
              </a:rPr>
              <a:t>	condition n : sequence n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vi-VN" sz="2200" dirty="0" smtClean="0">
                <a:solidFill>
                  <a:srgbClr val="0000CC"/>
                </a:solidFill>
                <a:latin typeface="Consolas" pitchFamily="49" charset="0"/>
                <a:cs typeface="Consolas" pitchFamily="49" charset="0"/>
              </a:rPr>
              <a:t>OTHERS: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vi-VN" sz="2200" dirty="0" smtClean="0">
                <a:latin typeface="Consolas" pitchFamily="49" charset="0"/>
                <a:cs typeface="Consolas" pitchFamily="49" charset="0"/>
              </a:rPr>
              <a:t>	</a:t>
            </a:r>
            <a:r>
              <a:rPr lang="vi-VN" sz="2200" i="1" dirty="0" smtClean="0">
                <a:solidFill>
                  <a:srgbClr val="800000"/>
                </a:solidFill>
                <a:latin typeface="Consolas" pitchFamily="49" charset="0"/>
                <a:cs typeface="Consolas" pitchFamily="49" charset="0"/>
              </a:rPr>
              <a:t>default sequence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vi-VN" sz="2200" dirty="0" smtClean="0">
                <a:solidFill>
                  <a:srgbClr val="0000CC"/>
                </a:solidFill>
                <a:latin typeface="Consolas" pitchFamily="49" charset="0"/>
                <a:cs typeface="Consolas" pitchFamily="49" charset="0"/>
              </a:rPr>
              <a:t>ENDCASE</a:t>
            </a:r>
            <a:endParaRPr lang="vi-VN" sz="2200" dirty="0">
              <a:solidFill>
                <a:srgbClr val="0000CC"/>
              </a:solidFill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Iteration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04800" y="1295400"/>
            <a:ext cx="8534400" cy="830997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solidFill>
                  <a:schemeClr val="bg1"/>
                </a:solidFill>
                <a:latin typeface="+mj-lt"/>
              </a:rPr>
              <a:t>An </a:t>
            </a:r>
            <a:r>
              <a:rPr lang="en-US" sz="2400" u="sng" dirty="0" smtClean="0">
                <a:solidFill>
                  <a:schemeClr val="bg1"/>
                </a:solidFill>
                <a:latin typeface="+mj-lt"/>
              </a:rPr>
              <a:t>iteration</a:t>
            </a:r>
            <a:r>
              <a:rPr lang="en-US" sz="2400" dirty="0" smtClean="0">
                <a:solidFill>
                  <a:schemeClr val="bg1"/>
                </a:solidFill>
                <a:latin typeface="+mj-lt"/>
              </a:rPr>
              <a:t> is a control structure that causes a group of statements to be executed multiple times.</a:t>
            </a:r>
            <a:endParaRPr lang="en-US" sz="2200" dirty="0" smtClean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00737" y="2492375"/>
            <a:ext cx="3090863" cy="3889375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152400" y="2819400"/>
            <a:ext cx="5867400" cy="1785104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vi-VN" sz="2200" dirty="0" smtClean="0">
                <a:solidFill>
                  <a:srgbClr val="0000CC"/>
                </a:solidFill>
                <a:latin typeface="Consolas" pitchFamily="49" charset="0"/>
                <a:cs typeface="Consolas" pitchFamily="49" charset="0"/>
              </a:rPr>
              <a:t>WHILE</a:t>
            </a:r>
            <a:r>
              <a:rPr lang="vi-VN" sz="2200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vi-VN" sz="2200" i="1" dirty="0" smtClean="0">
                <a:solidFill>
                  <a:srgbClr val="800000"/>
                </a:solidFill>
                <a:latin typeface="Consolas" pitchFamily="49" charset="0"/>
                <a:cs typeface="Consolas" pitchFamily="49" charset="0"/>
              </a:rPr>
              <a:t>student_total &lt; 50</a:t>
            </a:r>
          </a:p>
          <a:p>
            <a:pPr>
              <a:buFontTx/>
              <a:buNone/>
            </a:pPr>
            <a:r>
              <a:rPr lang="vi-VN" sz="2200" dirty="0" smtClean="0">
                <a:latin typeface="Consolas" pitchFamily="49" charset="0"/>
                <a:cs typeface="Consolas" pitchFamily="49" charset="0"/>
              </a:rPr>
              <a:t>	</a:t>
            </a:r>
            <a:r>
              <a:rPr lang="vi-VN" sz="2200" dirty="0" smtClean="0">
                <a:solidFill>
                  <a:srgbClr val="0000CC"/>
                </a:solidFill>
                <a:latin typeface="Consolas" pitchFamily="49" charset="0"/>
                <a:cs typeface="Consolas" pitchFamily="49" charset="0"/>
              </a:rPr>
              <a:t>READ</a:t>
            </a:r>
            <a:r>
              <a:rPr lang="vi-VN" sz="2200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vi-VN" sz="2200" i="1" dirty="0" smtClean="0">
                <a:solidFill>
                  <a:srgbClr val="800000"/>
                </a:solidFill>
                <a:latin typeface="Consolas" pitchFamily="49" charset="0"/>
                <a:cs typeface="Consolas" pitchFamily="49" charset="0"/>
              </a:rPr>
              <a:t>student record</a:t>
            </a:r>
          </a:p>
          <a:p>
            <a:pPr>
              <a:buFontTx/>
              <a:buNone/>
            </a:pPr>
            <a:r>
              <a:rPr lang="vi-VN" sz="2200" dirty="0" smtClean="0">
                <a:latin typeface="Consolas" pitchFamily="49" charset="0"/>
                <a:cs typeface="Consolas" pitchFamily="49" charset="0"/>
              </a:rPr>
              <a:t>	</a:t>
            </a:r>
            <a:r>
              <a:rPr lang="vi-VN" sz="2200" dirty="0" smtClean="0">
                <a:solidFill>
                  <a:srgbClr val="0000CC"/>
                </a:solidFill>
                <a:latin typeface="Consolas" pitchFamily="49" charset="0"/>
                <a:cs typeface="Consolas" pitchFamily="49" charset="0"/>
              </a:rPr>
              <a:t>PRINT</a:t>
            </a:r>
            <a:r>
              <a:rPr lang="vi-VN" sz="2200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vi-VN" sz="2200" i="1" dirty="0" smtClean="0">
                <a:solidFill>
                  <a:srgbClr val="800000"/>
                </a:solidFill>
                <a:latin typeface="Consolas" pitchFamily="49" charset="0"/>
                <a:cs typeface="Consolas" pitchFamily="49" charset="0"/>
              </a:rPr>
              <a:t>student name and</a:t>
            </a:r>
            <a:r>
              <a:rPr lang="en-US" sz="2200" i="1" dirty="0" smtClean="0">
                <a:solidFill>
                  <a:srgbClr val="8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vi-VN" sz="2200" i="1" dirty="0" smtClean="0">
                <a:solidFill>
                  <a:srgbClr val="800000"/>
                </a:solidFill>
                <a:latin typeface="Consolas" pitchFamily="49" charset="0"/>
                <a:cs typeface="Consolas" pitchFamily="49" charset="0"/>
              </a:rPr>
              <a:t>address</a:t>
            </a:r>
          </a:p>
          <a:p>
            <a:pPr>
              <a:buFontTx/>
              <a:buNone/>
            </a:pPr>
            <a:r>
              <a:rPr lang="vi-VN" sz="2200" dirty="0" smtClean="0">
                <a:latin typeface="Consolas" pitchFamily="49" charset="0"/>
                <a:cs typeface="Consolas" pitchFamily="49" charset="0"/>
              </a:rPr>
              <a:t>	</a:t>
            </a:r>
            <a:r>
              <a:rPr lang="vi-VN" sz="2200" dirty="0" smtClean="0">
                <a:solidFill>
                  <a:srgbClr val="0000CC"/>
                </a:solidFill>
                <a:latin typeface="Consolas" pitchFamily="49" charset="0"/>
                <a:cs typeface="Consolas" pitchFamily="49" charset="0"/>
              </a:rPr>
              <a:t>ADD </a:t>
            </a:r>
            <a:r>
              <a:rPr lang="vi-VN" sz="2200" i="1" dirty="0" smtClean="0">
                <a:solidFill>
                  <a:srgbClr val="800000"/>
                </a:solidFill>
                <a:latin typeface="Consolas" pitchFamily="49" charset="0"/>
                <a:cs typeface="Consolas" pitchFamily="49" charset="0"/>
              </a:rPr>
              <a:t>1 to student_total</a:t>
            </a:r>
          </a:p>
          <a:p>
            <a:pPr>
              <a:buFontTx/>
              <a:buNone/>
            </a:pPr>
            <a:r>
              <a:rPr lang="vi-VN" sz="2200" dirty="0" smtClean="0">
                <a:solidFill>
                  <a:srgbClr val="0000CC"/>
                </a:solidFill>
                <a:latin typeface="Consolas" pitchFamily="49" charset="0"/>
                <a:cs typeface="Consolas" pitchFamily="49" charset="0"/>
              </a:rPr>
              <a:t>ENDWHILE</a:t>
            </a:r>
            <a:endParaRPr lang="vi-VN" sz="2200" dirty="0">
              <a:solidFill>
                <a:srgbClr val="0000CC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52400" y="4911804"/>
            <a:ext cx="5867400" cy="1107996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vi-VN" sz="2200" dirty="0" smtClean="0">
                <a:solidFill>
                  <a:srgbClr val="0000CC"/>
                </a:solidFill>
                <a:latin typeface="Consolas" pitchFamily="49" charset="0"/>
                <a:cs typeface="Consolas" pitchFamily="49" charset="0"/>
              </a:rPr>
              <a:t>FOR</a:t>
            </a:r>
            <a:r>
              <a:rPr lang="vi-VN" sz="2200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vi-VN" sz="2200" i="1" dirty="0" smtClean="0">
                <a:solidFill>
                  <a:srgbClr val="800000"/>
                </a:solidFill>
                <a:latin typeface="Consolas" pitchFamily="49" charset="0"/>
                <a:cs typeface="Consolas" pitchFamily="49" charset="0"/>
              </a:rPr>
              <a:t>each month of the year</a:t>
            </a:r>
            <a:r>
              <a:rPr lang="vi-VN" sz="2200" dirty="0" smtClean="0">
                <a:latin typeface="Consolas" pitchFamily="49" charset="0"/>
                <a:cs typeface="Consolas" pitchFamily="49" charset="0"/>
              </a:rPr>
              <a:t> (good)</a:t>
            </a:r>
          </a:p>
          <a:p>
            <a:pPr>
              <a:buFontTx/>
              <a:buNone/>
            </a:pPr>
            <a:r>
              <a:rPr lang="vi-VN" sz="2200" dirty="0" smtClean="0">
                <a:latin typeface="Consolas" pitchFamily="49" charset="0"/>
                <a:cs typeface="Consolas" pitchFamily="49" charset="0"/>
              </a:rPr>
              <a:t>	</a:t>
            </a:r>
            <a:r>
              <a:rPr lang="vi-VN" sz="2200" dirty="0" smtClean="0">
                <a:solidFill>
                  <a:srgbClr val="0000CC"/>
                </a:solidFill>
                <a:latin typeface="Consolas" pitchFamily="49" charset="0"/>
                <a:cs typeface="Consolas" pitchFamily="49" charset="0"/>
              </a:rPr>
              <a:t>PRINT</a:t>
            </a:r>
            <a:r>
              <a:rPr lang="vi-VN" sz="2200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vi-VN" sz="2200" i="1" dirty="0" smtClean="0">
                <a:solidFill>
                  <a:srgbClr val="800000"/>
                </a:solidFill>
                <a:latin typeface="Consolas" pitchFamily="49" charset="0"/>
                <a:cs typeface="Consolas" pitchFamily="49" charset="0"/>
              </a:rPr>
              <a:t>days_of_month</a:t>
            </a:r>
          </a:p>
          <a:p>
            <a:pPr>
              <a:buFontTx/>
              <a:buNone/>
            </a:pPr>
            <a:r>
              <a:rPr lang="vi-VN" sz="2200" dirty="0" smtClean="0">
                <a:solidFill>
                  <a:srgbClr val="0000CC"/>
                </a:solidFill>
                <a:latin typeface="Consolas" pitchFamily="49" charset="0"/>
                <a:cs typeface="Consolas" pitchFamily="49" charset="0"/>
              </a:rPr>
              <a:t>ENDFOR</a:t>
            </a:r>
            <a:endParaRPr lang="vi-VN" sz="2200" dirty="0">
              <a:solidFill>
                <a:srgbClr val="0000CC"/>
              </a:solidFill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Turn </a:t>
            </a:r>
            <a:r>
              <a:rPr lang="en-US" dirty="0" err="1" smtClean="0"/>
              <a:t>Pseudocode</a:t>
            </a:r>
            <a:r>
              <a:rPr lang="en-US" dirty="0" smtClean="0"/>
              <a:t> into Real Code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04800" y="4038600"/>
            <a:ext cx="8534400" cy="2585323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&lt;?</a:t>
            </a:r>
            <a:r>
              <a:rPr lang="en-US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phpif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(</a:t>
            </a:r>
            <a:r>
              <a:rPr lang="en-US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is_valid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($</a:t>
            </a:r>
            <a:r>
              <a:rPr lang="en-US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cc_number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)) 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{    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	</a:t>
            </a:r>
            <a:r>
              <a:rPr lang="en-US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execute_transaction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($</a:t>
            </a:r>
            <a:r>
              <a:rPr lang="en-US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cc_number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, $order);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} else 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{    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	</a:t>
            </a:r>
            <a:r>
              <a:rPr lang="en-US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show_failure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();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}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?&gt;</a:t>
            </a:r>
            <a:endParaRPr lang="en-US" dirty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4800" y="1827074"/>
            <a:ext cx="8534400" cy="2031325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US" dirty="0" smtClean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Credit Card Number is Valid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US" dirty="0" smtClean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	Execute Transaction Based Upon Credit Card Number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	and Order Number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US" dirty="0" smtClean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ELSE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	</a:t>
            </a:r>
            <a:r>
              <a:rPr lang="en-US" dirty="0" smtClean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DISPLAY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"Transaction failed"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US" dirty="0" smtClean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ENDIF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</a:t>
            </a:r>
            <a:endParaRPr lang="en-US" dirty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Pseudocode</a:t>
            </a:r>
            <a:r>
              <a:rPr lang="en-US" dirty="0" smtClean="0"/>
              <a:t> Benefits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029200" cy="4525963"/>
          </a:xfrm>
        </p:spPr>
        <p:txBody>
          <a:bodyPr/>
          <a:lstStyle/>
          <a:p>
            <a:r>
              <a:rPr lang="en-US" sz="2200" dirty="0" err="1" smtClean="0"/>
              <a:t>Pseudocode</a:t>
            </a:r>
            <a:r>
              <a:rPr lang="en-US" sz="2200" dirty="0" smtClean="0"/>
              <a:t> makes </a:t>
            </a:r>
            <a:r>
              <a:rPr lang="en-US" sz="2200" i="1" dirty="0" smtClean="0">
                <a:solidFill>
                  <a:srgbClr val="C00000"/>
                </a:solidFill>
              </a:rPr>
              <a:t>reviews</a:t>
            </a:r>
            <a:r>
              <a:rPr lang="en-US" sz="2200" dirty="0" smtClean="0"/>
              <a:t> easier.</a:t>
            </a:r>
          </a:p>
          <a:p>
            <a:endParaRPr lang="en-US" sz="2200" dirty="0" smtClean="0"/>
          </a:p>
          <a:p>
            <a:r>
              <a:rPr lang="en-US" sz="2200" dirty="0" err="1" smtClean="0"/>
              <a:t>Pseudocode</a:t>
            </a:r>
            <a:r>
              <a:rPr lang="en-US" sz="2200" dirty="0" smtClean="0"/>
              <a:t> supports the idea of </a:t>
            </a:r>
            <a:r>
              <a:rPr lang="en-US" sz="2200" i="1" dirty="0" smtClean="0">
                <a:solidFill>
                  <a:srgbClr val="C00000"/>
                </a:solidFill>
              </a:rPr>
              <a:t>iterative refinement</a:t>
            </a:r>
            <a:r>
              <a:rPr lang="en-US" sz="2200" dirty="0" smtClean="0"/>
              <a:t>.</a:t>
            </a:r>
          </a:p>
          <a:p>
            <a:endParaRPr lang="en-US" sz="2200" dirty="0" smtClean="0"/>
          </a:p>
          <a:p>
            <a:r>
              <a:rPr lang="en-US" sz="2200" dirty="0" err="1" smtClean="0"/>
              <a:t>Pseudocode</a:t>
            </a:r>
            <a:r>
              <a:rPr lang="en-US" sz="2200" dirty="0" smtClean="0"/>
              <a:t> makes </a:t>
            </a:r>
            <a:r>
              <a:rPr lang="en-US" sz="2200" i="1" dirty="0" smtClean="0">
                <a:solidFill>
                  <a:srgbClr val="C00000"/>
                </a:solidFill>
              </a:rPr>
              <a:t>changes</a:t>
            </a:r>
            <a:r>
              <a:rPr lang="en-US" sz="2200" dirty="0" smtClean="0"/>
              <a:t> easier.</a:t>
            </a:r>
          </a:p>
          <a:p>
            <a:endParaRPr lang="en-US" sz="2200" dirty="0" smtClean="0"/>
          </a:p>
          <a:p>
            <a:r>
              <a:rPr lang="en-US" sz="2200" dirty="0" err="1" smtClean="0"/>
              <a:t>Pseudocode</a:t>
            </a:r>
            <a:r>
              <a:rPr lang="en-US" sz="2200" dirty="0" smtClean="0"/>
              <a:t> minimizes </a:t>
            </a:r>
            <a:r>
              <a:rPr lang="en-US" sz="2200" i="1" dirty="0" smtClean="0">
                <a:solidFill>
                  <a:srgbClr val="C00000"/>
                </a:solidFill>
              </a:rPr>
              <a:t>commenting effort</a:t>
            </a:r>
            <a:r>
              <a:rPr lang="en-US" sz="2200" dirty="0" smtClean="0"/>
              <a:t>.</a:t>
            </a:r>
          </a:p>
          <a:p>
            <a:endParaRPr lang="en-US" sz="2200" dirty="0" smtClean="0"/>
          </a:p>
          <a:p>
            <a:r>
              <a:rPr lang="en-US" sz="2200" dirty="0" err="1" smtClean="0"/>
              <a:t>Pseudocode</a:t>
            </a:r>
            <a:r>
              <a:rPr lang="en-US" sz="2200" dirty="0" smtClean="0"/>
              <a:t> is easier to </a:t>
            </a:r>
            <a:r>
              <a:rPr lang="en-US" sz="2200" i="1" dirty="0" smtClean="0">
                <a:solidFill>
                  <a:srgbClr val="C00000"/>
                </a:solidFill>
              </a:rPr>
              <a:t>maintain</a:t>
            </a:r>
            <a:r>
              <a:rPr lang="en-US" sz="2200" dirty="0" smtClean="0"/>
              <a:t> than other forms of design documentation.</a:t>
            </a:r>
            <a:endParaRPr lang="en-US" sz="2200" dirty="0"/>
          </a:p>
        </p:txBody>
      </p:sp>
      <p:pic>
        <p:nvPicPr>
          <p:cNvPr id="65538" name="Picture 2" descr="http://www.medimanage.com/Images/benefit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10200" y="1752600"/>
            <a:ext cx="3349625" cy="334402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Fibonacci Example (I) [2]</a:t>
            </a:r>
            <a:endParaRPr lang="en-US" dirty="0"/>
          </a:p>
        </p:txBody>
      </p:sp>
      <p:graphicFrame>
        <p:nvGraphicFramePr>
          <p:cNvPr id="1029" name="Object 5"/>
          <p:cNvGraphicFramePr>
            <a:graphicFrameLocks noChangeAspect="1"/>
          </p:cNvGraphicFramePr>
          <p:nvPr/>
        </p:nvGraphicFramePr>
        <p:xfrm>
          <a:off x="0" y="2209800"/>
          <a:ext cx="8077200" cy="2544763"/>
        </p:xfrm>
        <a:graphic>
          <a:graphicData uri="http://schemas.openxmlformats.org/presentationml/2006/ole">
            <p:oleObj spid="_x0000_s41986" name="Document" r:id="rId3" imgW="5940848" imgH="1884057" progId="Word.Document.12">
              <p:embed/>
            </p:oleObj>
          </a:graphicData>
        </a:graphic>
      </p:graphicFrame>
      <p:graphicFrame>
        <p:nvGraphicFramePr>
          <p:cNvPr id="1030" name="Object 6"/>
          <p:cNvGraphicFramePr>
            <a:graphicFrameLocks noChangeAspect="1"/>
          </p:cNvGraphicFramePr>
          <p:nvPr/>
        </p:nvGraphicFramePr>
        <p:xfrm>
          <a:off x="1447800" y="4724400"/>
          <a:ext cx="5868988" cy="1747837"/>
        </p:xfrm>
        <a:graphic>
          <a:graphicData uri="http://schemas.openxmlformats.org/presentationml/2006/ole">
            <p:oleObj spid="_x0000_s41987" name="Document" r:id="rId4" imgW="5940848" imgH="1775542" progId="Word.Document.12">
              <p:embed/>
            </p:oleObj>
          </a:graphicData>
        </a:graphic>
      </p:graphicFrame>
      <p:sp>
        <p:nvSpPr>
          <p:cNvPr id="6" name="Rectangle 5"/>
          <p:cNvSpPr/>
          <p:nvPr/>
        </p:nvSpPr>
        <p:spPr>
          <a:xfrm>
            <a:off x="4267200" y="1422737"/>
            <a:ext cx="4572000" cy="1015663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Consolas" pitchFamily="49" charset="0"/>
                <a:ea typeface="Times New Roman" pitchFamily="18" charset="0"/>
                <a:cs typeface="Consolas" pitchFamily="49" charset="0"/>
              </a:rPr>
              <a:t>f(0) = 0</a:t>
            </a:r>
          </a:p>
          <a:p>
            <a:r>
              <a:rPr lang="en-US" sz="2000" dirty="0" smtClean="0">
                <a:latin typeface="Consolas" pitchFamily="49" charset="0"/>
                <a:ea typeface="Times New Roman" pitchFamily="18" charset="0"/>
                <a:cs typeface="Consolas" pitchFamily="49" charset="0"/>
              </a:rPr>
              <a:t>f(1) = 1</a:t>
            </a:r>
          </a:p>
          <a:p>
            <a:r>
              <a:rPr lang="en-US" sz="2000" dirty="0" smtClean="0">
                <a:latin typeface="Consolas" pitchFamily="49" charset="0"/>
                <a:ea typeface="Times New Roman" pitchFamily="18" charset="0"/>
                <a:cs typeface="Consolas" pitchFamily="49" charset="0"/>
              </a:rPr>
              <a:t>f(n) = f(n-1) + f(n-2), n &gt;= 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Fibonacci Example (II)</a:t>
            </a:r>
            <a:endParaRPr lang="en-US" dirty="0"/>
          </a:p>
        </p:txBody>
      </p:sp>
      <p:graphicFrame>
        <p:nvGraphicFramePr>
          <p:cNvPr id="2054" name="Object 6"/>
          <p:cNvGraphicFramePr>
            <a:graphicFrameLocks noChangeAspect="1"/>
          </p:cNvGraphicFramePr>
          <p:nvPr/>
        </p:nvGraphicFramePr>
        <p:xfrm>
          <a:off x="228600" y="1219200"/>
          <a:ext cx="8680450" cy="3249612"/>
        </p:xfrm>
        <a:graphic>
          <a:graphicData uri="http://schemas.openxmlformats.org/presentationml/2006/ole">
            <p:oleObj spid="_x0000_s43010" name="Document" r:id="rId3" imgW="5940848" imgH="2227629" progId="Word.Document.12">
              <p:embed/>
            </p:oleObj>
          </a:graphicData>
        </a:graphic>
      </p:graphicFrame>
      <p:graphicFrame>
        <p:nvGraphicFramePr>
          <p:cNvPr id="2055" name="Object 7"/>
          <p:cNvGraphicFramePr>
            <a:graphicFrameLocks noChangeAspect="1"/>
          </p:cNvGraphicFramePr>
          <p:nvPr/>
        </p:nvGraphicFramePr>
        <p:xfrm>
          <a:off x="2590800" y="4267200"/>
          <a:ext cx="5868988" cy="2335212"/>
        </p:xfrm>
        <a:graphic>
          <a:graphicData uri="http://schemas.openxmlformats.org/presentationml/2006/ole">
            <p:oleObj spid="_x0000_s43011" name="Document" r:id="rId4" imgW="5940848" imgH="2376162" progId="Word.Document.12">
              <p:embed/>
            </p:oleObj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Fibonacci Example (III)</a:t>
            </a:r>
            <a:endParaRPr lang="en-US" dirty="0"/>
          </a:p>
        </p:txBody>
      </p:sp>
      <p:graphicFrame>
        <p:nvGraphicFramePr>
          <p:cNvPr id="24581" name="Object 5"/>
          <p:cNvGraphicFramePr>
            <a:graphicFrameLocks noChangeAspect="1"/>
          </p:cNvGraphicFramePr>
          <p:nvPr/>
        </p:nvGraphicFramePr>
        <p:xfrm>
          <a:off x="614363" y="1446213"/>
          <a:ext cx="7056437" cy="2935287"/>
        </p:xfrm>
        <a:graphic>
          <a:graphicData uri="http://schemas.openxmlformats.org/presentationml/2006/ole">
            <p:oleObj spid="_x0000_s44034" name="Document" r:id="rId3" imgW="7145570" imgH="2981108" progId="Word.Document.12">
              <p:embed/>
            </p:oleObj>
          </a:graphicData>
        </a:graphic>
      </p:graphicFrame>
      <p:graphicFrame>
        <p:nvGraphicFramePr>
          <p:cNvPr id="24583" name="Object 7"/>
          <p:cNvGraphicFramePr>
            <a:graphicFrameLocks noChangeAspect="1"/>
          </p:cNvGraphicFramePr>
          <p:nvPr/>
        </p:nvGraphicFramePr>
        <p:xfrm>
          <a:off x="2743200" y="4114800"/>
          <a:ext cx="5868988" cy="2335213"/>
        </p:xfrm>
        <a:graphic>
          <a:graphicData uri="http://schemas.openxmlformats.org/presentationml/2006/ole">
            <p:oleObj spid="_x0000_s44035" name="Document" r:id="rId4" imgW="5940848" imgH="2376162" progId="Word.Document.12">
              <p:embed/>
            </p:oleObj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Fibonacci Example (IV)</a:t>
            </a:r>
            <a:endParaRPr lang="en-US" dirty="0"/>
          </a:p>
        </p:txBody>
      </p:sp>
      <p:graphicFrame>
        <p:nvGraphicFramePr>
          <p:cNvPr id="48130" name="Object 2"/>
          <p:cNvGraphicFramePr>
            <a:graphicFrameLocks noChangeAspect="1"/>
          </p:cNvGraphicFramePr>
          <p:nvPr/>
        </p:nvGraphicFramePr>
        <p:xfrm>
          <a:off x="4724400" y="2895600"/>
          <a:ext cx="5868987" cy="3384550"/>
        </p:xfrm>
        <a:graphic>
          <a:graphicData uri="http://schemas.openxmlformats.org/presentationml/2006/ole">
            <p:oleObj spid="_x0000_s45058" name="Document" r:id="rId3" imgW="5940848" imgH="3437882" progId="Word.Document.12">
              <p:embed/>
            </p:oleObj>
          </a:graphicData>
        </a:graphic>
      </p:graphicFrame>
      <p:graphicFrame>
        <p:nvGraphicFramePr>
          <p:cNvPr id="48132" name="Object 4"/>
          <p:cNvGraphicFramePr>
            <a:graphicFrameLocks noChangeAspect="1"/>
          </p:cNvGraphicFramePr>
          <p:nvPr/>
        </p:nvGraphicFramePr>
        <p:xfrm>
          <a:off x="-76200" y="1924050"/>
          <a:ext cx="5868988" cy="3562350"/>
        </p:xfrm>
        <a:graphic>
          <a:graphicData uri="http://schemas.openxmlformats.org/presentationml/2006/ole">
            <p:oleObj spid="_x0000_s45059" name="Document" r:id="rId4" imgW="5940848" imgH="3610930" progId="Word.Document.12">
              <p:embed/>
            </p:oleObj>
          </a:graphicData>
        </a:graphic>
      </p:graphicFrame>
      <p:sp>
        <p:nvSpPr>
          <p:cNvPr id="6" name="Rectangle 5"/>
          <p:cNvSpPr/>
          <p:nvPr/>
        </p:nvSpPr>
        <p:spPr>
          <a:xfrm>
            <a:off x="4267200" y="1270337"/>
            <a:ext cx="4572000" cy="1015663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f(0) = 0</a:t>
            </a:r>
          </a:p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f(1) = 1</a:t>
            </a:r>
          </a:p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f(n) = f(n-1) + f(n-2), n &gt;= 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Test-Driven Development</a:t>
            </a:r>
            <a:endParaRPr lang="en-US" dirty="0"/>
          </a:p>
        </p:txBody>
      </p:sp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209675"/>
            <a:ext cx="2533650" cy="488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3352800" y="1143000"/>
            <a:ext cx="5486400" cy="1785104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200" i="1" u="sng" dirty="0" smtClean="0">
                <a:solidFill>
                  <a:schemeClr val="bg1"/>
                </a:solidFill>
                <a:latin typeface="+mj-lt"/>
              </a:rPr>
              <a:t>Test-driven development</a:t>
            </a:r>
            <a:r>
              <a:rPr lang="en-US" sz="2200" i="1" dirty="0" smtClean="0">
                <a:solidFill>
                  <a:schemeClr val="bg1"/>
                </a:solidFill>
                <a:latin typeface="+mj-lt"/>
              </a:rPr>
              <a:t> is an evolutionary approach to development which combines test-first development where you write a test before you write just enough production code to fulfill that test and refactoring.</a:t>
            </a:r>
            <a:endParaRPr lang="en-US" sz="2200" i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3481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8200" y="3048000"/>
            <a:ext cx="329565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381000" y="6182380"/>
            <a:ext cx="2878673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+mj-lt"/>
              </a:rPr>
              <a:t>red-</a:t>
            </a:r>
            <a:r>
              <a:rPr lang="en-US" sz="2800" dirty="0" smtClean="0">
                <a:solidFill>
                  <a:srgbClr val="00B050"/>
                </a:solidFill>
                <a:latin typeface="+mj-lt"/>
              </a:rPr>
              <a:t>green-</a:t>
            </a:r>
            <a:r>
              <a:rPr lang="en-US" sz="2800" dirty="0" err="1" smtClean="0">
                <a:solidFill>
                  <a:srgbClr val="7030A0"/>
                </a:solidFill>
                <a:latin typeface="+mj-lt"/>
              </a:rPr>
              <a:t>refactor</a:t>
            </a:r>
            <a:endParaRPr lang="en-US" sz="2800" dirty="0">
              <a:solidFill>
                <a:srgbClr val="7030A0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Inside-Out  and Outside-In [3]</a:t>
            </a:r>
            <a:endParaRPr lang="en-US" dirty="0"/>
          </a:p>
        </p:txBody>
      </p:sp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752600"/>
            <a:ext cx="4162425" cy="184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28800" y="4495800"/>
            <a:ext cx="4133850" cy="176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Down Arrow 6"/>
          <p:cNvSpPr/>
          <p:nvPr/>
        </p:nvSpPr>
        <p:spPr>
          <a:xfrm>
            <a:off x="5181600" y="1676400"/>
            <a:ext cx="457200" cy="2057400"/>
          </a:xfrm>
          <a:prstGeom prst="downArrow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8" name="Down Arrow 7"/>
          <p:cNvSpPr/>
          <p:nvPr/>
        </p:nvSpPr>
        <p:spPr>
          <a:xfrm>
            <a:off x="6096000" y="4191000"/>
            <a:ext cx="457200" cy="2057400"/>
          </a:xfrm>
          <a:prstGeom prst="downArrow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629400" y="4343400"/>
            <a:ext cx="2286000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 smtClean="0">
                <a:latin typeface="+mj-lt"/>
              </a:rPr>
              <a:t>Clarify which tests are needed for the</a:t>
            </a:r>
          </a:p>
          <a:p>
            <a:r>
              <a:rPr lang="en-US" sz="2600" dirty="0" smtClean="0">
                <a:latin typeface="+mj-lt"/>
              </a:rPr>
              <a:t>next layer inward.</a:t>
            </a:r>
            <a:endParaRPr lang="en-US" sz="2600" dirty="0">
              <a:latin typeface="+mj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867400" y="1676400"/>
            <a:ext cx="2590800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 smtClean="0">
                <a:latin typeface="+mj-lt"/>
              </a:rPr>
              <a:t>Avoid dealing with the “dependency problem.”</a:t>
            </a:r>
            <a:endParaRPr lang="en-US" sz="2600" dirty="0">
              <a:latin typeface="+mj-lt"/>
            </a:endParaRPr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8200" y="3581400"/>
            <a:ext cx="619125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2" name="Straight Arrow Connector 11"/>
          <p:cNvCxnSpPr/>
          <p:nvPr/>
        </p:nvCxnSpPr>
        <p:spPr>
          <a:xfrm flipV="1">
            <a:off x="1524000" y="3505200"/>
            <a:ext cx="304800" cy="228600"/>
          </a:xfrm>
          <a:prstGeom prst="straightConnector1">
            <a:avLst/>
          </a:prstGeom>
          <a:ln w="762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28800" y="3886200"/>
            <a:ext cx="619125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5" name="Straight Arrow Connector 14"/>
          <p:cNvCxnSpPr/>
          <p:nvPr/>
        </p:nvCxnSpPr>
        <p:spPr>
          <a:xfrm>
            <a:off x="2514600" y="4267200"/>
            <a:ext cx="381000" cy="228600"/>
          </a:xfrm>
          <a:prstGeom prst="straightConnector1">
            <a:avLst/>
          </a:prstGeom>
          <a:ln w="762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Task aka Requirements</a:t>
            </a:r>
            <a:endParaRPr lang="en-US" dirty="0"/>
          </a:p>
        </p:txBody>
      </p:sp>
      <p:sp>
        <p:nvSpPr>
          <p:cNvPr id="54274" name="AutoShape 2" descr="mk:@MSITStore:D:\Teaching\Software%20Construction\Books\2004%20Test%20Driven%20Development%20in%20Microsoft%20Dot%20NET.chm::/8371final/images/f02lq01_0.jp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42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0" y="1371600"/>
            <a:ext cx="29337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427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3962400"/>
            <a:ext cx="2924175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427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10200" y="4038600"/>
            <a:ext cx="29337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304800" y="1447800"/>
            <a:ext cx="4724400" cy="2123658"/>
          </a:xfrm>
          <a:prstGeom prst="rect">
            <a:avLst/>
          </a:prstGeom>
          <a:solidFill>
            <a:schemeClr val="accent3"/>
          </a:solidFill>
        </p:spPr>
        <p:txBody>
          <a:bodyPr wrap="square">
            <a:spAutoFit/>
          </a:bodyPr>
          <a:lstStyle/>
          <a:p>
            <a:r>
              <a:rPr lang="en-US" sz="2200" u="sng" dirty="0" smtClean="0">
                <a:solidFill>
                  <a:schemeClr val="bg1"/>
                </a:solidFill>
                <a:latin typeface="+mj-lt"/>
              </a:rPr>
              <a:t>Implement an unbounded Stack</a:t>
            </a:r>
            <a:r>
              <a:rPr lang="en-US" sz="2200" dirty="0" smtClean="0">
                <a:solidFill>
                  <a:schemeClr val="bg1"/>
                </a:solidFill>
                <a:latin typeface="+mj-lt"/>
              </a:rPr>
              <a:t>, which is a data structure in which access is restricted to the most recently inserted item.</a:t>
            </a:r>
          </a:p>
          <a:p>
            <a:r>
              <a:rPr lang="en-US" sz="2200" dirty="0" smtClean="0">
                <a:solidFill>
                  <a:schemeClr val="bg1"/>
                </a:solidFill>
                <a:latin typeface="+mj-lt"/>
              </a:rPr>
              <a:t>The </a:t>
            </a:r>
            <a:r>
              <a:rPr lang="en-US" sz="2200" u="sng" dirty="0" smtClean="0">
                <a:solidFill>
                  <a:schemeClr val="bg1"/>
                </a:solidFill>
                <a:latin typeface="+mj-lt"/>
              </a:rPr>
              <a:t>operations</a:t>
            </a:r>
            <a:r>
              <a:rPr lang="en-US" sz="2200" dirty="0" smtClean="0">
                <a:solidFill>
                  <a:schemeClr val="bg1"/>
                </a:solidFill>
                <a:latin typeface="+mj-lt"/>
              </a:rPr>
              <a:t> include Push, Pop, Top, and </a:t>
            </a:r>
            <a:r>
              <a:rPr lang="en-US" sz="2200" dirty="0" err="1" smtClean="0">
                <a:solidFill>
                  <a:schemeClr val="bg1"/>
                </a:solidFill>
                <a:latin typeface="+mj-lt"/>
              </a:rPr>
              <a:t>IsEmpty</a:t>
            </a:r>
            <a:r>
              <a:rPr lang="en-US" sz="2200" dirty="0" smtClean="0">
                <a:solidFill>
                  <a:schemeClr val="bg1"/>
                </a:solidFill>
                <a:latin typeface="+mj-lt"/>
              </a:rPr>
              <a:t>.</a:t>
            </a:r>
            <a:endParaRPr lang="en-US" sz="22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 (noun) [2] (HOW)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514600"/>
          </a:xfrm>
        </p:spPr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How</a:t>
            </a:r>
            <a:r>
              <a:rPr lang="en-US" sz="2400" dirty="0" smtClean="0"/>
              <a:t> do you test your software?</a:t>
            </a:r>
          </a:p>
          <a:p>
            <a:r>
              <a:rPr lang="en-US" sz="2400" dirty="0" smtClean="0"/>
              <a:t>Write an </a:t>
            </a:r>
            <a:r>
              <a:rPr lang="en-US" sz="2400" i="1" dirty="0" smtClean="0">
                <a:solidFill>
                  <a:srgbClr val="C00000"/>
                </a:solidFill>
              </a:rPr>
              <a:t>automated test</a:t>
            </a:r>
            <a:r>
              <a:rPr lang="en-US" sz="2400" dirty="0" smtClean="0"/>
              <a:t>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A test (noun)</a:t>
            </a:r>
            <a:r>
              <a:rPr lang="en-US" sz="2400" dirty="0" smtClean="0"/>
              <a:t> is a procedure leading to acceptance or rejection.</a:t>
            </a:r>
          </a:p>
          <a:p>
            <a:r>
              <a:rPr lang="en-US" sz="2400" dirty="0" smtClean="0"/>
              <a:t>With automated tests, when I start to </a:t>
            </a:r>
            <a:r>
              <a:rPr lang="en-US" sz="2400" i="1" dirty="0" smtClean="0">
                <a:solidFill>
                  <a:srgbClr val="C00000"/>
                </a:solidFill>
              </a:rPr>
              <a:t>feel stress</a:t>
            </a:r>
            <a:r>
              <a:rPr lang="en-US" sz="2400" dirty="0" smtClean="0"/>
              <a:t>, I run the tests.</a:t>
            </a:r>
          </a:p>
        </p:txBody>
      </p:sp>
      <p:pic>
        <p:nvPicPr>
          <p:cNvPr id="6553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0750" y="4038600"/>
            <a:ext cx="4762500" cy="255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 List (WHAT)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What</a:t>
            </a:r>
            <a:r>
              <a:rPr lang="en-US" sz="2400" dirty="0" smtClean="0"/>
              <a:t> should you test?</a:t>
            </a:r>
          </a:p>
          <a:p>
            <a:r>
              <a:rPr lang="en-US" sz="2400" dirty="0" smtClean="0"/>
              <a:t>Before you begin, write </a:t>
            </a:r>
            <a:r>
              <a:rPr lang="en-US" sz="2400" i="1" dirty="0" smtClean="0">
                <a:solidFill>
                  <a:srgbClr val="C00000"/>
                </a:solidFill>
              </a:rPr>
              <a:t>a list of all the tests</a:t>
            </a:r>
            <a:r>
              <a:rPr lang="en-US" sz="2400" dirty="0" smtClean="0"/>
              <a:t> </a:t>
            </a:r>
            <a:r>
              <a:rPr lang="en-US" sz="2400" i="1" u="sng" dirty="0" smtClean="0">
                <a:solidFill>
                  <a:srgbClr val="C00000"/>
                </a:solidFill>
              </a:rPr>
              <a:t>you know</a:t>
            </a:r>
            <a:r>
              <a:rPr lang="en-US" sz="2400" dirty="0" smtClean="0"/>
              <a:t> you will have to write.</a:t>
            </a:r>
          </a:p>
          <a:p>
            <a:r>
              <a:rPr lang="en-US" sz="2400" dirty="0" smtClean="0"/>
              <a:t>Put on the list examples of every operation that you know you need to implement.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As you make the tests run, the implementation will </a:t>
            </a:r>
            <a:r>
              <a:rPr lang="en-US" sz="2400" i="1" dirty="0" smtClean="0">
                <a:solidFill>
                  <a:srgbClr val="C00000"/>
                </a:solidFill>
              </a:rPr>
              <a:t>imply new tests</a:t>
            </a:r>
            <a:r>
              <a:rPr lang="en-US" sz="2400" dirty="0" smtClean="0"/>
              <a:t>. Write the new tests down on the list.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2286000" y="3780472"/>
            <a:ext cx="4572000" cy="1477328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>
            <a:spAutoFit/>
          </a:bodyPr>
          <a:lstStyle/>
          <a:p>
            <a:r>
              <a:rPr lang="en-US" strike="sngStrike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$5 + 10 CHF = $10 if rate is 2:1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$5 * 2 = $10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Make "amount" private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Dollar side effects?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Money rounding?</a:t>
            </a:r>
            <a:endParaRPr lang="en-US" dirty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Isolated Test and Test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How should the running of tests </a:t>
            </a:r>
            <a:r>
              <a:rPr lang="en-US" sz="2400" i="1" dirty="0" smtClean="0">
                <a:solidFill>
                  <a:srgbClr val="C00000"/>
                </a:solidFill>
              </a:rPr>
              <a:t>affect</a:t>
            </a:r>
            <a:r>
              <a:rPr lang="en-US" sz="2400" dirty="0" smtClean="0"/>
              <a:t> one another?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Not</a:t>
            </a:r>
            <a:r>
              <a:rPr lang="en-US" sz="2400" dirty="0" smtClean="0"/>
              <a:t> at all.</a:t>
            </a:r>
          </a:p>
          <a:p>
            <a:endParaRPr lang="en-US" sz="2400" dirty="0" smtClean="0"/>
          </a:p>
          <a:p>
            <a:r>
              <a:rPr lang="en-US" sz="2400" i="1" dirty="0" smtClean="0">
                <a:solidFill>
                  <a:srgbClr val="C00000"/>
                </a:solidFill>
              </a:rPr>
              <a:t>What data</a:t>
            </a:r>
            <a:r>
              <a:rPr lang="en-US" sz="2400" dirty="0" smtClean="0"/>
              <a:t> do you use for test-first tests?</a:t>
            </a:r>
          </a:p>
          <a:p>
            <a:r>
              <a:rPr lang="en-US" sz="2400" dirty="0" smtClean="0"/>
              <a:t>Use data that makes the tests </a:t>
            </a:r>
            <a:r>
              <a:rPr lang="en-US" sz="2400" i="1" dirty="0" smtClean="0">
                <a:solidFill>
                  <a:srgbClr val="C00000"/>
                </a:solidFill>
              </a:rPr>
              <a:t>easy to read</a:t>
            </a:r>
            <a:r>
              <a:rPr lang="en-US" sz="2400" dirty="0" smtClean="0"/>
              <a:t> and follow.  </a:t>
            </a:r>
          </a:p>
          <a:p>
            <a:r>
              <a:rPr lang="en-US" sz="2400" dirty="0" smtClean="0"/>
              <a:t>If there is a difference in the data, then it should be </a:t>
            </a:r>
            <a:r>
              <a:rPr lang="en-US" sz="2400" i="1" dirty="0" smtClean="0">
                <a:solidFill>
                  <a:srgbClr val="C00000"/>
                </a:solidFill>
              </a:rPr>
              <a:t>meaningful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If there isn't a </a:t>
            </a:r>
            <a:r>
              <a:rPr lang="en-US" sz="2400" i="1" dirty="0" smtClean="0">
                <a:solidFill>
                  <a:srgbClr val="C00000"/>
                </a:solidFill>
              </a:rPr>
              <a:t>conceptual difference</a:t>
            </a:r>
            <a:r>
              <a:rPr lang="en-US" sz="2400" dirty="0" smtClean="0"/>
              <a:t> between 1 and 2, use 1.</a:t>
            </a:r>
          </a:p>
        </p:txBody>
      </p:sp>
      <p:pic>
        <p:nvPicPr>
          <p:cNvPr id="7065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05200" y="5105400"/>
            <a:ext cx="1781175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 First (WHEN)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When</a:t>
            </a:r>
            <a:r>
              <a:rPr lang="en-US" sz="2400" dirty="0" smtClean="0"/>
              <a:t> should you write your tests?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Before</a:t>
            </a:r>
            <a:r>
              <a:rPr lang="en-US" sz="2400" dirty="0" smtClean="0"/>
              <a:t> you write the code that is to be tested.</a:t>
            </a:r>
          </a:p>
          <a:p>
            <a:endParaRPr lang="en-US" sz="2400" dirty="0" smtClean="0"/>
          </a:p>
          <a:p>
            <a:r>
              <a:rPr lang="en-US" sz="2400" i="1" dirty="0" smtClean="0">
                <a:solidFill>
                  <a:srgbClr val="C00000"/>
                </a:solidFill>
              </a:rPr>
              <a:t>How large</a:t>
            </a:r>
            <a:r>
              <a:rPr lang="en-US" sz="2400" dirty="0" smtClean="0"/>
              <a:t> should your steps be?</a:t>
            </a:r>
          </a:p>
          <a:p>
            <a:r>
              <a:rPr lang="en-US" sz="2400" dirty="0" smtClean="0"/>
              <a:t>You could write the tests so they each encouraged the addition of </a:t>
            </a:r>
            <a:r>
              <a:rPr lang="en-US" sz="2400" i="1" dirty="0" smtClean="0">
                <a:solidFill>
                  <a:srgbClr val="C00000"/>
                </a:solidFill>
              </a:rPr>
              <a:t>a single line</a:t>
            </a:r>
            <a:r>
              <a:rPr lang="en-US" sz="2400" dirty="0" smtClean="0"/>
              <a:t> of logic and a handful of </a:t>
            </a:r>
            <a:r>
              <a:rPr lang="en-US" sz="2400" dirty="0" err="1" smtClean="0"/>
              <a:t>refactorings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You could write the tests so they each encouraged the addition of </a:t>
            </a:r>
            <a:r>
              <a:rPr lang="en-US" sz="2400" i="1" dirty="0" smtClean="0">
                <a:solidFill>
                  <a:srgbClr val="C00000"/>
                </a:solidFill>
              </a:rPr>
              <a:t>hundreds of lines</a:t>
            </a:r>
            <a:r>
              <a:rPr lang="en-US" sz="2400" dirty="0" smtClean="0"/>
              <a:t> of logic and hours of refactoring. Which should you do?</a:t>
            </a:r>
          </a:p>
          <a:p>
            <a:r>
              <a:rPr lang="en-US" sz="2400" dirty="0" smtClean="0"/>
              <a:t>You should be able to do either. The tendency of Test-Driven Developers over time is clear, though—</a:t>
            </a:r>
            <a:r>
              <a:rPr lang="en-US" sz="2400" i="1" dirty="0" smtClean="0">
                <a:solidFill>
                  <a:srgbClr val="C00000"/>
                </a:solidFill>
              </a:rPr>
              <a:t>smaller steps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endParaRPr lang="en-US" sz="2400" dirty="0"/>
          </a:p>
        </p:txBody>
      </p:sp>
      <p:pic>
        <p:nvPicPr>
          <p:cNvPr id="6963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05600" y="990600"/>
            <a:ext cx="1971675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Much Change is Enough?</a:t>
            </a:r>
            <a:endParaRPr lang="en-US" dirty="0"/>
          </a:p>
        </p:txBody>
      </p:sp>
      <p:pic>
        <p:nvPicPr>
          <p:cNvPr id="72708" name="Picture 4" descr="http://wac.450f.edgecastcdn.net/80450F/mix941kmxj.com/files/2012/01/If_I_Die_APP-YT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57800" y="2209801"/>
            <a:ext cx="3543300" cy="2826204"/>
          </a:xfrm>
          <a:prstGeom prst="rect">
            <a:avLst/>
          </a:prstGeom>
          <a:noFill/>
        </p:spPr>
      </p:pic>
      <p:pic>
        <p:nvPicPr>
          <p:cNvPr id="72710" name="Picture 6" descr="http://australianmuseum.net.au/Uploads/Images/13217/ALIVE_MKTG_B_Image_FA2_big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2209801"/>
            <a:ext cx="4326945" cy="289559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TDD?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525963"/>
          </a:xfrm>
        </p:spPr>
        <p:txBody>
          <a:bodyPr/>
          <a:lstStyle/>
          <a:p>
            <a:pPr lvl="0"/>
            <a:r>
              <a:rPr lang="en-US" sz="2400" dirty="0" smtClean="0"/>
              <a:t>Enables you to take </a:t>
            </a:r>
            <a:r>
              <a:rPr lang="en-US" sz="2400" i="1" dirty="0" smtClean="0">
                <a:solidFill>
                  <a:srgbClr val="C00000"/>
                </a:solidFill>
              </a:rPr>
              <a:t>small steps</a:t>
            </a:r>
            <a:r>
              <a:rPr lang="en-US" sz="2400" dirty="0" smtClean="0"/>
              <a:t> when writing software → easier to develop software</a:t>
            </a:r>
          </a:p>
          <a:p>
            <a:pPr lvl="0"/>
            <a:endParaRPr lang="en-US" sz="2400" dirty="0" smtClean="0"/>
          </a:p>
          <a:p>
            <a:pPr lvl="0"/>
            <a:r>
              <a:rPr lang="en-US" sz="2400" dirty="0" smtClean="0"/>
              <a:t>Enable you to </a:t>
            </a:r>
            <a:r>
              <a:rPr lang="en-US" sz="2400" i="1" dirty="0" smtClean="0">
                <a:solidFill>
                  <a:srgbClr val="C00000"/>
                </a:solidFill>
              </a:rPr>
              <a:t>design</a:t>
            </a:r>
            <a:r>
              <a:rPr lang="en-US" sz="2400" dirty="0" smtClean="0"/>
              <a:t> the system.</a:t>
            </a:r>
          </a:p>
          <a:p>
            <a:pPr lvl="0"/>
            <a:r>
              <a:rPr lang="en-US" sz="2400" dirty="0" smtClean="0"/>
              <a:t>Enable you to </a:t>
            </a:r>
            <a:r>
              <a:rPr lang="en-US" sz="2400" i="1" dirty="0" smtClean="0">
                <a:solidFill>
                  <a:srgbClr val="C00000"/>
                </a:solidFill>
              </a:rPr>
              <a:t>document</a:t>
            </a:r>
            <a:r>
              <a:rPr lang="en-US" sz="2400" dirty="0" smtClean="0"/>
              <a:t> the system.</a:t>
            </a:r>
          </a:p>
          <a:p>
            <a:pPr lvl="0"/>
            <a:endParaRPr lang="en-US" sz="2400" dirty="0" smtClean="0"/>
          </a:p>
          <a:p>
            <a:pPr lvl="0"/>
            <a:r>
              <a:rPr lang="en-US" sz="2400" dirty="0" smtClean="0"/>
              <a:t>The design of the system is inherently </a:t>
            </a:r>
            <a:r>
              <a:rPr lang="en-US" sz="2400" i="1" dirty="0" smtClean="0">
                <a:solidFill>
                  <a:srgbClr val="C00000"/>
                </a:solidFill>
              </a:rPr>
              <a:t>testable</a:t>
            </a:r>
            <a:r>
              <a:rPr lang="en-US" sz="2400" dirty="0" smtClean="0"/>
              <a:t> → less defects</a:t>
            </a:r>
          </a:p>
          <a:p>
            <a:pPr lvl="0"/>
            <a:r>
              <a:rPr lang="en-US" sz="2400" dirty="0" smtClean="0"/>
              <a:t>The production code tends to be more </a:t>
            </a:r>
            <a:r>
              <a:rPr lang="en-US" sz="2400" i="1" dirty="0" smtClean="0">
                <a:solidFill>
                  <a:srgbClr val="C00000"/>
                </a:solidFill>
              </a:rPr>
              <a:t>minimalist</a:t>
            </a:r>
            <a:r>
              <a:rPr lang="en-US" sz="2400" dirty="0" smtClean="0"/>
              <a:t> → more productive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29400" y="2209800"/>
            <a:ext cx="1933575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TDD vs. Big Upfront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“There are </a:t>
            </a:r>
            <a:r>
              <a:rPr lang="en-US" sz="2400" i="1" dirty="0" smtClean="0">
                <a:solidFill>
                  <a:srgbClr val="C00000"/>
                </a:solidFill>
              </a:rPr>
              <a:t>two ways</a:t>
            </a:r>
            <a:r>
              <a:rPr lang="en-US" sz="2400" dirty="0" smtClean="0"/>
              <a:t> of constructing a software design:</a:t>
            </a:r>
          </a:p>
          <a:p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	One way is to make it </a:t>
            </a:r>
            <a:r>
              <a:rPr lang="en-US" sz="2400" i="1" dirty="0" smtClean="0">
                <a:solidFill>
                  <a:srgbClr val="C00000"/>
                </a:solidFill>
              </a:rPr>
              <a:t>so simple</a:t>
            </a:r>
            <a:r>
              <a:rPr lang="en-US" sz="2400" dirty="0" smtClean="0"/>
              <a:t> that there are obviously no deficiencies,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	and the other way is to make it </a:t>
            </a:r>
            <a:r>
              <a:rPr lang="en-US" sz="2400" i="1" dirty="0" smtClean="0">
                <a:solidFill>
                  <a:srgbClr val="C00000"/>
                </a:solidFill>
              </a:rPr>
              <a:t>so complicated</a:t>
            </a:r>
            <a:r>
              <a:rPr lang="en-US" sz="2400" dirty="0" smtClean="0"/>
              <a:t> that there are no obvious deficiencies.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	The first method is far more difficult.”</a:t>
            </a:r>
          </a:p>
          <a:p>
            <a:pPr>
              <a:buNone/>
            </a:pPr>
            <a:r>
              <a:rPr lang="en-US" sz="2400" dirty="0" smtClean="0"/>
              <a:t>	– Sir Charles Antony Richard Hoare</a:t>
            </a:r>
            <a:endParaRPr lang="en-US" sz="2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</a:t>
            </a:r>
            <a:endParaRPr lang="en-US" dirty="0"/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304800" y="1538645"/>
            <a:ext cx="8610600" cy="4832092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class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 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2B91AF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SelectionSort</a:t>
            </a:r>
            <a:endParaRPr kumimoji="0" 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{</a:t>
            </a:r>
            <a:endParaRPr kumimoji="0" 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 smtClean="0">
                <a:solidFill>
                  <a:srgbClr val="0000FF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 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public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 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int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[] Sort(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int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[] array)</a:t>
            </a:r>
            <a:endParaRPr kumimoji="0" 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  {</a:t>
            </a:r>
            <a:endParaRPr kumimoji="0" 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   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for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 (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int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 position = 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 smtClean="0">
                <a:latin typeface="Consolas" pitchFamily="49" charset="0"/>
                <a:ea typeface="Calibri" pitchFamily="34" charset="0"/>
                <a:cs typeface="Consolas" pitchFamily="49" charset="0"/>
              </a:rPr>
              <a:t>        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position &lt; 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array.Length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 - 1; position++)</a:t>
            </a:r>
            <a:endParaRPr kumimoji="0" 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    {</a:t>
            </a:r>
            <a:endParaRPr kumimoji="0" 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      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int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 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minValueIndex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 =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 smtClean="0">
                <a:latin typeface="Consolas" pitchFamily="49" charset="0"/>
                <a:ea typeface="Calibri" pitchFamily="34" charset="0"/>
                <a:cs typeface="Consolas" pitchFamily="49" charset="0"/>
              </a:rPr>
              <a:t>              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this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.GetMinValueIndex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(array, position);</a:t>
            </a:r>
            <a:endParaRPr kumimoji="0" 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      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this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.SwapValues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(array, 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minValueIndex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, position);</a:t>
            </a:r>
            <a:endParaRPr kumimoji="0" 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    }</a:t>
            </a:r>
            <a:endParaRPr kumimoji="0" 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   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return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 array;</a:t>
            </a:r>
            <a:endParaRPr kumimoji="0" 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  }</a:t>
            </a:r>
            <a:endParaRPr kumimoji="0" 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}</a:t>
            </a:r>
            <a:endParaRPr kumimoji="0" 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Loose Coupling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 want the components in my applications to be as </a:t>
            </a:r>
            <a:r>
              <a:rPr lang="en-US" sz="2400" i="1" dirty="0" smtClean="0">
                <a:solidFill>
                  <a:srgbClr val="C00000"/>
                </a:solidFill>
              </a:rPr>
              <a:t>independent</a:t>
            </a:r>
            <a:r>
              <a:rPr lang="en-US" sz="2400" dirty="0" smtClean="0"/>
              <a:t> as possible and to have as few interdependencies as I can arrange.</a:t>
            </a:r>
          </a:p>
          <a:p>
            <a:r>
              <a:rPr lang="en-US" sz="2400" dirty="0" smtClean="0"/>
              <a:t>In an ideal situation, each component </a:t>
            </a:r>
            <a:r>
              <a:rPr lang="en-US" sz="2400" i="1" dirty="0" smtClean="0">
                <a:solidFill>
                  <a:srgbClr val="C00000"/>
                </a:solidFill>
              </a:rPr>
              <a:t>knows nothing</a:t>
            </a:r>
            <a:r>
              <a:rPr lang="en-US" sz="2400" dirty="0" smtClean="0"/>
              <a:t> about any other component and only deals with other areas of the application through abstract interfaces.</a:t>
            </a:r>
          </a:p>
          <a:p>
            <a:r>
              <a:rPr lang="en-US" sz="2400" dirty="0" smtClean="0"/>
              <a:t>Fabian Beck and Stephan Diehl. On the Congruence of Modularity and Code Coupling. 2011.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981200"/>
            <a:ext cx="5715000" cy="428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Behaviour</a:t>
            </a:r>
            <a:r>
              <a:rPr lang="en-US" dirty="0" smtClean="0"/>
              <a:t>-Driven Development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81000" y="2438400"/>
            <a:ext cx="28194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+mj-lt"/>
              </a:rPr>
              <a:t>As a</a:t>
            </a:r>
            <a:r>
              <a:rPr lang="en-US" sz="2000" dirty="0" smtClean="0">
                <a:latin typeface="+mj-lt"/>
              </a:rPr>
              <a:t> [Role]</a:t>
            </a:r>
          </a:p>
          <a:p>
            <a:r>
              <a:rPr lang="en-US" sz="2000" b="1" dirty="0" smtClean="0">
                <a:latin typeface="+mj-lt"/>
              </a:rPr>
              <a:t>I want</a:t>
            </a:r>
            <a:r>
              <a:rPr lang="en-US" sz="2000" dirty="0" smtClean="0">
                <a:latin typeface="+mj-lt"/>
              </a:rPr>
              <a:t> [Feature]</a:t>
            </a:r>
          </a:p>
          <a:p>
            <a:r>
              <a:rPr lang="en-US" sz="2000" b="1" dirty="0" smtClean="0">
                <a:latin typeface="+mj-lt"/>
              </a:rPr>
              <a:t>so that I receive </a:t>
            </a:r>
            <a:r>
              <a:rPr lang="en-US" sz="2000" dirty="0" smtClean="0">
                <a:latin typeface="+mj-lt"/>
              </a:rPr>
              <a:t>[Value]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0" y="2362200"/>
            <a:ext cx="4191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+mj-lt"/>
              </a:rPr>
              <a:t>Given</a:t>
            </a:r>
            <a:r>
              <a:rPr lang="en-US" sz="2000" dirty="0" smtClean="0">
                <a:latin typeface="+mj-lt"/>
              </a:rPr>
              <a:t> some initial context (the givens),</a:t>
            </a:r>
          </a:p>
          <a:p>
            <a:r>
              <a:rPr lang="en-US" sz="2000" b="1" dirty="0" smtClean="0">
                <a:latin typeface="+mj-lt"/>
              </a:rPr>
              <a:t>When</a:t>
            </a:r>
            <a:r>
              <a:rPr lang="en-US" sz="2000" dirty="0" smtClean="0">
                <a:latin typeface="+mj-lt"/>
              </a:rPr>
              <a:t> an event occurs,</a:t>
            </a:r>
          </a:p>
          <a:p>
            <a:r>
              <a:rPr lang="en-US" sz="2000" b="1" dirty="0" smtClean="0">
                <a:latin typeface="+mj-lt"/>
              </a:rPr>
              <a:t>then</a:t>
            </a:r>
            <a:r>
              <a:rPr lang="en-US" sz="2000" dirty="0" smtClean="0">
                <a:latin typeface="+mj-lt"/>
              </a:rPr>
              <a:t> ensure some outcomes.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600" y="1447800"/>
            <a:ext cx="6781800" cy="523220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r>
              <a:rPr lang="en-US" sz="2800" dirty="0" err="1" smtClean="0">
                <a:solidFill>
                  <a:schemeClr val="bg1"/>
                </a:solidFill>
                <a:latin typeface="+mj-lt"/>
              </a:rPr>
              <a:t>Behaviours</a:t>
            </a:r>
            <a:r>
              <a:rPr lang="en-US" sz="2800" dirty="0" smtClean="0">
                <a:solidFill>
                  <a:schemeClr val="bg1"/>
                </a:solidFill>
                <a:latin typeface="+mj-lt"/>
              </a:rPr>
              <a:t> are more important than tests!</a:t>
            </a:r>
            <a:endParaRPr lang="en-US" sz="2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8600" y="5029200"/>
            <a:ext cx="42672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+mj-lt"/>
              </a:rPr>
              <a:t>+Title: Customer withdraws cash</a:t>
            </a:r>
          </a:p>
          <a:p>
            <a:r>
              <a:rPr lang="en-US" sz="2000" b="1" dirty="0" smtClean="0">
                <a:latin typeface="+mj-lt"/>
              </a:rPr>
              <a:t>As a</a:t>
            </a:r>
            <a:r>
              <a:rPr lang="en-US" sz="2000" dirty="0" smtClean="0">
                <a:latin typeface="+mj-lt"/>
              </a:rPr>
              <a:t> customer,</a:t>
            </a:r>
          </a:p>
          <a:p>
            <a:r>
              <a:rPr lang="en-US" sz="2000" b="1" dirty="0" smtClean="0">
                <a:latin typeface="+mj-lt"/>
              </a:rPr>
              <a:t>I want</a:t>
            </a:r>
            <a:r>
              <a:rPr lang="en-US" sz="2000" dirty="0" smtClean="0">
                <a:latin typeface="+mj-lt"/>
              </a:rPr>
              <a:t> to withdraw cash from an ATM,</a:t>
            </a:r>
          </a:p>
          <a:p>
            <a:r>
              <a:rPr lang="en-US" sz="2000" b="1" dirty="0" smtClean="0">
                <a:latin typeface="+mj-lt"/>
              </a:rPr>
              <a:t>so that</a:t>
            </a:r>
            <a:r>
              <a:rPr lang="en-US" sz="2000" dirty="0" smtClean="0">
                <a:latin typeface="+mj-lt"/>
              </a:rPr>
              <a:t> I don’t have to wait in line at the bank.</a:t>
            </a:r>
            <a:endParaRPr lang="en-US" sz="2000" dirty="0"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34000" y="3733800"/>
            <a:ext cx="4191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+mj-lt"/>
              </a:rPr>
              <a:t>Given</a:t>
            </a:r>
            <a:r>
              <a:rPr lang="en-US" sz="2000" dirty="0" smtClean="0">
                <a:latin typeface="+mj-lt"/>
              </a:rPr>
              <a:t> the account is in credit</a:t>
            </a:r>
          </a:p>
          <a:p>
            <a:r>
              <a:rPr lang="en-US" sz="2000" dirty="0" smtClean="0">
                <a:latin typeface="+mj-lt"/>
              </a:rPr>
              <a:t>And the card is valid</a:t>
            </a:r>
          </a:p>
          <a:p>
            <a:r>
              <a:rPr lang="en-US" sz="2000" dirty="0" smtClean="0">
                <a:latin typeface="+mj-lt"/>
              </a:rPr>
              <a:t>And the dispenser contains cash</a:t>
            </a:r>
          </a:p>
          <a:p>
            <a:r>
              <a:rPr lang="en-US" sz="2000" b="1" dirty="0" smtClean="0">
                <a:latin typeface="+mj-lt"/>
              </a:rPr>
              <a:t>When</a:t>
            </a:r>
            <a:r>
              <a:rPr lang="en-US" sz="2000" dirty="0" smtClean="0">
                <a:latin typeface="+mj-lt"/>
              </a:rPr>
              <a:t> the customer requests cash</a:t>
            </a:r>
          </a:p>
          <a:p>
            <a:r>
              <a:rPr lang="en-US" sz="2000" b="1" dirty="0" smtClean="0">
                <a:latin typeface="+mj-lt"/>
              </a:rPr>
              <a:t>then</a:t>
            </a:r>
            <a:r>
              <a:rPr lang="en-US" sz="2000" dirty="0" smtClean="0">
                <a:latin typeface="+mj-lt"/>
              </a:rPr>
              <a:t> ensure the account is debited</a:t>
            </a:r>
          </a:p>
          <a:p>
            <a:r>
              <a:rPr lang="en-US" sz="2000" dirty="0" smtClean="0">
                <a:latin typeface="+mj-lt"/>
              </a:rPr>
              <a:t>And ensure cash is dispensed</a:t>
            </a:r>
          </a:p>
          <a:p>
            <a:r>
              <a:rPr lang="en-US" sz="2000" dirty="0" smtClean="0">
                <a:latin typeface="+mj-lt"/>
              </a:rPr>
              <a:t>And ensure the card is returned</a:t>
            </a:r>
            <a:endParaRPr lang="en-US" sz="20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BDD</a:t>
            </a:r>
            <a:endParaRPr lang="en-US" dirty="0"/>
          </a:p>
        </p:txBody>
      </p:sp>
      <p:graphicFrame>
        <p:nvGraphicFramePr>
          <p:cNvPr id="5" name="Diagram 4"/>
          <p:cNvGraphicFramePr/>
          <p:nvPr/>
        </p:nvGraphicFramePr>
        <p:xfrm>
          <a:off x="304800" y="838200"/>
          <a:ext cx="8610600" cy="304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143000" y="4038600"/>
            <a:ext cx="6858000" cy="261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</a:t>
            </a:r>
            <a:r>
              <a:rPr lang="en-US" smtClean="0"/>
              <a:t>You &amp; See 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20679</TotalTime>
  <Words>1773</Words>
  <Application>Microsoft Office PowerPoint</Application>
  <PresentationFormat>On-screen Show (4:3)</PresentationFormat>
  <Paragraphs>291</Paragraphs>
  <Slides>50</Slides>
  <Notes>2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2" baseType="lpstr">
      <vt:lpstr>Office Theme</vt:lpstr>
      <vt:lpstr>Document</vt:lpstr>
      <vt:lpstr>Logic and Persistence Development</vt:lpstr>
      <vt:lpstr>Objectives</vt:lpstr>
      <vt:lpstr>Contents</vt:lpstr>
      <vt:lpstr>References</vt:lpstr>
      <vt:lpstr>1. Identify UI Inputs and Outputs</vt:lpstr>
      <vt:lpstr>2. Select the Storage Type</vt:lpstr>
      <vt:lpstr>3. Create Data Schema and SQL Scripts</vt:lpstr>
      <vt:lpstr>4. Select a Persistence Framework or Library</vt:lpstr>
      <vt:lpstr>5. Create Persistence Code</vt:lpstr>
      <vt:lpstr>Slide 10</vt:lpstr>
      <vt:lpstr>1. Create Transaction Scripts</vt:lpstr>
      <vt:lpstr>2. Or Create a Domain Model</vt:lpstr>
      <vt:lpstr>Flexible Process (1 4.  3.  2.)</vt:lpstr>
      <vt:lpstr>Slide 14</vt:lpstr>
      <vt:lpstr>Add New Fields to Existing System</vt:lpstr>
      <vt:lpstr>Add New Screen to Existing System</vt:lpstr>
      <vt:lpstr>Slide 17</vt:lpstr>
      <vt:lpstr>1. Implement Design by Contract</vt:lpstr>
      <vt:lpstr>2. Implement Robustness</vt:lpstr>
      <vt:lpstr>3. Implement Security</vt:lpstr>
      <vt:lpstr>Slide 21</vt:lpstr>
      <vt:lpstr>How to Code a Difficult Feature?</vt:lpstr>
      <vt:lpstr>Pseudo-Code Programming Process [1]</vt:lpstr>
      <vt:lpstr>Pseudocode</vt:lpstr>
      <vt:lpstr>Sequence</vt:lpstr>
      <vt:lpstr>Selection</vt:lpstr>
      <vt:lpstr>Iteration</vt:lpstr>
      <vt:lpstr>Turn Pseudocode into Real Code</vt:lpstr>
      <vt:lpstr>Pseudocode Benefits</vt:lpstr>
      <vt:lpstr>Slide 30</vt:lpstr>
      <vt:lpstr>Fibonacci Example (I) [2]</vt:lpstr>
      <vt:lpstr>Fibonacci Example (II)</vt:lpstr>
      <vt:lpstr>Fibonacci Example (III)</vt:lpstr>
      <vt:lpstr>Fibonacci Example (IV)</vt:lpstr>
      <vt:lpstr>Test-Driven Development</vt:lpstr>
      <vt:lpstr>Inside-Out  and Outside-In [3]</vt:lpstr>
      <vt:lpstr>The Task aka Requirements</vt:lpstr>
      <vt:lpstr>Test (noun) [2] (HOW)</vt:lpstr>
      <vt:lpstr>Test List (WHAT)</vt:lpstr>
      <vt:lpstr>Isolated Test and Test Data</vt:lpstr>
      <vt:lpstr>Test First (WHEN)</vt:lpstr>
      <vt:lpstr>How Much Change is Enough?</vt:lpstr>
      <vt:lpstr>Why TDD?</vt:lpstr>
      <vt:lpstr>TDD vs. Big Upfront Design</vt:lpstr>
      <vt:lpstr>Exercise</vt:lpstr>
      <vt:lpstr>Slide 46</vt:lpstr>
      <vt:lpstr>Loose Coupling</vt:lpstr>
      <vt:lpstr>Behaviour-Driven Development</vt:lpstr>
      <vt:lpstr>Using BDD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5689</cp:revision>
  <dcterms:created xsi:type="dcterms:W3CDTF">2007-10-06T08:25:13Z</dcterms:created>
  <dcterms:modified xsi:type="dcterms:W3CDTF">2026-01-10T12:26:16Z</dcterms:modified>
</cp:coreProperties>
</file>