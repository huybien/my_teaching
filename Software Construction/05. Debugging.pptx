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30" r:id="rId3"/>
    <p:sldId id="411" r:id="rId4"/>
    <p:sldId id="468" r:id="rId5"/>
    <p:sldId id="486" r:id="rId6"/>
    <p:sldId id="469" r:id="rId7"/>
    <p:sldId id="470" r:id="rId8"/>
    <p:sldId id="471" r:id="rId9"/>
    <p:sldId id="472" r:id="rId10"/>
    <p:sldId id="343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176" autoAdjust="0"/>
    <p:restoredTop sz="94667" autoAdjust="0"/>
  </p:normalViewPr>
  <p:slideViewPr>
    <p:cSldViewPr>
      <p:cViewPr>
        <p:scale>
          <a:sx n="50" d="100"/>
          <a:sy n="50" d="100"/>
        </p:scale>
        <p:origin x="-1474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3D4A66-AB9C-4814-8825-AA0D1120384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CFB7B3-A704-4D31-A882-8B4C8AFF8790}">
      <dgm:prSet phldrT="[Text]" custT="1"/>
      <dgm:spPr/>
      <dgm:t>
        <a:bodyPr/>
        <a:lstStyle/>
        <a:p>
          <a:r>
            <a:rPr lang="en-US" sz="2000" dirty="0" smtClean="0"/>
            <a:t>Learn about the program you're working on.</a:t>
          </a:r>
          <a:endParaRPr lang="en-US" sz="2000" dirty="0"/>
        </a:p>
      </dgm:t>
    </dgm:pt>
    <dgm:pt modelId="{4EF81432-E29E-4D0E-BF31-AA352E32C1F5}" type="parTrans" cxnId="{08258049-596A-4FA2-831F-93B7CDCE77B4}">
      <dgm:prSet/>
      <dgm:spPr/>
      <dgm:t>
        <a:bodyPr/>
        <a:lstStyle/>
        <a:p>
          <a:endParaRPr lang="en-US"/>
        </a:p>
      </dgm:t>
    </dgm:pt>
    <dgm:pt modelId="{0B252FFC-FB48-4D46-91F2-4B85643311DC}" type="sibTrans" cxnId="{08258049-596A-4FA2-831F-93B7CDCE77B4}">
      <dgm:prSet/>
      <dgm:spPr/>
      <dgm:t>
        <a:bodyPr/>
        <a:lstStyle/>
        <a:p>
          <a:endParaRPr lang="en-US"/>
        </a:p>
      </dgm:t>
    </dgm:pt>
    <dgm:pt modelId="{5057E802-8C1A-4702-ACA8-73EF34EA3CEB}">
      <dgm:prSet custT="1"/>
      <dgm:spPr>
        <a:solidFill>
          <a:schemeClr val="accent2"/>
        </a:solidFill>
      </dgm:spPr>
      <dgm:t>
        <a:bodyPr/>
        <a:lstStyle/>
        <a:p>
          <a:r>
            <a:rPr lang="en-US" sz="2000" dirty="0" smtClean="0"/>
            <a:t>Learn about how you find problems.</a:t>
          </a:r>
        </a:p>
      </dgm:t>
    </dgm:pt>
    <dgm:pt modelId="{53FFB939-0F52-41F3-91CD-27C505DF77E0}" type="parTrans" cxnId="{0ACF378F-B84A-4AD2-A51F-131B61884A6B}">
      <dgm:prSet/>
      <dgm:spPr/>
      <dgm:t>
        <a:bodyPr/>
        <a:lstStyle/>
        <a:p>
          <a:endParaRPr lang="en-US"/>
        </a:p>
      </dgm:t>
    </dgm:pt>
    <dgm:pt modelId="{12928F33-BF9B-4798-87D1-41AB21ACE01D}" type="sibTrans" cxnId="{0ACF378F-B84A-4AD2-A51F-131B61884A6B}">
      <dgm:prSet/>
      <dgm:spPr/>
      <dgm:t>
        <a:bodyPr/>
        <a:lstStyle/>
        <a:p>
          <a:endParaRPr lang="en-US"/>
        </a:p>
      </dgm:t>
    </dgm:pt>
    <dgm:pt modelId="{FDB0B0A2-EAB7-46F7-ACFF-D70610C1BE0D}">
      <dgm:prSet custT="1"/>
      <dgm:spPr>
        <a:solidFill>
          <a:schemeClr val="accent3"/>
        </a:solidFill>
      </dgm:spPr>
      <dgm:t>
        <a:bodyPr/>
        <a:lstStyle/>
        <a:p>
          <a:r>
            <a:rPr lang="en-US" sz="2000" dirty="0" smtClean="0"/>
            <a:t>Learn about how you fix defects.</a:t>
          </a:r>
        </a:p>
      </dgm:t>
    </dgm:pt>
    <dgm:pt modelId="{B695ED11-644D-4706-8FF7-246CB608FB8D}" type="parTrans" cxnId="{AFD75821-2457-4B24-A55E-F27264F948B3}">
      <dgm:prSet/>
      <dgm:spPr/>
      <dgm:t>
        <a:bodyPr/>
        <a:lstStyle/>
        <a:p>
          <a:endParaRPr lang="en-US"/>
        </a:p>
      </dgm:t>
    </dgm:pt>
    <dgm:pt modelId="{E4828B91-ADCC-4E16-9B1D-7A8908944A73}" type="sibTrans" cxnId="{AFD75821-2457-4B24-A55E-F27264F948B3}">
      <dgm:prSet/>
      <dgm:spPr/>
      <dgm:t>
        <a:bodyPr/>
        <a:lstStyle/>
        <a:p>
          <a:endParaRPr lang="en-US"/>
        </a:p>
      </dgm:t>
    </dgm:pt>
    <dgm:pt modelId="{E14E604F-3D07-4883-866B-537FE4E76DE1}" type="pres">
      <dgm:prSet presAssocID="{F43D4A66-AB9C-4814-8825-AA0D1120384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18F3B30-BBBD-4A04-9E6D-953125E44759}" type="pres">
      <dgm:prSet presAssocID="{DACFB7B3-A704-4D31-A882-8B4C8AFF8790}" presName="parentLin" presStyleCnt="0"/>
      <dgm:spPr/>
    </dgm:pt>
    <dgm:pt modelId="{B2A1E193-E353-495C-929E-589E77A57A55}" type="pres">
      <dgm:prSet presAssocID="{DACFB7B3-A704-4D31-A882-8B4C8AFF8790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BDDD5803-B274-4178-A6A6-0862CD09DDCD}" type="pres">
      <dgm:prSet presAssocID="{DACFB7B3-A704-4D31-A882-8B4C8AFF8790}" presName="parentText" presStyleLbl="node1" presStyleIdx="0" presStyleCnt="3" custScaleX="12987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B6BA90-BF89-4243-8547-F307A6E42D43}" type="pres">
      <dgm:prSet presAssocID="{DACFB7B3-A704-4D31-A882-8B4C8AFF8790}" presName="negativeSpace" presStyleCnt="0"/>
      <dgm:spPr/>
    </dgm:pt>
    <dgm:pt modelId="{0B72BF46-F888-413B-867B-5661DB69668A}" type="pres">
      <dgm:prSet presAssocID="{DACFB7B3-A704-4D31-A882-8B4C8AFF8790}" presName="childText" presStyleLbl="conFgAcc1" presStyleIdx="0" presStyleCnt="3">
        <dgm:presLayoutVars>
          <dgm:bulletEnabled val="1"/>
        </dgm:presLayoutVars>
      </dgm:prSet>
      <dgm:spPr/>
    </dgm:pt>
    <dgm:pt modelId="{05763751-171D-4D06-AE76-AD0A98293EDB}" type="pres">
      <dgm:prSet presAssocID="{0B252FFC-FB48-4D46-91F2-4B85643311DC}" presName="spaceBetweenRectangles" presStyleCnt="0"/>
      <dgm:spPr/>
    </dgm:pt>
    <dgm:pt modelId="{81635777-F48C-43DC-930F-CE41562B8C66}" type="pres">
      <dgm:prSet presAssocID="{5057E802-8C1A-4702-ACA8-73EF34EA3CEB}" presName="parentLin" presStyleCnt="0"/>
      <dgm:spPr/>
    </dgm:pt>
    <dgm:pt modelId="{42946C55-184D-4544-8C0D-8A82A1949F98}" type="pres">
      <dgm:prSet presAssocID="{5057E802-8C1A-4702-ACA8-73EF34EA3CEB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8DBCC47F-6DC8-45AE-8700-0B113BE5153E}" type="pres">
      <dgm:prSet presAssocID="{5057E802-8C1A-4702-ACA8-73EF34EA3CEB}" presName="parentText" presStyleLbl="node1" presStyleIdx="1" presStyleCnt="3" custScaleX="12987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CA6014-A6B6-4BF4-B181-0B48BB70EFB9}" type="pres">
      <dgm:prSet presAssocID="{5057E802-8C1A-4702-ACA8-73EF34EA3CEB}" presName="negativeSpace" presStyleCnt="0"/>
      <dgm:spPr/>
    </dgm:pt>
    <dgm:pt modelId="{E9C73FF6-ED21-42D8-8910-594AF08F4C83}" type="pres">
      <dgm:prSet presAssocID="{5057E802-8C1A-4702-ACA8-73EF34EA3CEB}" presName="childText" presStyleLbl="conFgAcc1" presStyleIdx="1" presStyleCnt="3">
        <dgm:presLayoutVars>
          <dgm:bulletEnabled val="1"/>
        </dgm:presLayoutVars>
      </dgm:prSet>
      <dgm:spPr/>
    </dgm:pt>
    <dgm:pt modelId="{A4887C0D-2988-4802-8BB2-61AF3E33AC70}" type="pres">
      <dgm:prSet presAssocID="{12928F33-BF9B-4798-87D1-41AB21ACE01D}" presName="spaceBetweenRectangles" presStyleCnt="0"/>
      <dgm:spPr/>
    </dgm:pt>
    <dgm:pt modelId="{0174E14D-5E94-4968-A194-501ACC807093}" type="pres">
      <dgm:prSet presAssocID="{FDB0B0A2-EAB7-46F7-ACFF-D70610C1BE0D}" presName="parentLin" presStyleCnt="0"/>
      <dgm:spPr/>
    </dgm:pt>
    <dgm:pt modelId="{4195955D-DFBB-47CE-B51C-67E4FCE129FF}" type="pres">
      <dgm:prSet presAssocID="{FDB0B0A2-EAB7-46F7-ACFF-D70610C1BE0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8B559F9C-BFE6-45F4-BAFF-444CB3C33DD0}" type="pres">
      <dgm:prSet presAssocID="{FDB0B0A2-EAB7-46F7-ACFF-D70610C1BE0D}" presName="parentText" presStyleLbl="node1" presStyleIdx="2" presStyleCnt="3" custScaleX="12987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820502-8996-4724-8D48-9D1A6C40B234}" type="pres">
      <dgm:prSet presAssocID="{FDB0B0A2-EAB7-46F7-ACFF-D70610C1BE0D}" presName="negativeSpace" presStyleCnt="0"/>
      <dgm:spPr/>
    </dgm:pt>
    <dgm:pt modelId="{0DBD97AF-8FCF-4F0B-9A4D-6BAC930CCE9A}" type="pres">
      <dgm:prSet presAssocID="{FDB0B0A2-EAB7-46F7-ACFF-D70610C1BE0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ACF378F-B84A-4AD2-A51F-131B61884A6B}" srcId="{F43D4A66-AB9C-4814-8825-AA0D1120384B}" destId="{5057E802-8C1A-4702-ACA8-73EF34EA3CEB}" srcOrd="1" destOrd="0" parTransId="{53FFB939-0F52-41F3-91CD-27C505DF77E0}" sibTransId="{12928F33-BF9B-4798-87D1-41AB21ACE01D}"/>
    <dgm:cxn modelId="{73037C70-DEE5-46C5-A113-4D06126C0BE4}" type="presOf" srcId="{FDB0B0A2-EAB7-46F7-ACFF-D70610C1BE0D}" destId="{4195955D-DFBB-47CE-B51C-67E4FCE129FF}" srcOrd="0" destOrd="0" presId="urn:microsoft.com/office/officeart/2005/8/layout/list1"/>
    <dgm:cxn modelId="{25F5ECA6-8F2D-49C0-B70D-2F3E9836D77D}" type="presOf" srcId="{5057E802-8C1A-4702-ACA8-73EF34EA3CEB}" destId="{8DBCC47F-6DC8-45AE-8700-0B113BE5153E}" srcOrd="1" destOrd="0" presId="urn:microsoft.com/office/officeart/2005/8/layout/list1"/>
    <dgm:cxn modelId="{3910D6D5-7755-4ADD-84E0-FC087D4A8163}" type="presOf" srcId="{DACFB7B3-A704-4D31-A882-8B4C8AFF8790}" destId="{BDDD5803-B274-4178-A6A6-0862CD09DDCD}" srcOrd="1" destOrd="0" presId="urn:microsoft.com/office/officeart/2005/8/layout/list1"/>
    <dgm:cxn modelId="{AFD75821-2457-4B24-A55E-F27264F948B3}" srcId="{F43D4A66-AB9C-4814-8825-AA0D1120384B}" destId="{FDB0B0A2-EAB7-46F7-ACFF-D70610C1BE0D}" srcOrd="2" destOrd="0" parTransId="{B695ED11-644D-4706-8FF7-246CB608FB8D}" sibTransId="{E4828B91-ADCC-4E16-9B1D-7A8908944A73}"/>
    <dgm:cxn modelId="{BB56F422-1AC9-48E3-A9AC-2CEFBEA09594}" type="presOf" srcId="{5057E802-8C1A-4702-ACA8-73EF34EA3CEB}" destId="{42946C55-184D-4544-8C0D-8A82A1949F98}" srcOrd="0" destOrd="0" presId="urn:microsoft.com/office/officeart/2005/8/layout/list1"/>
    <dgm:cxn modelId="{559DBABA-A11F-40E2-9344-9A692E15FAF2}" type="presOf" srcId="{F43D4A66-AB9C-4814-8825-AA0D1120384B}" destId="{E14E604F-3D07-4883-866B-537FE4E76DE1}" srcOrd="0" destOrd="0" presId="urn:microsoft.com/office/officeart/2005/8/layout/list1"/>
    <dgm:cxn modelId="{08258049-596A-4FA2-831F-93B7CDCE77B4}" srcId="{F43D4A66-AB9C-4814-8825-AA0D1120384B}" destId="{DACFB7B3-A704-4D31-A882-8B4C8AFF8790}" srcOrd="0" destOrd="0" parTransId="{4EF81432-E29E-4D0E-BF31-AA352E32C1F5}" sibTransId="{0B252FFC-FB48-4D46-91F2-4B85643311DC}"/>
    <dgm:cxn modelId="{25F14D45-E884-4687-9FCD-0698A2E5B71E}" type="presOf" srcId="{DACFB7B3-A704-4D31-A882-8B4C8AFF8790}" destId="{B2A1E193-E353-495C-929E-589E77A57A55}" srcOrd="0" destOrd="0" presId="urn:microsoft.com/office/officeart/2005/8/layout/list1"/>
    <dgm:cxn modelId="{0025BE3A-53B7-4A8A-911A-59FD4D25B515}" type="presOf" srcId="{FDB0B0A2-EAB7-46F7-ACFF-D70610C1BE0D}" destId="{8B559F9C-BFE6-45F4-BAFF-444CB3C33DD0}" srcOrd="1" destOrd="0" presId="urn:microsoft.com/office/officeart/2005/8/layout/list1"/>
    <dgm:cxn modelId="{6C564214-BAE6-429D-811A-CDCDD736EE63}" type="presParOf" srcId="{E14E604F-3D07-4883-866B-537FE4E76DE1}" destId="{318F3B30-BBBD-4A04-9E6D-953125E44759}" srcOrd="0" destOrd="0" presId="urn:microsoft.com/office/officeart/2005/8/layout/list1"/>
    <dgm:cxn modelId="{C32315DC-9E26-4B8C-A81D-148C8C256B4E}" type="presParOf" srcId="{318F3B30-BBBD-4A04-9E6D-953125E44759}" destId="{B2A1E193-E353-495C-929E-589E77A57A55}" srcOrd="0" destOrd="0" presId="urn:microsoft.com/office/officeart/2005/8/layout/list1"/>
    <dgm:cxn modelId="{4D6FA869-66AA-43B2-822B-FF6A53B9494F}" type="presParOf" srcId="{318F3B30-BBBD-4A04-9E6D-953125E44759}" destId="{BDDD5803-B274-4178-A6A6-0862CD09DDCD}" srcOrd="1" destOrd="0" presId="urn:microsoft.com/office/officeart/2005/8/layout/list1"/>
    <dgm:cxn modelId="{62502C15-E0CA-46DE-AA11-AB85F54BF3D3}" type="presParOf" srcId="{E14E604F-3D07-4883-866B-537FE4E76DE1}" destId="{EEB6BA90-BF89-4243-8547-F307A6E42D43}" srcOrd="1" destOrd="0" presId="urn:microsoft.com/office/officeart/2005/8/layout/list1"/>
    <dgm:cxn modelId="{EF0DD220-454E-4DFE-96D7-4C77AFE00235}" type="presParOf" srcId="{E14E604F-3D07-4883-866B-537FE4E76DE1}" destId="{0B72BF46-F888-413B-867B-5661DB69668A}" srcOrd="2" destOrd="0" presId="urn:microsoft.com/office/officeart/2005/8/layout/list1"/>
    <dgm:cxn modelId="{1FEA0D07-AC52-4EE7-9FD8-FF3AB0DEAD63}" type="presParOf" srcId="{E14E604F-3D07-4883-866B-537FE4E76DE1}" destId="{05763751-171D-4D06-AE76-AD0A98293EDB}" srcOrd="3" destOrd="0" presId="urn:microsoft.com/office/officeart/2005/8/layout/list1"/>
    <dgm:cxn modelId="{61475A3E-4291-4908-85EB-4D31DDAC6ED1}" type="presParOf" srcId="{E14E604F-3D07-4883-866B-537FE4E76DE1}" destId="{81635777-F48C-43DC-930F-CE41562B8C66}" srcOrd="4" destOrd="0" presId="urn:microsoft.com/office/officeart/2005/8/layout/list1"/>
    <dgm:cxn modelId="{A2AA2AFB-6A5D-481C-94D4-D9C51ACDF18A}" type="presParOf" srcId="{81635777-F48C-43DC-930F-CE41562B8C66}" destId="{42946C55-184D-4544-8C0D-8A82A1949F98}" srcOrd="0" destOrd="0" presId="urn:microsoft.com/office/officeart/2005/8/layout/list1"/>
    <dgm:cxn modelId="{EF237099-C5AE-4759-88A8-027C75ED4209}" type="presParOf" srcId="{81635777-F48C-43DC-930F-CE41562B8C66}" destId="{8DBCC47F-6DC8-45AE-8700-0B113BE5153E}" srcOrd="1" destOrd="0" presId="urn:microsoft.com/office/officeart/2005/8/layout/list1"/>
    <dgm:cxn modelId="{AD2002A2-B1FD-4715-8FA9-FB167D0AB2FF}" type="presParOf" srcId="{E14E604F-3D07-4883-866B-537FE4E76DE1}" destId="{ACCA6014-A6B6-4BF4-B181-0B48BB70EFB9}" srcOrd="5" destOrd="0" presId="urn:microsoft.com/office/officeart/2005/8/layout/list1"/>
    <dgm:cxn modelId="{F9A64815-C43C-49C8-98CA-7144AACA7CC7}" type="presParOf" srcId="{E14E604F-3D07-4883-866B-537FE4E76DE1}" destId="{E9C73FF6-ED21-42D8-8910-594AF08F4C83}" srcOrd="6" destOrd="0" presId="urn:microsoft.com/office/officeart/2005/8/layout/list1"/>
    <dgm:cxn modelId="{4409DB25-B493-4302-86EC-7420C6896830}" type="presParOf" srcId="{E14E604F-3D07-4883-866B-537FE4E76DE1}" destId="{A4887C0D-2988-4802-8BB2-61AF3E33AC70}" srcOrd="7" destOrd="0" presId="urn:microsoft.com/office/officeart/2005/8/layout/list1"/>
    <dgm:cxn modelId="{106BEF05-D532-4E49-AA63-F976FB2C5F6D}" type="presParOf" srcId="{E14E604F-3D07-4883-866B-537FE4E76DE1}" destId="{0174E14D-5E94-4968-A194-501ACC807093}" srcOrd="8" destOrd="0" presId="urn:microsoft.com/office/officeart/2005/8/layout/list1"/>
    <dgm:cxn modelId="{BF605050-3E57-4CAC-88CE-12628A564B48}" type="presParOf" srcId="{0174E14D-5E94-4968-A194-501ACC807093}" destId="{4195955D-DFBB-47CE-B51C-67E4FCE129FF}" srcOrd="0" destOrd="0" presId="urn:microsoft.com/office/officeart/2005/8/layout/list1"/>
    <dgm:cxn modelId="{362EA923-AC6B-4469-A687-27C5BAF88E33}" type="presParOf" srcId="{0174E14D-5E94-4968-A194-501ACC807093}" destId="{8B559F9C-BFE6-45F4-BAFF-444CB3C33DD0}" srcOrd="1" destOrd="0" presId="urn:microsoft.com/office/officeart/2005/8/layout/list1"/>
    <dgm:cxn modelId="{43A03306-DF2B-4636-8590-9673CB528E44}" type="presParOf" srcId="{E14E604F-3D07-4883-866B-537FE4E76DE1}" destId="{4B820502-8996-4724-8D48-9D1A6C40B234}" srcOrd="9" destOrd="0" presId="urn:microsoft.com/office/officeart/2005/8/layout/list1"/>
    <dgm:cxn modelId="{F8B0E8A2-6AAF-4513-A38F-B9F8A4921F21}" type="presParOf" srcId="{E14E604F-3D07-4883-866B-537FE4E76DE1}" destId="{0DBD97AF-8FCF-4F0B-9A4D-6BAC930CCE9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2D2A71-1F42-4D7D-BA83-57980AFA0BE5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C6B975-BF40-4B88-AC70-8291706CD49A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800" dirty="0" smtClean="0"/>
            <a:t>Gather the data that produces the defect.</a:t>
          </a:r>
          <a:endParaRPr lang="en-US" sz="1800" dirty="0"/>
        </a:p>
      </dgm:t>
    </dgm:pt>
    <dgm:pt modelId="{3E805992-C750-4123-85FF-DE239250A839}" type="parTrans" cxnId="{A262E7CA-9814-4971-A5AD-F14AA1315D9D}">
      <dgm:prSet/>
      <dgm:spPr/>
      <dgm:t>
        <a:bodyPr/>
        <a:lstStyle/>
        <a:p>
          <a:endParaRPr lang="en-US"/>
        </a:p>
      </dgm:t>
    </dgm:pt>
    <dgm:pt modelId="{E212649D-CE17-4E84-B343-D7F1553D5240}" type="sibTrans" cxnId="{A262E7CA-9814-4971-A5AD-F14AA1315D9D}">
      <dgm:prSet/>
      <dgm:spPr/>
      <dgm:t>
        <a:bodyPr/>
        <a:lstStyle/>
        <a:p>
          <a:endParaRPr lang="en-US"/>
        </a:p>
      </dgm:t>
    </dgm:pt>
    <dgm:pt modelId="{CC6D4B46-FD21-4B48-ADAA-BB95A8D95C64}">
      <dgm:prSet custT="1"/>
      <dgm:spPr>
        <a:solidFill>
          <a:schemeClr val="accent3"/>
        </a:solidFill>
      </dgm:spPr>
      <dgm:t>
        <a:bodyPr/>
        <a:lstStyle/>
        <a:p>
          <a:r>
            <a:rPr lang="en-US" sz="1800" dirty="0" smtClean="0"/>
            <a:t>Analyze the data that has been gathered, and form a hypothesis about the defect.</a:t>
          </a:r>
          <a:endParaRPr lang="en-US" sz="1800" dirty="0"/>
        </a:p>
      </dgm:t>
    </dgm:pt>
    <dgm:pt modelId="{51A3D8B1-6761-46C7-8A29-EA996580B751}" type="parTrans" cxnId="{42C65118-89F7-49BD-AD5D-2F8F55E9A02D}">
      <dgm:prSet/>
      <dgm:spPr/>
      <dgm:t>
        <a:bodyPr/>
        <a:lstStyle/>
        <a:p>
          <a:endParaRPr lang="en-US"/>
        </a:p>
      </dgm:t>
    </dgm:pt>
    <dgm:pt modelId="{CBCB8101-6807-4635-A36F-0E0224EBE064}" type="sibTrans" cxnId="{42C65118-89F7-49BD-AD5D-2F8F55E9A02D}">
      <dgm:prSet/>
      <dgm:spPr/>
      <dgm:t>
        <a:bodyPr/>
        <a:lstStyle/>
        <a:p>
          <a:endParaRPr lang="en-US"/>
        </a:p>
      </dgm:t>
    </dgm:pt>
    <dgm:pt modelId="{2A318A00-1F5B-4C99-8FA7-77AFEAB1D2FB}">
      <dgm:prSet custT="1"/>
      <dgm:spPr>
        <a:solidFill>
          <a:schemeClr val="accent4"/>
        </a:solidFill>
      </dgm:spPr>
      <dgm:t>
        <a:bodyPr/>
        <a:lstStyle/>
        <a:p>
          <a:r>
            <a:rPr lang="en-US" sz="1800" dirty="0" smtClean="0"/>
            <a:t>Prove or disprove the hypothesis, either by testing the program or by examining the code.</a:t>
          </a:r>
          <a:endParaRPr lang="en-US" sz="1800" dirty="0"/>
        </a:p>
      </dgm:t>
    </dgm:pt>
    <dgm:pt modelId="{B58403D9-1837-4C04-8D76-165737C7B92F}" type="parTrans" cxnId="{8E7F6149-AD88-4115-AED4-AA2350D85D8E}">
      <dgm:prSet/>
      <dgm:spPr/>
      <dgm:t>
        <a:bodyPr/>
        <a:lstStyle/>
        <a:p>
          <a:endParaRPr lang="en-US"/>
        </a:p>
      </dgm:t>
    </dgm:pt>
    <dgm:pt modelId="{6D22C24A-354A-41F7-BFE0-5E5C0F26151B}" type="sibTrans" cxnId="{8E7F6149-AD88-4115-AED4-AA2350D85D8E}">
      <dgm:prSet/>
      <dgm:spPr/>
      <dgm:t>
        <a:bodyPr/>
        <a:lstStyle/>
        <a:p>
          <a:endParaRPr lang="en-US"/>
        </a:p>
      </dgm:t>
    </dgm:pt>
    <dgm:pt modelId="{556310E3-2353-4BEA-BBB5-988C35353645}">
      <dgm:prSet phldrT="[Text]" custT="1"/>
      <dgm:spPr/>
      <dgm:t>
        <a:bodyPr/>
        <a:lstStyle/>
        <a:p>
          <a:r>
            <a:rPr lang="en-US" sz="1800" dirty="0" smtClean="0"/>
            <a:t>Stabilize the error.</a:t>
          </a:r>
          <a:endParaRPr lang="en-US" sz="1800" dirty="0"/>
        </a:p>
      </dgm:t>
    </dgm:pt>
    <dgm:pt modelId="{09B8EC9B-54D6-4203-B11F-3968B9CF6614}" type="parTrans" cxnId="{B7CBD9F8-9905-4707-8F85-C7C4AC7BC3E0}">
      <dgm:prSet/>
      <dgm:spPr/>
      <dgm:t>
        <a:bodyPr/>
        <a:lstStyle/>
        <a:p>
          <a:endParaRPr lang="en-US"/>
        </a:p>
      </dgm:t>
    </dgm:pt>
    <dgm:pt modelId="{393E9DEF-BADC-4325-B9BD-CB6DCC8B3719}" type="sibTrans" cxnId="{B7CBD9F8-9905-4707-8F85-C7C4AC7BC3E0}">
      <dgm:prSet/>
      <dgm:spPr/>
      <dgm:t>
        <a:bodyPr/>
        <a:lstStyle/>
        <a:p>
          <a:endParaRPr lang="en-US"/>
        </a:p>
      </dgm:t>
    </dgm:pt>
    <dgm:pt modelId="{5C8161B1-702D-44EC-A66F-0BBA8146AD13}" type="pres">
      <dgm:prSet presAssocID="{612D2A71-1F42-4D7D-BA83-57980AFA0BE5}" presName="linearFlow" presStyleCnt="0">
        <dgm:presLayoutVars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650D30-D4D3-483C-96E4-FAE0F3C55761}" type="pres">
      <dgm:prSet presAssocID="{556310E3-2353-4BEA-BBB5-988C3535364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E8846D-D486-4F59-BA37-495B81406699}" type="pres">
      <dgm:prSet presAssocID="{393E9DEF-BADC-4325-B9BD-CB6DCC8B3719}" presName="sibTrans" presStyleLbl="sibTrans2D1" presStyleIdx="0" presStyleCnt="3"/>
      <dgm:spPr/>
      <dgm:t>
        <a:bodyPr/>
        <a:lstStyle/>
        <a:p>
          <a:endParaRPr lang="en-US"/>
        </a:p>
      </dgm:t>
    </dgm:pt>
    <dgm:pt modelId="{8EDF77E9-07C1-4D45-A12D-EC4CBBEC5641}" type="pres">
      <dgm:prSet presAssocID="{393E9DEF-BADC-4325-B9BD-CB6DCC8B3719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69A2ABF0-3361-41DA-8821-C0CCD3A977F4}" type="pres">
      <dgm:prSet presAssocID="{58C6B975-BF40-4B88-AC70-8291706CD49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FC590B-5597-4314-B053-3E2E9971A1ED}" type="pres">
      <dgm:prSet presAssocID="{E212649D-CE17-4E84-B343-D7F1553D5240}" presName="sibTrans" presStyleLbl="sibTrans2D1" presStyleIdx="1" presStyleCnt="3"/>
      <dgm:spPr/>
      <dgm:t>
        <a:bodyPr/>
        <a:lstStyle/>
        <a:p>
          <a:endParaRPr lang="en-US"/>
        </a:p>
      </dgm:t>
    </dgm:pt>
    <dgm:pt modelId="{1F8459FD-A0C4-4654-A2F4-4E130F5A1E8C}" type="pres">
      <dgm:prSet presAssocID="{E212649D-CE17-4E84-B343-D7F1553D5240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1E175070-DB8E-404D-9C6C-0C79AFCE03A0}" type="pres">
      <dgm:prSet presAssocID="{CC6D4B46-FD21-4B48-ADAA-BB95A8D95C6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3B8BAC-B4E3-4AED-8B30-08642F70A43E}" type="pres">
      <dgm:prSet presAssocID="{CBCB8101-6807-4635-A36F-0E0224EBE064}" presName="sibTrans" presStyleLbl="sibTrans2D1" presStyleIdx="2" presStyleCnt="3"/>
      <dgm:spPr/>
      <dgm:t>
        <a:bodyPr/>
        <a:lstStyle/>
        <a:p>
          <a:endParaRPr lang="en-US"/>
        </a:p>
      </dgm:t>
    </dgm:pt>
    <dgm:pt modelId="{66FEE209-2BB7-4237-89C3-46B6C0524B2E}" type="pres">
      <dgm:prSet presAssocID="{CBCB8101-6807-4635-A36F-0E0224EBE064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9EB9EBAE-EEA0-4921-B42E-42F2FC6D1534}" type="pres">
      <dgm:prSet presAssocID="{2A318A00-1F5B-4C99-8FA7-77AFEAB1D2F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DACE86-3161-4844-963D-E91CD2E89CD9}" type="presOf" srcId="{E212649D-CE17-4E84-B343-D7F1553D5240}" destId="{E5FC590B-5597-4314-B053-3E2E9971A1ED}" srcOrd="0" destOrd="0" presId="urn:microsoft.com/office/officeart/2005/8/layout/process2"/>
    <dgm:cxn modelId="{3222F1C7-8732-493A-A282-FD592093F12C}" type="presOf" srcId="{2A318A00-1F5B-4C99-8FA7-77AFEAB1D2FB}" destId="{9EB9EBAE-EEA0-4921-B42E-42F2FC6D1534}" srcOrd="0" destOrd="0" presId="urn:microsoft.com/office/officeart/2005/8/layout/process2"/>
    <dgm:cxn modelId="{55F4C5D3-AEBD-4294-B240-BEA29F5FCA06}" type="presOf" srcId="{58C6B975-BF40-4B88-AC70-8291706CD49A}" destId="{69A2ABF0-3361-41DA-8821-C0CCD3A977F4}" srcOrd="0" destOrd="0" presId="urn:microsoft.com/office/officeart/2005/8/layout/process2"/>
    <dgm:cxn modelId="{8E7F6149-AD88-4115-AED4-AA2350D85D8E}" srcId="{612D2A71-1F42-4D7D-BA83-57980AFA0BE5}" destId="{2A318A00-1F5B-4C99-8FA7-77AFEAB1D2FB}" srcOrd="3" destOrd="0" parTransId="{B58403D9-1837-4C04-8D76-165737C7B92F}" sibTransId="{6D22C24A-354A-41F7-BFE0-5E5C0F26151B}"/>
    <dgm:cxn modelId="{1481A248-C596-4E18-ACB3-909A2AE499AE}" type="presOf" srcId="{393E9DEF-BADC-4325-B9BD-CB6DCC8B3719}" destId="{48E8846D-D486-4F59-BA37-495B81406699}" srcOrd="0" destOrd="0" presId="urn:microsoft.com/office/officeart/2005/8/layout/process2"/>
    <dgm:cxn modelId="{7A8D31C2-D494-4018-A6D9-E4DECB4DAB30}" type="presOf" srcId="{612D2A71-1F42-4D7D-BA83-57980AFA0BE5}" destId="{5C8161B1-702D-44EC-A66F-0BBA8146AD13}" srcOrd="0" destOrd="0" presId="urn:microsoft.com/office/officeart/2005/8/layout/process2"/>
    <dgm:cxn modelId="{B7CBD9F8-9905-4707-8F85-C7C4AC7BC3E0}" srcId="{612D2A71-1F42-4D7D-BA83-57980AFA0BE5}" destId="{556310E3-2353-4BEA-BBB5-988C35353645}" srcOrd="0" destOrd="0" parTransId="{09B8EC9B-54D6-4203-B11F-3968B9CF6614}" sibTransId="{393E9DEF-BADC-4325-B9BD-CB6DCC8B3719}"/>
    <dgm:cxn modelId="{A262E7CA-9814-4971-A5AD-F14AA1315D9D}" srcId="{612D2A71-1F42-4D7D-BA83-57980AFA0BE5}" destId="{58C6B975-BF40-4B88-AC70-8291706CD49A}" srcOrd="1" destOrd="0" parTransId="{3E805992-C750-4123-85FF-DE239250A839}" sibTransId="{E212649D-CE17-4E84-B343-D7F1553D5240}"/>
    <dgm:cxn modelId="{80DB02D5-5053-4719-A87F-29F8B077FC96}" type="presOf" srcId="{CC6D4B46-FD21-4B48-ADAA-BB95A8D95C64}" destId="{1E175070-DB8E-404D-9C6C-0C79AFCE03A0}" srcOrd="0" destOrd="0" presId="urn:microsoft.com/office/officeart/2005/8/layout/process2"/>
    <dgm:cxn modelId="{4241A826-D196-4A4F-AA2C-37C06D058D1C}" type="presOf" srcId="{CBCB8101-6807-4635-A36F-0E0224EBE064}" destId="{123B8BAC-B4E3-4AED-8B30-08642F70A43E}" srcOrd="0" destOrd="0" presId="urn:microsoft.com/office/officeart/2005/8/layout/process2"/>
    <dgm:cxn modelId="{49212547-2AC9-401F-9C61-47D328E24BAD}" type="presOf" srcId="{E212649D-CE17-4E84-B343-D7F1553D5240}" destId="{1F8459FD-A0C4-4654-A2F4-4E130F5A1E8C}" srcOrd="1" destOrd="0" presId="urn:microsoft.com/office/officeart/2005/8/layout/process2"/>
    <dgm:cxn modelId="{42C65118-89F7-49BD-AD5D-2F8F55E9A02D}" srcId="{612D2A71-1F42-4D7D-BA83-57980AFA0BE5}" destId="{CC6D4B46-FD21-4B48-ADAA-BB95A8D95C64}" srcOrd="2" destOrd="0" parTransId="{51A3D8B1-6761-46C7-8A29-EA996580B751}" sibTransId="{CBCB8101-6807-4635-A36F-0E0224EBE064}"/>
    <dgm:cxn modelId="{5AB3A3CA-6171-409E-A928-9ADB7C5132CE}" type="presOf" srcId="{393E9DEF-BADC-4325-B9BD-CB6DCC8B3719}" destId="{8EDF77E9-07C1-4D45-A12D-EC4CBBEC5641}" srcOrd="1" destOrd="0" presId="urn:microsoft.com/office/officeart/2005/8/layout/process2"/>
    <dgm:cxn modelId="{D6D423FF-BE91-474A-B955-3EC77ED2A090}" type="presOf" srcId="{556310E3-2353-4BEA-BBB5-988C35353645}" destId="{FD650D30-D4D3-483C-96E4-FAE0F3C55761}" srcOrd="0" destOrd="0" presId="urn:microsoft.com/office/officeart/2005/8/layout/process2"/>
    <dgm:cxn modelId="{6568E751-073C-4943-BCE3-432F927DB4E9}" type="presOf" srcId="{CBCB8101-6807-4635-A36F-0E0224EBE064}" destId="{66FEE209-2BB7-4237-89C3-46B6C0524B2E}" srcOrd="1" destOrd="0" presId="urn:microsoft.com/office/officeart/2005/8/layout/process2"/>
    <dgm:cxn modelId="{09037960-3634-4202-B935-AA78D2A2BC86}" type="presParOf" srcId="{5C8161B1-702D-44EC-A66F-0BBA8146AD13}" destId="{FD650D30-D4D3-483C-96E4-FAE0F3C55761}" srcOrd="0" destOrd="0" presId="urn:microsoft.com/office/officeart/2005/8/layout/process2"/>
    <dgm:cxn modelId="{76847B63-4BF3-4C8E-A6AC-BD7C5F96569D}" type="presParOf" srcId="{5C8161B1-702D-44EC-A66F-0BBA8146AD13}" destId="{48E8846D-D486-4F59-BA37-495B81406699}" srcOrd="1" destOrd="0" presId="urn:microsoft.com/office/officeart/2005/8/layout/process2"/>
    <dgm:cxn modelId="{4178A36E-BF0E-4240-B3FB-013009A85282}" type="presParOf" srcId="{48E8846D-D486-4F59-BA37-495B81406699}" destId="{8EDF77E9-07C1-4D45-A12D-EC4CBBEC5641}" srcOrd="0" destOrd="0" presId="urn:microsoft.com/office/officeart/2005/8/layout/process2"/>
    <dgm:cxn modelId="{5D0C07DB-86EB-4EA2-9BC4-8A04AF8B4B6C}" type="presParOf" srcId="{5C8161B1-702D-44EC-A66F-0BBA8146AD13}" destId="{69A2ABF0-3361-41DA-8821-C0CCD3A977F4}" srcOrd="2" destOrd="0" presId="urn:microsoft.com/office/officeart/2005/8/layout/process2"/>
    <dgm:cxn modelId="{041EB6E5-38D6-439D-BFD2-42F9365AD64A}" type="presParOf" srcId="{5C8161B1-702D-44EC-A66F-0BBA8146AD13}" destId="{E5FC590B-5597-4314-B053-3E2E9971A1ED}" srcOrd="3" destOrd="0" presId="urn:microsoft.com/office/officeart/2005/8/layout/process2"/>
    <dgm:cxn modelId="{5C0FAC89-A470-4C31-84AA-D0222D45827A}" type="presParOf" srcId="{E5FC590B-5597-4314-B053-3E2E9971A1ED}" destId="{1F8459FD-A0C4-4654-A2F4-4E130F5A1E8C}" srcOrd="0" destOrd="0" presId="urn:microsoft.com/office/officeart/2005/8/layout/process2"/>
    <dgm:cxn modelId="{1E62752C-E881-42EE-8464-AA4CED2A8C6D}" type="presParOf" srcId="{5C8161B1-702D-44EC-A66F-0BBA8146AD13}" destId="{1E175070-DB8E-404D-9C6C-0C79AFCE03A0}" srcOrd="4" destOrd="0" presId="urn:microsoft.com/office/officeart/2005/8/layout/process2"/>
    <dgm:cxn modelId="{9C399B70-C255-4DA8-A03E-9BABCB20B1EE}" type="presParOf" srcId="{5C8161B1-702D-44EC-A66F-0BBA8146AD13}" destId="{123B8BAC-B4E3-4AED-8B30-08642F70A43E}" srcOrd="5" destOrd="0" presId="urn:microsoft.com/office/officeart/2005/8/layout/process2"/>
    <dgm:cxn modelId="{922D62EC-3C34-46B2-AAEE-87ACC42FF969}" type="presParOf" srcId="{123B8BAC-B4E3-4AED-8B30-08642F70A43E}" destId="{66FEE209-2BB7-4237-89C3-46B6C0524B2E}" srcOrd="0" destOrd="0" presId="urn:microsoft.com/office/officeart/2005/8/layout/process2"/>
    <dgm:cxn modelId="{A2593AE5-35E8-47CA-B1C2-9B6DAB34CEE0}" type="presParOf" srcId="{5C8161B1-702D-44EC-A66F-0BBA8146AD13}" destId="{9EB9EBAE-EEA0-4921-B42E-42F2FC6D153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72BF46-F888-413B-867B-5661DB69668A}">
      <dsp:nvSpPr>
        <dsp:cNvPr id="0" name=""/>
        <dsp:cNvSpPr/>
      </dsp:nvSpPr>
      <dsp:spPr>
        <a:xfrm>
          <a:off x="0" y="335039"/>
          <a:ext cx="41910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D5803-B274-4178-A6A6-0862CD09DDCD}">
      <dsp:nvSpPr>
        <dsp:cNvPr id="0" name=""/>
        <dsp:cNvSpPr/>
      </dsp:nvSpPr>
      <dsp:spPr>
        <a:xfrm>
          <a:off x="209550" y="10319"/>
          <a:ext cx="3809996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887" tIns="0" rIns="110887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Learn about the program you're working on.</a:t>
          </a:r>
          <a:endParaRPr lang="en-US" sz="2000" kern="1200" dirty="0"/>
        </a:p>
      </dsp:txBody>
      <dsp:txXfrm>
        <a:off x="209550" y="10319"/>
        <a:ext cx="3809996" cy="649440"/>
      </dsp:txXfrm>
    </dsp:sp>
    <dsp:sp modelId="{E9C73FF6-ED21-42D8-8910-594AF08F4C83}">
      <dsp:nvSpPr>
        <dsp:cNvPr id="0" name=""/>
        <dsp:cNvSpPr/>
      </dsp:nvSpPr>
      <dsp:spPr>
        <a:xfrm>
          <a:off x="0" y="1332959"/>
          <a:ext cx="41910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CC47F-6DC8-45AE-8700-0B113BE5153E}">
      <dsp:nvSpPr>
        <dsp:cNvPr id="0" name=""/>
        <dsp:cNvSpPr/>
      </dsp:nvSpPr>
      <dsp:spPr>
        <a:xfrm>
          <a:off x="209550" y="1008240"/>
          <a:ext cx="3809996" cy="64944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887" tIns="0" rIns="110887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Learn about how you find problems.</a:t>
          </a:r>
        </a:p>
      </dsp:txBody>
      <dsp:txXfrm>
        <a:off x="209550" y="1008240"/>
        <a:ext cx="3809996" cy="649440"/>
      </dsp:txXfrm>
    </dsp:sp>
    <dsp:sp modelId="{0DBD97AF-8FCF-4F0B-9A4D-6BAC930CCE9A}">
      <dsp:nvSpPr>
        <dsp:cNvPr id="0" name=""/>
        <dsp:cNvSpPr/>
      </dsp:nvSpPr>
      <dsp:spPr>
        <a:xfrm>
          <a:off x="0" y="2330880"/>
          <a:ext cx="41910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59F9C-BFE6-45F4-BAFF-444CB3C33DD0}">
      <dsp:nvSpPr>
        <dsp:cNvPr id="0" name=""/>
        <dsp:cNvSpPr/>
      </dsp:nvSpPr>
      <dsp:spPr>
        <a:xfrm>
          <a:off x="209550" y="2006159"/>
          <a:ext cx="3809996" cy="64944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887" tIns="0" rIns="110887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Learn about how you fix defects.</a:t>
          </a:r>
        </a:p>
      </dsp:txBody>
      <dsp:txXfrm>
        <a:off x="209550" y="2006159"/>
        <a:ext cx="3809996" cy="64944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D650D30-D4D3-483C-96E4-FAE0F3C55761}">
      <dsp:nvSpPr>
        <dsp:cNvPr id="0" name=""/>
        <dsp:cNvSpPr/>
      </dsp:nvSpPr>
      <dsp:spPr>
        <a:xfrm>
          <a:off x="526525" y="4834"/>
          <a:ext cx="3595149" cy="8987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Stabilize the error.</a:t>
          </a:r>
          <a:endParaRPr lang="en-US" sz="1800" kern="1200" dirty="0"/>
        </a:p>
      </dsp:txBody>
      <dsp:txXfrm>
        <a:off x="526525" y="4834"/>
        <a:ext cx="3595149" cy="898787"/>
      </dsp:txXfrm>
    </dsp:sp>
    <dsp:sp modelId="{48E8846D-D486-4F59-BA37-495B81406699}">
      <dsp:nvSpPr>
        <dsp:cNvPr id="0" name=""/>
        <dsp:cNvSpPr/>
      </dsp:nvSpPr>
      <dsp:spPr>
        <a:xfrm rot="5400000">
          <a:off x="2155577" y="926091"/>
          <a:ext cx="337045" cy="4044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5400000">
        <a:off x="2155577" y="926091"/>
        <a:ext cx="337045" cy="404454"/>
      </dsp:txXfrm>
    </dsp:sp>
    <dsp:sp modelId="{69A2ABF0-3361-41DA-8821-C0CCD3A977F4}">
      <dsp:nvSpPr>
        <dsp:cNvPr id="0" name=""/>
        <dsp:cNvSpPr/>
      </dsp:nvSpPr>
      <dsp:spPr>
        <a:xfrm>
          <a:off x="526525" y="1353015"/>
          <a:ext cx="3595149" cy="898787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Gather the data that produces the defect.</a:t>
          </a:r>
          <a:endParaRPr lang="en-US" sz="1800" kern="1200" dirty="0"/>
        </a:p>
      </dsp:txBody>
      <dsp:txXfrm>
        <a:off x="526525" y="1353015"/>
        <a:ext cx="3595149" cy="898787"/>
      </dsp:txXfrm>
    </dsp:sp>
    <dsp:sp modelId="{E5FC590B-5597-4314-B053-3E2E9971A1ED}">
      <dsp:nvSpPr>
        <dsp:cNvPr id="0" name=""/>
        <dsp:cNvSpPr/>
      </dsp:nvSpPr>
      <dsp:spPr>
        <a:xfrm rot="5400000">
          <a:off x="2155577" y="2274272"/>
          <a:ext cx="337045" cy="4044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5400000">
        <a:off x="2155577" y="2274272"/>
        <a:ext cx="337045" cy="404454"/>
      </dsp:txXfrm>
    </dsp:sp>
    <dsp:sp modelId="{1E175070-DB8E-404D-9C6C-0C79AFCE03A0}">
      <dsp:nvSpPr>
        <dsp:cNvPr id="0" name=""/>
        <dsp:cNvSpPr/>
      </dsp:nvSpPr>
      <dsp:spPr>
        <a:xfrm>
          <a:off x="526525" y="2701196"/>
          <a:ext cx="3595149" cy="898787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Analyze the data that has been gathered, and form a hypothesis about the defect.</a:t>
          </a:r>
          <a:endParaRPr lang="en-US" sz="1800" kern="1200" dirty="0"/>
        </a:p>
      </dsp:txBody>
      <dsp:txXfrm>
        <a:off x="526525" y="2701196"/>
        <a:ext cx="3595149" cy="898787"/>
      </dsp:txXfrm>
    </dsp:sp>
    <dsp:sp modelId="{123B8BAC-B4E3-4AED-8B30-08642F70A43E}">
      <dsp:nvSpPr>
        <dsp:cNvPr id="0" name=""/>
        <dsp:cNvSpPr/>
      </dsp:nvSpPr>
      <dsp:spPr>
        <a:xfrm rot="5400000">
          <a:off x="2155577" y="3622453"/>
          <a:ext cx="337045" cy="4044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5400000">
        <a:off x="2155577" y="3622453"/>
        <a:ext cx="337045" cy="404454"/>
      </dsp:txXfrm>
    </dsp:sp>
    <dsp:sp modelId="{9EB9EBAE-EEA0-4921-B42E-42F2FC6D1534}">
      <dsp:nvSpPr>
        <dsp:cNvPr id="0" name=""/>
        <dsp:cNvSpPr/>
      </dsp:nvSpPr>
      <dsp:spPr>
        <a:xfrm>
          <a:off x="526525" y="4049378"/>
          <a:ext cx="3595149" cy="898787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Prove or disprove the hypothesis, either by testing the program or by examining the code.</a:t>
          </a:r>
          <a:endParaRPr lang="en-US" sz="1800" kern="1200" dirty="0"/>
        </a:p>
      </dsp:txBody>
      <dsp:txXfrm>
        <a:off x="526525" y="4049378"/>
        <a:ext cx="3595149" cy="898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Debugging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257800" cy="4724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debug errors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8006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Steve McConnell (2004). Code Complete. Second Edition.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1400" y="3352800"/>
            <a:ext cx="1066800" cy="1603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162175"/>
            <a:ext cx="19050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2206885"/>
            <a:ext cx="2091478" cy="917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 [1]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1219200"/>
            <a:ext cx="79248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Debugging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is the process of identifying the root cause of an error and correcting it.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5562600"/>
            <a:ext cx="8229600" cy="1015663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The best way to build a quality product is to develop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requirements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carefully,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design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 well, and use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high-quality coding practices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</a:t>
            </a:r>
          </a:p>
          <a:p>
            <a:pPr algn="ctr"/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Debugging is a </a:t>
            </a:r>
            <a:r>
              <a:rPr lang="en-US" sz="2000" i="1" u="sng" dirty="0" smtClean="0">
                <a:solidFill>
                  <a:schemeClr val="bg1"/>
                </a:solidFill>
                <a:latin typeface="+mj-lt"/>
              </a:rPr>
              <a:t>last resort</a:t>
            </a:r>
            <a:r>
              <a:rPr lang="en-US" sz="2000" i="1" dirty="0" smtClean="0">
                <a:solidFill>
                  <a:schemeClr val="bg1"/>
                </a:solidFill>
                <a:latin typeface="+mj-lt"/>
              </a:rPr>
              <a:t>.</a:t>
            </a:r>
            <a:endParaRPr lang="en-US" sz="20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3502285"/>
            <a:ext cx="2209800" cy="707886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You’re human.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+mj-lt"/>
              </a:rPr>
              <a:t>It’s your fault.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2590800" y="2206885"/>
          <a:ext cx="41910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Bad Smells in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Problem</a:t>
            </a:r>
            <a:r>
              <a:rPr lang="en-US" sz="2400" dirty="0" smtClean="0"/>
              <a:t>: You don’t know </a:t>
            </a:r>
            <a:r>
              <a:rPr lang="en-US" sz="2400" dirty="0" smtClean="0"/>
              <a:t>where is the code that causes </a:t>
            </a:r>
            <a:r>
              <a:rPr lang="en-US" sz="2400" dirty="0" smtClean="0"/>
              <a:t>the </a:t>
            </a:r>
            <a:r>
              <a:rPr lang="en-US" sz="2400" dirty="0" smtClean="0"/>
              <a:t>bug.</a:t>
            </a:r>
            <a:endParaRPr lang="en-US" sz="2400" dirty="0" smtClean="0"/>
          </a:p>
          <a:p>
            <a:r>
              <a:rPr lang="en-US" sz="2400" b="1" dirty="0" smtClean="0"/>
              <a:t>Solution</a:t>
            </a:r>
            <a:r>
              <a:rPr lang="en-US" sz="2400" dirty="0" smtClean="0"/>
              <a:t>: </a:t>
            </a:r>
            <a:r>
              <a:rPr lang="en-US" sz="2400" dirty="0" err="1" smtClean="0"/>
              <a:t>Refactor</a:t>
            </a:r>
            <a:r>
              <a:rPr lang="en-US" sz="2400" dirty="0" smtClean="0"/>
              <a:t> your code.</a:t>
            </a:r>
            <a:endParaRPr lang="en-US" sz="2400" dirty="0"/>
          </a:p>
        </p:txBody>
      </p:sp>
      <p:pic>
        <p:nvPicPr>
          <p:cNvPr id="66562" name="Picture 2" descr="Image result for &quot;Bad Smells in Cod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352800"/>
            <a:ext cx="4267200" cy="2804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 Aids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524000"/>
            <a:ext cx="79248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u="sng" dirty="0" smtClean="0">
                <a:solidFill>
                  <a:schemeClr val="bg1"/>
                </a:solidFill>
                <a:latin typeface="+mj-lt"/>
              </a:rPr>
              <a:t>Debugging aids</a:t>
            </a:r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 code is the code that is used to quickly detect errors.</a:t>
            </a:r>
          </a:p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This may be logging code.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5257800"/>
            <a:ext cx="7772400" cy="1107996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Don't automatically apply production constraints to the development version</a:t>
            </a:r>
          </a:p>
          <a:p>
            <a:pPr algn="ctr"/>
            <a:r>
              <a:rPr lang="en-US" sz="2200" i="1" dirty="0" smtClean="0">
                <a:solidFill>
                  <a:schemeClr val="bg1"/>
                </a:solidFill>
                <a:latin typeface="+mj-lt"/>
              </a:rPr>
              <a:t>and plan to remove debugging aids</a:t>
            </a:r>
            <a:endParaRPr lang="en-US" sz="2200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28600" y="2286000"/>
          <a:ext cx="8305434" cy="2819400"/>
        </p:xfrm>
        <a:graphic>
          <a:graphicData uri="http://schemas.openxmlformats.org/presentationml/2006/ole">
            <p:oleObj spid="_x0000_s65538" name="Document" r:id="rId3" imgW="5940848" imgH="2025380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3581400"/>
            <a:ext cx="2296809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Defect Detection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1447800"/>
          <a:ext cx="46482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>
            <a:off x="4724400" y="1967805"/>
            <a:ext cx="4114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Unpredictable</a:t>
            </a:r>
            <a:r>
              <a:rPr lang="en-US" sz="2400" dirty="0" smtClean="0">
                <a:latin typeface="+mj-lt"/>
              </a:rPr>
              <a:t> error detection: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Initialization error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Timing issue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Dangling-pointer 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676400"/>
            <a:ext cx="215265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Hang/Crash Debugging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86400" y="3581400"/>
            <a:ext cx="2895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sz="2800" u="sng" dirty="0" smtClean="0">
                <a:solidFill>
                  <a:srgbClr val="C00000"/>
                </a:solidFill>
                <a:latin typeface="+mj-lt"/>
              </a:rPr>
              <a:t>Possible causes: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Lock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Wait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Infinite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828800"/>
            <a:ext cx="4800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sz="2800" u="sng" dirty="0" smtClean="0">
                <a:solidFill>
                  <a:srgbClr val="C00000"/>
                </a:solidFill>
                <a:latin typeface="+mj-lt"/>
              </a:rPr>
              <a:t>Problems: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Programs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stop responding</a:t>
            </a:r>
            <a:r>
              <a:rPr lang="en-US" sz="2400" dirty="0" smtClean="0">
                <a:latin typeface="+mj-lt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Programs consume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100 percent CPU</a:t>
            </a:r>
            <a:r>
              <a:rPr lang="en-US" sz="2400" dirty="0" smtClean="0">
                <a:latin typeface="+mj-lt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Programs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crash</a:t>
            </a:r>
            <a:r>
              <a:rPr lang="en-US" sz="2400" dirty="0" smtClean="0">
                <a:latin typeface="+mj-lt"/>
              </a:rPr>
              <a:t> or shut down unexpectedly.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Fixing a </a:t>
            </a:r>
            <a:r>
              <a:rPr lang="en-US" smtClean="0"/>
              <a:t>Defect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525963"/>
          </a:xfrm>
        </p:spPr>
        <p:txBody>
          <a:bodyPr/>
          <a:lstStyle/>
          <a:p>
            <a:pPr lvl="0"/>
            <a:r>
              <a:rPr lang="en-US" sz="2400" dirty="0" smtClean="0"/>
              <a:t>Understand the </a:t>
            </a:r>
            <a:r>
              <a:rPr lang="en-US" sz="2400" i="1" dirty="0" smtClean="0">
                <a:solidFill>
                  <a:srgbClr val="C00000"/>
                </a:solidFill>
              </a:rPr>
              <a:t>problem</a:t>
            </a:r>
            <a:r>
              <a:rPr lang="en-US" sz="2400" dirty="0" smtClean="0"/>
              <a:t> before you fix it.</a:t>
            </a:r>
          </a:p>
          <a:p>
            <a:pPr lvl="0"/>
            <a:r>
              <a:rPr lang="en-US" sz="2400" dirty="0" smtClean="0"/>
              <a:t>Understand the </a:t>
            </a:r>
            <a:r>
              <a:rPr lang="en-US" sz="2400" i="1" dirty="0" smtClean="0">
                <a:solidFill>
                  <a:srgbClr val="C00000"/>
                </a:solidFill>
              </a:rPr>
              <a:t>program</a:t>
            </a:r>
            <a:r>
              <a:rPr lang="en-US" sz="2400" dirty="0" smtClean="0"/>
              <a:t>, not just the problem.</a:t>
            </a:r>
          </a:p>
          <a:p>
            <a:pPr lvl="0"/>
            <a:r>
              <a:rPr lang="en-US" sz="2400" dirty="0" smtClean="0"/>
              <a:t>Save the </a:t>
            </a:r>
            <a:r>
              <a:rPr lang="en-US" sz="2400" i="1" dirty="0" smtClean="0">
                <a:solidFill>
                  <a:srgbClr val="C00000"/>
                </a:solidFill>
              </a:rPr>
              <a:t>original version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Fix the problem, not the </a:t>
            </a:r>
            <a:r>
              <a:rPr lang="en-US" sz="2400" i="1" dirty="0" smtClean="0">
                <a:solidFill>
                  <a:srgbClr val="C00000"/>
                </a:solidFill>
              </a:rPr>
              <a:t>symptom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Make </a:t>
            </a:r>
            <a:r>
              <a:rPr lang="en-US" sz="2400" i="1" dirty="0" smtClean="0">
                <a:solidFill>
                  <a:srgbClr val="C00000"/>
                </a:solidFill>
              </a:rPr>
              <a:t>one change</a:t>
            </a:r>
            <a:r>
              <a:rPr lang="en-US" sz="2400" dirty="0" smtClean="0"/>
              <a:t> at a time.</a:t>
            </a:r>
          </a:p>
          <a:p>
            <a:pPr lvl="0"/>
            <a:r>
              <a:rPr lang="en-US" sz="2400" dirty="0" smtClean="0"/>
              <a:t>Perform </a:t>
            </a:r>
            <a:r>
              <a:rPr lang="en-US" sz="2400" i="1" dirty="0" smtClean="0">
                <a:solidFill>
                  <a:srgbClr val="C00000"/>
                </a:solidFill>
              </a:rPr>
              <a:t>regression test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4495800"/>
            <a:ext cx="36290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1600200"/>
            <a:ext cx="333375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9524</TotalTime>
  <Words>316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Document</vt:lpstr>
      <vt:lpstr>Debugging</vt:lpstr>
      <vt:lpstr>Objectives</vt:lpstr>
      <vt:lpstr>References</vt:lpstr>
      <vt:lpstr>Debugging [1]</vt:lpstr>
      <vt:lpstr>Bad Smells in Code</vt:lpstr>
      <vt:lpstr>Debugging Aids</vt:lpstr>
      <vt:lpstr>Defect Detection</vt:lpstr>
      <vt:lpstr>Hang/Crash Debugging</vt:lpstr>
      <vt:lpstr>Fixing a Defect Practices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3456</cp:revision>
  <dcterms:created xsi:type="dcterms:W3CDTF">2007-10-06T08:25:13Z</dcterms:created>
  <dcterms:modified xsi:type="dcterms:W3CDTF">2020-03-24T11:51:22Z</dcterms:modified>
</cp:coreProperties>
</file>