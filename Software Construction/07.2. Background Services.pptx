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587" r:id="rId2"/>
    <p:sldId id="588" r:id="rId3"/>
    <p:sldId id="589" r:id="rId4"/>
    <p:sldId id="590" r:id="rId5"/>
    <p:sldId id="591" r:id="rId6"/>
    <p:sldId id="43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8" autoAdjust="0"/>
    <p:restoredTop sz="94667" autoAdjust="0"/>
  </p:normalViewPr>
  <p:slideViewPr>
    <p:cSldViewPr>
      <p:cViewPr>
        <p:scale>
          <a:sx n="50" d="100"/>
          <a:sy n="50" d="100"/>
        </p:scale>
        <p:origin x="-149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58D0-18A8-43D3-A933-40F804B600A9}" type="datetimeFigureOut">
              <a:rPr lang="en-US" smtClean="0"/>
              <a:pPr/>
              <a:t>3/28/2023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D51C-BF3F-4B4A-99CD-4C12DF4D9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colly/coll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Background Services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https://github.com/gocolly/colly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15958</TotalTime>
  <Words>39</Words>
  <Application>Microsoft Office PowerPoint</Application>
  <PresentationFormat>On-screen Show (4:3)</PresentationFormat>
  <Paragraphs>13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Background Services</vt:lpstr>
      <vt:lpstr>Objectives</vt:lpstr>
      <vt:lpstr>Contents</vt:lpstr>
      <vt:lpstr>References</vt:lpstr>
      <vt:lpstr>Slide 5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4852</cp:revision>
  <dcterms:created xsi:type="dcterms:W3CDTF">2007-10-06T08:25:13Z</dcterms:created>
  <dcterms:modified xsi:type="dcterms:W3CDTF">2023-03-28T14:57:34Z</dcterms:modified>
</cp:coreProperties>
</file>