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3"/>
  </p:notesMasterIdLst>
  <p:handoutMasterIdLst>
    <p:handoutMasterId r:id="rId4"/>
  </p:handoutMasterIdLst>
  <p:sldIdLst>
    <p:sldId id="855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20376" autoAdjust="0"/>
    <p:restoredTop sz="90392" autoAdjust="0"/>
  </p:normalViewPr>
  <p:slideViewPr>
    <p:cSldViewPr>
      <p:cViewPr>
        <p:scale>
          <a:sx n="50" d="100"/>
          <a:sy n="50" d="100"/>
        </p:scale>
        <p:origin x="-1576" y="-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F70C7-1A17-4B8F-8E82-A20E29AAAC58}" type="datetimeFigureOut">
              <a:rPr lang="en-US" smtClean="0"/>
              <a:pPr/>
              <a:t>2/27/2023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3D353-3471-4C5D-A6F3-11F1DDA05BD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2/27/2023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2/27/2023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2/27/2023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2/27/2023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2/27/2023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2/27/2023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2/27/2023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2/27/2023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2/27/2023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2/27/2023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2/27/2023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2/27/2023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2/27/2023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s://bit.ly/30hl7mN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Deployment and Operation Quiz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u="sng" dirty="0" smtClean="0">
                <a:hlinkClick r:id="rId2"/>
              </a:rPr>
              <a:t>https://bit.ly/30hl7mN</a:t>
            </a:r>
            <a:endParaRPr lang="en-US" u="sng" dirty="0" smtClean="0"/>
          </a:p>
          <a:p>
            <a:endParaRPr lang="en-US" dirty="0" smtClean="0"/>
          </a:p>
        </p:txBody>
      </p:sp>
      <p:pic>
        <p:nvPicPr>
          <p:cNvPr id="4" name="Picture 2" descr="Related imag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2743200"/>
            <a:ext cx="3810000" cy="2543175"/>
          </a:xfrm>
          <a:prstGeom prst="rect">
            <a:avLst/>
          </a:prstGeom>
          <a:noFill/>
        </p:spPr>
      </p:pic>
      <p:pic>
        <p:nvPicPr>
          <p:cNvPr id="5" name="Picture 6" descr="Related image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200400" y="2819400"/>
            <a:ext cx="2381250" cy="2381250"/>
          </a:xfrm>
          <a:prstGeom prst="rect">
            <a:avLst/>
          </a:prstGeom>
          <a:noFill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734050" y="2286000"/>
            <a:ext cx="2952750" cy="295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25237</TotalTime>
  <Words>7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Deployment and Operation Quiz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8480</cp:revision>
  <dcterms:created xsi:type="dcterms:W3CDTF">2007-10-06T08:25:13Z</dcterms:created>
  <dcterms:modified xsi:type="dcterms:W3CDTF">2023-02-26T18:34:26Z</dcterms:modified>
</cp:coreProperties>
</file>