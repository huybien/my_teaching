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fwFtx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Copilot </a:t>
            </a:r>
            <a:r>
              <a:rPr lang="en-US" dirty="0" smtClean="0"/>
              <a:t>2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bit.ly/4fwFtxP</a:t>
            </a:r>
            <a:endParaRPr lang="en-US" u="sng" dirty="0" smtClean="0"/>
          </a:p>
          <a:p>
            <a:endParaRPr lang="en-US" dirty="0" smtClean="0"/>
          </a:p>
        </p:txBody>
      </p:sp>
      <p:pic>
        <p:nvPicPr>
          <p:cNvPr id="2050" name="Picture 2" descr="C:\Users\admin\Downloads\bit.ly_4fwFtx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514600"/>
            <a:ext cx="3540760" cy="35407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25239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GitHub Copilot 2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8489</cp:revision>
  <dcterms:created xsi:type="dcterms:W3CDTF">2007-10-06T08:25:13Z</dcterms:created>
  <dcterms:modified xsi:type="dcterms:W3CDTF">2024-11-07T18:37:54Z</dcterms:modified>
</cp:coreProperties>
</file>