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349" r:id="rId3"/>
    <p:sldId id="396" r:id="rId4"/>
    <p:sldId id="344" r:id="rId5"/>
    <p:sldId id="350" r:id="rId6"/>
    <p:sldId id="397" r:id="rId7"/>
    <p:sldId id="398" r:id="rId8"/>
    <p:sldId id="399" r:id="rId9"/>
    <p:sldId id="401" r:id="rId10"/>
    <p:sldId id="402" r:id="rId11"/>
    <p:sldId id="400" r:id="rId12"/>
    <p:sldId id="403" r:id="rId13"/>
    <p:sldId id="345" r:id="rId14"/>
    <p:sldId id="347" r:id="rId15"/>
    <p:sldId id="404" r:id="rId16"/>
    <p:sldId id="351" r:id="rId17"/>
    <p:sldId id="352" r:id="rId18"/>
    <p:sldId id="353" r:id="rId19"/>
    <p:sldId id="354" r:id="rId20"/>
    <p:sldId id="343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82" autoAdjust="0"/>
    <p:restoredTop sz="94667" autoAdjust="0"/>
  </p:normalViewPr>
  <p:slideViewPr>
    <p:cSldViewPr>
      <p:cViewPr>
        <p:scale>
          <a:sx n="50" d="100"/>
          <a:sy n="50" d="100"/>
        </p:scale>
        <p:origin x="-148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DE1925-2EB1-49B6-AD3B-C6EC64C4DE1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AD398649-D9E2-4D6A-B034-9916A16ACE3D}">
      <dgm:prSet phldrT="[Text]"/>
      <dgm:spPr/>
      <dgm:t>
        <a:bodyPr/>
        <a:lstStyle/>
        <a:p>
          <a:r>
            <a:rPr lang="en-US" dirty="0" smtClean="0"/>
            <a:t>XML source files</a:t>
          </a:r>
          <a:endParaRPr lang="en-US" dirty="0"/>
        </a:p>
      </dgm:t>
    </dgm:pt>
    <dgm:pt modelId="{FC43BE0C-5E63-4ACC-97BA-6655B54B4B16}" type="parTrans" cxnId="{7ABF436B-CD16-46DF-BD21-71A8630313B2}">
      <dgm:prSet/>
      <dgm:spPr/>
      <dgm:t>
        <a:bodyPr/>
        <a:lstStyle/>
        <a:p>
          <a:endParaRPr lang="en-US"/>
        </a:p>
      </dgm:t>
    </dgm:pt>
    <dgm:pt modelId="{DF7C490E-BC8A-4D33-9AC6-B11D9A538918}" type="sibTrans" cxnId="{7ABF436B-CD16-46DF-BD21-71A8630313B2}">
      <dgm:prSet/>
      <dgm:spPr/>
      <dgm:t>
        <a:bodyPr/>
        <a:lstStyle/>
        <a:p>
          <a:endParaRPr lang="en-US"/>
        </a:p>
      </dgm:t>
    </dgm:pt>
    <dgm:pt modelId="{C1282E57-112F-43C1-810E-3B2458F68AD6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err="1" smtClean="0"/>
            <a:t>WiX</a:t>
          </a:r>
          <a:endParaRPr lang="en-US" dirty="0"/>
        </a:p>
      </dgm:t>
    </dgm:pt>
    <dgm:pt modelId="{04F5DEF7-264B-4607-908A-B7281E09BFCB}" type="parTrans" cxnId="{4540577D-104D-4579-9F6C-8C6A08178B58}">
      <dgm:prSet/>
      <dgm:spPr/>
      <dgm:t>
        <a:bodyPr/>
        <a:lstStyle/>
        <a:p>
          <a:endParaRPr lang="en-US"/>
        </a:p>
      </dgm:t>
    </dgm:pt>
    <dgm:pt modelId="{74C28B8B-EB30-45C5-8882-2BF5E603A3C8}" type="sibTrans" cxnId="{4540577D-104D-4579-9F6C-8C6A08178B58}">
      <dgm:prSet/>
      <dgm:spPr/>
      <dgm:t>
        <a:bodyPr/>
        <a:lstStyle/>
        <a:p>
          <a:endParaRPr lang="en-US"/>
        </a:p>
      </dgm:t>
    </dgm:pt>
    <dgm:pt modelId="{6778F527-BD1E-40DF-B532-CA58CFB33AAB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MSI file</a:t>
          </a:r>
          <a:endParaRPr lang="en-US" dirty="0"/>
        </a:p>
      </dgm:t>
    </dgm:pt>
    <dgm:pt modelId="{CDB09577-85E6-4B4E-A850-0AA3D42B17CE}" type="parTrans" cxnId="{398492D5-3EBC-4F18-A189-041921AA1ECF}">
      <dgm:prSet/>
      <dgm:spPr/>
      <dgm:t>
        <a:bodyPr/>
        <a:lstStyle/>
        <a:p>
          <a:endParaRPr lang="en-US"/>
        </a:p>
      </dgm:t>
    </dgm:pt>
    <dgm:pt modelId="{3D196D66-7C1D-4FE6-9F4B-46A406F8A0A7}" type="sibTrans" cxnId="{398492D5-3EBC-4F18-A189-041921AA1ECF}">
      <dgm:prSet/>
      <dgm:spPr/>
      <dgm:t>
        <a:bodyPr/>
        <a:lstStyle/>
        <a:p>
          <a:endParaRPr lang="en-US"/>
        </a:p>
      </dgm:t>
    </dgm:pt>
    <dgm:pt modelId="{D3519AAE-BB2C-4783-ACAC-D7B0603D9EDD}" type="pres">
      <dgm:prSet presAssocID="{68DE1925-2EB1-49B6-AD3B-C6EC64C4DE12}" presName="Name0" presStyleCnt="0">
        <dgm:presLayoutVars>
          <dgm:dir/>
          <dgm:resizeHandles val="exact"/>
        </dgm:presLayoutVars>
      </dgm:prSet>
      <dgm:spPr/>
    </dgm:pt>
    <dgm:pt modelId="{022BA7C4-B1FE-4A96-AF95-1B40148512F5}" type="pres">
      <dgm:prSet presAssocID="{AD398649-D9E2-4D6A-B034-9916A16ACE3D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CDD471-9C5C-46D0-9558-4F4E50FDAE5F}" type="pres">
      <dgm:prSet presAssocID="{DF7C490E-BC8A-4D33-9AC6-B11D9A538918}" presName="sibTrans" presStyleLbl="sibTrans2D1" presStyleIdx="0" presStyleCnt="2"/>
      <dgm:spPr/>
      <dgm:t>
        <a:bodyPr/>
        <a:lstStyle/>
        <a:p>
          <a:endParaRPr lang="en-US"/>
        </a:p>
      </dgm:t>
    </dgm:pt>
    <dgm:pt modelId="{6B9AC394-BF6E-420C-8B7A-AB63F13AAFBA}" type="pres">
      <dgm:prSet presAssocID="{DF7C490E-BC8A-4D33-9AC6-B11D9A538918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874708FB-C8C7-4853-B644-18164B53E466}" type="pres">
      <dgm:prSet presAssocID="{C1282E57-112F-43C1-810E-3B2458F68AD6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3B38FF-1D2C-480E-8533-6EDDA99D0D5C}" type="pres">
      <dgm:prSet presAssocID="{74C28B8B-EB30-45C5-8882-2BF5E603A3C8}" presName="sibTrans" presStyleLbl="sibTrans2D1" presStyleIdx="1" presStyleCnt="2"/>
      <dgm:spPr/>
      <dgm:t>
        <a:bodyPr/>
        <a:lstStyle/>
        <a:p>
          <a:endParaRPr lang="en-US"/>
        </a:p>
      </dgm:t>
    </dgm:pt>
    <dgm:pt modelId="{63E3F4D8-BBAC-432B-8260-EC24017774BF}" type="pres">
      <dgm:prSet presAssocID="{74C28B8B-EB30-45C5-8882-2BF5E603A3C8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71E448F3-8A8C-4AFC-AA32-239A988148E3}" type="pres">
      <dgm:prSet presAssocID="{6778F527-BD1E-40DF-B532-CA58CFB33AAB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9475621-9534-4CA2-8D82-B49A3061505B}" type="presOf" srcId="{C1282E57-112F-43C1-810E-3B2458F68AD6}" destId="{874708FB-C8C7-4853-B644-18164B53E466}" srcOrd="0" destOrd="0" presId="urn:microsoft.com/office/officeart/2005/8/layout/process1"/>
    <dgm:cxn modelId="{5DF96157-5F50-44BA-9022-874084E9A2E5}" type="presOf" srcId="{74C28B8B-EB30-45C5-8882-2BF5E603A3C8}" destId="{63E3F4D8-BBAC-432B-8260-EC24017774BF}" srcOrd="1" destOrd="0" presId="urn:microsoft.com/office/officeart/2005/8/layout/process1"/>
    <dgm:cxn modelId="{7ABF436B-CD16-46DF-BD21-71A8630313B2}" srcId="{68DE1925-2EB1-49B6-AD3B-C6EC64C4DE12}" destId="{AD398649-D9E2-4D6A-B034-9916A16ACE3D}" srcOrd="0" destOrd="0" parTransId="{FC43BE0C-5E63-4ACC-97BA-6655B54B4B16}" sibTransId="{DF7C490E-BC8A-4D33-9AC6-B11D9A538918}"/>
    <dgm:cxn modelId="{9E990703-239D-41C3-AAF5-C799F5D69FC3}" type="presOf" srcId="{AD398649-D9E2-4D6A-B034-9916A16ACE3D}" destId="{022BA7C4-B1FE-4A96-AF95-1B40148512F5}" srcOrd="0" destOrd="0" presId="urn:microsoft.com/office/officeart/2005/8/layout/process1"/>
    <dgm:cxn modelId="{12EA02F1-DC2F-41F4-B58E-AF2EFE0E1F80}" type="presOf" srcId="{68DE1925-2EB1-49B6-AD3B-C6EC64C4DE12}" destId="{D3519AAE-BB2C-4783-ACAC-D7B0603D9EDD}" srcOrd="0" destOrd="0" presId="urn:microsoft.com/office/officeart/2005/8/layout/process1"/>
    <dgm:cxn modelId="{D0B78FFE-C317-424A-9CB2-856FF70C4218}" type="presOf" srcId="{74C28B8B-EB30-45C5-8882-2BF5E603A3C8}" destId="{543B38FF-1D2C-480E-8533-6EDDA99D0D5C}" srcOrd="0" destOrd="0" presId="urn:microsoft.com/office/officeart/2005/8/layout/process1"/>
    <dgm:cxn modelId="{7F963B1A-E849-423D-9BD2-0BD03D8E756D}" type="presOf" srcId="{DF7C490E-BC8A-4D33-9AC6-B11D9A538918}" destId="{6B9AC394-BF6E-420C-8B7A-AB63F13AAFBA}" srcOrd="1" destOrd="0" presId="urn:microsoft.com/office/officeart/2005/8/layout/process1"/>
    <dgm:cxn modelId="{8772D69C-B073-4D25-9CAE-72553E0FCD17}" type="presOf" srcId="{DF7C490E-BC8A-4D33-9AC6-B11D9A538918}" destId="{31CDD471-9C5C-46D0-9558-4F4E50FDAE5F}" srcOrd="0" destOrd="0" presId="urn:microsoft.com/office/officeart/2005/8/layout/process1"/>
    <dgm:cxn modelId="{4540577D-104D-4579-9F6C-8C6A08178B58}" srcId="{68DE1925-2EB1-49B6-AD3B-C6EC64C4DE12}" destId="{C1282E57-112F-43C1-810E-3B2458F68AD6}" srcOrd="1" destOrd="0" parTransId="{04F5DEF7-264B-4607-908A-B7281E09BFCB}" sibTransId="{74C28B8B-EB30-45C5-8882-2BF5E603A3C8}"/>
    <dgm:cxn modelId="{569C521A-0D90-4556-9644-1297E12F48D3}" type="presOf" srcId="{6778F527-BD1E-40DF-B532-CA58CFB33AAB}" destId="{71E448F3-8A8C-4AFC-AA32-239A988148E3}" srcOrd="0" destOrd="0" presId="urn:microsoft.com/office/officeart/2005/8/layout/process1"/>
    <dgm:cxn modelId="{398492D5-3EBC-4F18-A189-041921AA1ECF}" srcId="{68DE1925-2EB1-49B6-AD3B-C6EC64C4DE12}" destId="{6778F527-BD1E-40DF-B532-CA58CFB33AAB}" srcOrd="2" destOrd="0" parTransId="{CDB09577-85E6-4B4E-A850-0AA3D42B17CE}" sibTransId="{3D196D66-7C1D-4FE6-9F4B-46A406F8A0A7}"/>
    <dgm:cxn modelId="{AA450059-5D97-47E6-B025-5A5A18CC04E4}" type="presParOf" srcId="{D3519AAE-BB2C-4783-ACAC-D7B0603D9EDD}" destId="{022BA7C4-B1FE-4A96-AF95-1B40148512F5}" srcOrd="0" destOrd="0" presId="urn:microsoft.com/office/officeart/2005/8/layout/process1"/>
    <dgm:cxn modelId="{6348B3A0-E198-4E48-97F8-F7B67D9B5184}" type="presParOf" srcId="{D3519AAE-BB2C-4783-ACAC-D7B0603D9EDD}" destId="{31CDD471-9C5C-46D0-9558-4F4E50FDAE5F}" srcOrd="1" destOrd="0" presId="urn:microsoft.com/office/officeart/2005/8/layout/process1"/>
    <dgm:cxn modelId="{34CCEE1E-BCBD-4D51-B22B-D05DAC911052}" type="presParOf" srcId="{31CDD471-9C5C-46D0-9558-4F4E50FDAE5F}" destId="{6B9AC394-BF6E-420C-8B7A-AB63F13AAFBA}" srcOrd="0" destOrd="0" presId="urn:microsoft.com/office/officeart/2005/8/layout/process1"/>
    <dgm:cxn modelId="{C10948C4-77D7-4124-83E6-152813794594}" type="presParOf" srcId="{D3519AAE-BB2C-4783-ACAC-D7B0603D9EDD}" destId="{874708FB-C8C7-4853-B644-18164B53E466}" srcOrd="2" destOrd="0" presId="urn:microsoft.com/office/officeart/2005/8/layout/process1"/>
    <dgm:cxn modelId="{8BEA2EB0-D3F0-444E-8482-1C1436C326DF}" type="presParOf" srcId="{D3519AAE-BB2C-4783-ACAC-D7B0603D9EDD}" destId="{543B38FF-1D2C-480E-8533-6EDDA99D0D5C}" srcOrd="3" destOrd="0" presId="urn:microsoft.com/office/officeart/2005/8/layout/process1"/>
    <dgm:cxn modelId="{F0633C2F-FFD2-4681-89D4-C0523DDCC204}" type="presParOf" srcId="{543B38FF-1D2C-480E-8533-6EDDA99D0D5C}" destId="{63E3F4D8-BBAC-432B-8260-EC24017774BF}" srcOrd="0" destOrd="0" presId="urn:microsoft.com/office/officeart/2005/8/layout/process1"/>
    <dgm:cxn modelId="{F4D6CF6E-C843-4700-A06C-4F418BE54B74}" type="presParOf" srcId="{D3519AAE-BB2C-4783-ACAC-D7B0603D9EDD}" destId="{71E448F3-8A8C-4AFC-AA32-239A988148E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DE1925-2EB1-49B6-AD3B-C6EC64C4DE1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AD398649-D9E2-4D6A-B034-9916A16ACE3D}">
      <dgm:prSet phldrT="[Text]" custT="1"/>
      <dgm:spPr/>
      <dgm:t>
        <a:bodyPr/>
        <a:lstStyle/>
        <a:p>
          <a:r>
            <a:rPr lang="en-US" sz="1400" dirty="0" smtClean="0"/>
            <a:t>Sample.wxs</a:t>
          </a:r>
          <a:endParaRPr lang="en-US" sz="1400" dirty="0"/>
        </a:p>
      </dgm:t>
    </dgm:pt>
    <dgm:pt modelId="{FC43BE0C-5E63-4ACC-97BA-6655B54B4B16}" type="parTrans" cxnId="{7ABF436B-CD16-46DF-BD21-71A8630313B2}">
      <dgm:prSet/>
      <dgm:spPr/>
      <dgm:t>
        <a:bodyPr/>
        <a:lstStyle/>
        <a:p>
          <a:endParaRPr lang="en-US"/>
        </a:p>
      </dgm:t>
    </dgm:pt>
    <dgm:pt modelId="{DF7C490E-BC8A-4D33-9AC6-B11D9A538918}" type="sibTrans" cxnId="{7ABF436B-CD16-46DF-BD21-71A8630313B2}">
      <dgm:prSet/>
      <dgm:spPr/>
      <dgm:t>
        <a:bodyPr/>
        <a:lstStyle/>
        <a:p>
          <a:endParaRPr lang="en-US"/>
        </a:p>
      </dgm:t>
    </dgm:pt>
    <dgm:pt modelId="{C1282E57-112F-43C1-810E-3B2458F68AD6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1400" dirty="0" smtClean="0"/>
            <a:t>candle.exe</a:t>
          </a:r>
          <a:endParaRPr lang="en-US" sz="1400" dirty="0"/>
        </a:p>
      </dgm:t>
    </dgm:pt>
    <dgm:pt modelId="{04F5DEF7-264B-4607-908A-B7281E09BFCB}" type="parTrans" cxnId="{4540577D-104D-4579-9F6C-8C6A08178B58}">
      <dgm:prSet/>
      <dgm:spPr/>
      <dgm:t>
        <a:bodyPr/>
        <a:lstStyle/>
        <a:p>
          <a:endParaRPr lang="en-US"/>
        </a:p>
      </dgm:t>
    </dgm:pt>
    <dgm:pt modelId="{74C28B8B-EB30-45C5-8882-2BF5E603A3C8}" type="sibTrans" cxnId="{4540577D-104D-4579-9F6C-8C6A08178B58}">
      <dgm:prSet/>
      <dgm:spPr/>
      <dgm:t>
        <a:bodyPr/>
        <a:lstStyle/>
        <a:p>
          <a:endParaRPr lang="en-US"/>
        </a:p>
      </dgm:t>
    </dgm:pt>
    <dgm:pt modelId="{6778F527-BD1E-40DF-B532-CA58CFB33AAB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1400" dirty="0" smtClean="0"/>
            <a:t>Sample.msi</a:t>
          </a:r>
          <a:endParaRPr lang="en-US" sz="1400" dirty="0"/>
        </a:p>
      </dgm:t>
    </dgm:pt>
    <dgm:pt modelId="{CDB09577-85E6-4B4E-A850-0AA3D42B17CE}" type="parTrans" cxnId="{398492D5-3EBC-4F18-A189-041921AA1ECF}">
      <dgm:prSet/>
      <dgm:spPr/>
      <dgm:t>
        <a:bodyPr/>
        <a:lstStyle/>
        <a:p>
          <a:endParaRPr lang="en-US"/>
        </a:p>
      </dgm:t>
    </dgm:pt>
    <dgm:pt modelId="{3D196D66-7C1D-4FE6-9F4B-46A406F8A0A7}" type="sibTrans" cxnId="{398492D5-3EBC-4F18-A189-041921AA1ECF}">
      <dgm:prSet/>
      <dgm:spPr/>
      <dgm:t>
        <a:bodyPr/>
        <a:lstStyle/>
        <a:p>
          <a:endParaRPr lang="en-US"/>
        </a:p>
      </dgm:t>
    </dgm:pt>
    <dgm:pt modelId="{BD9A98DF-06F1-4063-A478-71E848AC5676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1400" dirty="0" err="1" smtClean="0"/>
            <a:t>Sample.wixobj</a:t>
          </a:r>
          <a:endParaRPr lang="en-US" sz="1400" dirty="0"/>
        </a:p>
      </dgm:t>
    </dgm:pt>
    <dgm:pt modelId="{8B102D79-A293-42A2-BA48-A2DE6E39A4E2}" type="parTrans" cxnId="{A8E79F89-41F4-4359-A58B-5D082E7E4B54}">
      <dgm:prSet/>
      <dgm:spPr/>
      <dgm:t>
        <a:bodyPr/>
        <a:lstStyle/>
        <a:p>
          <a:endParaRPr lang="en-US"/>
        </a:p>
      </dgm:t>
    </dgm:pt>
    <dgm:pt modelId="{133DDA8D-769D-447F-B2AD-E54ABB426011}" type="sibTrans" cxnId="{A8E79F89-41F4-4359-A58B-5D082E7E4B54}">
      <dgm:prSet/>
      <dgm:spPr/>
      <dgm:t>
        <a:bodyPr/>
        <a:lstStyle/>
        <a:p>
          <a:endParaRPr lang="en-US"/>
        </a:p>
      </dgm:t>
    </dgm:pt>
    <dgm:pt modelId="{783356C6-9574-4857-8209-5CC46341724D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1400" dirty="0" smtClean="0"/>
            <a:t>light.exe</a:t>
          </a:r>
          <a:endParaRPr lang="en-US" sz="1400" dirty="0"/>
        </a:p>
      </dgm:t>
    </dgm:pt>
    <dgm:pt modelId="{04FD117A-29D2-4155-9F9C-452E3D16F03D}" type="parTrans" cxnId="{1F00D647-F4F2-4A16-83D2-4F8F2652213D}">
      <dgm:prSet/>
      <dgm:spPr/>
      <dgm:t>
        <a:bodyPr/>
        <a:lstStyle/>
        <a:p>
          <a:endParaRPr lang="en-US"/>
        </a:p>
      </dgm:t>
    </dgm:pt>
    <dgm:pt modelId="{3BDBAC15-7139-4722-AD55-52EBD49A35D2}" type="sibTrans" cxnId="{1F00D647-F4F2-4A16-83D2-4F8F2652213D}">
      <dgm:prSet/>
      <dgm:spPr/>
      <dgm:t>
        <a:bodyPr/>
        <a:lstStyle/>
        <a:p>
          <a:endParaRPr lang="en-US"/>
        </a:p>
      </dgm:t>
    </dgm:pt>
    <dgm:pt modelId="{D3519AAE-BB2C-4783-ACAC-D7B0603D9EDD}" type="pres">
      <dgm:prSet presAssocID="{68DE1925-2EB1-49B6-AD3B-C6EC64C4DE12}" presName="Name0" presStyleCnt="0">
        <dgm:presLayoutVars>
          <dgm:dir/>
          <dgm:resizeHandles val="exact"/>
        </dgm:presLayoutVars>
      </dgm:prSet>
      <dgm:spPr/>
    </dgm:pt>
    <dgm:pt modelId="{022BA7C4-B1FE-4A96-AF95-1B40148512F5}" type="pres">
      <dgm:prSet presAssocID="{AD398649-D9E2-4D6A-B034-9916A16ACE3D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CDD471-9C5C-46D0-9558-4F4E50FDAE5F}" type="pres">
      <dgm:prSet presAssocID="{DF7C490E-BC8A-4D33-9AC6-B11D9A538918}" presName="sibTrans" presStyleLbl="sibTrans2D1" presStyleIdx="0" presStyleCnt="4"/>
      <dgm:spPr/>
      <dgm:t>
        <a:bodyPr/>
        <a:lstStyle/>
        <a:p>
          <a:endParaRPr lang="en-US"/>
        </a:p>
      </dgm:t>
    </dgm:pt>
    <dgm:pt modelId="{6B9AC394-BF6E-420C-8B7A-AB63F13AAFBA}" type="pres">
      <dgm:prSet presAssocID="{DF7C490E-BC8A-4D33-9AC6-B11D9A538918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874708FB-C8C7-4853-B644-18164B53E466}" type="pres">
      <dgm:prSet presAssocID="{C1282E57-112F-43C1-810E-3B2458F68AD6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3B38FF-1D2C-480E-8533-6EDDA99D0D5C}" type="pres">
      <dgm:prSet presAssocID="{74C28B8B-EB30-45C5-8882-2BF5E603A3C8}" presName="sibTrans" presStyleLbl="sibTrans2D1" presStyleIdx="1" presStyleCnt="4"/>
      <dgm:spPr/>
      <dgm:t>
        <a:bodyPr/>
        <a:lstStyle/>
        <a:p>
          <a:endParaRPr lang="en-US"/>
        </a:p>
      </dgm:t>
    </dgm:pt>
    <dgm:pt modelId="{63E3F4D8-BBAC-432B-8260-EC24017774BF}" type="pres">
      <dgm:prSet presAssocID="{74C28B8B-EB30-45C5-8882-2BF5E603A3C8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CAAC7CE6-7999-4ADC-A081-40EB0053576B}" type="pres">
      <dgm:prSet presAssocID="{BD9A98DF-06F1-4063-A478-71E848AC5676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72640D-09C7-484B-B5B5-886083662357}" type="pres">
      <dgm:prSet presAssocID="{133DDA8D-769D-447F-B2AD-E54ABB426011}" presName="sibTrans" presStyleLbl="sibTrans2D1" presStyleIdx="2" presStyleCnt="4"/>
      <dgm:spPr/>
      <dgm:t>
        <a:bodyPr/>
        <a:lstStyle/>
        <a:p>
          <a:endParaRPr lang="en-US"/>
        </a:p>
      </dgm:t>
    </dgm:pt>
    <dgm:pt modelId="{7140D12B-54F8-4588-94DF-4C0B03EBF6B3}" type="pres">
      <dgm:prSet presAssocID="{133DDA8D-769D-447F-B2AD-E54ABB426011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A69025C6-F663-400A-9697-8126B4841831}" type="pres">
      <dgm:prSet presAssocID="{783356C6-9574-4857-8209-5CC46341724D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E77EB7-4FCD-429F-84CE-ABA40EAE43CE}" type="pres">
      <dgm:prSet presAssocID="{3BDBAC15-7139-4722-AD55-52EBD49A35D2}" presName="sibTrans" presStyleLbl="sibTrans2D1" presStyleIdx="3" presStyleCnt="4"/>
      <dgm:spPr/>
      <dgm:t>
        <a:bodyPr/>
        <a:lstStyle/>
        <a:p>
          <a:endParaRPr lang="en-US"/>
        </a:p>
      </dgm:t>
    </dgm:pt>
    <dgm:pt modelId="{784DCF6E-5610-474A-BF53-209B8B1E4326}" type="pres">
      <dgm:prSet presAssocID="{3BDBAC15-7139-4722-AD55-52EBD49A35D2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71E448F3-8A8C-4AFC-AA32-239A988148E3}" type="pres">
      <dgm:prSet presAssocID="{6778F527-BD1E-40DF-B532-CA58CFB33AAB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708E465-59B9-43B6-AD33-B8945ACBE267}" type="presOf" srcId="{133DDA8D-769D-447F-B2AD-E54ABB426011}" destId="{7140D12B-54F8-4588-94DF-4C0B03EBF6B3}" srcOrd="1" destOrd="0" presId="urn:microsoft.com/office/officeart/2005/8/layout/process1"/>
    <dgm:cxn modelId="{398492D5-3EBC-4F18-A189-041921AA1ECF}" srcId="{68DE1925-2EB1-49B6-AD3B-C6EC64C4DE12}" destId="{6778F527-BD1E-40DF-B532-CA58CFB33AAB}" srcOrd="4" destOrd="0" parTransId="{CDB09577-85E6-4B4E-A850-0AA3D42B17CE}" sibTransId="{3D196D66-7C1D-4FE6-9F4B-46A406F8A0A7}"/>
    <dgm:cxn modelId="{1F00D647-F4F2-4A16-83D2-4F8F2652213D}" srcId="{68DE1925-2EB1-49B6-AD3B-C6EC64C4DE12}" destId="{783356C6-9574-4857-8209-5CC46341724D}" srcOrd="3" destOrd="0" parTransId="{04FD117A-29D2-4155-9F9C-452E3D16F03D}" sibTransId="{3BDBAC15-7139-4722-AD55-52EBD49A35D2}"/>
    <dgm:cxn modelId="{AB76A184-CE75-4017-929A-67B8EE2360ED}" type="presOf" srcId="{BD9A98DF-06F1-4063-A478-71E848AC5676}" destId="{CAAC7CE6-7999-4ADC-A081-40EB0053576B}" srcOrd="0" destOrd="0" presId="urn:microsoft.com/office/officeart/2005/8/layout/process1"/>
    <dgm:cxn modelId="{484CE5C2-E1F2-4F0F-85A4-3B0EFAD73B6C}" type="presOf" srcId="{133DDA8D-769D-447F-B2AD-E54ABB426011}" destId="{6F72640D-09C7-484B-B5B5-886083662357}" srcOrd="0" destOrd="0" presId="urn:microsoft.com/office/officeart/2005/8/layout/process1"/>
    <dgm:cxn modelId="{78697A63-8AC9-4220-946B-99A02A949F76}" type="presOf" srcId="{74C28B8B-EB30-45C5-8882-2BF5E603A3C8}" destId="{543B38FF-1D2C-480E-8533-6EDDA99D0D5C}" srcOrd="0" destOrd="0" presId="urn:microsoft.com/office/officeart/2005/8/layout/process1"/>
    <dgm:cxn modelId="{A8E79F89-41F4-4359-A58B-5D082E7E4B54}" srcId="{68DE1925-2EB1-49B6-AD3B-C6EC64C4DE12}" destId="{BD9A98DF-06F1-4063-A478-71E848AC5676}" srcOrd="2" destOrd="0" parTransId="{8B102D79-A293-42A2-BA48-A2DE6E39A4E2}" sibTransId="{133DDA8D-769D-447F-B2AD-E54ABB426011}"/>
    <dgm:cxn modelId="{8680D330-293E-41DF-9A70-513C4EB244D7}" type="presOf" srcId="{DF7C490E-BC8A-4D33-9AC6-B11D9A538918}" destId="{6B9AC394-BF6E-420C-8B7A-AB63F13AAFBA}" srcOrd="1" destOrd="0" presId="urn:microsoft.com/office/officeart/2005/8/layout/process1"/>
    <dgm:cxn modelId="{768C888F-2495-476D-9F71-63933B620A49}" type="presOf" srcId="{68DE1925-2EB1-49B6-AD3B-C6EC64C4DE12}" destId="{D3519AAE-BB2C-4783-ACAC-D7B0603D9EDD}" srcOrd="0" destOrd="0" presId="urn:microsoft.com/office/officeart/2005/8/layout/process1"/>
    <dgm:cxn modelId="{475C9029-1197-4C09-A0B0-A745619C4548}" type="presOf" srcId="{6778F527-BD1E-40DF-B532-CA58CFB33AAB}" destId="{71E448F3-8A8C-4AFC-AA32-239A988148E3}" srcOrd="0" destOrd="0" presId="urn:microsoft.com/office/officeart/2005/8/layout/process1"/>
    <dgm:cxn modelId="{4540577D-104D-4579-9F6C-8C6A08178B58}" srcId="{68DE1925-2EB1-49B6-AD3B-C6EC64C4DE12}" destId="{C1282E57-112F-43C1-810E-3B2458F68AD6}" srcOrd="1" destOrd="0" parTransId="{04F5DEF7-264B-4607-908A-B7281E09BFCB}" sibTransId="{74C28B8B-EB30-45C5-8882-2BF5E603A3C8}"/>
    <dgm:cxn modelId="{EDCF5532-403E-4F98-B212-6626272F1D94}" type="presOf" srcId="{3BDBAC15-7139-4722-AD55-52EBD49A35D2}" destId="{F7E77EB7-4FCD-429F-84CE-ABA40EAE43CE}" srcOrd="0" destOrd="0" presId="urn:microsoft.com/office/officeart/2005/8/layout/process1"/>
    <dgm:cxn modelId="{7ABF436B-CD16-46DF-BD21-71A8630313B2}" srcId="{68DE1925-2EB1-49B6-AD3B-C6EC64C4DE12}" destId="{AD398649-D9E2-4D6A-B034-9916A16ACE3D}" srcOrd="0" destOrd="0" parTransId="{FC43BE0C-5E63-4ACC-97BA-6655B54B4B16}" sibTransId="{DF7C490E-BC8A-4D33-9AC6-B11D9A538918}"/>
    <dgm:cxn modelId="{09B5F426-9203-49E4-8EF6-832167961A99}" type="presOf" srcId="{C1282E57-112F-43C1-810E-3B2458F68AD6}" destId="{874708FB-C8C7-4853-B644-18164B53E466}" srcOrd="0" destOrd="0" presId="urn:microsoft.com/office/officeart/2005/8/layout/process1"/>
    <dgm:cxn modelId="{87F607DC-D299-49B9-9AA3-4685D0933AF6}" type="presOf" srcId="{74C28B8B-EB30-45C5-8882-2BF5E603A3C8}" destId="{63E3F4D8-BBAC-432B-8260-EC24017774BF}" srcOrd="1" destOrd="0" presId="urn:microsoft.com/office/officeart/2005/8/layout/process1"/>
    <dgm:cxn modelId="{38C09A7F-8A86-4D86-ADBC-F00FA793A27A}" type="presOf" srcId="{783356C6-9574-4857-8209-5CC46341724D}" destId="{A69025C6-F663-400A-9697-8126B4841831}" srcOrd="0" destOrd="0" presId="urn:microsoft.com/office/officeart/2005/8/layout/process1"/>
    <dgm:cxn modelId="{BBD487A1-BB4E-4395-94BE-786CB9B8E6AA}" type="presOf" srcId="{3BDBAC15-7139-4722-AD55-52EBD49A35D2}" destId="{784DCF6E-5610-474A-BF53-209B8B1E4326}" srcOrd="1" destOrd="0" presId="urn:microsoft.com/office/officeart/2005/8/layout/process1"/>
    <dgm:cxn modelId="{41459EC2-517E-43B3-8059-F436BA4C33AD}" type="presOf" srcId="{AD398649-D9E2-4D6A-B034-9916A16ACE3D}" destId="{022BA7C4-B1FE-4A96-AF95-1B40148512F5}" srcOrd="0" destOrd="0" presId="urn:microsoft.com/office/officeart/2005/8/layout/process1"/>
    <dgm:cxn modelId="{114BD912-7801-47F7-A440-27D873CB2C42}" type="presOf" srcId="{DF7C490E-BC8A-4D33-9AC6-B11D9A538918}" destId="{31CDD471-9C5C-46D0-9558-4F4E50FDAE5F}" srcOrd="0" destOrd="0" presId="urn:microsoft.com/office/officeart/2005/8/layout/process1"/>
    <dgm:cxn modelId="{9EEDD9F8-828C-4D83-8368-964E9342601F}" type="presParOf" srcId="{D3519AAE-BB2C-4783-ACAC-D7B0603D9EDD}" destId="{022BA7C4-B1FE-4A96-AF95-1B40148512F5}" srcOrd="0" destOrd="0" presId="urn:microsoft.com/office/officeart/2005/8/layout/process1"/>
    <dgm:cxn modelId="{0B3B61DF-A91A-49BB-A65F-BC5202B8A256}" type="presParOf" srcId="{D3519AAE-BB2C-4783-ACAC-D7B0603D9EDD}" destId="{31CDD471-9C5C-46D0-9558-4F4E50FDAE5F}" srcOrd="1" destOrd="0" presId="urn:microsoft.com/office/officeart/2005/8/layout/process1"/>
    <dgm:cxn modelId="{A6634F07-000A-4BFD-9AD0-A9332CDF8EC3}" type="presParOf" srcId="{31CDD471-9C5C-46D0-9558-4F4E50FDAE5F}" destId="{6B9AC394-BF6E-420C-8B7A-AB63F13AAFBA}" srcOrd="0" destOrd="0" presId="urn:microsoft.com/office/officeart/2005/8/layout/process1"/>
    <dgm:cxn modelId="{A2D6A0A8-55C9-4CD7-A218-53EBF1FAE82A}" type="presParOf" srcId="{D3519AAE-BB2C-4783-ACAC-D7B0603D9EDD}" destId="{874708FB-C8C7-4853-B644-18164B53E466}" srcOrd="2" destOrd="0" presId="urn:microsoft.com/office/officeart/2005/8/layout/process1"/>
    <dgm:cxn modelId="{41DDA00C-D1CA-4F6F-9EB6-5A31DD9DB239}" type="presParOf" srcId="{D3519AAE-BB2C-4783-ACAC-D7B0603D9EDD}" destId="{543B38FF-1D2C-480E-8533-6EDDA99D0D5C}" srcOrd="3" destOrd="0" presId="urn:microsoft.com/office/officeart/2005/8/layout/process1"/>
    <dgm:cxn modelId="{7E18ED14-286A-4401-8AC7-E41652B66F70}" type="presParOf" srcId="{543B38FF-1D2C-480E-8533-6EDDA99D0D5C}" destId="{63E3F4D8-BBAC-432B-8260-EC24017774BF}" srcOrd="0" destOrd="0" presId="urn:microsoft.com/office/officeart/2005/8/layout/process1"/>
    <dgm:cxn modelId="{F518E080-33A1-4E82-9349-C1DF1864FC2C}" type="presParOf" srcId="{D3519AAE-BB2C-4783-ACAC-D7B0603D9EDD}" destId="{CAAC7CE6-7999-4ADC-A081-40EB0053576B}" srcOrd="4" destOrd="0" presId="urn:microsoft.com/office/officeart/2005/8/layout/process1"/>
    <dgm:cxn modelId="{B8E5ED17-3977-44DE-94C7-3E22A74C70DA}" type="presParOf" srcId="{D3519AAE-BB2C-4783-ACAC-D7B0603D9EDD}" destId="{6F72640D-09C7-484B-B5B5-886083662357}" srcOrd="5" destOrd="0" presId="urn:microsoft.com/office/officeart/2005/8/layout/process1"/>
    <dgm:cxn modelId="{475F1CED-7FB3-4216-A45D-22AC7644461F}" type="presParOf" srcId="{6F72640D-09C7-484B-B5B5-886083662357}" destId="{7140D12B-54F8-4588-94DF-4C0B03EBF6B3}" srcOrd="0" destOrd="0" presId="urn:microsoft.com/office/officeart/2005/8/layout/process1"/>
    <dgm:cxn modelId="{4A2C8A67-3CD3-4A44-A83B-F69567608A6A}" type="presParOf" srcId="{D3519AAE-BB2C-4783-ACAC-D7B0603D9EDD}" destId="{A69025C6-F663-400A-9697-8126B4841831}" srcOrd="6" destOrd="0" presId="urn:microsoft.com/office/officeart/2005/8/layout/process1"/>
    <dgm:cxn modelId="{5DD19542-44E7-4C75-9870-D74EDEBCB166}" type="presParOf" srcId="{D3519AAE-BB2C-4783-ACAC-D7B0603D9EDD}" destId="{F7E77EB7-4FCD-429F-84CE-ABA40EAE43CE}" srcOrd="7" destOrd="0" presId="urn:microsoft.com/office/officeart/2005/8/layout/process1"/>
    <dgm:cxn modelId="{DE6E9FBC-2966-4F40-B869-C9433EF7678F}" type="presParOf" srcId="{F7E77EB7-4FCD-429F-84CE-ABA40EAE43CE}" destId="{784DCF6E-5610-474A-BF53-209B8B1E4326}" srcOrd="0" destOrd="0" presId="urn:microsoft.com/office/officeart/2005/8/layout/process1"/>
    <dgm:cxn modelId="{3CD5E51F-4CCD-490B-9AEB-701D6CFD4189}" type="presParOf" srcId="{D3519AAE-BB2C-4783-ACAC-D7B0603D9EDD}" destId="{71E448F3-8A8C-4AFC-AA32-239A988148E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22BA7C4-B1FE-4A96-AF95-1B40148512F5}">
      <dsp:nvSpPr>
        <dsp:cNvPr id="0" name=""/>
        <dsp:cNvSpPr/>
      </dsp:nvSpPr>
      <dsp:spPr>
        <a:xfrm>
          <a:off x="7233" y="113436"/>
          <a:ext cx="2161877" cy="1297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XML source files</a:t>
          </a:r>
          <a:endParaRPr lang="en-US" sz="3100" kern="1200" dirty="0"/>
        </a:p>
      </dsp:txBody>
      <dsp:txXfrm>
        <a:off x="7233" y="113436"/>
        <a:ext cx="2161877" cy="1297126"/>
      </dsp:txXfrm>
    </dsp:sp>
    <dsp:sp modelId="{31CDD471-9C5C-46D0-9558-4F4E50FDAE5F}">
      <dsp:nvSpPr>
        <dsp:cNvPr id="0" name=""/>
        <dsp:cNvSpPr/>
      </dsp:nvSpPr>
      <dsp:spPr>
        <a:xfrm>
          <a:off x="2385298" y="493927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2385298" y="493927"/>
        <a:ext cx="458317" cy="536145"/>
      </dsp:txXfrm>
    </dsp:sp>
    <dsp:sp modelId="{874708FB-C8C7-4853-B644-18164B53E466}">
      <dsp:nvSpPr>
        <dsp:cNvPr id="0" name=""/>
        <dsp:cNvSpPr/>
      </dsp:nvSpPr>
      <dsp:spPr>
        <a:xfrm>
          <a:off x="3033861" y="113436"/>
          <a:ext cx="2161877" cy="1297126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err="1" smtClean="0"/>
            <a:t>WiX</a:t>
          </a:r>
          <a:endParaRPr lang="en-US" sz="3100" kern="1200" dirty="0"/>
        </a:p>
      </dsp:txBody>
      <dsp:txXfrm>
        <a:off x="3033861" y="113436"/>
        <a:ext cx="2161877" cy="1297126"/>
      </dsp:txXfrm>
    </dsp:sp>
    <dsp:sp modelId="{543B38FF-1D2C-480E-8533-6EDDA99D0D5C}">
      <dsp:nvSpPr>
        <dsp:cNvPr id="0" name=""/>
        <dsp:cNvSpPr/>
      </dsp:nvSpPr>
      <dsp:spPr>
        <a:xfrm>
          <a:off x="5411926" y="493927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5411926" y="493927"/>
        <a:ext cx="458317" cy="536145"/>
      </dsp:txXfrm>
    </dsp:sp>
    <dsp:sp modelId="{71E448F3-8A8C-4AFC-AA32-239A988148E3}">
      <dsp:nvSpPr>
        <dsp:cNvPr id="0" name=""/>
        <dsp:cNvSpPr/>
      </dsp:nvSpPr>
      <dsp:spPr>
        <a:xfrm>
          <a:off x="6060489" y="113436"/>
          <a:ext cx="2161877" cy="1297126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MSI file</a:t>
          </a:r>
          <a:endParaRPr lang="en-US" sz="3100" kern="1200" dirty="0"/>
        </a:p>
      </dsp:txBody>
      <dsp:txXfrm>
        <a:off x="6060489" y="113436"/>
        <a:ext cx="2161877" cy="1297126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22BA7C4-B1FE-4A96-AF95-1B40148512F5}">
      <dsp:nvSpPr>
        <dsp:cNvPr id="0" name=""/>
        <dsp:cNvSpPr/>
      </dsp:nvSpPr>
      <dsp:spPr>
        <a:xfrm>
          <a:off x="4018" y="83492"/>
          <a:ext cx="1245691" cy="7474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Sample.wxs</a:t>
          </a:r>
          <a:endParaRPr lang="en-US" sz="1400" kern="1200" dirty="0"/>
        </a:p>
      </dsp:txBody>
      <dsp:txXfrm>
        <a:off x="4018" y="83492"/>
        <a:ext cx="1245691" cy="747414"/>
      </dsp:txXfrm>
    </dsp:sp>
    <dsp:sp modelId="{31CDD471-9C5C-46D0-9558-4F4E50FDAE5F}">
      <dsp:nvSpPr>
        <dsp:cNvPr id="0" name=""/>
        <dsp:cNvSpPr/>
      </dsp:nvSpPr>
      <dsp:spPr>
        <a:xfrm>
          <a:off x="1374278" y="302734"/>
          <a:ext cx="264086" cy="308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1374278" y="302734"/>
        <a:ext cx="264086" cy="308931"/>
      </dsp:txXfrm>
    </dsp:sp>
    <dsp:sp modelId="{874708FB-C8C7-4853-B644-18164B53E466}">
      <dsp:nvSpPr>
        <dsp:cNvPr id="0" name=""/>
        <dsp:cNvSpPr/>
      </dsp:nvSpPr>
      <dsp:spPr>
        <a:xfrm>
          <a:off x="1747986" y="83492"/>
          <a:ext cx="1245691" cy="747414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candle.exe</a:t>
          </a:r>
          <a:endParaRPr lang="en-US" sz="1400" kern="1200" dirty="0"/>
        </a:p>
      </dsp:txBody>
      <dsp:txXfrm>
        <a:off x="1747986" y="83492"/>
        <a:ext cx="1245691" cy="747414"/>
      </dsp:txXfrm>
    </dsp:sp>
    <dsp:sp modelId="{543B38FF-1D2C-480E-8533-6EDDA99D0D5C}">
      <dsp:nvSpPr>
        <dsp:cNvPr id="0" name=""/>
        <dsp:cNvSpPr/>
      </dsp:nvSpPr>
      <dsp:spPr>
        <a:xfrm>
          <a:off x="3118246" y="302734"/>
          <a:ext cx="264086" cy="308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3118246" y="302734"/>
        <a:ext cx="264086" cy="308931"/>
      </dsp:txXfrm>
    </dsp:sp>
    <dsp:sp modelId="{CAAC7CE6-7999-4ADC-A081-40EB0053576B}">
      <dsp:nvSpPr>
        <dsp:cNvPr id="0" name=""/>
        <dsp:cNvSpPr/>
      </dsp:nvSpPr>
      <dsp:spPr>
        <a:xfrm>
          <a:off x="3491954" y="83492"/>
          <a:ext cx="1245691" cy="747414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Sample.wixobj</a:t>
          </a:r>
          <a:endParaRPr lang="en-US" sz="1400" kern="1200" dirty="0"/>
        </a:p>
      </dsp:txBody>
      <dsp:txXfrm>
        <a:off x="3491954" y="83492"/>
        <a:ext cx="1245691" cy="747414"/>
      </dsp:txXfrm>
    </dsp:sp>
    <dsp:sp modelId="{6F72640D-09C7-484B-B5B5-886083662357}">
      <dsp:nvSpPr>
        <dsp:cNvPr id="0" name=""/>
        <dsp:cNvSpPr/>
      </dsp:nvSpPr>
      <dsp:spPr>
        <a:xfrm>
          <a:off x="4862214" y="302734"/>
          <a:ext cx="264086" cy="308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4862214" y="302734"/>
        <a:ext cx="264086" cy="308931"/>
      </dsp:txXfrm>
    </dsp:sp>
    <dsp:sp modelId="{A69025C6-F663-400A-9697-8126B4841831}">
      <dsp:nvSpPr>
        <dsp:cNvPr id="0" name=""/>
        <dsp:cNvSpPr/>
      </dsp:nvSpPr>
      <dsp:spPr>
        <a:xfrm>
          <a:off x="5235922" y="83492"/>
          <a:ext cx="1245691" cy="747414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light.exe</a:t>
          </a:r>
          <a:endParaRPr lang="en-US" sz="1400" kern="1200" dirty="0"/>
        </a:p>
      </dsp:txBody>
      <dsp:txXfrm>
        <a:off x="5235922" y="83492"/>
        <a:ext cx="1245691" cy="747414"/>
      </dsp:txXfrm>
    </dsp:sp>
    <dsp:sp modelId="{F7E77EB7-4FCD-429F-84CE-ABA40EAE43CE}">
      <dsp:nvSpPr>
        <dsp:cNvPr id="0" name=""/>
        <dsp:cNvSpPr/>
      </dsp:nvSpPr>
      <dsp:spPr>
        <a:xfrm>
          <a:off x="6606182" y="302734"/>
          <a:ext cx="264086" cy="308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6606182" y="302734"/>
        <a:ext cx="264086" cy="308931"/>
      </dsp:txXfrm>
    </dsp:sp>
    <dsp:sp modelId="{71E448F3-8A8C-4AFC-AA32-239A988148E3}">
      <dsp:nvSpPr>
        <dsp:cNvPr id="0" name=""/>
        <dsp:cNvSpPr/>
      </dsp:nvSpPr>
      <dsp:spPr>
        <a:xfrm>
          <a:off x="6979890" y="83492"/>
          <a:ext cx="1245691" cy="747414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Sample.msi</a:t>
          </a:r>
          <a:endParaRPr lang="en-US" sz="1400" kern="1200" dirty="0"/>
        </a:p>
      </dsp:txBody>
      <dsp:txXfrm>
        <a:off x="6979890" y="83492"/>
        <a:ext cx="1245691" cy="7474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3/31/2022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3/31/2022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3/31/2022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3/31/2022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3/31/2022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3/31/2022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firegiant.com/wix/tutorial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ixtoolset.org/releases/development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marketplace.visualstudio.com/items?itemName=WixToolset.WixToolsetVisualStudio2019Extensio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uidgenerator.com/online-guid-generator.aspx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uidgenerator.com/online-guid-generator.aspx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ixtoolset.org/documentation/manual/v3/howtos/redistributables_and_install_checks/check_for_dotnet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7395609/what-is-the-best-way-to-auto-update-a-windows-application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Windows Installer XML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hlinkClick r:id="rId2"/>
              </a:rPr>
              <a:t>nhbien@fit.hcmus.edu.vn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105400" cy="40386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create setup packages using </a:t>
            </a:r>
            <a:r>
              <a:rPr lang="en-US" sz="2400" dirty="0" err="1" smtClean="0"/>
              <a:t>WiX</a:t>
            </a:r>
            <a:r>
              <a:rPr lang="en-US" sz="2400" dirty="0" smtClean="0"/>
              <a:t>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present how to provide patches.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present how to provide automatic updates.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err="1" smtClean="0"/>
              <a:t>WiX</a:t>
            </a:r>
            <a:r>
              <a:rPr lang="en-US" sz="2400" dirty="0" smtClean="0"/>
              <a:t> Toolset Tutorial. </a:t>
            </a:r>
            <a:r>
              <a:rPr lang="en-US" sz="2400" dirty="0" smtClean="0">
                <a:hlinkClick r:id="rId2"/>
              </a:rPr>
              <a:t>https://www.firegiant.com/wix/tutorial/</a:t>
            </a:r>
            <a:endParaRPr lang="en-US" sz="2400" dirty="0" smtClean="0"/>
          </a:p>
          <a:p>
            <a:pPr marL="457200" lvl="0" indent="-45720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Windows Installer XML (</a:t>
            </a:r>
            <a:r>
              <a:rPr lang="en-US" dirty="0" err="1" smtClean="0"/>
              <a:t>WiX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r"/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The Windows Installer XML (</a:t>
            </a:r>
            <a:r>
              <a:rPr lang="en-US" sz="2200" i="1" dirty="0" err="1" smtClean="0">
                <a:solidFill>
                  <a:schemeClr val="bg1"/>
                </a:solidFill>
                <a:latin typeface="+mj-lt"/>
              </a:rPr>
              <a:t>WiX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) is a toolset that builds Windows installation packages from XML source code.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5" name="Diagram 4"/>
          <p:cNvGraphicFramePr/>
          <p:nvPr/>
        </p:nvGraphicFramePr>
        <p:xfrm>
          <a:off x="457200" y="2667000"/>
          <a:ext cx="8229600" cy="152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/>
        </p:nvGraphicFramePr>
        <p:xfrm>
          <a:off x="457200" y="4876800"/>
          <a:ext cx="8229600" cy="91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WiX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https://wixtoolset.org/releases/development/</a:t>
            </a:r>
            <a:endParaRPr lang="en-US" sz="2000" dirty="0" smtClean="0"/>
          </a:p>
          <a:p>
            <a:r>
              <a:rPr lang="en-US" sz="2000" dirty="0" smtClean="0"/>
              <a:t>Add </a:t>
            </a:r>
            <a:r>
              <a:rPr lang="en-US" sz="2000" b="1" dirty="0" smtClean="0">
                <a:latin typeface="Consolas" pitchFamily="49" charset="0"/>
              </a:rPr>
              <a:t>C:\Program Files (x86)\</a:t>
            </a:r>
            <a:r>
              <a:rPr lang="en-US" sz="2000" b="1" dirty="0" err="1" smtClean="0">
                <a:latin typeface="Consolas" pitchFamily="49" charset="0"/>
              </a:rPr>
              <a:t>WiX</a:t>
            </a:r>
            <a:r>
              <a:rPr lang="en-US" sz="2000" b="1" dirty="0" smtClean="0">
                <a:latin typeface="Consolas" pitchFamily="49" charset="0"/>
              </a:rPr>
              <a:t> Toolset v3.14\bin</a:t>
            </a:r>
            <a:r>
              <a:rPr lang="en-US" sz="2000" dirty="0" smtClean="0"/>
              <a:t> to PATH</a:t>
            </a:r>
            <a:endParaRPr lang="en-US" sz="2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2818145"/>
            <a:ext cx="3049255" cy="3049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400" dirty="0" smtClean="0"/>
              <a:t>2. Install </a:t>
            </a:r>
            <a:r>
              <a:rPr lang="en-US" sz="3400" dirty="0" err="1" smtClean="0"/>
              <a:t>WiX</a:t>
            </a:r>
            <a:r>
              <a:rPr lang="en-US" sz="3400" dirty="0" smtClean="0"/>
              <a:t> Toolset Visual Studio Extension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https://marketplace.visualstudio.com/items?itemName=WixToolset.WixToolsetVisualStudio2019Extension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2895600"/>
            <a:ext cx="4191000" cy="313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a </a:t>
            </a:r>
            <a:r>
              <a:rPr lang="en-US" dirty="0" err="1" smtClean="0"/>
              <a:t>WiX</a:t>
            </a:r>
            <a:r>
              <a:rPr lang="en-US" dirty="0" smtClean="0"/>
              <a:t> Project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2225675"/>
            <a:ext cx="8572500" cy="280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Prepare IDs and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sz="2000" dirty="0" smtClean="0">
                <a:hlinkClick r:id="rId2"/>
              </a:rPr>
              <a:t>https://www.guidgenerator.com/online-guid-generator.aspx</a:t>
            </a:r>
            <a:endParaRPr lang="en-US" sz="2000" dirty="0" smtClean="0"/>
          </a:p>
          <a:p>
            <a:pPr marL="457200" indent="-457200"/>
            <a:r>
              <a:rPr lang="en-US" sz="2000" dirty="0" smtClean="0"/>
              <a:t>&lt;Product </a:t>
            </a:r>
            <a:r>
              <a:rPr lang="en-US" sz="2000" dirty="0" err="1" smtClean="0"/>
              <a:t>UpgradeCode</a:t>
            </a:r>
            <a:r>
              <a:rPr lang="en-US" sz="2000" dirty="0" smtClean="0"/>
              <a:t>="ad831b42-b0bc-47f1-a93d-6c2e3b1efe09"</a:t>
            </a:r>
          </a:p>
          <a:p>
            <a:pPr marL="457200" indent="-457200"/>
            <a:r>
              <a:rPr lang="en-US" sz="2000" dirty="0" smtClean="0"/>
              <a:t>Id="47d6a686-700e-4f52-82d6-3faef77c3996"</a:t>
            </a:r>
          </a:p>
          <a:p>
            <a:pPr marL="457200" indent="-457200"/>
            <a:r>
              <a:rPr lang="en-US" sz="2000" dirty="0" smtClean="0"/>
              <a:t>&lt;Component </a:t>
            </a:r>
            <a:r>
              <a:rPr lang="en-US" sz="2000" dirty="0" err="1" smtClean="0"/>
              <a:t>Guid</a:t>
            </a:r>
            <a:r>
              <a:rPr lang="en-US" sz="2000" dirty="0" smtClean="0"/>
              <a:t>="f4c5f23f-5ccb-4db4-b6e8-577ea9d14676"</a:t>
            </a:r>
          </a:p>
          <a:p>
            <a:pPr marL="457200" indent="-457200"/>
            <a:r>
              <a:rPr lang="en-US" sz="2000" dirty="0" smtClean="0"/>
              <a:t>License.rtf</a:t>
            </a:r>
          </a:p>
          <a:p>
            <a:pPr marL="457200" indent="-457200"/>
            <a:r>
              <a:rPr lang="en-US" sz="2000" dirty="0" smtClean="0"/>
              <a:t>Banner.bmp</a:t>
            </a:r>
          </a:p>
          <a:p>
            <a:pPr marL="457200" indent="-457200"/>
            <a:r>
              <a:rPr lang="en-US" sz="2000" dirty="0" smtClean="0"/>
              <a:t>Dialog.bmp</a:t>
            </a:r>
          </a:p>
          <a:p>
            <a:pPr marL="457200" indent="-457200"/>
            <a:r>
              <a:rPr lang="en-US" sz="2000" dirty="0" smtClean="0"/>
              <a:t>Client.exe</a:t>
            </a:r>
          </a:p>
          <a:p>
            <a:pPr marL="457200" indent="-457200"/>
            <a:r>
              <a:rPr lang="en-US" sz="2000" dirty="0" err="1" smtClean="0"/>
              <a:t>Client.exe.config</a:t>
            </a:r>
            <a:endParaRPr lang="en-US" sz="2000" dirty="0" smtClean="0"/>
          </a:p>
          <a:p>
            <a:pPr marL="457200" indent="-457200"/>
            <a:r>
              <a:rPr lang="en-US" sz="2000" dirty="0" smtClean="0"/>
              <a:t>Business.dll</a:t>
            </a:r>
          </a:p>
          <a:p>
            <a:pPr marL="457200" indent="-457200"/>
            <a:r>
              <a:rPr lang="en-US" sz="2000" dirty="0" smtClean="0"/>
              <a:t>Model.dll</a:t>
            </a:r>
          </a:p>
          <a:p>
            <a:pPr marL="457200" indent="-457200"/>
            <a:endParaRPr lang="en-US" sz="2000" dirty="0" smtClean="0"/>
          </a:p>
          <a:p>
            <a:pPr marL="457200" indent="-457200"/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Prepare License.rtf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7472" indent="-347472">
              <a:spcBef>
                <a:spcPts val="768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 dirty="0" smtClean="0">
                <a:hlinkClick r:id="rId2"/>
              </a:rPr>
              <a:t>https://www.guidgenerator.com/online-guid-generator.aspx</a:t>
            </a:r>
            <a:endParaRPr lang="en-US" sz="2400" dirty="0" smtClean="0"/>
          </a:p>
          <a:p>
            <a:pPr marL="347472" indent="-347472">
              <a:spcBef>
                <a:spcPts val="768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 dirty="0" err="1" smtClean="0"/>
              <a:t>UpgradeCode</a:t>
            </a:r>
            <a:r>
              <a:rPr lang="en-US" sz="2400" dirty="0" smtClean="0"/>
              <a:t>="ad831b42-b0bc-47f1-a93d-6c2e3b1efe09"</a:t>
            </a:r>
          </a:p>
          <a:p>
            <a:r>
              <a:rPr lang="en-US" sz="2400" dirty="0" smtClean="0"/>
              <a:t>Id="47d6a686-700e-4f52-82d6-3faef77c3996"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Modify WXS File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3400" y="1647885"/>
            <a:ext cx="8001000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&lt;?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xml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nsolas"/>
              </a:rPr>
              <a:t>version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1.0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nsolas"/>
              </a:rPr>
              <a:t>encoding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utf-8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?&gt;</a:t>
            </a:r>
            <a:endParaRPr lang="en-US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A31515"/>
                </a:solidFill>
                <a:latin typeface="Consolas"/>
              </a:rPr>
              <a:t>Wix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Consolas"/>
              </a:rPr>
              <a:t>xmlns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http://schemas.microsoft.com/wix/2006/wi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Consolas"/>
              </a:rPr>
              <a:t>xmlns:util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http://schemas.microsoft.com/wix/UtilExtension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Consolas"/>
              </a:rPr>
              <a:t>xmlns:netfx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http://schemas.microsoft.com/wix/NetFxExtension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&gt;</a:t>
            </a:r>
            <a:endParaRPr lang="en-US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&lt;!--</a:t>
            </a:r>
            <a:r>
              <a:rPr lang="en-US" dirty="0" smtClean="0">
                <a:solidFill>
                  <a:srgbClr val="008000"/>
                </a:solidFill>
                <a:latin typeface="Consolas"/>
              </a:rPr>
              <a:t> Change Product Id to overwrite existing version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--&gt;</a:t>
            </a:r>
            <a:endParaRPr lang="en-US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Product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Consolas"/>
              </a:rPr>
              <a:t>UpgradeCode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ad831b42-b0bc-47f1-a93d-6c2e3b1efe09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47d6a686-700e-4f52-82d6-3faef77c3996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Client 2.0.0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nsolas"/>
              </a:rPr>
              <a:t>Codepage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1252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nsolas"/>
              </a:rPr>
              <a:t>Language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1033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nsolas"/>
              </a:rPr>
              <a:t>Version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1.0.0.0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mtClean="0">
                <a:solidFill>
                  <a:srgbClr val="FF0000"/>
                </a:solidFill>
                <a:latin typeface="Consolas"/>
              </a:rPr>
              <a:t>Manufacturer</a:t>
            </a:r>
            <a:r>
              <a:rPr lang="en-US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smtClean="0">
                <a:solidFill>
                  <a:srgbClr val="0000FF"/>
                </a:solidFill>
                <a:latin typeface="Consolas"/>
              </a:rPr>
              <a:t>Company Name</a:t>
            </a:r>
            <a:r>
              <a:rPr lang="en-US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smtClean="0">
                <a:solidFill>
                  <a:srgbClr val="0000FF"/>
                </a:solidFill>
                <a:latin typeface="Consolas"/>
              </a:rPr>
              <a:t>&gt; </a:t>
            </a:r>
            <a:endParaRPr lang="en-US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Package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Consolas"/>
              </a:rPr>
              <a:t>InstallerVersion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200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nsolas"/>
              </a:rPr>
              <a:t>Compressed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yes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nsolas"/>
              </a:rPr>
              <a:t>Platform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x86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/&gt;</a:t>
            </a:r>
            <a:endParaRPr lang="en-US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Condition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nsolas"/>
              </a:rPr>
              <a:t>Message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You need to be an administrator to install Client 2.0.0.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&gt;</a:t>
            </a:r>
            <a:endParaRPr lang="en-US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Privileged</a:t>
            </a:r>
          </a:p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Condition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&gt;</a:t>
            </a:r>
          </a:p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...</a:t>
            </a:r>
            <a:endParaRPr lang="en-US" dirty="0" smtClean="0">
              <a:solidFill>
                <a:srgbClr val="00000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Build the WXS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candle </a:t>
            </a:r>
            <a:r>
              <a:rPr lang="en-US" sz="2000" dirty="0" smtClean="0">
                <a:latin typeface="Consolas" pitchFamily="49" charset="0"/>
              </a:rPr>
              <a:t>Client.wxs  </a:t>
            </a:r>
            <a:r>
              <a:rPr lang="en-US" sz="2000" dirty="0" smtClean="0">
                <a:latin typeface="Consolas" pitchFamily="49" charset="0"/>
              </a:rPr>
              <a:t>-</a:t>
            </a:r>
            <a:r>
              <a:rPr lang="en-US" sz="2000" dirty="0" err="1" smtClean="0">
                <a:latin typeface="Consolas" pitchFamily="49" charset="0"/>
              </a:rPr>
              <a:t>dHelpDirectory</a:t>
            </a:r>
            <a:r>
              <a:rPr lang="en-US" sz="2000" dirty="0" smtClean="0">
                <a:latin typeface="Consolas" pitchFamily="49" charset="0"/>
              </a:rPr>
              <a:t>=</a:t>
            </a:r>
            <a:r>
              <a:rPr lang="en-US" sz="2000" dirty="0" err="1" smtClean="0">
                <a:latin typeface="Consolas" pitchFamily="49" charset="0"/>
              </a:rPr>
              <a:t>HelpDocuments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</a:rPr>
              <a:t>-</a:t>
            </a:r>
            <a:r>
              <a:rPr lang="en-US" sz="2000" dirty="0" err="1" smtClean="0">
                <a:latin typeface="Consolas" pitchFamily="49" charset="0"/>
              </a:rPr>
              <a:t>dServiceURL</a:t>
            </a:r>
            <a:r>
              <a:rPr lang="en-US" sz="2000" dirty="0" smtClean="0">
                <a:latin typeface="Consolas" pitchFamily="49" charset="0"/>
              </a:rPr>
              <a:t>=http</a:t>
            </a:r>
            <a:r>
              <a:rPr lang="en-US" sz="2000" dirty="0" smtClean="0">
                <a:latin typeface="Consolas" pitchFamily="49" charset="0"/>
              </a:rPr>
              <a:t>://server/Service.svc </a:t>
            </a:r>
            <a:r>
              <a:rPr lang="en-US" sz="2000" dirty="0" smtClean="0">
                <a:latin typeface="Consolas" pitchFamily="49" charset="0"/>
              </a:rPr>
              <a:t>-ext </a:t>
            </a:r>
            <a:r>
              <a:rPr lang="en-US" sz="2000" dirty="0" err="1" smtClean="0">
                <a:latin typeface="Consolas" pitchFamily="49" charset="0"/>
              </a:rPr>
              <a:t>WixUtilExtension</a:t>
            </a:r>
            <a:r>
              <a:rPr lang="en-US" sz="2000" dirty="0" smtClean="0">
                <a:latin typeface="Consolas" pitchFamily="49" charset="0"/>
              </a:rPr>
              <a:t> -</a:t>
            </a:r>
            <a:r>
              <a:rPr lang="en-US" sz="2000" smtClean="0">
                <a:latin typeface="Consolas" pitchFamily="49" charset="0"/>
              </a:rPr>
              <a:t>out </a:t>
            </a:r>
            <a:r>
              <a:rPr lang="en-US" sz="2000" smtClean="0">
                <a:latin typeface="Consolas" pitchFamily="49" charset="0"/>
              </a:rPr>
              <a:t>Client_2.0.0_Prod.wixobj</a:t>
            </a:r>
          </a:p>
          <a:p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light </a:t>
            </a:r>
            <a:r>
              <a:rPr lang="en-US" sz="2000" dirty="0" smtClean="0">
                <a:latin typeface="Consolas" pitchFamily="49" charset="0"/>
              </a:rPr>
              <a:t>Client_2.0.0_Prod.wixobj </a:t>
            </a:r>
            <a:r>
              <a:rPr lang="en-US" sz="2000" dirty="0" smtClean="0">
                <a:latin typeface="Consolas" pitchFamily="49" charset="0"/>
              </a:rPr>
              <a:t>-ext WixUIExtension.dll -ext </a:t>
            </a:r>
            <a:r>
              <a:rPr lang="en-US" sz="2000" dirty="0" err="1" smtClean="0">
                <a:latin typeface="Consolas" pitchFamily="49" charset="0"/>
              </a:rPr>
              <a:t>WixUtilExtension</a:t>
            </a:r>
            <a:r>
              <a:rPr lang="en-US" sz="2000" dirty="0" smtClean="0">
                <a:latin typeface="Consolas" pitchFamily="49" charset="0"/>
              </a:rPr>
              <a:t> -ext </a:t>
            </a:r>
            <a:r>
              <a:rPr lang="en-US" sz="2000" dirty="0" err="1" smtClean="0">
                <a:latin typeface="Consolas" pitchFamily="49" charset="0"/>
              </a:rPr>
              <a:t>WiXNetFxExtension</a:t>
            </a:r>
            <a:r>
              <a:rPr lang="en-US" sz="2000" dirty="0" smtClean="0">
                <a:latin typeface="Consolas" pitchFamily="49" charset="0"/>
              </a:rPr>
              <a:t> -loc </a:t>
            </a:r>
            <a:r>
              <a:rPr lang="en-US" sz="2000" dirty="0" smtClean="0">
                <a:latin typeface="Consolas" pitchFamily="49" charset="0"/>
              </a:rPr>
              <a:t>Client.wxl </a:t>
            </a:r>
            <a:r>
              <a:rPr lang="en-US" sz="2000" dirty="0" smtClean="0">
                <a:latin typeface="Consolas" pitchFamily="49" charset="0"/>
              </a:rPr>
              <a:t>-out </a:t>
            </a:r>
            <a:r>
              <a:rPr lang="en-US" sz="2000" dirty="0" smtClean="0">
                <a:latin typeface="Consolas" pitchFamily="49" charset="0"/>
              </a:rPr>
              <a:t>Client_Prod_2.0.0.msi</a:t>
            </a:r>
            <a:endParaRPr lang="en-US" sz="2000" dirty="0" smtClean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Basic 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Creating installation package from scratch</a:t>
            </a:r>
          </a:p>
          <a:p>
            <a:r>
              <a:rPr lang="en-US" dirty="0" smtClean="0"/>
              <a:t>Creating installation package using Visual Studio</a:t>
            </a:r>
          </a:p>
          <a:p>
            <a:r>
              <a:rPr lang="en-US" dirty="0" smtClean="0"/>
              <a:t>Working with </a:t>
            </a:r>
            <a:r>
              <a:rPr lang="en-US" dirty="0" err="1" smtClean="0"/>
              <a:t>MSBuild</a:t>
            </a:r>
            <a:endParaRPr lang="en-US" dirty="0" smtClean="0"/>
          </a:p>
          <a:p>
            <a:r>
              <a:rPr lang="en-US" dirty="0" smtClean="0"/>
              <a:t>Working with </a:t>
            </a:r>
            <a:r>
              <a:rPr lang="en-US" dirty="0" err="1" smtClean="0"/>
              <a:t>Nant</a:t>
            </a:r>
            <a:endParaRPr lang="en-US" dirty="0" smtClean="0"/>
          </a:p>
          <a:p>
            <a:r>
              <a:rPr lang="en-US" dirty="0" smtClean="0"/>
              <a:t>Customize user interface</a:t>
            </a:r>
          </a:p>
          <a:p>
            <a:r>
              <a:rPr lang="en-US" dirty="0" smtClean="0"/>
              <a:t>Customize events and actions</a:t>
            </a:r>
          </a:p>
          <a:p>
            <a:r>
              <a:rPr lang="en-US" dirty="0" smtClean="0"/>
              <a:t>Working with database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Registry value</a:t>
            </a:r>
          </a:p>
          <a:p>
            <a:r>
              <a:rPr lang="en-US" dirty="0" smtClean="0"/>
              <a:t>License agreement</a:t>
            </a:r>
          </a:p>
          <a:p>
            <a:r>
              <a:rPr lang="en-US" dirty="0" smtClean="0"/>
              <a:t>Dialog and banner</a:t>
            </a:r>
          </a:p>
          <a:p>
            <a:r>
              <a:rPr lang="en-US" dirty="0" smtClean="0"/>
              <a:t>Uninstall shortcut</a:t>
            </a:r>
          </a:p>
          <a:p>
            <a:r>
              <a:rPr lang="en-US" dirty="0" smtClean="0"/>
              <a:t>Product key incorporation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 for .NET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https://wixtoolset.org/documentation/manual/v3/howtos/redistributables_and_install_checks/check_for_dotnet.html</a:t>
            </a:r>
            <a:endParaRPr lang="en-US" sz="2400" dirty="0" smtClean="0"/>
          </a:p>
          <a:p>
            <a:r>
              <a:rPr lang="en-US" sz="2400" dirty="0" smtClean="0"/>
              <a:t>Add </a:t>
            </a:r>
            <a:r>
              <a:rPr lang="en-US" sz="2400" dirty="0" err="1" smtClean="0"/>
              <a:t>WixNetFxExtension's</a:t>
            </a:r>
            <a:r>
              <a:rPr lang="en-US" sz="2400" dirty="0" smtClean="0"/>
              <a:t> namespace to the WSX file</a:t>
            </a:r>
          </a:p>
          <a:p>
            <a:pPr lvl="1"/>
            <a:r>
              <a:rPr lang="en-US" sz="1600" b="1" dirty="0" err="1" smtClean="0">
                <a:latin typeface="Consolas" pitchFamily="49" charset="0"/>
              </a:rPr>
              <a:t>xmlns:netfx</a:t>
            </a:r>
            <a:r>
              <a:rPr lang="en-US" sz="1600" b="1" dirty="0" smtClean="0">
                <a:latin typeface="Consolas" pitchFamily="49" charset="0"/>
              </a:rPr>
              <a:t>="http://schemas.microsoft.com/wix/NetFxExtension"</a:t>
            </a:r>
          </a:p>
          <a:p>
            <a:r>
              <a:rPr lang="en-US" sz="2400" dirty="0" smtClean="0"/>
              <a:t>Add the required properties</a:t>
            </a:r>
          </a:p>
          <a:p>
            <a:pPr lvl="1"/>
            <a:r>
              <a:rPr lang="en-US" sz="1600" b="1" dirty="0" smtClean="0">
                <a:latin typeface="Consolas" pitchFamily="49" charset="0"/>
              </a:rPr>
              <a:t>&lt;</a:t>
            </a:r>
            <a:r>
              <a:rPr lang="en-US" sz="1600" b="1" dirty="0" err="1" smtClean="0">
                <a:latin typeface="Consolas" pitchFamily="49" charset="0"/>
              </a:rPr>
              <a:t>PropertyRef</a:t>
            </a:r>
            <a:r>
              <a:rPr lang="en-US" sz="1600" b="1" dirty="0" smtClean="0">
                <a:latin typeface="Consolas" pitchFamily="49" charset="0"/>
              </a:rPr>
              <a:t> Id="NETFRAMEWORK45"/&gt;</a:t>
            </a:r>
          </a:p>
          <a:p>
            <a:r>
              <a:rPr lang="en-US" sz="2400" dirty="0" smtClean="0"/>
              <a:t>Use the required properties</a:t>
            </a:r>
          </a:p>
          <a:p>
            <a:pPr lvl="1"/>
            <a:r>
              <a:rPr lang="en-US" sz="1600" b="1" dirty="0" smtClean="0">
                <a:latin typeface="Consolas" pitchFamily="49" charset="0"/>
              </a:rPr>
              <a:t>&lt;Show Dialog="</a:t>
            </a:r>
            <a:r>
              <a:rPr lang="en-US" sz="1600" b="1" dirty="0" err="1" smtClean="0">
                <a:latin typeface="Consolas" pitchFamily="49" charset="0"/>
              </a:rPr>
              <a:t>NETMissingDialog</a:t>
            </a:r>
            <a:r>
              <a:rPr lang="en-US" sz="1600" b="1" dirty="0" smtClean="0">
                <a:latin typeface="Consolas" pitchFamily="49" charset="0"/>
              </a:rPr>
              <a:t>" After="</a:t>
            </a:r>
            <a:r>
              <a:rPr lang="en-US" sz="1600" b="1" dirty="0" err="1" smtClean="0">
                <a:latin typeface="Consolas" pitchFamily="49" charset="0"/>
              </a:rPr>
              <a:t>AppSearch</a:t>
            </a:r>
            <a:r>
              <a:rPr lang="en-US" sz="1600" b="1" dirty="0" smtClean="0">
                <a:latin typeface="Consolas" pitchFamily="49" charset="0"/>
              </a:rPr>
              <a:t>"&gt;</a:t>
            </a:r>
          </a:p>
          <a:p>
            <a:pPr lvl="1">
              <a:buNone/>
            </a:pPr>
            <a:r>
              <a:rPr lang="en-US" sz="1600" b="1" dirty="0" smtClean="0">
                <a:latin typeface="Consolas" pitchFamily="49" charset="0"/>
              </a:rPr>
              <a:t>	          &lt;![CDATA[(NOT Installed) AND (NOT NETFRAMEWORK45)]]&gt;</a:t>
            </a:r>
          </a:p>
          <a:p>
            <a:pPr lvl="1">
              <a:buNone/>
            </a:pPr>
            <a:r>
              <a:rPr lang="en-US" sz="1600" b="1" dirty="0" smtClean="0">
                <a:latin typeface="Consolas" pitchFamily="49" charset="0"/>
              </a:rPr>
              <a:t>	&lt;/Show&gt;</a:t>
            </a:r>
          </a:p>
          <a:p>
            <a:endParaRPr lang="en-US" sz="2400" dirty="0" smtClean="0"/>
          </a:p>
          <a:p>
            <a:pPr lvl="1"/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u="sng" dirty="0" smtClean="0"/>
              <a:t>Adding the custom actions:</a:t>
            </a:r>
            <a:endParaRPr lang="en-US" sz="2000" b="1" dirty="0" smtClean="0"/>
          </a:p>
          <a:p>
            <a:pPr>
              <a:buNone/>
            </a:pPr>
            <a:r>
              <a:rPr lang="en-US" sz="1800" dirty="0" smtClean="0"/>
              <a:t>&lt;</a:t>
            </a:r>
            <a:r>
              <a:rPr lang="en-US" sz="1800" dirty="0" err="1" smtClean="0"/>
              <a:t>CustomAction</a:t>
            </a:r>
            <a:r>
              <a:rPr lang="en-US" sz="1800" dirty="0" smtClean="0"/>
              <a:t> Id="</a:t>
            </a:r>
            <a:r>
              <a:rPr lang="en-US" sz="1800" dirty="0" err="1" smtClean="0"/>
              <a:t>RegisterAddin</a:t>
            </a:r>
            <a:r>
              <a:rPr lang="en-US" sz="1800" dirty="0" smtClean="0"/>
              <a:t>" Directory="INSTALLDIR" </a:t>
            </a:r>
            <a:br>
              <a:rPr lang="en-US" sz="1800" dirty="0" smtClean="0"/>
            </a:br>
            <a:r>
              <a:rPr lang="en-US" sz="1800" dirty="0" smtClean="0"/>
              <a:t>                      </a:t>
            </a:r>
            <a:r>
              <a:rPr lang="en-US" sz="1800" dirty="0" err="1" smtClean="0"/>
              <a:t>ExeCommand</a:t>
            </a:r>
            <a:r>
              <a:rPr lang="en-US" sz="1800" dirty="0" smtClean="0"/>
              <a:t>='regsvr32.exe /s "[INSTALLDIR]addin.dll"' </a:t>
            </a:r>
            <a:br>
              <a:rPr lang="en-US" sz="1800" dirty="0" smtClean="0"/>
            </a:br>
            <a:r>
              <a:rPr lang="en-US" sz="1800" dirty="0" smtClean="0"/>
              <a:t>                      Return="check"&gt; </a:t>
            </a:r>
          </a:p>
          <a:p>
            <a:pPr>
              <a:buNone/>
            </a:pPr>
            <a:r>
              <a:rPr lang="en-US" sz="1800" dirty="0" smtClean="0"/>
              <a:t>&lt;/</a:t>
            </a:r>
            <a:r>
              <a:rPr lang="en-US" sz="1800" dirty="0" err="1" smtClean="0"/>
              <a:t>CustomAction</a:t>
            </a:r>
            <a:r>
              <a:rPr lang="en-US" sz="1800" dirty="0" smtClean="0"/>
              <a:t>&gt; </a:t>
            </a:r>
          </a:p>
          <a:p>
            <a:pPr>
              <a:buNone/>
            </a:pPr>
            <a:r>
              <a:rPr lang="en-US" sz="1800" dirty="0" smtClean="0"/>
              <a:t>&lt;</a:t>
            </a:r>
            <a:r>
              <a:rPr lang="en-US" sz="1800" dirty="0" err="1" smtClean="0"/>
              <a:t>CustomAction</a:t>
            </a:r>
            <a:r>
              <a:rPr lang="en-US" sz="1800" dirty="0" smtClean="0"/>
              <a:t> Id="</a:t>
            </a:r>
            <a:r>
              <a:rPr lang="en-US" sz="1800" dirty="0" err="1" smtClean="0"/>
              <a:t>UnregisterAddin</a:t>
            </a:r>
            <a:r>
              <a:rPr lang="en-US" sz="1800" dirty="0" smtClean="0"/>
              <a:t>"  Directory="INSTALLDIR" </a:t>
            </a:r>
            <a:br>
              <a:rPr lang="en-US" sz="1800" dirty="0" smtClean="0"/>
            </a:br>
            <a:r>
              <a:rPr lang="en-US" sz="1800" dirty="0" smtClean="0"/>
              <a:t>  </a:t>
            </a:r>
            <a:r>
              <a:rPr lang="en-US" sz="1800" dirty="0" err="1" smtClean="0"/>
              <a:t>ExeCommand</a:t>
            </a:r>
            <a:r>
              <a:rPr lang="en-US" sz="1800" dirty="0" smtClean="0"/>
              <a:t>='regsvr32.exe /s /u "[INSTALLDIR]addin.dll"'&gt; </a:t>
            </a:r>
          </a:p>
          <a:p>
            <a:pPr>
              <a:buNone/>
            </a:pPr>
            <a:r>
              <a:rPr lang="en-US" sz="1800" dirty="0" smtClean="0"/>
              <a:t>&lt;/</a:t>
            </a:r>
            <a:r>
              <a:rPr lang="en-US" sz="1800" dirty="0" err="1" smtClean="0"/>
              <a:t>CustomAction</a:t>
            </a:r>
            <a:r>
              <a:rPr lang="en-US" sz="1800" dirty="0" smtClean="0"/>
              <a:t>&gt;</a:t>
            </a:r>
          </a:p>
          <a:p>
            <a:r>
              <a:rPr lang="en-US" sz="2000" b="1" u="sng" dirty="0" smtClean="0"/>
              <a:t>Defining the execution "sequence":</a:t>
            </a:r>
            <a:endParaRPr lang="en-US" sz="2000" b="1" dirty="0" smtClean="0"/>
          </a:p>
          <a:p>
            <a:pPr>
              <a:buNone/>
            </a:pPr>
            <a:r>
              <a:rPr lang="en-US" sz="1800" dirty="0" smtClean="0"/>
              <a:t>&lt;</a:t>
            </a:r>
            <a:r>
              <a:rPr lang="en-US" sz="1800" dirty="0" err="1" smtClean="0"/>
              <a:t>InstallExecuteSequence</a:t>
            </a:r>
            <a:r>
              <a:rPr lang="en-US" sz="1800" dirty="0" smtClean="0"/>
              <a:t>&gt; </a:t>
            </a:r>
          </a:p>
          <a:p>
            <a:pPr>
              <a:buNone/>
            </a:pPr>
            <a:r>
              <a:rPr lang="en-US" sz="1800" dirty="0" smtClean="0"/>
              <a:t>&lt;Custom Action=" </a:t>
            </a:r>
            <a:r>
              <a:rPr lang="en-US" sz="1800" dirty="0" err="1" smtClean="0"/>
              <a:t>RegisterAddin</a:t>
            </a:r>
            <a:r>
              <a:rPr lang="en-US" sz="1800" dirty="0" smtClean="0"/>
              <a:t>" After="</a:t>
            </a:r>
            <a:r>
              <a:rPr lang="en-US" sz="1800" dirty="0" err="1" smtClean="0"/>
              <a:t>InstallFinalize</a:t>
            </a:r>
            <a:r>
              <a:rPr lang="en-US" sz="1800" dirty="0" smtClean="0"/>
              <a:t>"&gt;NOT Installed&lt;/Custom&gt; </a:t>
            </a:r>
          </a:p>
          <a:p>
            <a:pPr>
              <a:buNone/>
            </a:pPr>
            <a:r>
              <a:rPr lang="en-US" sz="1800" dirty="0" smtClean="0"/>
              <a:t>&lt;Custom Action="</a:t>
            </a:r>
            <a:r>
              <a:rPr lang="en-US" sz="1800" dirty="0" err="1" smtClean="0"/>
              <a:t>UnregisterAddin</a:t>
            </a:r>
            <a:r>
              <a:rPr lang="en-US" sz="1800" dirty="0" smtClean="0"/>
              <a:t>"  Before="</a:t>
            </a:r>
            <a:r>
              <a:rPr lang="en-US" sz="1800" dirty="0" err="1" smtClean="0"/>
              <a:t>InstallInitialize</a:t>
            </a:r>
            <a:r>
              <a:rPr lang="en-US" sz="1800" dirty="0" smtClean="0"/>
              <a:t>"&gt;Installed&lt;/Custom&gt;</a:t>
            </a:r>
          </a:p>
          <a:p>
            <a:pPr>
              <a:buNone/>
            </a:pPr>
            <a:r>
              <a:rPr lang="en-US" sz="1800" dirty="0" smtClean="0"/>
              <a:t> &lt;/</a:t>
            </a:r>
            <a:r>
              <a:rPr lang="en-US" sz="1800" dirty="0" err="1" smtClean="0"/>
              <a:t>InstallExecuteSequence</a:t>
            </a:r>
            <a:r>
              <a:rPr lang="en-US" sz="1800" dirty="0" smtClean="0"/>
              <a:t>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 Update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>
                <a:hlinkClick r:id="rId2"/>
              </a:rPr>
              <a:t>https://stackoverflow.com/questions/7395609/what-is-the-best-way-to-auto-update-a-windows-application</a:t>
            </a:r>
            <a:endParaRPr lang="en-US" sz="1600" dirty="0" smtClean="0"/>
          </a:p>
          <a:p>
            <a:r>
              <a:rPr lang="en-US" sz="1600" dirty="0" smtClean="0"/>
              <a:t>An updater application which checks for updates regularly. If an update is found it should install it automatically. </a:t>
            </a:r>
          </a:p>
          <a:p>
            <a:r>
              <a:rPr lang="en-US" sz="1600" dirty="0" smtClean="0"/>
              <a:t>Some updaters use services. For automated updates this isn't a real solution because service installation needs Administrator privileges. So your install process and subsequent updates would show elevation prompts.</a:t>
            </a:r>
          </a:p>
          <a:p>
            <a:r>
              <a:rPr lang="en-US" sz="1600" dirty="0" smtClean="0"/>
              <a:t>Another approach is to use a per-user Updater application. It doesn't require any elevation and it can be installed in the application folder. This type of updater can run either as a scheduled task or from within your application (execute it when your application starts).</a:t>
            </a:r>
          </a:p>
          <a:p>
            <a:r>
              <a:rPr lang="en-US" sz="1600" dirty="0" smtClean="0"/>
              <a:t>In both scenarios you need to consider that the Updater may need to update itself. So the process which performs the update must be a temporary process (for example a temporary copy of the updater application). It also should run without elevation. This is why a service is not such a good idea. It would need to stop itself before the update, use a temporary process which handles the update and start again when finished.</a:t>
            </a:r>
          </a:p>
          <a:p>
            <a:r>
              <a:rPr lang="en-US" sz="1600" dirty="0" smtClean="0"/>
              <a:t>Other things to consider are:</a:t>
            </a:r>
          </a:p>
          <a:p>
            <a:pPr lvl="1"/>
            <a:r>
              <a:rPr lang="en-US" sz="1400" dirty="0" smtClean="0"/>
              <a:t>permissions issues (if the update process needs any privileges or elevation)</a:t>
            </a:r>
          </a:p>
          <a:p>
            <a:pPr lvl="1"/>
            <a:r>
              <a:rPr lang="en-US" sz="1400" dirty="0" smtClean="0"/>
              <a:t>download locations</a:t>
            </a:r>
          </a:p>
          <a:p>
            <a:pPr lvl="1"/>
            <a:r>
              <a:rPr lang="en-US" sz="1400" dirty="0" smtClean="0"/>
              <a:t>update detection mechanism (how the Updater detects if a new version should be installed or not)</a:t>
            </a:r>
          </a:p>
          <a:p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Updates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A common misconception is that updates should be the application files (like the main application EXE). This is rarely the case because an update may need to overwrite more than just a file.</a:t>
            </a:r>
          </a:p>
          <a:p>
            <a:r>
              <a:rPr lang="en-US" sz="1600" dirty="0" smtClean="0"/>
              <a:t>Most updates are installation packages (MSI for example) or patches (MSP). This is the best approach because they handle the entire update logic:</a:t>
            </a:r>
          </a:p>
          <a:p>
            <a:pPr lvl="1"/>
            <a:r>
              <a:rPr lang="en-US" sz="1200" dirty="0" smtClean="0"/>
              <a:t>detect running applications</a:t>
            </a:r>
          </a:p>
          <a:p>
            <a:pPr lvl="1"/>
            <a:r>
              <a:rPr lang="en-US" sz="1200" dirty="0" smtClean="0"/>
              <a:t>update resources</a:t>
            </a:r>
          </a:p>
          <a:p>
            <a:pPr lvl="1"/>
            <a:r>
              <a:rPr lang="en-US" sz="1200" dirty="0" smtClean="0"/>
              <a:t>update the product information (shortcuts, Programs and Features applet in Control Panel etc.)</a:t>
            </a:r>
          </a:p>
          <a:p>
            <a:r>
              <a:rPr lang="en-US" sz="1600" dirty="0" smtClean="0"/>
              <a:t>Installation packages also simplify the Updater application. With this type of updates the Updater needs only to detect available updates, download them and execute them.</a:t>
            </a:r>
          </a:p>
          <a:p>
            <a:r>
              <a:rPr lang="en-US" sz="1600" dirty="0" smtClean="0"/>
              <a:t>Updates works in two ways:</a:t>
            </a:r>
          </a:p>
          <a:p>
            <a:pPr lvl="1"/>
            <a:r>
              <a:rPr lang="en-US" sz="1200" dirty="0" smtClean="0"/>
              <a:t>major upgrades: the old version is completely uninstalled before the new one is installed</a:t>
            </a:r>
          </a:p>
          <a:p>
            <a:pPr lvl="1"/>
            <a:r>
              <a:rPr lang="en-US" sz="1200" dirty="0" smtClean="0"/>
              <a:t>minor upgrades: the old version is patched</a:t>
            </a:r>
          </a:p>
          <a:p>
            <a:pPr lvl="1">
              <a:buNone/>
            </a:pPr>
            <a:endParaRPr lang="en-US" sz="1200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Update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After you decide on an Updater and some update packages, you also need a distribution mechanism:</a:t>
            </a:r>
          </a:p>
          <a:p>
            <a:pPr lvl="1"/>
            <a:r>
              <a:rPr lang="en-US" sz="2200" dirty="0" smtClean="0"/>
              <a:t>a way to inform the updater that updates are available (for example an updates information file on your server)</a:t>
            </a:r>
          </a:p>
          <a:p>
            <a:pPr lvl="1"/>
            <a:r>
              <a:rPr lang="en-US" sz="2200" dirty="0" smtClean="0"/>
              <a:t>a way to detect if an update is installed or not (so it's installed only once)</a:t>
            </a:r>
          </a:p>
          <a:p>
            <a:r>
              <a:rPr lang="en-US" sz="2200" dirty="0" smtClean="0"/>
              <a:t>Usually the client updater application is platform specific. So you need a different updater for each platform. The server part is the same for all platforms.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10256</TotalTime>
  <Words>900</Words>
  <Application>Microsoft Office PowerPoint</Application>
  <PresentationFormat>On-screen Show (4:3)</PresentationFormat>
  <Paragraphs>124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Windows Installer XML</vt:lpstr>
      <vt:lpstr>Objectives</vt:lpstr>
      <vt:lpstr>Contents</vt:lpstr>
      <vt:lpstr>References</vt:lpstr>
      <vt:lpstr>Windows Installer XML (WiX)</vt:lpstr>
      <vt:lpstr>1. Install WiX </vt:lpstr>
      <vt:lpstr>2. Install WiX Toolset Visual Studio Extension</vt:lpstr>
      <vt:lpstr>3. Create a WiX Project</vt:lpstr>
      <vt:lpstr>4. Prepare IDs and Resources</vt:lpstr>
      <vt:lpstr>5. Prepare License.rtf</vt:lpstr>
      <vt:lpstr>6. Modify WXS File</vt:lpstr>
      <vt:lpstr>7. Build the WXS File</vt:lpstr>
      <vt:lpstr>Basic Tasks</vt:lpstr>
      <vt:lpstr>Case Study</vt:lpstr>
      <vt:lpstr>Check for .NET Framework</vt:lpstr>
      <vt:lpstr>Custom Action</vt:lpstr>
      <vt:lpstr>Auto Update</vt:lpstr>
      <vt:lpstr>The Updates</vt:lpstr>
      <vt:lpstr>Update Distribution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3562</cp:revision>
  <dcterms:created xsi:type="dcterms:W3CDTF">2007-10-06T08:25:13Z</dcterms:created>
  <dcterms:modified xsi:type="dcterms:W3CDTF">2022-03-30T19:38:04Z</dcterms:modified>
</cp:coreProperties>
</file>