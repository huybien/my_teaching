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11"/>
  </p:notesMasterIdLst>
  <p:handoutMasterIdLst>
    <p:handoutMasterId r:id="rId12"/>
  </p:handoutMasterIdLst>
  <p:sldIdLst>
    <p:sldId id="256" r:id="rId2"/>
    <p:sldId id="431" r:id="rId3"/>
    <p:sldId id="603" r:id="rId4"/>
    <p:sldId id="423" r:id="rId5"/>
    <p:sldId id="608" r:id="rId6"/>
    <p:sldId id="617" r:id="rId7"/>
    <p:sldId id="619" r:id="rId8"/>
    <p:sldId id="621" r:id="rId9"/>
    <p:sldId id="343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486" autoAdjust="0"/>
    <p:restoredTop sz="94667" autoAdjust="0"/>
  </p:normalViewPr>
  <p:slideViewPr>
    <p:cSldViewPr>
      <p:cViewPr>
        <p:scale>
          <a:sx n="50" d="100"/>
          <a:sy n="50" d="100"/>
        </p:scale>
        <p:origin x="-1478" y="-4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D0DBAB-D1C9-4D1B-A41F-EB0AC0278643}" type="datetimeFigureOut">
              <a:rPr lang="en-US" smtClean="0"/>
              <a:pPr/>
              <a:t>9/4/2023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6056FB-ACC3-4B45-A768-F167A538151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5C7060-FA44-42F0-8808-1D08F5DA2F41}" type="datetimeFigureOut">
              <a:rPr lang="en-US" smtClean="0"/>
              <a:pPr/>
              <a:t>9/4/2023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E0EE6-BA34-4C45-82C4-9F1F3A459FA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670EC-EF90-4A84-9798-83F1F2DBB460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9/4/2023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9/4/2023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9/4/2023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9/4/2023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9/4/2023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9/4/2023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9/4/2023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9/4/2023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9/4/2023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9/4/2023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9/4/2023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9/4/2023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/>
          <a:lstStyle/>
          <a:p>
            <a:pPr eaLnBrk="1" hangingPunct="1"/>
            <a:r>
              <a:rPr lang="en-US" sz="6000" smtClean="0"/>
              <a:t>The Byzantine Generals Problem</a:t>
            </a:r>
            <a:endParaRPr lang="en-US" sz="6000" dirty="0" smtClean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5334000" cy="3886200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endParaRPr lang="en-US" sz="2400" dirty="0" smtClean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0" y="18288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867400" cy="472440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endParaRPr lang="en-US" sz="2400" dirty="0" smtClean="0">
              <a:cs typeface="Calibri" pitchFamily="34" charset="0"/>
            </a:endParaRPr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4840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Byzantine Generals Problem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Victory =  all honest generals attack.</a:t>
            </a:r>
            <a:endParaRPr lang="en-US" sz="24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47913" y="2409825"/>
            <a:ext cx="4448175" cy="3457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Generals that might lie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/>
              <a:t>It is impossible to specify what the malicious generals are going to do, so the best we can manage is to get the honest generals to agree.</a:t>
            </a:r>
            <a:endParaRPr lang="en-US" sz="22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28825" y="2743200"/>
            <a:ext cx="5086350" cy="350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Byzantine generals problem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Up to f generals might behave maliciously.</a:t>
            </a:r>
          </a:p>
          <a:p>
            <a:r>
              <a:rPr lang="en-US" sz="2400" dirty="0" smtClean="0"/>
              <a:t>Honest generals don’t know who the malicious ones are.</a:t>
            </a:r>
          </a:p>
          <a:p>
            <a:r>
              <a:rPr lang="en-US" sz="2400" dirty="0" smtClean="0"/>
              <a:t>The malicious generals may collude.</a:t>
            </a:r>
          </a:p>
          <a:p>
            <a:r>
              <a:rPr lang="en-US" sz="2400" dirty="0" smtClean="0"/>
              <a:t>Nevertheless, honest generals must agree </a:t>
            </a:r>
            <a:r>
              <a:rPr lang="en-US" sz="2400" smtClean="0"/>
              <a:t>on plan.</a:t>
            </a:r>
            <a:endParaRPr lang="en-US" sz="2400" dirty="0" smtClean="0"/>
          </a:p>
          <a:p>
            <a:endParaRPr lang="en-US" sz="2400" dirty="0" smtClean="0"/>
          </a:p>
          <a:p>
            <a:r>
              <a:rPr lang="en-US" sz="2400" b="1" dirty="0" smtClean="0"/>
              <a:t>Theorem</a:t>
            </a:r>
            <a:r>
              <a:rPr lang="en-US" sz="2400" dirty="0" smtClean="0"/>
              <a:t>: need 3f + 1 generals in total to tolerate f malicious generals (i.e. &lt; 1/3 may be malicious)</a:t>
            </a:r>
          </a:p>
          <a:p>
            <a:r>
              <a:rPr lang="en-US" sz="2400" dirty="0" smtClean="0"/>
              <a:t>Cryptography (digital signatures) helps – but problem remains hard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800" dirty="0" smtClean="0"/>
              <a:t>The Byzantine generals problem applied</a:t>
            </a:r>
            <a:endParaRPr lang="en-US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/>
              <a:t>Real distributed systems do often involve complex trust relationships.</a:t>
            </a:r>
          </a:p>
          <a:p>
            <a:endParaRPr lang="en-US" sz="2000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68500" y="2301875"/>
            <a:ext cx="5207000" cy="3946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You Again</a:t>
            </a:r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12586</TotalTime>
  <Words>168</Words>
  <Application>Microsoft Office PowerPoint</Application>
  <PresentationFormat>On-screen Show (4:3)</PresentationFormat>
  <Paragraphs>26</Paragraphs>
  <Slides>9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The Byzantine Generals Problem</vt:lpstr>
      <vt:lpstr>Objectives</vt:lpstr>
      <vt:lpstr>Contents</vt:lpstr>
      <vt:lpstr>References</vt:lpstr>
      <vt:lpstr>The Byzantine Generals Problem</vt:lpstr>
      <vt:lpstr>Generals that might lie</vt:lpstr>
      <vt:lpstr>The Byzantine generals problem</vt:lpstr>
      <vt:lpstr>The Byzantine generals problem applied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5561</cp:revision>
  <dcterms:created xsi:type="dcterms:W3CDTF">2007-10-06T08:25:13Z</dcterms:created>
  <dcterms:modified xsi:type="dcterms:W3CDTF">2023-09-04T12:16:35Z</dcterms:modified>
</cp:coreProperties>
</file>