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670" r:id="rId2"/>
    <p:sldId id="671" r:id="rId3"/>
    <p:sldId id="672" r:id="rId4"/>
    <p:sldId id="673" r:id="rId5"/>
    <p:sldId id="674" r:id="rId6"/>
    <p:sldId id="675" r:id="rId7"/>
    <p:sldId id="516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9/4/2023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9/4/2023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Eventual Consistency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Marc Shapiro et al. (2011). Conflict-free Replicated Data </a:t>
            </a:r>
            <a:r>
              <a:rPr lang="en-US" sz="2400" dirty="0" smtClean="0"/>
              <a:t>Types.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Replication and </a:t>
            </a:r>
            <a:r>
              <a:rPr lang="en-US" dirty="0" smtClean="0"/>
              <a:t>Consistency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Replication and consistency are essential features of any large distributed </a:t>
            </a:r>
            <a:r>
              <a:rPr lang="en-US" sz="2400" dirty="0" smtClean="0"/>
              <a:t>system, such </a:t>
            </a:r>
            <a:r>
              <a:rPr lang="en-US" sz="2400" dirty="0" smtClean="0"/>
              <a:t>as the WWW, peer-to-peer, or cloud computing </a:t>
            </a:r>
            <a:r>
              <a:rPr lang="en-US" sz="2400" dirty="0" smtClean="0"/>
              <a:t>platforms.</a:t>
            </a:r>
          </a:p>
          <a:p>
            <a:r>
              <a:rPr lang="en-US" sz="2400" dirty="0" smtClean="0"/>
              <a:t>The standard “strong </a:t>
            </a:r>
            <a:r>
              <a:rPr lang="en-US" sz="2400" dirty="0" smtClean="0"/>
              <a:t>consistency” approach </a:t>
            </a:r>
            <a:r>
              <a:rPr lang="en-US" sz="2400" dirty="0" err="1" smtClean="0"/>
              <a:t>serialises</a:t>
            </a:r>
            <a:r>
              <a:rPr lang="en-US" sz="2400" dirty="0" smtClean="0"/>
              <a:t> </a:t>
            </a:r>
            <a:r>
              <a:rPr lang="en-US" sz="2400" dirty="0" smtClean="0"/>
              <a:t>updates in a global total </a:t>
            </a:r>
            <a:r>
              <a:rPr lang="en-US" sz="2400" dirty="0" smtClean="0"/>
              <a:t>order.</a:t>
            </a:r>
          </a:p>
          <a:p>
            <a:r>
              <a:rPr lang="en-US" sz="2400" dirty="0" smtClean="0"/>
              <a:t>This </a:t>
            </a:r>
            <a:r>
              <a:rPr lang="en-US" sz="2400" dirty="0" smtClean="0"/>
              <a:t>constitutes a performance and scalability bottleneck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Furthermore</a:t>
            </a:r>
            <a:r>
              <a:rPr lang="en-US" sz="2400" dirty="0" smtClean="0"/>
              <a:t>, </a:t>
            </a:r>
            <a:r>
              <a:rPr lang="en-US" sz="2400" dirty="0" smtClean="0"/>
              <a:t>strong consistency </a:t>
            </a:r>
            <a:r>
              <a:rPr lang="en-US" sz="2400" dirty="0" smtClean="0"/>
              <a:t>conflicts with availability and partition-tolerance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Eventual Consistency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network delays are large or partitioning is an issue, as in </a:t>
            </a:r>
            <a:r>
              <a:rPr lang="en-US" sz="2400" dirty="0" smtClean="0"/>
              <a:t>delay-tolerant networks</a:t>
            </a:r>
            <a:r>
              <a:rPr lang="en-US" sz="2400" dirty="0" smtClean="0"/>
              <a:t>, disconnected operation, cloud computing, or P2P systems, </a:t>
            </a:r>
            <a:r>
              <a:rPr lang="en-US" sz="2400" dirty="0" smtClean="0"/>
              <a:t>eventual consistency </a:t>
            </a:r>
            <a:r>
              <a:rPr lang="en-US" sz="2400" dirty="0" smtClean="0"/>
              <a:t>promises better availability and </a:t>
            </a:r>
            <a:r>
              <a:rPr lang="en-US" sz="2400" dirty="0" smtClean="0"/>
              <a:t>performance.</a:t>
            </a:r>
          </a:p>
          <a:p>
            <a:r>
              <a:rPr lang="en-US" sz="2400" dirty="0" smtClean="0"/>
              <a:t>An </a:t>
            </a:r>
            <a:r>
              <a:rPr lang="en-US" sz="2400" dirty="0" smtClean="0"/>
              <a:t>update </a:t>
            </a:r>
            <a:r>
              <a:rPr lang="en-US" sz="2400" dirty="0" smtClean="0"/>
              <a:t>executes at </a:t>
            </a:r>
            <a:r>
              <a:rPr lang="en-US" sz="2400" dirty="0" smtClean="0"/>
              <a:t>some replica, without </a:t>
            </a:r>
            <a:r>
              <a:rPr lang="en-US" sz="2400" dirty="0" err="1" smtClean="0"/>
              <a:t>synchronisation</a:t>
            </a:r>
            <a:r>
              <a:rPr lang="en-US" sz="2400" dirty="0" smtClean="0"/>
              <a:t>; later, it is sent to the </a:t>
            </a:r>
            <a:r>
              <a:rPr lang="en-US" sz="2400" dirty="0" smtClean="0"/>
              <a:t>other replicas.</a:t>
            </a:r>
          </a:p>
          <a:p>
            <a:r>
              <a:rPr lang="en-US" sz="2400" dirty="0" smtClean="0"/>
              <a:t>All </a:t>
            </a:r>
            <a:r>
              <a:rPr lang="en-US" sz="2400" dirty="0" smtClean="0"/>
              <a:t>updates eventually take effect at all </a:t>
            </a:r>
            <a:r>
              <a:rPr lang="en-US" sz="2400" dirty="0" smtClean="0"/>
              <a:t>replicas, asynchronously and possibly </a:t>
            </a:r>
            <a:r>
              <a:rPr lang="en-US" sz="2400" dirty="0" smtClean="0"/>
              <a:t>in different </a:t>
            </a:r>
            <a:r>
              <a:rPr lang="en-US" sz="2400" dirty="0" smtClean="0"/>
              <a:t>orders.</a:t>
            </a:r>
          </a:p>
          <a:p>
            <a:r>
              <a:rPr lang="en-US" sz="2400" dirty="0" smtClean="0"/>
              <a:t>Concurrent </a:t>
            </a:r>
            <a:r>
              <a:rPr lang="en-US" sz="2400" dirty="0" smtClean="0"/>
              <a:t>updates may conflict; conflict </a:t>
            </a:r>
            <a:r>
              <a:rPr lang="en-US" sz="2400" dirty="0" smtClean="0"/>
              <a:t>arbitration may </a:t>
            </a:r>
            <a:r>
              <a:rPr lang="en-US" sz="2400" dirty="0" smtClean="0"/>
              <a:t>require a consensus and a </a:t>
            </a:r>
            <a:r>
              <a:rPr lang="en-US" sz="2400" dirty="0" smtClean="0"/>
              <a:t>roll-back.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20852</TotalTime>
  <Words>198</Words>
  <Application>Microsoft Office PowerPoint</Application>
  <PresentationFormat>On-screen Show (4:3)</PresentationFormat>
  <Paragraphs>23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Eventual Consistency</vt:lpstr>
      <vt:lpstr>Objectives</vt:lpstr>
      <vt:lpstr>Contents</vt:lpstr>
      <vt:lpstr>References</vt:lpstr>
      <vt:lpstr>Replication and Consistency [1]</vt:lpstr>
      <vt:lpstr>Eventual Consistency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6574</cp:revision>
  <dcterms:created xsi:type="dcterms:W3CDTF">2007-10-06T08:25:13Z</dcterms:created>
  <dcterms:modified xsi:type="dcterms:W3CDTF">2023-09-04T14:30:46Z</dcterms:modified>
</cp:coreProperties>
</file>