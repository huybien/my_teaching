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670" r:id="rId2"/>
    <p:sldId id="671" r:id="rId3"/>
    <p:sldId id="672" r:id="rId4"/>
    <p:sldId id="673" r:id="rId5"/>
    <p:sldId id="1009" r:id="rId6"/>
    <p:sldId id="1010" r:id="rId7"/>
    <p:sldId id="1011" r:id="rId8"/>
    <p:sldId id="516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54" autoAdjust="0"/>
    <p:restoredTop sz="94667" autoAdjust="0"/>
  </p:normalViewPr>
  <p:slideViewPr>
    <p:cSldViewPr>
      <p:cViewPr>
        <p:scale>
          <a:sx n="50" d="100"/>
          <a:sy n="50" d="100"/>
        </p:scale>
        <p:origin x="-152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1/2/2024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VMware FT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Daniel </a:t>
            </a:r>
            <a:r>
              <a:rPr lang="en-US" sz="2400" dirty="0" smtClean="0"/>
              <a:t>J. Scales et al. (2010). The Design of a Practical System for Fault-Tolerant Virtual Machines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FT Protocol </a:t>
            </a:r>
            <a:r>
              <a:rPr lang="en-US" dirty="0" smtClean="0"/>
              <a:t>[1] </a:t>
            </a:r>
            <a:r>
              <a:rPr lang="en-US" dirty="0" smtClean="0"/>
              <a:t>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What happens if the primary fails just after it sends output to the external world?</a:t>
            </a:r>
          </a:p>
          <a:p>
            <a:r>
              <a:rPr lang="en-US" sz="2000" dirty="0" smtClean="0"/>
              <a:t>We cannot guarantee that all outputs are produced exactly once in a failover situation.</a:t>
            </a:r>
          </a:p>
          <a:p>
            <a:r>
              <a:rPr lang="en-US" sz="2000" dirty="0" smtClean="0"/>
              <a:t>Without the use of transactions with two-phase commit when the primary intends to send an output, there is no way that the backup can determine if a primary crashed immediately before or after sending its last output.</a:t>
            </a:r>
          </a:p>
        </p:txBody>
      </p:sp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8538" y="4038600"/>
            <a:ext cx="4606925" cy="244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FT Protocol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 happens if the primary fails just after it sends output to the external world?</a:t>
            </a:r>
          </a:p>
          <a:p>
            <a:r>
              <a:rPr lang="en-US" sz="2400" dirty="0" smtClean="0"/>
              <a:t>The backup will likely repeat the output after taking over, so that it's generated twice.</a:t>
            </a:r>
          </a:p>
          <a:p>
            <a:r>
              <a:rPr lang="en-US" sz="2400" dirty="0" smtClean="0"/>
              <a:t>This duplication is not a problem for network and disk I/O.</a:t>
            </a:r>
          </a:p>
          <a:p>
            <a:r>
              <a:rPr lang="en-US" sz="2400" dirty="0" smtClean="0"/>
              <a:t>If the output is a network packet, then the receiving client's TCP software will discard the duplicate automatically.</a:t>
            </a:r>
          </a:p>
          <a:p>
            <a:r>
              <a:rPr lang="en-US" sz="2400" dirty="0" smtClean="0"/>
              <a:t>If the output event is a disk I/O, disk I/Os are idempotent (both write the same data to the same location, and there are no intervening I/Os).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FT Protocol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All the sources of randomness are controlled by the hypervisor.</a:t>
            </a:r>
            <a:endParaRPr lang="en-US" sz="2400" dirty="0"/>
          </a:p>
        </p:txBody>
      </p:sp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8538" y="2895600"/>
            <a:ext cx="4606925" cy="244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23861</TotalTime>
  <Words>252</Words>
  <Application>Microsoft Office PowerPoint</Application>
  <PresentationFormat>On-screen Show (4:3)</PresentationFormat>
  <Paragraphs>25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VMware FT</vt:lpstr>
      <vt:lpstr>Objectives</vt:lpstr>
      <vt:lpstr>Contents</vt:lpstr>
      <vt:lpstr>References</vt:lpstr>
      <vt:lpstr>FT Protocol [1] (I)</vt:lpstr>
      <vt:lpstr>FT Protocol (II)</vt:lpstr>
      <vt:lpstr>FT Protocol (III)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7262</cp:revision>
  <dcterms:created xsi:type="dcterms:W3CDTF">2007-10-06T08:25:13Z</dcterms:created>
  <dcterms:modified xsi:type="dcterms:W3CDTF">2024-01-01T17:23:10Z</dcterms:modified>
</cp:coreProperties>
</file>