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8"/>
  </p:notesMasterIdLst>
  <p:handoutMasterIdLst>
    <p:handoutMasterId r:id="rId9"/>
  </p:handoutMasterIdLst>
  <p:sldIdLst>
    <p:sldId id="256" r:id="rId2"/>
    <p:sldId id="431" r:id="rId3"/>
    <p:sldId id="603" r:id="rId4"/>
    <p:sldId id="423" r:id="rId5"/>
    <p:sldId id="630" r:id="rId6"/>
    <p:sldId id="34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72" autoAdjust="0"/>
    <p:restoredTop sz="94667" autoAdjust="0"/>
  </p:normalViewPr>
  <p:slideViewPr>
    <p:cSldViewPr>
      <p:cViewPr>
        <p:scale>
          <a:sx n="50" d="100"/>
          <a:sy n="50" d="100"/>
        </p:scale>
        <p:origin x="-1512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C7060-FA44-42F0-8808-1D08F5DA2F41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E0EE6-BA34-4C45-82C4-9F1F3A459FA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4/13/2025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4/13/2025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4/13/2025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4/13/2025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4/13/2025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4/13/2025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err="1" smtClean="0"/>
              <a:t>Sharding</a:t>
            </a:r>
            <a:r>
              <a:rPr lang="en-US" sz="6000" dirty="0" smtClean="0"/>
              <a:t> - Previous Exams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>
              <a:cs typeface="Calibri" pitchFamily="34" charset="0"/>
            </a:endParaRP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Previous Exam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Draw a ring with 5 servers and their values (25, 35, 49, 57, 89) marked on the ring.</a:t>
            </a:r>
          </a:p>
          <a:p>
            <a:r>
              <a:rPr lang="en-US" sz="2400" dirty="0" smtClean="0"/>
              <a:t>Where does 25 come from?</a:t>
            </a:r>
          </a:p>
          <a:p>
            <a:r>
              <a:rPr lang="en-US" sz="2400" dirty="0" smtClean="0"/>
              <a:t>Which server will be responsible for storing SET (X, 43)? Why? Which algorithm can be used for determining this server</a:t>
            </a:r>
            <a:r>
              <a:rPr lang="en-US" sz="2400" dirty="0" smtClean="0"/>
              <a:t>?</a:t>
            </a:r>
          </a:p>
          <a:p>
            <a:r>
              <a:rPr lang="en-US" sz="2400" dirty="0" smtClean="0"/>
              <a:t>S6 IP = 11.22.33.44. Where should we place S6? Why? Feel free </a:t>
            </a:r>
            <a:r>
              <a:rPr lang="en-US" sz="2400" smtClean="0"/>
              <a:t>to make </a:t>
            </a:r>
            <a:r>
              <a:rPr lang="en-US" sz="2400" dirty="0" smtClean="0"/>
              <a:t>any necessary assumptions.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13641</TotalTime>
  <Words>117</Words>
  <Application>Microsoft Office PowerPoint</Application>
  <PresentationFormat>On-screen Show (4:3)</PresentationFormat>
  <Paragraphs>17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Sharding - Previous Exams</vt:lpstr>
      <vt:lpstr>Objectives</vt:lpstr>
      <vt:lpstr>Contents</vt:lpstr>
      <vt:lpstr>References</vt:lpstr>
      <vt:lpstr>Previous Exam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6382</cp:revision>
  <dcterms:created xsi:type="dcterms:W3CDTF">2007-10-06T08:25:13Z</dcterms:created>
  <dcterms:modified xsi:type="dcterms:W3CDTF">2025-04-12T20:15:38Z</dcterms:modified>
</cp:coreProperties>
</file>