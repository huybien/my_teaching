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670" r:id="rId2"/>
    <p:sldId id="671" r:id="rId3"/>
    <p:sldId id="672" r:id="rId4"/>
    <p:sldId id="673" r:id="rId5"/>
    <p:sldId id="674" r:id="rId6"/>
    <p:sldId id="676" r:id="rId7"/>
    <p:sldId id="675" r:id="rId8"/>
    <p:sldId id="677" r:id="rId9"/>
    <p:sldId id="516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45" autoAdjust="0"/>
    <p:restoredTop sz="94667" autoAdjust="0"/>
  </p:normalViewPr>
  <p:slideViewPr>
    <p:cSldViewPr>
      <p:cViewPr>
        <p:scale>
          <a:sx n="50" d="100"/>
          <a:sy n="50" d="100"/>
        </p:scale>
        <p:origin x="-156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epsen-io/jepse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jepsen.io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acm.acm.org/practice/the-verification-of-a-distributed-syste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ishathalye.com/2017/06/04/testing-distributed-systems-for-linearizability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Testing Distributed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Jepsen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https://github.com/jepsen-io/jepsen</a:t>
            </a:r>
            <a:endParaRPr lang="en-US" sz="2400" dirty="0" smtClean="0"/>
          </a:p>
          <a:p>
            <a:r>
              <a:rPr lang="en-US" sz="2400" dirty="0" err="1" smtClean="0"/>
              <a:t>Jepsen</a:t>
            </a:r>
            <a:r>
              <a:rPr lang="en-US" sz="2400" dirty="0" smtClean="0"/>
              <a:t> is a </a:t>
            </a:r>
            <a:r>
              <a:rPr lang="en-US" sz="2400" dirty="0" err="1" smtClean="0"/>
              <a:t>Clojure</a:t>
            </a:r>
            <a:r>
              <a:rPr lang="en-US" sz="2400" dirty="0" smtClean="0"/>
              <a:t> library. A test is a </a:t>
            </a:r>
            <a:r>
              <a:rPr lang="en-US" sz="2400" dirty="0" err="1" smtClean="0"/>
              <a:t>Clojure</a:t>
            </a:r>
            <a:r>
              <a:rPr lang="en-US" sz="2400" dirty="0" smtClean="0"/>
              <a:t> program which uses the </a:t>
            </a:r>
            <a:r>
              <a:rPr lang="en-US" sz="2400" dirty="0" err="1" smtClean="0"/>
              <a:t>Jepsen</a:t>
            </a:r>
            <a:r>
              <a:rPr lang="en-US" sz="2400" dirty="0" smtClean="0"/>
              <a:t> library to set up a distributed system, run a bunch of operations against that system, and verify that the history of those operations makes sense.</a:t>
            </a:r>
          </a:p>
          <a:p>
            <a:r>
              <a:rPr lang="en-US" sz="2400" dirty="0" err="1" smtClean="0"/>
              <a:t>Jepsen</a:t>
            </a:r>
            <a:r>
              <a:rPr lang="en-US" sz="2400" dirty="0" smtClean="0"/>
              <a:t> has been used to verify everything from eventually-consistent commutative databases to </a:t>
            </a:r>
            <a:r>
              <a:rPr lang="en-US" sz="2400" dirty="0" err="1" smtClean="0"/>
              <a:t>linearizable</a:t>
            </a:r>
            <a:r>
              <a:rPr lang="en-US" sz="2400" dirty="0" smtClean="0"/>
              <a:t> coordination systems to distributed task schedulers.</a:t>
            </a:r>
          </a:p>
          <a:p>
            <a:r>
              <a:rPr lang="en-US" sz="2400" dirty="0" smtClean="0"/>
              <a:t>It can also generate graphs of performance and availability, helping you characterize how a system responds to different faults.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https://jepsen.io/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hlinkClick r:id="rId2"/>
              </a:rPr>
              <a:t>https://cacm.acm.org/practice/the-verification-of-a-distributed-system/</a:t>
            </a:r>
            <a:endParaRPr lang="en-US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smtClean="0">
                <a:hlinkClick r:id="rId2"/>
              </a:rPr>
              <a:t>www.anishathalye.com/2017/06/04/testing-distributed-systems-for-linearizability/</a:t>
            </a:r>
            <a:endParaRPr 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22310</TotalTime>
  <Words>139</Words>
  <Application>Microsoft Office PowerPoint</Application>
  <PresentationFormat>On-screen Show (4:3)</PresentationFormat>
  <Paragraphs>21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Testing Distributed Systems</vt:lpstr>
      <vt:lpstr>Objectives</vt:lpstr>
      <vt:lpstr>Contents</vt:lpstr>
      <vt:lpstr>References</vt:lpstr>
      <vt:lpstr>Jepsen</vt:lpstr>
      <vt:lpstr>Video</vt:lpstr>
      <vt:lpstr>Slide 7</vt:lpstr>
      <vt:lpstr>Slide 8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7401</cp:revision>
  <dcterms:created xsi:type="dcterms:W3CDTF">2007-10-06T08:25:13Z</dcterms:created>
  <dcterms:modified xsi:type="dcterms:W3CDTF">2026-02-22T17:44:05Z</dcterms:modified>
</cp:coreProperties>
</file>