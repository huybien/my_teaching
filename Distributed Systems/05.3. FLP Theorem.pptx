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670" r:id="rId2"/>
    <p:sldId id="671" r:id="rId3"/>
    <p:sldId id="672" r:id="rId4"/>
    <p:sldId id="673" r:id="rId5"/>
    <p:sldId id="674" r:id="rId6"/>
    <p:sldId id="516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19" autoAdjust="0"/>
    <p:restoredTop sz="94667" autoAdjust="0"/>
  </p:normalViewPr>
  <p:slideViewPr>
    <p:cSldViewPr>
      <p:cViewPr>
        <p:scale>
          <a:sx n="50" d="100"/>
          <a:sy n="50" d="100"/>
        </p:scale>
        <p:origin x="-153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the-paper-trail.org/post/2008-08-13-a-brief-tour-of-flp-impossibility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FLP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Michael </a:t>
            </a:r>
            <a:r>
              <a:rPr lang="en-US" sz="2400" dirty="0" smtClean="0"/>
              <a:t>J. Fischer et al. (1983). Impossibility of Distributed Consensus with One Faulty </a:t>
            </a:r>
            <a:r>
              <a:rPr lang="en-US" sz="2400" dirty="0" smtClean="0"/>
              <a:t>Process.</a:t>
            </a:r>
          </a:p>
          <a:p>
            <a:pPr>
              <a:buFont typeface="+mj-lt"/>
              <a:buAutoNum type="arabicPeriod"/>
            </a:pPr>
            <a:r>
              <a:rPr lang="en-US" sz="2400" dirty="0" smtClean="0">
                <a:hlinkClick r:id="rId2"/>
              </a:rPr>
              <a:t>https://www.the-paper-trail.org/post/2008-08-13-a-brief-tour-of-flp-impossibility/</a:t>
            </a:r>
            <a:endParaRPr lang="en-US" sz="2400" dirty="0" smtClean="0"/>
          </a:p>
          <a:p>
            <a:pPr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24390</TotalTime>
  <Words>59</Words>
  <Application>Microsoft Office PowerPoint</Application>
  <PresentationFormat>On-screen Show (4:3)</PresentationFormat>
  <Paragraphs>14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FLP Theorem</vt:lpstr>
      <vt:lpstr>Objectives</vt:lpstr>
      <vt:lpstr>Contents</vt:lpstr>
      <vt:lpstr>References</vt:lpstr>
      <vt:lpstr>Slide 5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7679</cp:revision>
  <dcterms:created xsi:type="dcterms:W3CDTF">2007-10-06T08:25:13Z</dcterms:created>
  <dcterms:modified xsi:type="dcterms:W3CDTF">2026-03-11T13:12:17Z</dcterms:modified>
</cp:coreProperties>
</file>