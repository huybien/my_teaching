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9"/>
  </p:notesMasterIdLst>
  <p:sldIdLst>
    <p:sldId id="670" r:id="rId2"/>
    <p:sldId id="671" r:id="rId3"/>
    <p:sldId id="672" r:id="rId4"/>
    <p:sldId id="673" r:id="rId5"/>
    <p:sldId id="837" r:id="rId6"/>
    <p:sldId id="838" r:id="rId7"/>
    <p:sldId id="516" r:id="rId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972" autoAdjust="0"/>
    <p:restoredTop sz="94667" autoAdjust="0"/>
  </p:normalViewPr>
  <p:slideViewPr>
    <p:cSldViewPr>
      <p:cViewPr>
        <p:scale>
          <a:sx n="50" d="100"/>
          <a:sy n="50" d="100"/>
        </p:scale>
        <p:origin x="-1536" y="-4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0940CE-BE1D-4C40-AF8B-3898A4D1F5EC}" type="datetimeFigureOut">
              <a:rPr lang="en-US" smtClean="0"/>
              <a:pPr/>
              <a:t>4/13/2025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70CC96-DB61-4850-AF79-05CA5E4B3D0A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E670EC-EF90-4A84-9798-83F1F2DBB460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3B12F3-13D8-4BC6-B271-EF890D2E3EA0}" type="datetimeFigureOut">
              <a:rPr lang="en-US"/>
              <a:pPr>
                <a:defRPr/>
              </a:pPr>
              <a:t>4/13/2025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4D65A0-8A45-49A8-B2B4-890662407FE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2554BB-BED8-407D-871B-BC3BF099B766}" type="datetimeFigureOut">
              <a:rPr lang="en-US"/>
              <a:pPr>
                <a:defRPr/>
              </a:pPr>
              <a:t>4/13/2025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6A513C-A265-4672-ADF9-9C420A0C09A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83AE9F-B8F4-4A27-A258-84000ADADD35}" type="datetimeFigureOut">
              <a:rPr lang="en-US"/>
              <a:pPr>
                <a:defRPr/>
              </a:pPr>
              <a:t>4/13/2025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C0325C-EBE7-4A11-97E9-DF8C42B04A7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F403C-A7D9-4211-8DC1-5865845C9F38}" type="datetimeFigureOut">
              <a:rPr lang="en-US"/>
              <a:pPr>
                <a:defRPr/>
              </a:pPr>
              <a:t>4/13/2025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91B809-96F5-477B-8E72-8AB6B5E4AEA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09C128-87F1-4A1D-AC95-1D0A8C2820AC}" type="datetimeFigureOut">
              <a:rPr lang="en-US"/>
              <a:pPr>
                <a:defRPr/>
              </a:pPr>
              <a:t>4/13/2025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C251F8E-6BBA-4EBA-BCCA-61145C18CC0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D7EAC8-1610-4C8B-8A2E-7959779A26B0}" type="datetimeFigureOut">
              <a:rPr lang="en-US"/>
              <a:pPr>
                <a:defRPr/>
              </a:pPr>
              <a:t>4/13/2025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F43CFA-8BED-4A88-AB21-8477601BA31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13CF8C-ED99-4E62-9F8F-039B47F842EB}" type="datetimeFigureOut">
              <a:rPr lang="en-US"/>
              <a:pPr>
                <a:defRPr/>
              </a:pPr>
              <a:t>4/13/2025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FA9176-712D-4387-A1B9-79FDD21B413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A10295A-2761-40EA-9DA2-E88C0504267F}" type="datetimeFigureOut">
              <a:rPr lang="en-US"/>
              <a:pPr>
                <a:defRPr/>
              </a:pPr>
              <a:t>4/13/2025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EFA140-F156-4425-B953-A67D35160EB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7036556-1340-40FC-A073-D70D8832A760}" type="datetimeFigureOut">
              <a:rPr lang="en-US"/>
              <a:pPr>
                <a:defRPr/>
              </a:pPr>
              <a:t>4/13/2025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3919B8-AF1D-4524-AED9-AA87E5FE064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375E21-F618-4DDC-86A2-77C690CACCAF}" type="datetimeFigureOut">
              <a:rPr lang="en-US"/>
              <a:pPr>
                <a:defRPr/>
              </a:pPr>
              <a:t>4/13/2025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EDB1DC0-76E8-4C19-B643-CDC8176FDDA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4CE7E0-80C2-49E8-81AC-9B27623F73A4}" type="datetimeFigureOut">
              <a:rPr lang="en-US"/>
              <a:pPr>
                <a:defRPr/>
              </a:pPr>
              <a:t>4/13/2025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9D05C-0F0F-4E8B-B47F-3C2F1A4BC70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921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2F5EA699-B790-4630-B1C5-9840307833F6}" type="datetimeFigureOut">
              <a:rPr lang="en-US"/>
              <a:pPr>
                <a:defRPr/>
              </a:pPr>
              <a:t>4/13/2025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409E2BD1-610D-47CE-BC14-E90E7753FA5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nhbien@fit.hcmus.edu.v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304800" y="2130425"/>
            <a:ext cx="8534400" cy="1470025"/>
          </a:xfrm>
        </p:spPr>
        <p:txBody>
          <a:bodyPr/>
          <a:lstStyle/>
          <a:p>
            <a:pPr eaLnBrk="1" hangingPunct="1"/>
            <a:r>
              <a:rPr lang="en-US" sz="6000" dirty="0" smtClean="0"/>
              <a:t>Distributed Transactions : Previous Exams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 fontScale="400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5400" dirty="0" smtClean="0"/>
              <a:t>Lecturer: Ngo Huy Bien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Software Engineering Department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Faculty of Information Technology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VNUHCM - University of Science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Ho Chi Minh City, Vietnam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>
                <a:hlinkClick r:id="rId2"/>
              </a:rPr>
              <a:t>nhbien@fit.hcmus.edu.vn</a:t>
            </a:r>
            <a:endParaRPr lang="en-US" sz="4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5334000" cy="3886200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endParaRPr lang="en-US" sz="2400" dirty="0" smtClean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19800" y="1828800"/>
            <a:ext cx="2762250" cy="2114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77000" y="2438400"/>
            <a:ext cx="2390775" cy="2390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6096000" cy="4525963"/>
          </a:xfrm>
        </p:spPr>
        <p:txBody>
          <a:bodyPr/>
          <a:lstStyle/>
          <a:p>
            <a:pPr marL="571500" indent="-571500">
              <a:buFont typeface="+mj-lt"/>
              <a:buAutoNum type="romanUcPeriod"/>
            </a:pPr>
            <a:endParaRPr lang="en-US" sz="2400" dirty="0" smtClean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867400" cy="4724400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endParaRPr lang="en-US" sz="2400" dirty="0" smtClean="0"/>
          </a:p>
        </p:txBody>
      </p:sp>
      <p:pic>
        <p:nvPicPr>
          <p:cNvPr id="4" name="Picture 4" descr="http://2.bp.blogspot.com/-FqRM_5NQE6Q/TaSdzyWfvtI/AAAAAAAAAFg/C_2LDJWJOx4/s1600/books-pil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248400" y="1676400"/>
            <a:ext cx="2724150" cy="413385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Previous Exam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How to implement TRANSFER (X, Y, 10)? What are protocols?</a:t>
            </a:r>
          </a:p>
          <a:p>
            <a:r>
              <a:rPr lang="en-US" sz="2400" dirty="0" smtClean="0"/>
              <a:t>How to lock a key in key-value store?</a:t>
            </a:r>
          </a:p>
          <a:p>
            <a:r>
              <a:rPr lang="en-US" sz="2400" dirty="0" smtClean="0"/>
              <a:t>Does 2PC support email sending atomicity?</a:t>
            </a:r>
          </a:p>
          <a:p>
            <a:r>
              <a:rPr lang="en-US" sz="2400" dirty="0" smtClean="0"/>
              <a:t>Identify in your code where is PREPARE and where is COMMIT.</a:t>
            </a:r>
          </a:p>
          <a:p>
            <a:endParaRPr lang="en-US" sz="2400" dirty="0" smtClean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Coordinator </a:t>
            </a:r>
            <a:r>
              <a:rPr lang="en-US" dirty="0" smtClean="0"/>
              <a:t>Crashes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Draw a TPC happy path.</a:t>
            </a:r>
          </a:p>
          <a:p>
            <a:r>
              <a:rPr lang="en-US" sz="2400" dirty="0" smtClean="0"/>
              <a:t>How </a:t>
            </a:r>
            <a:r>
              <a:rPr lang="en-US" sz="2400" dirty="0" smtClean="0"/>
              <a:t>does a coordinator ensure that a transaction will be </a:t>
            </a:r>
            <a:r>
              <a:rPr lang="en-US" sz="2400" dirty="0" smtClean="0"/>
              <a:t>committed </a:t>
            </a:r>
            <a:r>
              <a:rPr lang="en-US" sz="2400" dirty="0" smtClean="0"/>
              <a:t>after recovering from a failure?</a:t>
            </a:r>
            <a:endParaRPr lang="en-US" sz="2400" dirty="0" smtClean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Thank You &amp; See You Again</a:t>
            </a:r>
          </a:p>
        </p:txBody>
      </p:sp>
      <p:pic>
        <p:nvPicPr>
          <p:cNvPr id="5" name="Content Placeholder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143000" y="1676400"/>
            <a:ext cx="6810375" cy="4525963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20852</TotalTime>
  <Words>109</Words>
  <Application>Microsoft Office PowerPoint</Application>
  <PresentationFormat>On-screen Show (4:3)</PresentationFormat>
  <Paragraphs>20</Paragraphs>
  <Slides>7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Distributed Transactions : Previous Exams</vt:lpstr>
      <vt:lpstr>Objectives</vt:lpstr>
      <vt:lpstr>Contents</vt:lpstr>
      <vt:lpstr>References</vt:lpstr>
      <vt:lpstr>Previous Exam</vt:lpstr>
      <vt:lpstr>Coordinator Crashes</vt:lpstr>
      <vt:lpstr>Thank You &amp; See You Again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6587</cp:revision>
  <dcterms:created xsi:type="dcterms:W3CDTF">2007-10-06T08:25:13Z</dcterms:created>
  <dcterms:modified xsi:type="dcterms:W3CDTF">2025-04-12T20:19:10Z</dcterms:modified>
</cp:coreProperties>
</file>