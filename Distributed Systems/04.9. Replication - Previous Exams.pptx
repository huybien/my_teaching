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670" r:id="rId2"/>
    <p:sldId id="671" r:id="rId3"/>
    <p:sldId id="672" r:id="rId4"/>
    <p:sldId id="673" r:id="rId5"/>
    <p:sldId id="826" r:id="rId6"/>
    <p:sldId id="827" r:id="rId7"/>
    <p:sldId id="828" r:id="rId8"/>
    <p:sldId id="516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19" autoAdjust="0"/>
    <p:restoredTop sz="94667" autoAdjust="0"/>
  </p:normalViewPr>
  <p:slideViewPr>
    <p:cSldViewPr>
      <p:cViewPr>
        <p:scale>
          <a:sx n="50" d="100"/>
          <a:sy n="50" d="100"/>
        </p:scale>
        <p:origin x="-153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Replication: Previous Exams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Exams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Draw a diagram with a primary and 2 secondary servers that illustrates synchronous replication vs. asynchronous replication.</a:t>
            </a:r>
          </a:p>
          <a:p>
            <a:r>
              <a:rPr lang="en-US" sz="2400" dirty="0" smtClean="0"/>
              <a:t>Synchronous replication potential issues.</a:t>
            </a:r>
          </a:p>
          <a:p>
            <a:r>
              <a:rPr lang="en-US" sz="2400" dirty="0" smtClean="0"/>
              <a:t>Asynchronous replication potential issues.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Exams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primary server has been down.</a:t>
            </a:r>
          </a:p>
          <a:p>
            <a:r>
              <a:rPr lang="en-US" sz="2400" dirty="0" smtClean="0"/>
              <a:t>Which of the secondary servers will become a new primary server? How</a:t>
            </a:r>
            <a:r>
              <a:rPr lang="en-US" sz="2400" smtClean="0"/>
              <a:t>?  (</a:t>
            </a:r>
            <a:r>
              <a:rPr lang="en-US" sz="2400" dirty="0" smtClean="0"/>
              <a:t>i.e. How to implement failover?)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Exams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How to copy data to a new replica?</a:t>
            </a:r>
          </a:p>
          <a:p>
            <a:r>
              <a:rPr lang="en-US" sz="2400" dirty="0" smtClean="0"/>
              <a:t>What is WAL and how to use it for replicating data?</a:t>
            </a:r>
          </a:p>
          <a:p>
            <a:r>
              <a:rPr lang="en-US" sz="2400" dirty="0" smtClean="0"/>
              <a:t>(Hard </a:t>
            </a:r>
            <a:r>
              <a:rPr lang="en-US" sz="2400" dirty="0" err="1" smtClean="0"/>
              <a:t>quesion</a:t>
            </a:r>
            <a:r>
              <a:rPr lang="en-US" sz="2400" dirty="0" smtClean="0"/>
              <a:t>) How to deal with split brain?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24377</TotalTime>
  <Words>143</Words>
  <Application>Microsoft Office PowerPoint</Application>
  <PresentationFormat>On-screen Show (4:3)</PresentationFormat>
  <Paragraphs>23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Replication: Previous Exams</vt:lpstr>
      <vt:lpstr>Objectives</vt:lpstr>
      <vt:lpstr>Contents</vt:lpstr>
      <vt:lpstr>References</vt:lpstr>
      <vt:lpstr>Previous Exams (I)</vt:lpstr>
      <vt:lpstr>Previous Exams (II)</vt:lpstr>
      <vt:lpstr>Previous Exams (III)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7651</cp:revision>
  <dcterms:created xsi:type="dcterms:W3CDTF">2007-10-06T08:25:13Z</dcterms:created>
  <dcterms:modified xsi:type="dcterms:W3CDTF">2024-12-20T12:48:20Z</dcterms:modified>
</cp:coreProperties>
</file>