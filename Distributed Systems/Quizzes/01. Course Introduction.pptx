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1/1/2023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1/1/2023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1/1/2023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1/1/2023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1/1/2023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1/1/2023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WykRe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Introduction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bit.ly/3WykReS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72200" y="2743200"/>
            <a:ext cx="23622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25234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Course Introduction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8473</cp:revision>
  <dcterms:created xsi:type="dcterms:W3CDTF">2007-10-06T08:25:13Z</dcterms:created>
  <dcterms:modified xsi:type="dcterms:W3CDTF">2022-12-31T20:13:09Z</dcterms:modified>
</cp:coreProperties>
</file>