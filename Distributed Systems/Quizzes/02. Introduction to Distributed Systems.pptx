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1/9/2023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1/9/2023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1/9/2023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GpX223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Introduction to Distributed Systems </a:t>
            </a:r>
            <a:r>
              <a:rPr lang="en-US" sz="3800" dirty="0" smtClean="0"/>
              <a:t>Quiz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bit.ly/3GpX223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4" name="Picture 2" descr="https://static.thenounproject.com/png/1226685-20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51517" y="2895600"/>
            <a:ext cx="2539683" cy="2539683"/>
          </a:xfrm>
          <a:prstGeom prst="rect">
            <a:avLst/>
          </a:prstGeom>
          <a:noFill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3276600"/>
            <a:ext cx="2335988" cy="1504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0050" y="26670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25270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Introduction to Distributed Systems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8491</cp:revision>
  <dcterms:created xsi:type="dcterms:W3CDTF">2007-10-06T08:25:13Z</dcterms:created>
  <dcterms:modified xsi:type="dcterms:W3CDTF">2023-01-08T17:30:41Z</dcterms:modified>
</cp:coreProperties>
</file>