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7fc0T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 smtClean="0"/>
              <a:t>01 </a:t>
            </a:r>
            <a:r>
              <a:rPr lang="en-US" dirty="0" smtClean="0"/>
              <a:t>- Key-Value Store Using RPC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bit.ly/47fc0TO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7" name="Picture 9" descr="https://static.javatpoint.com/operating-system/images/what-is-rpc-in-operating-system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667000"/>
            <a:ext cx="2863850" cy="30480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0650" y="27432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25296</TotalTime>
  <Words>10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01 - Key-Value Store Using RPC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8558</cp:revision>
  <dcterms:created xsi:type="dcterms:W3CDTF">2007-10-06T08:25:13Z</dcterms:created>
  <dcterms:modified xsi:type="dcterms:W3CDTF">2023-12-26T19:56:23Z</dcterms:modified>
</cp:coreProperties>
</file>