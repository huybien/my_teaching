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12/28/2023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12/28/2023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12/28/2023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12/28/2023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12/28/2023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12/28/2023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12/28/2023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12/28/2023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12/28/2023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12/28/2023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12/28/2023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12/28/2023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12/28/2023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12/28/2023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3vnS4kn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</a:t>
            </a:r>
            <a:r>
              <a:rPr lang="en-US" dirty="0" smtClean="0"/>
              <a:t>03 </a:t>
            </a:r>
            <a:r>
              <a:rPr lang="en-US" dirty="0" smtClean="0"/>
              <a:t>- Consensus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bit.ly/3vnS4kn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21506" name="AutoShape 2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08" name="AutoShape 4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8" name="Picture 4" descr="https://upload.wikimedia.org/wikipedia/commons/thumb/1/1b/Raft_Consensus_Algorithm_Mascot_on_transparent_background.svg/1200px-Raft_Consensus_Algorithm_Mascot_on_transparent_background.svg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2286000"/>
            <a:ext cx="3810000" cy="3810000"/>
          </a:xfrm>
          <a:prstGeom prst="rect">
            <a:avLst/>
          </a:prstGeom>
          <a:noFill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57800" y="2514600"/>
            <a:ext cx="29527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25365</TotalTime>
  <Words>7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Lab 03 - Consensus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8570</cp:revision>
  <dcterms:created xsi:type="dcterms:W3CDTF">2007-10-06T08:25:13Z</dcterms:created>
  <dcterms:modified xsi:type="dcterms:W3CDTF">2023-12-27T18:58:25Z</dcterms:modified>
</cp:coreProperties>
</file>