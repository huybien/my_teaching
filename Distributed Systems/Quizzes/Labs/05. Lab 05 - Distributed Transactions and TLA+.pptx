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854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376" autoAdjust="0"/>
    <p:restoredTop sz="90392" autoAdjust="0"/>
  </p:normalViewPr>
  <p:slideViewPr>
    <p:cSldViewPr>
      <p:cViewPr>
        <p:scale>
          <a:sx n="50" d="100"/>
          <a:sy n="50" d="100"/>
        </p:scale>
        <p:origin x="-1576" y="-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F70C7-1A17-4B8F-8E82-A20E29AAAC58}" type="datetimeFigureOut">
              <a:rPr lang="en-US" smtClean="0"/>
              <a:pPr/>
              <a:t>3/26/2026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D353-3471-4C5D-A6F3-11F1DDA05BD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3/26/2026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3/26/2026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3/26/2026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3/26/2026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3/26/2026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3/26/2026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3/26/2026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bit.ly/4idVqKq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05 - </a:t>
            </a:r>
            <a:r>
              <a:rPr lang="en-US" dirty="0" smtClean="0"/>
              <a:t>Distributed Transactions and TLA+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Consolas" pitchFamily="49" charset="0"/>
                <a:hlinkClick r:id="rId2"/>
              </a:rPr>
              <a:t>https://bit.ly/4idVqKq</a:t>
            </a:r>
            <a:endParaRPr lang="en-US" dirty="0" smtClean="0">
              <a:latin typeface="Consolas" pitchFamily="49" charset="0"/>
            </a:endParaRPr>
          </a:p>
          <a:p>
            <a:endParaRPr lang="en-US" dirty="0">
              <a:latin typeface="Consolas" pitchFamily="49" charset="0"/>
            </a:endParaRPr>
          </a:p>
        </p:txBody>
      </p:sp>
      <p:sp>
        <p:nvSpPr>
          <p:cNvPr id="21506" name="AutoShape 2" descr="data:image/png;base64,iVBORw0KGgoAAAANSUhEUgAAAOEAAADhCAMAAAAJbSJIAAAAgVBMVEX///8AAAD09PTPz89hYWF0dHTMzMz7+/uGhoY6OjpTU1OlpaXw8PAYGBiUlJTCwsLg4ODc3NwODg6ysrJpaWno6OjU1NTx8fEhISGZmZl7e3tERERSUlI0NDQSEhK1tbVbW1srKytAQEB2dnYdHR2Li4ufn59/f38tLS29vb1tbW1RYWLGAAAIQElEQVR4nO2d2WLqKhRAY7SmNc4ah2o1Hmtb/f8PvO25DRsM2QECBDysRyXIMgPThkRRIBAIBAKBQCAQCAQCgX+IJM5WXTuspsPEsl28GueHjlVezmlmzW/6ebJrV5Afrfhlt3b0/jJamBcct+j3w8vMrF+2a1nwm9Sk4Grett4PZ3OC/bbdfslNCa7aNiMszQhmTlyi/3MxYnj3kHldrLLYDuvp5OMP++sTA4JMNfFi4hdwsme6APO1/h+g8zf6wK4uwoAqwqf27JeQ+WGqPXdBLpSi7kJMqQtkqDlvCahb5Ulz1p+QteFmEw7VKI61ZhyfWr4HCxJTBenCU1RrvvJcSUl2WvOFW9x+NXEHqRj1Pg9yYlh80h//siWJFsVH1+KTZPv7yUXfzZuSonS15fldUjJk8Vp8NC45w99wKz4ZkkTXSBfwVNd5I8YkV9LHJoZzkqpXepAPRwYubpKnzkofGjSr4qP2DPdFnjp7GNBvIuNd7RmS1lVPX55UZUGq2fYMn4KhCv+2IdQWHMODx4bbzvwvnQ1J1Ss+IpXmejP//chDw/YIhkoEQ6sEQyWCoVWCoRJgaDtigMO5KIvO3hMY5r3W+SrKslmyXyw/067q2A0Yus58lyrNaPhj+MOTwoC/X4adzqv0xeqbYWcu25fxzlB6lthDQ8na0kfDTv7whlJxN2B4Oz+Z5fUuJKEz2i3FfnO5H90dKjHsb7HVtmaK+fYhNaUzTdmAEfGDLba8l3QJj/J/6PVEHf9H+DB7hnRg2UCp/ZXQ0aHCAan2DKmr7LU+NR8qnOFd9BhrhlTo3K0+dRVUbJHoSbRmCFfYqUk2EFqUCx5hyzCBP39Vn7oaKoBLMPzdluGE/E7D/jtcp4KB4VWGQznKf0/Mfg8FaxiFACdRsGHDNcx6p5Ecm12fyfb4Z8N8/05+5quZIBWTIhj/wzNUa6t+ULl+VidrHLS2JVmJNRo4hslGyZBqSE2QVI2XVUDmYt19jiFWPoxnkukSSdV4uhGibsQGbbgzpGrkRQbJfSeCps8rhQxrkpVYtYPOcsuxJ4YvJg0hxknsqazRcBAMg6F9w3l/Uk+fPDg5hp9FKgispA27l2chLvRBWg2FciDtMY4hGU6BthZVWDKZVk8OtbujhlCJgSHS8CkD7XV/DJmFLPWQFpM/hpJNJ9LsfVjDcTAMhsHQpOF+UM1DGL5jY2AkUNdnwxHWVycrlINhMAyGwTAYoobYdOljGA6TSh7DsPNSDYy8em0oRDAMhsGwfUOSlT+GMIckBJlK88dQbhYPgozsG5JtJ6THvCUmSKgoKq2GqQhkvwWO4a1IBDL0FES2EPqFNKVne8PcUzAMhgj+zOOrxmLAIgFsG00XDFV3iYSVHthOry4YJm9qhhknUzcNo+l97L8QdMzuh+OG0fqyR/rdPHZP7PKA7m3HfP/GN8ymQjCxsloMv6keOuGPp5Rhvp7xDGcD0V1Fd5SMLkPN8FreUtvCwn5bHhm+dySAPT/9MZSM0yUn0R/DFkcxTMAxlGxYkNhifwwjue2ZyeSGR4ZSlyksOHTUkDuK0RcPmac2Z9RjmN6w+Igy+96YnSLLLj0mB+htMG2aWV8Ipr2kw3CI9e8qoYt+FEumhA7DPa9k9cBZnCGpXDBUXd5Naiw0NNYFw8fv4yOdOxQI43XdELuLMGBp16vjhuiypWo20EnEApydMExyXtFq+KIrrW51i8wJw+/WhuBCCGDBdvPjlP36zDVM8AUdfAOfWm2LuuvixFud5qghr+VdK9jhbn/hj2HSEWBfzsofQ7EecHkUzx9Dse5heVsBfwzFBhPLWfljGIn00Z7LWXlkKLC0i7fPjibDBH0PlUjG7BFwSVL14fCMbt3w/rblZqzDcHrDR1B2tRtRHfdV7Ta21YbttVERWKvDUOA5XrNByXP1kS60S2ORITD0LGIVgQuGQhUV+jqfHnKgC4ZioxjI48bsrhGyhtChJ62HlFewe07Y1inYYJ11w6ycXmgJMvquG+wqsG4I6eHZIRAydED3hsGiOawbJmQmltpFrXa0bVezNcxwUHmodUPquUfnMlkgHAW2ZZwemSM+WjSEe8bka6O5oxhqSBtCi7HRXng18FreikgbUk8FbkNXD20a0k/Oxr9eSauG8BY8g6/pbNWQmWUwdRbbNYwpQ96wgQ7aNbwbmlV7A0ENLRve93byy3U108p00rLhWnGnRBXaMZTd0chDQ/rV1Q9qGGVfSKkewjCK1ea2PTKMouMBKdhDGEbx2IJjq4bf1UaKhcI8gmH0s+rxyehDp33DvyTDTC993HDSG81LHAbcrfP1GGoHb5dWTnPwpkd8NESiUTnDDj4aYkPk5dQeGsZY0H555NlRQ2w0EZ3NK0+PQFbGxlxUyMh54uzJjiw5fSun5rzv3gXgPI3LXyIdG05gG4xIOPBeUQrSVuLEcUXdiut0fuUkJmGOBwfeK0oBPRfetZVMtuMyV+5JIhnlRgssDVxbEi8U43ElGUm+JdA0cK9tmt0+MAnR6I08BnjT89/DFDw6z94GVHRAg+4FtY7A0Ni1OnTArHJVPaS66AqvlTUMHR2geBZnlGCDV5uZYk2v3ebU+/UwYTBONWh+YaZHTtJz6lcmHlXpLzLO3XjlLe1maJAnIVstzuyxvJaRAyRKO4rwmLt4jf6QyS3frsa1yh5QXRZ3h7l4g+ZkGubx5u6ewR9iLPZUiL2r9yBBZLkTgpvVBEss9QodlqXzJ/B/hmOlFf+nZ/faopUks21PageeQ37putZdqiVJsllXiFkWe2cXCAQCgUAgEAgEAoFAoAn/ATqfu7v0FsVT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08" name="AutoShape 4" descr="data:image/png;base64,iVBORw0KGgoAAAANSUhEUgAAAOEAAADhCAMAAAAJbSJIAAAAgVBMVEX///8AAAD09PTPz89hYWF0dHTMzMz7+/uGhoY6OjpTU1OlpaXw8PAYGBiUlJTCwsLg4ODc3NwODg6ysrJpaWno6OjU1NTx8fEhISGZmZl7e3tERERSUlI0NDQSEhK1tbVbW1srKytAQEB2dnYdHR2Li4ufn59/f38tLS29vb1tbW1RYWLGAAAIQElEQVR4nO2d2WLqKhRAY7SmNc4ah2o1Hmtb/f8PvO25DRsM2QECBDysRyXIMgPThkRRIBAIBAKBQCAQCAQCgX+IJM5WXTuspsPEsl28GueHjlVezmlmzW/6ebJrV5Afrfhlt3b0/jJamBcct+j3w8vMrF+2a1nwm9Sk4Grett4PZ3OC/bbdfslNCa7aNiMszQhmTlyi/3MxYnj3kHldrLLYDuvp5OMP++sTA4JMNfFi4hdwsme6APO1/h+g8zf6wK4uwoAqwqf27JeQ+WGqPXdBLpSi7kJMqQtkqDlvCahb5Ulz1p+QteFmEw7VKI61ZhyfWr4HCxJTBenCU1RrvvJcSUl2WvOFW9x+NXEHqRj1Pg9yYlh80h//siWJFsVH1+KTZPv7yUXfzZuSonS15fldUjJk8Vp8NC45w99wKz4ZkkTXSBfwVNd5I8YkV9LHJoZzkqpXepAPRwYubpKnzkofGjSr4qP2DPdFnjp7GNBvIuNd7RmS1lVPX55UZUGq2fYMn4KhCv+2IdQWHMODx4bbzvwvnQ1J1Ss+IpXmejP//chDw/YIhkoEQ6sEQyWCoVWCoRJgaDtigMO5KIvO3hMY5r3W+SrKslmyXyw/067q2A0Yus58lyrNaPhj+MOTwoC/X4adzqv0xeqbYWcu25fxzlB6lthDQ8na0kfDTv7whlJxN2B4Oz+Z5fUuJKEz2i3FfnO5H90dKjHsb7HVtmaK+fYhNaUzTdmAEfGDLba8l3QJj/J/6PVEHf9H+DB7hnRg2UCp/ZXQ0aHCAan2DKmr7LU+NR8qnOFd9BhrhlTo3K0+dRVUbJHoSbRmCFfYqUk2EFqUCx5hyzCBP39Vn7oaKoBLMPzdluGE/E7D/jtcp4KB4VWGQznKf0/Mfg8FaxiFACdRsGHDNcx6p5Ecm12fyfb4Z8N8/05+5quZIBWTIhj/wzNUa6t+ULl+VidrHLS2JVmJNRo4hslGyZBqSE2QVI2XVUDmYt19jiFWPoxnkukSSdV4uhGibsQGbbgzpGrkRQbJfSeCps8rhQxrkpVYtYPOcsuxJ4YvJg0hxknsqazRcBAMg6F9w3l/Uk+fPDg5hp9FKgispA27l2chLvRBWg2FciDtMY4hGU6BthZVWDKZVk8OtbujhlCJgSHS8CkD7XV/DJmFLPWQFpM/hpJNJ9LsfVjDcTAMhsHQpOF+UM1DGL5jY2AkUNdnwxHWVycrlINhMAyGwTAYoobYdOljGA6TSh7DsPNSDYy8em0oRDAMhsGwfUOSlT+GMIckBJlK88dQbhYPgozsG5JtJ6THvCUmSKgoKq2GqQhkvwWO4a1IBDL0FES2EPqFNKVne8PcUzAMhgj+zOOrxmLAIgFsG00XDFV3iYSVHthOry4YJm9qhhknUzcNo+l97L8QdMzuh+OG0fqyR/rdPHZP7PKA7m3HfP/GN8ymQjCxsloMv6keOuGPp5Rhvp7xDGcD0V1Fd5SMLkPN8FreUtvCwn5bHhm+dySAPT/9MZSM0yUn0R/DFkcxTMAxlGxYkNhifwwjue2ZyeSGR4ZSlyksOHTUkDuK0RcPmac2Z9RjmN6w+Igy+96YnSLLLj0mB+htMG2aWV8Ipr2kw3CI9e8qoYt+FEumhA7DPa9k9cBZnCGpXDBUXd5Naiw0NNYFw8fv4yOdOxQI43XdELuLMGBp16vjhuiypWo20EnEApydMExyXtFq+KIrrW51i8wJw+/WhuBCCGDBdvPjlP36zDVM8AUdfAOfWm2LuuvixFud5qghr+VdK9jhbn/hj2HSEWBfzsofQ7EecHkUzx9Dse5heVsBfwzFBhPLWfljGIn00Z7LWXlkKLC0i7fPjibDBH0PlUjG7BFwSVL14fCMbt3w/rblZqzDcHrDR1B2tRtRHfdV7Ta21YbttVERWKvDUOA5XrNByXP1kS60S2ORITD0LGIVgQuGQhUV+jqfHnKgC4ZioxjI48bsrhGyhtChJ62HlFewe07Y1inYYJ11w6ycXmgJMvquG+wqsG4I6eHZIRAydED3hsGiOawbJmQmltpFrXa0bVezNcxwUHmodUPquUfnMlkgHAW2ZZwemSM+WjSEe8bka6O5oxhqSBtCi7HRXng18FreikgbUk8FbkNXD20a0k/Oxr9eSauG8BY8g6/pbNWQmWUwdRbbNYwpQ96wgQ7aNbwbmlV7A0ENLRve93byy3U108p00rLhWnGnRBXaMZTd0chDQ/rV1Q9qGGVfSKkewjCK1ea2PTKMouMBKdhDGEbx2IJjq4bf1UaKhcI8gmH0s+rxyehDp33DvyTDTC993HDSG81LHAbcrfP1GGoHb5dWTnPwpkd8NESiUTnDDj4aYkPk5dQeGsZY0H555NlRQ2w0EZ3NK0+PQFbGxlxUyMh54uzJjiw5fSun5rzv3gXgPI3LXyIdG05gG4xIOPBeUQrSVuLEcUXdiut0fuUkJmGOBwfeK0oBPRfetZVMtuMyV+5JIhnlRgssDVxbEi8U43ElGUm+JdA0cK9tmt0+MAnR6I08BnjT89/DFDw6z94GVHRAg+4FtY7A0Ni1OnTArHJVPaS66AqvlTUMHR2geBZnlGCDV5uZYk2v3ebU+/UwYTBONWh+YaZHTtJz6lcmHlXpLzLO3XjlLe1maJAnIVstzuyxvJaRAyRKO4rwmLt4jf6QyS3frsa1yh5QXRZ3h7l4g+ZkGubx5u6ewR9iLPZUiL2r9yBBZLkTgpvVBEss9QodlqXzJ/B/hmOlFf+nZ/faopUks21PageeQ37putZdqiVJsllXiFkWe2cXCAQCgUAgEAgEAoFAoAn/ATqfu7v0FsVT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28" name="AutoShape 4" descr="data:image/png;base64,iVBORw0KGgoAAAANSUhEUgAAAQgAAAC/CAMAAAA1kLK0AAABg1BMVEX///9EldFeoimG6DouXop40DQ7eLH2kyGw83MAAABChsXL4fXE3fNXotj29vZPT0+01epvrtEFaJlnqdFZnSMoIRcuYY/g3dt71jWWlpZEhr5HQ0g5cqeWw99FhLVDayhLeymr8m0ZGRj2jw36xJMTXYyBt9dfpNFnZ2dDQ0MALE/70Kn+8eg3i8aW4lc/k9BVjymf6mHt7e1trznNzc19fH4rPR/4nT6K8DsAQ2mM6kOlpaWe7lz96de7u7v4rWP94sj83bu/v7+qqqqF2EOJiYkAAA0geK0qSF/969tcXFwmJiZycnKf7l2Y71IhHSN3iZiiuMwtNicYCB6NzlZxwjM7VCpCYitOgSg4Nzk6Viid3mMsUXMWEARZjzEpLiZkcHtygpBSX2uKnq+uxtolIicJABZzmFFgfkWd1WmLvV58p1Y5SFYAKEAAHkJPl8I1SCgBO1s2aYdVgpz4q1w0VHMrOkhue4YAAC0AGj0fFSQAK0oVKTQXNElihptblrZMXTyS9VABAAARpElEQVR4nO2di1sTxxrGEyDUUXKBKGtQAgEDiboGlsRGgikmZhfZAEoqGJWLqGlrPQ22Fc/htMf+6Wdm9ja7O3tJK8mu5H2eRigEdn/MvvPNzsy7gYCnxXEMEhfp9YH0TpFKKRM9Onz16vHjx68eHx5F66X8+cPBlTJHr5+MXJKFPxh58vpoveRrFlyC6ej7I4UjBGHEJAjjqOZfFIktHhQ499/PXHtDgaCweBL1KYnyW/750+kGSLg9/kjUkoKk6Jke7xkpH+UPlorF4tOd1tuyu7cwj63bA24Thx20Lo+Iy4DGwmBxEKq4tA2ieTdvYv7nAOKoM8fpvSI1vjG9jDEgEsUFEWRcnAOTnrQjcWnyns9AVN+2nocUDBjFnR9awNn0mXRuPkbrMxCFS7Fwzl8gKk3++CmJYXAzdSH14keeLzm8k0kHc7nwXMzE4NJIbA5+KegnEMw6OBgokhyWUxewftoBzYr9e9PBYDAXj89NxiYnFRyxybm5MKSQg1/zDwiuABr7g7rmsCFhuJBa3nwHXdPuVGQQo3Ox2Fx8PofFSv8EsfwCIpIAjamrOgwrMoYLm7hh/CyCunUXSIIYjcsnT8onIMpNfsdgDgqGFaVhLE41thJWP+DrAJHPgu0lo0dK2lAaRmp5sBjaaW1ZFFjOILxfY8MC6u2CzhyWF2UMi8tKw9iU+tKnd/kstcCKvM/ZgmCPun1anSt7+szKI5VeY0WtKgYHtgH1b5tI24K4V+32aXWua1OpFQKD5pGqOSyT18zPVBDcv8YE1hIEK4z9q+vn1bGuTV29k9o0msOKag6bJIbvB6apIJibY1DtOAUEpAD1i/cHXRBEKCShWNY8Um8Ocnn1/cBlKxD3xiQlP7fbbRaXECzLCoIg//+b3u81MAiMQvFIzRw2CAwbL5YuDwwYQXBSccGk2TE7sT7oPmUQodAF9VrYULtMzUElDCYQgRq+kYXGGoIlBsEXdYQKIiVfCxRzWLkgY0AgDO8HAKKQ6oh2UhhLmyiwPimo9CBWFHMgehLkkaqmT7M6RQFSbVwpqCbjEIcilpUHHDn/eIQE4s4dkzlsYo/UQFBaRIbRV5Zyf5Gb14blb7xfWVJAEOawrMdg9ogEvoNFK7Fzk4EHt0xa7c1ZupAdiGXVI61AcOu4zVNA5IKB72Yp+q43p+ksCojQooRixYTB3CIkMffMIOZvz35D0WzXz9ClaCBCD1Nw3JkyY7ACEchMmEDE/Qri4aIGAn524XsKBksQBdOgy3cgstsDMgnYDjQQoRSVw8IxfdAFxxqCGQRVXT9DlyqD1s5TBUXIHsTl5w1AvUslDbqE9qgexP3V1VXYUZAvq54FAXtAvjGlorhjA2Lq1Oq+JaMUlGkhmUyiQooVoFmiL91/BF9W78OXR+ijgIdBwJETfzod0lDQQUwf8JZ3spm0eajxWQKxqoK4j148DQKeSKYhLlxVLxAKiGfbvM3cBqojWMEJhOdbRCAQyWcBgK551QLEwnHrrd3dNrmgarfbAgniNtSDVfTyAL6soo8eeRgEV8Ijp8Jb0jVJEJefnzrMf+omeNrQISYEdp4wyxuqWT7wMIhAvj4DQWDX3FVRaCCmGnZzO1iUQVfOh2YZCNQBqAfQvJ/mmgqIaZFfdxxD08Ya8z40y2i1BKT5CmYdiPvYKiQQ9h6pygaEj1pEpFkOMDPKZ/ksf4BcE4GAHim6mpHg6IOu1QcPHty4hV5uwJdb6CMPe0QE/8mJFRDlt63jpaspqY50eUOlZh5roBah9hqrSq9x27MguBnzJF5iq7X7Yve0kwWGpQ9C0NcewYg0J4wU+JYLjyTF1dZ+/exfEMyMxR+dqblaTqdTPpF5f/jbb23pjm349ixicP92QKaBzfK+N0FUxC99U5WrlBOFeqZer9cCN2Z//+67b+F/0svv8OX32Vtf+Bd+EZWzZ3tz+TZFZ/oL/6ZKvlwY/OVVq/f6CLyhQqHXR+ANZWq9PgJvKOq0mPZ8CA0v+oKdvdh5tfQ1ipvx/iR9N8T0OWDlRe+vcOuGKmKvj8AbqmZ7fQTeUH94IamW6fUReEP1flmNtW658eR8KeuDvQLdULY/vEDqDy8k9ctqSZZ37c+Z8n0OWJWm95eEd0PVc1dW500dJKocEus9OJReilkHwLA9lQPnb/aCK4ArH4dEoJvCTgDuvA0vEjN7a8MXL178eAUUNGdsgpnzdde+LIKT6xexhtf2gHLyeQAvltLX0HNyTF4SY3c2TBSI4xdVXT9R8j/qaPlk1OdDLa5aWz86fPVa0uNPR9F6ghqAx9XBlaGLOiWb2CoiYKbmrcy8cqd1PleLfnry5pJeI28eH60bO8hIAuyt6TEEw+Hwryj/I+Kxi6LS5B1XruoUqR8ZIah6/V6HoizunQybMCD9urfnrdswaAXnwHSj5b4X46KWGDAK7Sfls0C8rsPAyhjCwYvJNSB65w6EnOVTDD23X91OKjpixwGSkE+PyQDRYA4ahhx8TZ64DFg7c0XQ3hgpy6f4dNsilcSkI3sOl0akJl8Dex/N5oClEhm/AjIeMIqySAR9FQcHGmDdzVG9dwDxBoGoAqmAomDIXVTbBSyw9lwErJ2tTFk+xc0fttysZf1lzpZDjE2gn32iNwfiqgiq7QIXWCd77pZTn5HoWT4vfmxtOda8N3PhSWsMczkIwmQOQROGHFlg9az/iNRA49kyLcvnp7+A02KVmyjebXQyRqMwn8sFIYgr7TDdHFgVCPnVmV6BKG21di3zzt4dO3j5TbyQeTQeIwLwYpNz8aCcf4dAXJ/QzjVHNQcNQ3K8RyBgAXXXFIZIZvn8vGVbYMkgRmOxyfhoMKdJifFBIIaHFRRW5iBDSg4N9QYEHAGhwFjSHBQMatBXyjZXlwAxOmoOO1NADA8HYRuwMwcIKTk+1BsQaCvpPj3vTMvy2RwshnatCyzXIIaHldYQVq8P8qoIBxGGnoDQCiijOaQ2FSJSaolNgeUIoqaCmDAUUHpzuD401CMQBaAPjNXCEM15Z8XiwDagjkrrE/YgXuYNIGjmEETm0DsQdzfI2Df7vLPljXd0EJUPtiBYMaAHITeLMEvH0BsQROyb5pGDlEgjlN6ywFNB/DE2xlqCyAlj90p6EMNGj8xJHtlbEGrsmzkMkYg0ktJbLED8G2e+teNmENI29HSNBkJrD4pHGkHku4GjxqggQqHF1KY5DJHMO9uUgr6MIORxyH+USK8kzr9j2Ryry79LJyggJoKyQ8Ah59AQBQSzTr8Qv7DyOI1JBqGknVmHIV7Gu2yNIKrSkOymff6dwFJBSAWW1lXoQaDJn+6sI4sCWC2qIBbla8Ei70zedW26NJoo9g11nzb5dyxZRwwTIDCWpBkDBCGiPfAgG+2GsuhX8cckiA1aGCIZ9LVwaji2JvohiQ/IDtptQUgbAvAEgVXHGjIIdPIqiOEJKgfUIqoQRSEQOXsFMgCIZV2LWLxjMgdD0NcCn9f/EEizWSEKqjmEA2uCZWmVJS603YAIREqAnpv0hcUBUCU8AoN4aDQHY96Z8dLIS3dbOyixNadwAgGV6MYsaB0PHGgg1PZAZEJagJAnLToGgYZfLkAEutEipN9BAaHEvm0aUwBpZhn4uyAgAxcguicaCBz7RsNgCeK/fwfEsDdBPExpINBnLygYLEEkxuxBrHHeBzGjBhg9TKVUEKHFJQqGgYFdQB2Hl1A6hzUI4Y+I50HkRf54SU3AcwAxtQUyVPv6DyqbrECwuhLbqyDw1NauOfaNAuKZ9cQXHnTBUZcJBCsNN/wAQprsNMW+mUAs3G1ZT9D+ogyuxlD+HaylJnBNpVWYvgCB5mb5rf2QLvbNAGJhx+aRHaj7tB5qQLE+6DVk5Zu8PvZNDwKF2NjVNjfN+XcEBtx9znzsBMRazyZ40KNcNNfUg5g6dXoCGCqogvPxdjtpGnMpdUQGiC9dghh/KYJsD1fmJ7YI19RAQI90XLJATvDE2QkoHDhOFlRoFviPIRcgxl+e7M30djUZV9NcUwGxb+eRqlyU2FBVce9k3AHE+BDE0PsFREwGyK4pgVg4bjhPhQfcgpCWkV23ATEOzaGzxVtnpnyW30a5oQjEZeiRNVdH5RKEvOrYGsSaYT1yTyW5JgSB6kiXf5w/HUAIWrNCK9VeUkFAj9xzuVSpS0JLBF7sHzh7pKrqPfsJnvdk31tpAs0qVBCSRzLeWm6KFo248UhNlT8FvD6COsGTXjecHHLN6zoQ2CPR7agZAJq1iidcAourd7pEvvT+42faBM/Yh4y5YWmuiUGMI3OQPLKKHwLi7/X5TCnz/vB/v32W14hMCGPpDyeFMv2vi5Zjf5RBoAJK8cgIbBK97z3/ubh8OVFD8Xf1Wq2aZ+yud7RAfwiBePnHHhHNmgC1qHdW33ZHyDWvJ0/2AFlHciAfiH4NbaIjlcQ90+pSdOundt42t8H+yTSckzzzjMMa/aN8f2O4LE50kW19PtQPE1HUj9lRVO3vlJfVt0xFXD/EUlbk/FWZVir0LVNWv8pU1LdMRf0qU1W2b5my+papqG+ZivqWqaif4aeoX2WqKpyzgCpr9S1TUT/UUFG/ylQUyVrNjFbO25NIJMs0VhVMFDRcPdbxK1IJWaY+UB899nN/cOnAQytuuiFomRwg//gJvoV2uBcH9xudPNYQi6mUagVZiWrFXyC5ZgJoIajlrdaOvMO9eNU238H4Y8q1w0+vn8RG5PiokZE3T14fWgTLeVNlAJTdsfmoLiKo+PQ57y5Ai6m/ejIiA1AkhSS9/uSTGraE19Xgp5ehFZGGiKCNn46Nuak0VT+N6BjoaLw58sUlEmGqGREALhCp8Y3pZXP8xbsDp1XTAeaQTkFh4Z+VCVw5X91q7YboEUH7Lafnhr+24QBJHHXrPP658k0iRk3evE3scP+xZbsojUnHLJsEvDbm1rp2Hv9QaOXq0qBdRNBPf9kVWEw6Nz95yeCVsluOTIZzPgHB1XHGos4jTfEXm7DAslw1y6RRTtTcXCymyxFDGwzCKDjKHyBcRgTBAmuLt1jkjh+gHhyNT8Zi8fg8VjgYDKrxWX4AURH5HZcRQbDAavHUokAGMQpBjI6G9QFifgHR3P6e7pFq/AWx0b/48C9q6IABhGkBuR9AXJvaIJMdCI9U88M0bbzYp4N4aQ/ipOun1bmuTV19uKjEYzlHBE3TYyjqgh2Ie34Y0EMQeCf/MpmxaB0RZAAhfxI5GZvIWYFghbQf7hNjEBiFU0QQ3ulvBCE964m5ibYhtuclEHoKaIfin705t44kgwiFjB5JjwgyXhpVgO57Mmli93IS7UucmCC2Lwv+MEsyM2qRZg7LRO7DNOD08ToABePAytJm+7Lgk16DAJFaNJuDPiJo+jSjUx1HOyXG0VWQFMaMSUnytl3fgbhzx2QOK/qIoGmgfzsHgFgl6ggtKYnMSsIgbsvqxVm6EAUEYQ6miCCjR9TxBhF9QaXsP9P0AX7PjVlZt3pyno6igEgpJNQ0OUsQnFRx0yrL3CXyGx99O/uNJB+BkBMYqRFB9IKKDuLWt5oUDP4CgcMoqUlJFiACRywNhHb2hDwPAkXBqCBgWUFNSrICkRnL+R1EdoaIgiFApKgcpg7olwasLIWJuM4s/QaCy4DGfogMCLIGYRkRxNyTqobk57l2vM3inoL1GQg0qUNEwTxctASxcGy5tZtJm9NI0yN+AxEIlN+SAVqLVBCXd2ym/1CvYQzG8SMIHGrw/KkuKkkP4vJug7eJCFLuWY6OtrWgKN9dGlhcDZxOkalROhDTIm+7RMBYR2CT8CcI7JpkgBYB4tmB0/ODaCW2b0HA08nyB6prqiAW7raaThPiFpWlX0FIz0+SXVMGgTyy5LjCgfvwlYEgXBODgB5pH6OmKL8mfGUg8OIA5JoIxJTIOy0IUN9WWkt/jn8lHiGLq4PT/VBqYNrRI/ViSoVDlIKSZLGEJ49mqfINCLyA6ODddutv7BONcPlqtZqoleBrJfDoBk2rX/6Az06V7Kno/RWn/wc2FBid9+XGxQ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0" name="AutoShape 6" descr="data:image/png;base64,iVBORw0KGgoAAAANSUhEUgAAAQgAAAC/CAMAAAA1kLK0AAABg1BMVEX///9EldFeoimG6DouXop40DQ7eLH2kyGw83MAAABChsXL4fXE3fNXotj29vZPT0+01epvrtEFaJlnqdFZnSMoIRcuYY/g3dt71jWWlpZEhr5HQ0g5cqeWw99FhLVDayhLeymr8m0ZGRj2jw36xJMTXYyBt9dfpNFnZ2dDQ0MALE/70Kn+8eg3i8aW4lc/k9BVjymf6mHt7e1trznNzc19fH4rPR/4nT6K8DsAQ2mM6kOlpaWe7lz96de7u7v4rWP94sj83bu/v7+qqqqF2EOJiYkAAA0geK0qSF/969tcXFwmJiZycnKf7l2Y71IhHSN3iZiiuMwtNicYCB6NzlZxwjM7VCpCYitOgSg4Nzk6Viid3mMsUXMWEARZjzEpLiZkcHtygpBSX2uKnq+uxtolIicJABZzmFFgfkWd1WmLvV58p1Y5SFYAKEAAHkJPl8I1SCgBO1s2aYdVgpz4q1w0VHMrOkhue4YAAC0AGj0fFSQAK0oVKTQXNElihptblrZMXTyS9VABAAARpElEQVR4nO2di1sTxxrGEyDUUXKBKGtQAgEDiboGlsRGgikmZhfZAEoqGJWLqGlrPQ22Fc/htMf+6Wdm9ja7O3tJK8mu5H2eRigEdn/MvvPNzsy7gYCnxXEMEhfp9YH0TpFKKRM9Onz16vHjx68eHx5F66X8+cPBlTJHr5+MXJKFPxh58vpoveRrFlyC6ej7I4UjBGHEJAjjqOZfFIktHhQ499/PXHtDgaCweBL1KYnyW/750+kGSLg9/kjUkoKk6Jke7xkpH+UPlorF4tOd1tuyu7cwj63bA24Thx20Lo+Iy4DGwmBxEKq4tA2ieTdvYv7nAOKoM8fpvSI1vjG9jDEgEsUFEWRcnAOTnrQjcWnyns9AVN+2nocUDBjFnR9awNn0mXRuPkbrMxCFS7Fwzl8gKk3++CmJYXAzdSH14keeLzm8k0kHc7nwXMzE4NJIbA5+KegnEMw6OBgokhyWUxewftoBzYr9e9PBYDAXj89NxiYnFRyxybm5MKSQg1/zDwiuABr7g7rmsCFhuJBa3nwHXdPuVGQQo3Ox2Fx8PofFSv8EsfwCIpIAjamrOgwrMoYLm7hh/CyCunUXSIIYjcsnT8onIMpNfsdgDgqGFaVhLE41thJWP+DrAJHPgu0lo0dK2lAaRmp5sBjaaW1ZFFjOILxfY8MC6u2CzhyWF2UMi8tKw9iU+tKnd/kstcCKvM/ZgmCPun1anSt7+szKI5VeY0WtKgYHtgH1b5tI24K4V+32aXWua1OpFQKD5pGqOSyT18zPVBDcv8YE1hIEK4z9q+vn1bGuTV29k9o0msOKag6bJIbvB6apIJibY1DtOAUEpAD1i/cHXRBEKCShWNY8Um8Ocnn1/cBlKxD3xiQlP7fbbRaXECzLCoIg//+b3u81MAiMQvFIzRw2CAwbL5YuDwwYQXBSccGk2TE7sT7oPmUQodAF9VrYULtMzUElDCYQgRq+kYXGGoIlBsEXdYQKIiVfCxRzWLkgY0AgDO8HAKKQ6oh2UhhLmyiwPimo9CBWFHMgehLkkaqmT7M6RQFSbVwpqCbjEIcilpUHHDn/eIQE4s4dkzlsYo/UQFBaRIbRV5Zyf5Gb14blb7xfWVJAEOawrMdg9ogEvoNFK7Fzk4EHt0xa7c1ZupAdiGXVI61AcOu4zVNA5IKB72Yp+q43p+ksCojQooRixYTB3CIkMffMIOZvz35D0WzXz9ClaCBCD1Nw3JkyY7ACEchMmEDE/Qri4aIGAn524XsKBksQBdOgy3cgstsDMgnYDjQQoRSVw8IxfdAFxxqCGQRVXT9DlyqD1s5TBUXIHsTl5w1AvUslDbqE9qgexP3V1VXYUZAvq54FAXtAvjGlorhjA2Lq1Oq+JaMUlGkhmUyiQooVoFmiL91/BF9W78OXR+ijgIdBwJETfzod0lDQQUwf8JZ3spm0eajxWQKxqoK4j148DQKeSKYhLlxVLxAKiGfbvM3cBqojWMEJhOdbRCAQyWcBgK551QLEwnHrrd3dNrmgarfbAgniNtSDVfTyAL6soo8eeRgEV8Ijp8Jb0jVJEJefnzrMf+omeNrQISYEdp4wyxuqWT7wMIhAvj4DQWDX3FVRaCCmGnZzO1iUQVfOh2YZCNQBqAfQvJ/mmgqIaZFfdxxD08Ya8z40y2i1BKT5CmYdiPvYKiQQ9h6pygaEj1pEpFkOMDPKZ/ksf4BcE4GAHim6mpHg6IOu1QcPHty4hV5uwJdb6CMPe0QE/8mJFRDlt63jpaspqY50eUOlZh5roBah9hqrSq9x27MguBnzJF5iq7X7Yve0kwWGpQ9C0NcewYg0J4wU+JYLjyTF1dZ+/exfEMyMxR+dqblaTqdTPpF5f/jbb23pjm349ixicP92QKaBzfK+N0FUxC99U5WrlBOFeqZer9cCN2Z//+67b+F/0svv8OX32Vtf+Bd+EZWzZ3tz+TZFZ/oL/6ZKvlwY/OVVq/f6CLyhQqHXR+ANZWq9PgJvKOq0mPZ8CA0v+oKdvdh5tfQ1ipvx/iR9N8T0OWDlRe+vcOuGKmKvj8AbqmZ7fQTeUH94IamW6fUReEP1flmNtW658eR8KeuDvQLdULY/vEDqDy8k9ctqSZZ37c+Z8n0OWJWm95eEd0PVc1dW500dJKocEus9OJReilkHwLA9lQPnb/aCK4ArH4dEoJvCTgDuvA0vEjN7a8MXL178eAUUNGdsgpnzdde+LIKT6xexhtf2gHLyeQAvltLX0HNyTF4SY3c2TBSI4xdVXT9R8j/qaPlk1OdDLa5aWz86fPVa0uNPR9F6ghqAx9XBlaGLOiWb2CoiYKbmrcy8cqd1PleLfnry5pJeI28eH60bO8hIAuyt6TEEw+Hwryj/I+Kxi6LS5B1XruoUqR8ZIah6/V6HoizunQybMCD9urfnrdswaAXnwHSj5b4X46KWGDAK7Sfls0C8rsPAyhjCwYvJNSB65w6EnOVTDD23X91OKjpixwGSkE+PyQDRYA4ahhx8TZ64DFg7c0XQ3hgpy6f4dNsilcSkI3sOl0akJl8Dex/N5oClEhm/AjIeMIqySAR9FQcHGmDdzVG9dwDxBoGoAqmAomDIXVTbBSyw9lwErJ2tTFk+xc0fttysZf1lzpZDjE2gn32iNwfiqgiq7QIXWCd77pZTn5HoWT4vfmxtOda8N3PhSWsMczkIwmQOQROGHFlg9az/iNRA49kyLcvnp7+A02KVmyjebXQyRqMwn8sFIYgr7TDdHFgVCPnVmV6BKG21di3zzt4dO3j5TbyQeTQeIwLwYpNz8aCcf4dAXJ/QzjVHNQcNQ3K8RyBgAXXXFIZIZvn8vGVbYMkgRmOxyfhoMKdJifFBIIaHFRRW5iBDSg4N9QYEHAGhwFjSHBQMatBXyjZXlwAxOmoOO1NADA8HYRuwMwcIKTk+1BsQaCvpPj3vTMvy2RwshnatCyzXIIaHldYQVq8P8qoIBxGGnoDQCiijOaQ2FSJSaolNgeUIoqaCmDAUUHpzuD401CMQBaAPjNXCEM15Z8XiwDagjkrrE/YgXuYNIGjmEETm0DsQdzfI2Df7vLPljXd0EJUPtiBYMaAHITeLMEvH0BsQROyb5pGDlEgjlN6ywFNB/DE2xlqCyAlj90p6EMNGj8xJHtlbEGrsmzkMkYg0ktJbLED8G2e+teNmENI29HSNBkJrD4pHGkHku4GjxqggQqHF1KY5DJHMO9uUgr6MIORxyH+USK8kzr9j2Ryry79LJyggJoKyQ8Ah59AQBQSzTr8Qv7DyOI1JBqGknVmHIV7Gu2yNIKrSkOymff6dwFJBSAWW1lXoQaDJn+6sI4sCWC2qIBbla8Ei70zedW26NJoo9g11nzb5dyxZRwwTIDCWpBkDBCGiPfAgG+2GsuhX8cckiA1aGCIZ9LVwaji2JvohiQ/IDtptQUgbAvAEgVXHGjIIdPIqiOEJKgfUIqoQRSEQOXsFMgCIZV2LWLxjMgdD0NcCn9f/EEizWSEKqjmEA2uCZWmVJS603YAIREqAnpv0hcUBUCU8AoN4aDQHY96Z8dLIS3dbOyixNadwAgGV6MYsaB0PHGgg1PZAZEJagJAnLToGgYZfLkAEutEipN9BAaHEvm0aUwBpZhn4uyAgAxcguicaCBz7RsNgCeK/fwfEsDdBPExpINBnLygYLEEkxuxBrHHeBzGjBhg9TKVUEKHFJQqGgYFdQB2Hl1A6hzUI4Y+I50HkRf54SU3AcwAxtQUyVPv6DyqbrECwuhLbqyDw1NauOfaNAuKZ9cQXHnTBUZcJBCsNN/wAQprsNMW+mUAs3G1ZT9D+ogyuxlD+HaylJnBNpVWYvgCB5mb5rf2QLvbNAGJhx+aRHaj7tB5qQLE+6DVk5Zu8PvZNDwKF2NjVNjfN+XcEBtx9znzsBMRazyZ40KNcNNfUg5g6dXoCGCqogvPxdjtpGnMpdUQGiC9dghh/KYJsD1fmJ7YI19RAQI90XLJATvDE2QkoHDhOFlRoFviPIRcgxl+e7M30djUZV9NcUwGxb+eRqlyU2FBVce9k3AHE+BDE0PsFREwGyK4pgVg4bjhPhQfcgpCWkV23ATEOzaGzxVtnpnyW30a5oQjEZeiRNVdH5RKEvOrYGsSaYT1yTyW5JgSB6kiXf5w/HUAIWrNCK9VeUkFAj9xzuVSpS0JLBF7sHzh7pKrqPfsJnvdk31tpAs0qVBCSRzLeWm6KFo248UhNlT8FvD6COsGTXjecHHLN6zoQ2CPR7agZAJq1iidcAourd7pEvvT+42faBM/Yh4y5YWmuiUGMI3OQPLKKHwLi7/X5TCnz/vB/v32W14hMCGPpDyeFMv2vi5Zjf5RBoAJK8cgIbBK97z3/ubh8OVFD8Xf1Wq2aZ+yud7RAfwiBePnHHhHNmgC1qHdW33ZHyDWvJ0/2AFlHciAfiH4NbaIjlcQ90+pSdOundt42t8H+yTSckzzzjMMa/aN8f2O4LE50kW19PtQPE1HUj9lRVO3vlJfVt0xFXD/EUlbk/FWZVir0LVNWv8pU1LdMRf0qU1W2b5my+papqG+ZivqWqaif4aeoX2WqKpyzgCpr9S1TUT/UUFG/ylQUyVrNjFbO25NIJMs0VhVMFDRcPdbxK1IJWaY+UB899nN/cOnAQytuuiFomRwg//gJvoV2uBcH9xudPNYQi6mUagVZiWrFXyC5ZgJoIajlrdaOvMO9eNU238H4Y8q1w0+vn8RG5PiokZE3T14fWgTLeVNlAJTdsfmoLiKo+PQ57y5Ai6m/ejIiA1AkhSS9/uSTGraE19Xgp5ehFZGGiKCNn46Nuak0VT+N6BjoaLw58sUlEmGqGREALhCp8Y3pZXP8xbsDp1XTAeaQTkFh4Z+VCVw5X91q7YboEUH7Lafnhr+24QBJHHXrPP658k0iRk3evE3scP+xZbsojUnHLJsEvDbm1rp2Hv9QaOXq0qBdRNBPf9kVWEw6Nz95yeCVsluOTIZzPgHB1XHGos4jTfEXm7DAslw1y6RRTtTcXCymyxFDGwzCKDjKHyBcRgTBAmuLt1jkjh+gHhyNT8Zi8fg8VjgYDKrxWX4AURH5HZcRQbDAavHUokAGMQpBjI6G9QFifgHR3P6e7pFq/AWx0b/48C9q6IABhGkBuR9AXJvaIJMdCI9U88M0bbzYp4N4aQ/ipOun1bmuTV19uKjEYzlHBE3TYyjqgh2Ie34Y0EMQeCf/MpmxaB0RZAAhfxI5GZvIWYFghbQf7hNjEBiFU0QQ3ulvBCE964m5ibYhtuclEHoKaIfin705t44kgwiFjB5JjwgyXhpVgO57Mmli93IS7UucmCC2Lwv+MEsyM2qRZg7LRO7DNOD08ToABePAytJm+7Lgk16DAJFaNJuDPiJo+jSjUx1HOyXG0VWQFMaMSUnytl3fgbhzx2QOK/qIoGmgfzsHgFgl6ggtKYnMSsIgbsvqxVm6EAUEYQ6miCCjR9TxBhF9QaXsP9P0AX7PjVlZt3pyno6igEgpJNQ0OUsQnFRx0yrL3CXyGx99O/uNJB+BkBMYqRFB9IKKDuLWt5oUDP4CgcMoqUlJFiACRywNhHb2hDwPAkXBqCBgWUFNSrICkRnL+R1EdoaIgiFApKgcpg7olwasLIWJuM4s/QaCy4DGfogMCLIGYRkRxNyTqobk57l2vM3inoL1GQg0qUNEwTxctASxcGy5tZtJm9NI0yN+AxEIlN+SAVqLVBCXd2ym/1CvYQzG8SMIHGrw/KkuKkkP4vJug7eJCFLuWY6OtrWgKN9dGlhcDZxOkalROhDTIm+7RMBYR2CT8CcI7JpkgBYB4tmB0/ODaCW2b0HA08nyB6prqiAW7raaThPiFpWlX0FIz0+SXVMGgTyy5LjCgfvwlYEgXBODgB5pH6OmKL8mfGUg8OIA5JoIxJTIOy0IUN9WWkt/jn8lHiGLq4PT/VBqYNrRI/ViSoVDlIKSZLGEJ49mqfINCLyA6ODddutv7BONcPlqtZqoleBrJfDoBk2rX/6Az06V7Kno/RWn/wc2FBid9+XGxQ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34" name="Picture 1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76400" y="3276600"/>
            <a:ext cx="2514507" cy="18192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257800" y="2667000"/>
            <a:ext cx="3124200" cy="312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25388</TotalTime>
  <Words>11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Lab 05 - Distributed Transactions and TLA+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8604</cp:revision>
  <dcterms:created xsi:type="dcterms:W3CDTF">2007-10-06T08:25:13Z</dcterms:created>
  <dcterms:modified xsi:type="dcterms:W3CDTF">2026-03-25T17:48:39Z</dcterms:modified>
</cp:coreProperties>
</file>