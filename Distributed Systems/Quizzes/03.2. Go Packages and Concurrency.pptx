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kkeGw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 </a:t>
            </a:r>
            <a:r>
              <a:rPr lang="en-US" dirty="0" smtClean="0"/>
              <a:t>Packages and </a:t>
            </a:r>
            <a:r>
              <a:rPr lang="en-US" dirty="0" smtClean="0"/>
              <a:t>Concurrency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bit.ly/3kkeGwL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4" descr="https://200lab-blog.imgix.net/2022/06/goroutines-gola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743200"/>
            <a:ext cx="4000000" cy="2605715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25271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Go Packages and Concurrency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8503</cp:revision>
  <dcterms:created xsi:type="dcterms:W3CDTF">2007-10-06T08:25:13Z</dcterms:created>
  <dcterms:modified xsi:type="dcterms:W3CDTF">2023-01-17T08:59:41Z</dcterms:modified>
</cp:coreProperties>
</file>