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RAY123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https://bit.ly/RAY123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2819400"/>
            <a:ext cx="2763736" cy="3173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25366</TotalTime>
  <Words>4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Ray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8581</cp:revision>
  <dcterms:created xsi:type="dcterms:W3CDTF">2007-10-06T08:25:13Z</dcterms:created>
  <dcterms:modified xsi:type="dcterms:W3CDTF">2026-03-01T17:13:36Z</dcterms:modified>
</cp:coreProperties>
</file>