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3/1/2026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3/1/2026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3/1/2026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3/1/2026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3/1/2026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3/1/2026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3/1/2026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3/1/2026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TLA234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TLA+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https://bit.ly/TLA234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21506" name="AutoShape 2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08" name="AutoShape 4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2" descr="https://lamport.azurewebsites.net/tla/splash_small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47800" y="3200400"/>
            <a:ext cx="2362200" cy="15716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25370</TotalTime>
  <Words>5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TLA+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8576</cp:revision>
  <dcterms:created xsi:type="dcterms:W3CDTF">2007-10-06T08:25:13Z</dcterms:created>
  <dcterms:modified xsi:type="dcterms:W3CDTF">2026-02-28T19:58:21Z</dcterms:modified>
</cp:coreProperties>
</file>