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1/17/2023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iJJQg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</a:t>
            </a:r>
            <a:r>
              <a:rPr lang="en-US" dirty="0" smtClean="0"/>
              <a:t>Go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bit.ly/3iJJQgE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4" descr="https://200lab-blog.imgix.net/2022/06/goroutines-golan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743200"/>
            <a:ext cx="4000000" cy="2605715"/>
          </a:xfrm>
          <a:prstGeom prst="rect">
            <a:avLst/>
          </a:prstGeom>
          <a:noFill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0" y="23622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25271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Introduction to Go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8498</cp:revision>
  <dcterms:created xsi:type="dcterms:W3CDTF">2007-10-06T08:25:13Z</dcterms:created>
  <dcterms:modified xsi:type="dcterms:W3CDTF">2023-01-17T08:50:11Z</dcterms:modified>
</cp:coreProperties>
</file>