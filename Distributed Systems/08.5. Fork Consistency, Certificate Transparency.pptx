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9"/>
  </p:notesMasterIdLst>
  <p:sldIdLst>
    <p:sldId id="670" r:id="rId2"/>
    <p:sldId id="671" r:id="rId3"/>
    <p:sldId id="672" r:id="rId4"/>
    <p:sldId id="673" r:id="rId5"/>
    <p:sldId id="760" r:id="rId6"/>
    <p:sldId id="759" r:id="rId7"/>
    <p:sldId id="516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9" autoAdjust="0"/>
    <p:restoredTop sz="94667" autoAdjust="0"/>
  </p:normalViewPr>
  <p:slideViewPr>
    <p:cSldViewPr>
      <p:cViewPr>
        <p:scale>
          <a:sx n="50" d="100"/>
          <a:sy n="50" d="100"/>
        </p:scale>
        <p:origin x="-153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6/19/2022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6/19/2022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6/19/2022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6/19/2022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6/19/2022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6/19/2022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6/19/2022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6/19/2022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6/19/2022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6/19/2022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6/19/2022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6/19/2022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6/19/2022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nil.csail.mit.edu/6.824/2020/schedule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introduction-to-merkle-tree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Fork Consistency, Certificate Transparency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000" dirty="0" smtClean="0">
                <a:hlinkClick r:id="rId2"/>
              </a:rPr>
              <a:t>http://nil.csail.mit.edu/6.824/2020/schedule.html</a:t>
            </a:r>
            <a:endParaRPr lang="en-US" sz="2000" dirty="0" smtClean="0"/>
          </a:p>
          <a:p>
            <a:pPr>
              <a:buFont typeface="+mj-lt"/>
              <a:buAutoNum type="arabicPeriod"/>
            </a:pPr>
            <a:endParaRPr lang="en-US" sz="20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Merkle</a:t>
            </a:r>
            <a:r>
              <a:rPr lang="en-US" dirty="0" smtClean="0"/>
              <a:t> </a:t>
            </a:r>
            <a:r>
              <a:rPr lang="en-US" dirty="0" smtClean="0"/>
              <a:t>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https://www.geeksforgeeks.org/introduction-to-merkle-tree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r>
              <a:rPr lang="en-US" sz="2400" smtClean="0"/>
              <a:t>Merkle</a:t>
            </a:r>
            <a:r>
              <a:rPr lang="en-US" sz="2400" dirty="0" smtClean="0"/>
              <a:t> </a:t>
            </a:r>
            <a:r>
              <a:rPr lang="en-US" sz="2400" dirty="0" smtClean="0"/>
              <a:t>tree also known as hash tree is a data structure used for data verification and synchronization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It is a tree data structure where each non-leaf node is a hash of it’s child nodes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All the leaf nodes are at the same depth and are as far left as possible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It maintains data integrity and uses hash functions for this purpose. 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20773</TotalTime>
  <Words>115</Words>
  <Application>Microsoft Office PowerPoint</Application>
  <PresentationFormat>On-screen Show (4:3)</PresentationFormat>
  <Paragraphs>20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Fork Consistency, Certificate Transparency</vt:lpstr>
      <vt:lpstr>Objectives</vt:lpstr>
      <vt:lpstr>Contents</vt:lpstr>
      <vt:lpstr>References</vt:lpstr>
      <vt:lpstr>Merkle Tree</vt:lpstr>
      <vt:lpstr>Further Research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6494</cp:revision>
  <dcterms:created xsi:type="dcterms:W3CDTF">2007-10-06T08:25:13Z</dcterms:created>
  <dcterms:modified xsi:type="dcterms:W3CDTF">2022-06-18T19:46:58Z</dcterms:modified>
</cp:coreProperties>
</file>