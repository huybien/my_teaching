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1"/>
  </p:notesMasterIdLst>
  <p:sldIdLst>
    <p:sldId id="256" r:id="rId2"/>
    <p:sldId id="374" r:id="rId3"/>
    <p:sldId id="375" r:id="rId4"/>
    <p:sldId id="376" r:id="rId5"/>
    <p:sldId id="360" r:id="rId6"/>
    <p:sldId id="378" r:id="rId7"/>
    <p:sldId id="379" r:id="rId8"/>
    <p:sldId id="377" r:id="rId9"/>
    <p:sldId id="359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26" autoAdjust="0"/>
    <p:restoredTop sz="94667" autoAdjust="0"/>
  </p:normalViewPr>
  <p:slideViewPr>
    <p:cSldViewPr>
      <p:cViewPr>
        <p:scale>
          <a:sx n="50" d="100"/>
          <a:sy n="50" d="100"/>
        </p:scale>
        <p:origin x="-1576" y="-4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4026E6-0412-4830-8F06-DF45033103D5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21BAC6-1780-4248-A045-EEDC4FD7C3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F1E381-20DA-4745-B537-35B514BA6DD7}" type="datetimeFigureOut">
              <a:rPr lang="en-US"/>
              <a:pPr>
                <a:defRPr/>
              </a:pPr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EF19F-72C6-4835-B8F9-C4043AB145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56C9F8-4ECB-4B63-B927-93DB51F662D0}" type="datetimeFigureOut">
              <a:rPr lang="en-US"/>
              <a:pPr>
                <a:defRPr/>
              </a:pPr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E5146C-45A3-4063-B945-A6E828CB1A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20DA55-A2EA-4E91-9DF8-848564DA5A8C}" type="datetimeFigureOut">
              <a:rPr lang="en-US"/>
              <a:pPr>
                <a:defRPr/>
              </a:pPr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02FCE2-22A4-4D22-98FA-0E266C5022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2FE22C-AAA6-4859-915C-7CA8A229741E}" type="datetimeFigureOut">
              <a:rPr lang="en-US"/>
              <a:pPr>
                <a:defRPr/>
              </a:pPr>
              <a:t>3/31/2026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E97B5-865B-4943-9516-8680CA16C7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B4DA2C-F6C4-40D9-95C2-7E16780900E4}" type="datetimeFigureOut">
              <a:rPr lang="en-US"/>
              <a:pPr>
                <a:defRPr/>
              </a:pPr>
              <a:t>3/31/2026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9A6762-FCC9-4A4D-B55E-A9AEAC8C42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02FA20-63C4-4E2F-BBAB-9D9ECDF79A55}" type="datetimeFigureOut">
              <a:rPr lang="en-US"/>
              <a:pPr>
                <a:defRPr/>
              </a:pPr>
              <a:t>3/31/2026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571E3C-6E5C-4814-A904-273FE3A958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E24579-F551-4401-BD9C-1A956A73C8B1}" type="datetimeFigureOut">
              <a:rPr lang="en-US"/>
              <a:pPr>
                <a:defRPr/>
              </a:pPr>
              <a:t>3/31/2026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24CBAC-259E-4BF8-ACF6-FAB2C68750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4B6935-2E86-4F35-979C-26D8DA31E11B}" type="datetimeFigureOut">
              <a:rPr lang="en-US"/>
              <a:pPr>
                <a:defRPr/>
              </a:pPr>
              <a:t>3/31/2026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49D8DE-4736-4786-A76F-BA4BFA66C3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4642AA-84FD-46EB-91FE-F301FD1B086D}" type="datetimeFigureOut">
              <a:rPr lang="en-US"/>
              <a:pPr>
                <a:defRPr/>
              </a:pPr>
              <a:t>3/31/2026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E0BD26-494C-4707-B45F-1E41DB7E20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7AB78B-B950-4223-B948-C26A4E4BFB92}" type="datetimeFigureOut">
              <a:rPr lang="en-US"/>
              <a:pPr>
                <a:defRPr/>
              </a:pPr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435AB7-6027-4C00-A9DE-A82D1F9B71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E790DE-6227-4769-B4D1-A285E0E78CE4}" type="datetimeFigureOut">
              <a:rPr lang="en-US"/>
              <a:pPr>
                <a:defRPr/>
              </a:pPr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58F97A-8135-4157-8FDD-A5EB0FEF56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C44B157-FED2-4AB7-A096-BDB0B5D2F088}" type="datetimeFigureOut">
              <a:rPr lang="en-US"/>
              <a:pPr>
                <a:defRPr/>
              </a:pPr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D64C92-C51E-4B83-930E-D172469398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v0.app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mockuphone.com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6000" dirty="0" smtClean="0"/>
              <a:t>User Interface Design Tools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5334000" cy="3276599"/>
          </a:xfrm>
        </p:spPr>
        <p:txBody>
          <a:bodyPr/>
          <a:lstStyle/>
          <a:p>
            <a:pPr marL="457200" indent="-457200"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260985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5638800" cy="4495800"/>
          </a:xfrm>
        </p:spPr>
        <p:txBody>
          <a:bodyPr/>
          <a:lstStyle/>
          <a:p>
            <a:pPr>
              <a:buFont typeface="+mj-lt"/>
              <a:buAutoNum type="arabicPeriod"/>
            </a:pPr>
            <a:endParaRPr lang="en-US" sz="24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6745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Create Mockups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https://v0.app/</a:t>
            </a:r>
            <a:endParaRPr lang="en-US" dirty="0" smtClean="0"/>
          </a:p>
          <a:p>
            <a:r>
              <a:rPr lang="en-US" dirty="0" smtClean="0"/>
              <a:t>Create mockups for the following database schema.</a:t>
            </a:r>
          </a:p>
          <a:p>
            <a:r>
              <a:rPr lang="en-US" dirty="0" smtClean="0"/>
              <a:t>No links are working.</a:t>
            </a:r>
          </a:p>
          <a:p>
            <a:r>
              <a:rPr lang="en-US" dirty="0" smtClean="0"/>
              <a:t>The </a:t>
            </a:r>
            <a:r>
              <a:rPr lang="en-US" b="1" dirty="0" smtClean="0"/>
              <a:t>New Material</a:t>
            </a:r>
            <a:r>
              <a:rPr lang="en-US" dirty="0" smtClean="0"/>
              <a:t>, </a:t>
            </a:r>
            <a:r>
              <a:rPr lang="en-US" b="1" dirty="0" smtClean="0"/>
              <a:t>Receive Lot</a:t>
            </a:r>
            <a:r>
              <a:rPr lang="en-US" dirty="0" smtClean="0"/>
              <a:t>, </a:t>
            </a:r>
            <a:r>
              <a:rPr lang="en-US" b="1" dirty="0" smtClean="0"/>
              <a:t>New Test</a:t>
            </a:r>
            <a:r>
              <a:rPr lang="en-US" dirty="0" smtClean="0"/>
              <a:t>, and other links must be working.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Download the Code</a:t>
            </a:r>
            <a:endParaRPr 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1805940"/>
            <a:ext cx="7649528" cy="4137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Add an Image to Phone Frame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https://mockuphone.com/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9950</TotalTime>
  <Words>92</Words>
  <Application>Microsoft Office PowerPoint</Application>
  <PresentationFormat>On-screen Show (4:3)</PresentationFormat>
  <Paragraphs>19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User Interface Design Tools</vt:lpstr>
      <vt:lpstr>Objectives</vt:lpstr>
      <vt:lpstr>Contents</vt:lpstr>
      <vt:lpstr>References</vt:lpstr>
      <vt:lpstr>1. Create Mockups</vt:lpstr>
      <vt:lpstr>2. Download the Code</vt:lpstr>
      <vt:lpstr>Slide 7</vt:lpstr>
      <vt:lpstr>1. Add an Image to Phone Frame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3278</cp:revision>
  <dcterms:created xsi:type="dcterms:W3CDTF">2007-10-06T08:25:13Z</dcterms:created>
  <dcterms:modified xsi:type="dcterms:W3CDTF">2026-03-31T17:32:32Z</dcterms:modified>
</cp:coreProperties>
</file>