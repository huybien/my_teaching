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1"/>
  </p:notesMasterIdLst>
  <p:sldIdLst>
    <p:sldId id="256" r:id="rId2"/>
    <p:sldId id="374" r:id="rId3"/>
    <p:sldId id="375" r:id="rId4"/>
    <p:sldId id="376" r:id="rId5"/>
    <p:sldId id="360" r:id="rId6"/>
    <p:sldId id="361" r:id="rId7"/>
    <p:sldId id="362" r:id="rId8"/>
    <p:sldId id="363" r:id="rId9"/>
    <p:sldId id="35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26" autoAdjust="0"/>
    <p:restoredTop sz="94667" autoAdjust="0"/>
  </p:normalViewPr>
  <p:slideViewPr>
    <p:cSldViewPr>
      <p:cViewPr>
        <p:scale>
          <a:sx n="50" d="100"/>
          <a:sy n="50" d="100"/>
        </p:scale>
        <p:origin x="-1574" y="-4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026E6-0412-4830-8F06-DF45033103D5}" type="datetimeFigureOut">
              <a:rPr lang="en-US" smtClean="0"/>
              <a:pPr/>
              <a:t>5/20/2020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1BAC6-1780-4248-A045-EEDC4FD7C3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1E381-20DA-4745-B537-35B514BA6DD7}" type="datetimeFigureOut">
              <a:rPr lang="en-US"/>
              <a:pPr>
                <a:defRPr/>
              </a:pPr>
              <a:t>5/20/2020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F19F-72C6-4835-B8F9-C4043AB145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6C9F8-4ECB-4B63-B927-93DB51F662D0}" type="datetimeFigureOut">
              <a:rPr lang="en-US"/>
              <a:pPr>
                <a:defRPr/>
              </a:pPr>
              <a:t>5/20/2020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5146C-45A3-4063-B945-A6E828CB1A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0DA55-A2EA-4E91-9DF8-848564DA5A8C}" type="datetimeFigureOut">
              <a:rPr lang="en-US"/>
              <a:pPr>
                <a:defRPr/>
              </a:pPr>
              <a:t>5/20/2020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02FCE2-22A4-4D22-98FA-0E266C5022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FE22C-AAA6-4859-915C-7CA8A229741E}" type="datetimeFigureOut">
              <a:rPr lang="en-US"/>
              <a:pPr>
                <a:defRPr/>
              </a:pPr>
              <a:t>5/20/2020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97B5-865B-4943-9516-8680CA16C7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4DA2C-F6C4-40D9-95C2-7E16780900E4}" type="datetimeFigureOut">
              <a:rPr lang="en-US"/>
              <a:pPr>
                <a:defRPr/>
              </a:pPr>
              <a:t>5/20/2020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9A6762-FCC9-4A4D-B55E-A9AEAC8C42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2FA20-63C4-4E2F-BBAB-9D9ECDF79A55}" type="datetimeFigureOut">
              <a:rPr lang="en-US"/>
              <a:pPr>
                <a:defRPr/>
              </a:pPr>
              <a:t>5/20/2020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71E3C-6E5C-4814-A904-273FE3A958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24579-F551-4401-BD9C-1A956A73C8B1}" type="datetimeFigureOut">
              <a:rPr lang="en-US"/>
              <a:pPr>
                <a:defRPr/>
              </a:pPr>
              <a:t>5/20/2020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4CBAC-259E-4BF8-ACF6-FAB2C68750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B6935-2E86-4F35-979C-26D8DA31E11B}" type="datetimeFigureOut">
              <a:rPr lang="en-US"/>
              <a:pPr>
                <a:defRPr/>
              </a:pPr>
              <a:t>5/20/2020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9D8DE-4736-4786-A76F-BA4BFA66C3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642AA-84FD-46EB-91FE-F301FD1B086D}" type="datetimeFigureOut">
              <a:rPr lang="en-US"/>
              <a:pPr>
                <a:defRPr/>
              </a:pPr>
              <a:t>5/20/2020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0BD26-494C-4707-B45F-1E41DB7E20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AB78B-B950-4223-B948-C26A4E4BFB92}" type="datetimeFigureOut">
              <a:rPr lang="en-US"/>
              <a:pPr>
                <a:defRPr/>
              </a:pPr>
              <a:t>5/20/2020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35AB7-6027-4C00-A9DE-A82D1F9B71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E790DE-6227-4769-B4D1-A285E0E78CE4}" type="datetimeFigureOut">
              <a:rPr lang="en-US"/>
              <a:pPr>
                <a:defRPr/>
              </a:pPr>
              <a:t>5/20/2020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8F97A-8135-4157-8FDD-A5EB0FEF56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C44B157-FED2-4AB7-A096-BDB0B5D2F088}" type="datetimeFigureOut">
              <a:rPr lang="en-US"/>
              <a:pPr>
                <a:defRPr/>
              </a:pPr>
              <a:t>5/20/2020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D64C92-C51E-4B83-930E-D17246939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smtClean="0"/>
              <a:t>User Interface Design Patterns</a:t>
            </a:r>
            <a:endParaRPr lang="en-US" sz="6000" dirty="0" smtClean="0"/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5334000" cy="3276599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design user interfaces using patterns.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260985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5638800" cy="4495800"/>
          </a:xfrm>
        </p:spPr>
        <p:txBody>
          <a:bodyPr/>
          <a:lstStyle/>
          <a:p>
            <a:pPr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Employee Management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https://4.bp.blogspot.com/-s0QhadeoOTA/W0zJmTW3GlI/AAAAAAAAAVQ/W335A2kKQdQzFtfetAbCyUNIBTep7DlwACLcBGAs/s640/employe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2790825"/>
            <a:ext cx="6096000" cy="25431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CRUD Based UI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This "Edit Employee Details" has 3 intents as shown below:</a:t>
            </a:r>
          </a:p>
          <a:p>
            <a:endParaRPr lang="en-US" sz="1800" dirty="0" smtClean="0"/>
          </a:p>
          <a:p>
            <a:endParaRPr lang="en-US" sz="1800" dirty="0" smtClean="0"/>
          </a:p>
          <a:p>
            <a:endParaRPr lang="en-US" sz="1800" dirty="0" smtClean="0"/>
          </a:p>
          <a:p>
            <a:endParaRPr lang="en-US" sz="1800" dirty="0" smtClean="0"/>
          </a:p>
          <a:p>
            <a:endParaRPr lang="en-US" sz="1800" dirty="0" smtClean="0"/>
          </a:p>
          <a:p>
            <a:endParaRPr lang="en-US" sz="1800" dirty="0" smtClean="0"/>
          </a:p>
          <a:p>
            <a:endParaRPr lang="en-US" sz="1800" dirty="0" smtClean="0"/>
          </a:p>
          <a:p>
            <a:endParaRPr lang="en-US" sz="1800" dirty="0" smtClean="0"/>
          </a:p>
          <a:p>
            <a:endParaRPr lang="en-US" sz="1800" dirty="0" smtClean="0"/>
          </a:p>
          <a:p>
            <a:endParaRPr lang="en-US" sz="1800" dirty="0" smtClean="0"/>
          </a:p>
          <a:p>
            <a:r>
              <a:rPr lang="en-US" sz="1800" dirty="0" smtClean="0"/>
              <a:t>This type of UI is called as CRUD (create, read, updated, delete) based UI because a single screen is used for all the user intents (like activate, change role, etc) and it just act as an interface for database operations.</a:t>
            </a:r>
            <a:endParaRPr lang="en-US" sz="1800" dirty="0"/>
          </a:p>
        </p:txBody>
      </p:sp>
      <p:pic>
        <p:nvPicPr>
          <p:cNvPr id="18434" name="Picture 2" descr="https://2.bp.blogspot.com/-Zxt-eVdBuUs/W0zSns60IoI/AAAAAAAAAVo/IeTs01LV1DYE5nGSVK7Veacn9TrCl4xNwCLcBGAs/s1600/employee-task-ui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1981200"/>
            <a:ext cx="5505450" cy="31242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Based UI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Task Based UI is based on users intent.</a:t>
            </a:r>
          </a:p>
          <a:p>
            <a:r>
              <a:rPr lang="en-US" sz="2000" dirty="0" smtClean="0"/>
              <a:t>The corresponding Task Based UI will have 3 different UIs for the three different intents as shown below:</a:t>
            </a:r>
            <a:endParaRPr lang="en-US" sz="2000" dirty="0"/>
          </a:p>
        </p:txBody>
      </p:sp>
      <p:pic>
        <p:nvPicPr>
          <p:cNvPr id="19458" name="Picture 2" descr="https://3.bp.blogspot.com/-BRC5k65fMGM/W0zVGLySvUI/AAAAAAAAAV8/R0MJ3hlBJDQEB5yTUQxvG7Xp-YXNEeUZACLcBGAs/s1600/employee-fina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2695575"/>
            <a:ext cx="7181850" cy="36290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362199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public class </a:t>
            </a:r>
            <a:r>
              <a:rPr lang="en-US" sz="1800" dirty="0" err="1" smtClean="0">
                <a:latin typeface="Consolas" pitchFamily="49" charset="0"/>
              </a:rPr>
              <a:t>Todo</a:t>
            </a:r>
            <a:endParaRPr lang="en-US" sz="1800" dirty="0" smtClean="0">
              <a:latin typeface="Consolas" pitchFamily="49" charset="0"/>
            </a:endParaRP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{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    public Date </a:t>
            </a:r>
            <a:r>
              <a:rPr lang="en-US" sz="1800" dirty="0" err="1" smtClean="0">
                <a:latin typeface="Consolas" pitchFamily="49" charset="0"/>
              </a:rPr>
              <a:t>getDateAssigned</a:t>
            </a:r>
            <a:r>
              <a:rPr lang="en-US" sz="1800" dirty="0" smtClean="0">
                <a:latin typeface="Consolas" pitchFamily="49" charset="0"/>
              </a:rPr>
              <a:t>();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    public void </a:t>
            </a:r>
            <a:r>
              <a:rPr lang="en-US" sz="1800" dirty="0" err="1" smtClean="0">
                <a:latin typeface="Consolas" pitchFamily="49" charset="0"/>
              </a:rPr>
              <a:t>setDateAssigned</a:t>
            </a:r>
            <a:r>
              <a:rPr lang="en-US" sz="1800" dirty="0" smtClean="0">
                <a:latin typeface="Consolas" pitchFamily="49" charset="0"/>
              </a:rPr>
              <a:t>(Date);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    public string </a:t>
            </a:r>
            <a:r>
              <a:rPr lang="en-US" sz="1800" dirty="0" err="1" smtClean="0">
                <a:latin typeface="Consolas" pitchFamily="49" charset="0"/>
              </a:rPr>
              <a:t>getAssignedTo</a:t>
            </a:r>
            <a:r>
              <a:rPr lang="en-US" sz="1800" dirty="0" smtClean="0">
                <a:latin typeface="Consolas" pitchFamily="49" charset="0"/>
              </a:rPr>
              <a:t>();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    public void </a:t>
            </a:r>
            <a:r>
              <a:rPr lang="en-US" sz="1800" dirty="0" err="1" smtClean="0">
                <a:latin typeface="Consolas" pitchFamily="49" charset="0"/>
              </a:rPr>
              <a:t>setAssignedTo</a:t>
            </a:r>
            <a:r>
              <a:rPr lang="en-US" sz="1800" dirty="0" smtClean="0">
                <a:latin typeface="Consolas" pitchFamily="49" charset="0"/>
              </a:rPr>
              <a:t>(string);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}</a:t>
            </a:r>
            <a:endParaRPr lang="en-US" sz="1800" dirty="0">
              <a:latin typeface="Consolas" pitchFamily="49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57200" y="4114800"/>
            <a:ext cx="8229600" cy="2057400"/>
          </a:xfrm>
          <a:prstGeom prst="rect">
            <a:avLst/>
          </a:prstGeom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  <a:miter lim="800000"/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latin typeface="Consolas" pitchFamily="49" charset="0"/>
              </a:rPr>
              <a:t>public class </a:t>
            </a:r>
            <a:r>
              <a:rPr lang="en-US" dirty="0" err="1" smtClean="0">
                <a:latin typeface="Consolas" pitchFamily="49" charset="0"/>
              </a:rPr>
              <a:t>Todo</a:t>
            </a:r>
            <a:endParaRPr lang="en-US" dirty="0" smtClean="0">
              <a:latin typeface="Consolas" pitchFamily="49" charset="0"/>
            </a:endParaRP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latin typeface="Consolas" pitchFamily="49" charset="0"/>
              </a:rPr>
              <a:t>{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latin typeface="Consolas" pitchFamily="49" charset="0"/>
              </a:rPr>
              <a:t>    public Date </a:t>
            </a:r>
            <a:r>
              <a:rPr lang="en-US" dirty="0" err="1" smtClean="0">
                <a:latin typeface="Consolas" pitchFamily="49" charset="0"/>
              </a:rPr>
              <a:t>getDateAssigned</a:t>
            </a:r>
            <a:r>
              <a:rPr lang="en-US" dirty="0" smtClean="0">
                <a:latin typeface="Consolas" pitchFamily="49" charset="0"/>
              </a:rPr>
              <a:t>();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latin typeface="Consolas" pitchFamily="49" charset="0"/>
              </a:rPr>
              <a:t>    public string </a:t>
            </a:r>
            <a:r>
              <a:rPr lang="en-US" dirty="0" err="1" smtClean="0">
                <a:latin typeface="Consolas" pitchFamily="49" charset="0"/>
              </a:rPr>
              <a:t>getAssignedTo</a:t>
            </a:r>
            <a:r>
              <a:rPr lang="en-US" dirty="0" smtClean="0">
                <a:latin typeface="Consolas" pitchFamily="49" charset="0"/>
              </a:rPr>
              <a:t>();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latin typeface="Consolas" pitchFamily="49" charset="0"/>
              </a:rPr>
              <a:t>    public void </a:t>
            </a:r>
            <a:r>
              <a:rPr lang="en-US" dirty="0" err="1" smtClean="0">
                <a:latin typeface="Consolas" pitchFamily="49" charset="0"/>
              </a:rPr>
              <a:t>AssignTo</a:t>
            </a:r>
            <a:r>
              <a:rPr lang="en-US" dirty="0" smtClean="0">
                <a:latin typeface="Consolas" pitchFamily="49" charset="0"/>
              </a:rPr>
              <a:t>(string </a:t>
            </a:r>
            <a:r>
              <a:rPr lang="en-US" dirty="0" err="1" smtClean="0">
                <a:latin typeface="Consolas" pitchFamily="49" charset="0"/>
              </a:rPr>
              <a:t>userId</a:t>
            </a:r>
            <a:r>
              <a:rPr lang="en-US" dirty="0" smtClean="0">
                <a:latin typeface="Consolas" pitchFamily="49" charset="0"/>
              </a:rPr>
              <a:t>);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latin typeface="Consolas" pitchFamily="49" charset="0"/>
              </a:rPr>
              <a:t>}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onsolas" pitchFamily="49" charset="0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91200" y="2362200"/>
            <a:ext cx="2696572" cy="584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3200" dirty="0" smtClean="0"/>
              <a:t>CRUD Based UI</a:t>
            </a:r>
            <a:endParaRPr lang="en-US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5943600" y="4495800"/>
            <a:ext cx="2449710" cy="584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3200" dirty="0" smtClean="0"/>
              <a:t>Task Based UI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9778</TotalTime>
  <Words>198</Words>
  <Application>Microsoft Office PowerPoint</Application>
  <PresentationFormat>On-screen Show (4:3)</PresentationFormat>
  <Paragraphs>45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User Interface Design Patterns</vt:lpstr>
      <vt:lpstr>Objectives</vt:lpstr>
      <vt:lpstr>Contents</vt:lpstr>
      <vt:lpstr>References</vt:lpstr>
      <vt:lpstr>Employee Management Example</vt:lpstr>
      <vt:lpstr>CRUD Based UI</vt:lpstr>
      <vt:lpstr>Task Based UI</vt:lpstr>
      <vt:lpstr>Sample Code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3260</cp:revision>
  <dcterms:created xsi:type="dcterms:W3CDTF">2007-10-06T08:25:13Z</dcterms:created>
  <dcterms:modified xsi:type="dcterms:W3CDTF">2020-05-20T14:11:02Z</dcterms:modified>
</cp:coreProperties>
</file>