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577" r:id="rId3"/>
    <p:sldId id="578" r:id="rId4"/>
    <p:sldId id="579" r:id="rId5"/>
    <p:sldId id="580" r:id="rId6"/>
    <p:sldId id="581" r:id="rId7"/>
    <p:sldId id="582" r:id="rId8"/>
    <p:sldId id="583" r:id="rId9"/>
    <p:sldId id="343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718" autoAdjust="0"/>
    <p:restoredTop sz="94660"/>
  </p:normalViewPr>
  <p:slideViewPr>
    <p:cSldViewPr>
      <p:cViewPr>
        <p:scale>
          <a:sx n="50" d="100"/>
          <a:sy n="50" d="100"/>
        </p:scale>
        <p:origin x="-1476" y="-4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5/16/2023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5/16/2023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5/16/2023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5/16/2023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5/16/2023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5/16/2023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5/16/2023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5/16/2023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5/16/2023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5/16/2023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5/16/2023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C163B-A334-4AF0-8F79-DA2B7EC4EC47}" type="datetimeFigureOut">
              <a:rPr lang="en-US" smtClean="0"/>
              <a:pPr/>
              <a:t>5/16/2023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>
            <a:normAutofit/>
          </a:bodyPr>
          <a:lstStyle/>
          <a:p>
            <a:r>
              <a:rPr lang="en-US" sz="6000" smtClean="0"/>
              <a:t>Set Up </a:t>
            </a:r>
            <a:r>
              <a:rPr lang="en-US" sz="6000" dirty="0" err="1" smtClean="0"/>
              <a:t>GoDaddy</a:t>
            </a:r>
            <a:r>
              <a:rPr lang="en-US" sz="6000" dirty="0" smtClean="0"/>
              <a:t> Email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>
              <a:defRPr/>
            </a:pPr>
            <a:r>
              <a:rPr lang="en-US" sz="5400" dirty="0"/>
              <a:t>Lecturer: Ngo Huy Bien</a:t>
            </a:r>
          </a:p>
          <a:p>
            <a:pPr>
              <a:defRPr/>
            </a:pPr>
            <a:r>
              <a:rPr lang="en-US" sz="4400" dirty="0"/>
              <a:t>Software Engineering Department</a:t>
            </a:r>
          </a:p>
          <a:p>
            <a:pPr>
              <a:defRPr/>
            </a:pPr>
            <a:r>
              <a:rPr lang="en-US" sz="4400" dirty="0"/>
              <a:t>Faculty of Information Technology</a:t>
            </a:r>
          </a:p>
          <a:p>
            <a:pPr>
              <a:defRPr/>
            </a:pPr>
            <a:r>
              <a:rPr lang="en-US" sz="4400" dirty="0"/>
              <a:t>VNUHCM - University of Science</a:t>
            </a:r>
          </a:p>
          <a:p>
            <a:pPr>
              <a:defRPr/>
            </a:pPr>
            <a:r>
              <a:rPr lang="en-US" sz="4400" dirty="0"/>
              <a:t>Ho Chi Minh City, Vietnam</a:t>
            </a:r>
          </a:p>
          <a:p>
            <a:pPr>
              <a:defRPr/>
            </a:pPr>
            <a:r>
              <a:rPr lang="en-US" sz="4400" dirty="0">
                <a:hlinkClick r:id="rId2"/>
              </a:rPr>
              <a:t>nhbien@fit.hcmus.edu.vn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257800" cy="43434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endParaRPr lang="en-US" sz="2200" i="1" dirty="0" smtClean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60985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257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Select Domain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600200"/>
            <a:ext cx="6049048" cy="4612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Create an (admin) Account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286000"/>
            <a:ext cx="7704607" cy="3634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Add Email Forwards (I)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0753" y="2514600"/>
            <a:ext cx="7907447" cy="2972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mtClean="0"/>
              <a:t>4. </a:t>
            </a:r>
            <a:r>
              <a:rPr lang="en-US" dirty="0" smtClean="0"/>
              <a:t>Add Email Forwards (I)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7413" y="1749425"/>
            <a:ext cx="7369175" cy="434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7343</TotalTime>
  <Words>65</Words>
  <Application>Microsoft Office PowerPoint</Application>
  <PresentationFormat>On-screen Show (4:3)</PresentationFormat>
  <Paragraphs>15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Set Up GoDaddy Email</vt:lpstr>
      <vt:lpstr>Objectives</vt:lpstr>
      <vt:lpstr>Contents</vt:lpstr>
      <vt:lpstr>References</vt:lpstr>
      <vt:lpstr>1. Select Domain</vt:lpstr>
      <vt:lpstr>2. Create an (admin) Account</vt:lpstr>
      <vt:lpstr>3. Add Email Forwards (I)</vt:lpstr>
      <vt:lpstr>4. Add Email Forwards (I)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Client</dc:title>
  <dc:creator>HuyBien</dc:creator>
  <cp:lastModifiedBy>Ngo Huy Bien</cp:lastModifiedBy>
  <cp:revision>2034</cp:revision>
  <dcterms:created xsi:type="dcterms:W3CDTF">2009-01-22T10:11:40Z</dcterms:created>
  <dcterms:modified xsi:type="dcterms:W3CDTF">2023-05-16T11:48:13Z</dcterms:modified>
</cp:coreProperties>
</file>