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76" r:id="rId2"/>
    <p:sldId id="577" r:id="rId3"/>
    <p:sldId id="578" r:id="rId4"/>
    <p:sldId id="579" r:id="rId5"/>
    <p:sldId id="530" r:id="rId6"/>
    <p:sldId id="531" r:id="rId7"/>
    <p:sldId id="624" r:id="rId8"/>
    <p:sldId id="651" r:id="rId9"/>
    <p:sldId id="625" r:id="rId10"/>
    <p:sldId id="627" r:id="rId11"/>
    <p:sldId id="628" r:id="rId12"/>
    <p:sldId id="630" r:id="rId13"/>
    <p:sldId id="637" r:id="rId14"/>
    <p:sldId id="631" r:id="rId15"/>
    <p:sldId id="632" r:id="rId16"/>
    <p:sldId id="633" r:id="rId17"/>
    <p:sldId id="634" r:id="rId18"/>
    <p:sldId id="644" r:id="rId19"/>
    <p:sldId id="635" r:id="rId20"/>
    <p:sldId id="636" r:id="rId21"/>
    <p:sldId id="639" r:id="rId22"/>
    <p:sldId id="645" r:id="rId23"/>
    <p:sldId id="648" r:id="rId24"/>
    <p:sldId id="647" r:id="rId25"/>
    <p:sldId id="650" r:id="rId26"/>
    <p:sldId id="343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18" autoAdjust="0"/>
    <p:restoredTop sz="9466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4/1/2023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4/1/2023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4/1/2023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4/1/2023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4/1/2023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4/1/2023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4/1/2023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4/1/2023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4/1/2023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4/1/2023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4/1/2023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C163B-A334-4AF0-8F79-DA2B7EC4EC47}" type="datetimeFigureOut">
              <a:rPr lang="en-US" smtClean="0"/>
              <a:pPr/>
              <a:t>4/1/2023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lemons/emailrelay" TargetMode="External"/><Relationship Id="rId2" Type="http://schemas.openxmlformats.org/officeDocument/2006/relationships/hyperlink" Target="https://sourceforge.net/projects/emailrelay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emailrelay.sourceforge.net/index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sourceforge.net/projects/emailrelay/files/OldFiles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slshopper.com/ssl-converter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smtClean="0"/>
              <a:t>Set Up E-</a:t>
            </a:r>
            <a:r>
              <a:rPr lang="en-US" sz="6000" dirty="0" err="1" smtClean="0"/>
              <a:t>MailRelay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3434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endParaRPr lang="en-US" sz="22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609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</a:t>
            </a:r>
            <a:r>
              <a:rPr lang="en-US" dirty="0" err="1"/>
              <a:t>MailRelay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>
                <a:hlinkClick r:id="rId2"/>
              </a:rPr>
              <a:t>http://emailrelay.sourceforge.net/</a:t>
            </a:r>
          </a:p>
          <a:p>
            <a:r>
              <a:rPr lang="en-US" sz="1800" dirty="0">
                <a:hlinkClick r:id="rId2"/>
              </a:rPr>
              <a:t>https://sourceforge.net/projects/emailrelay/</a:t>
            </a:r>
            <a:endParaRPr lang="en-US" sz="1800" dirty="0"/>
          </a:p>
          <a:p>
            <a:r>
              <a:rPr lang="en-US" sz="1800" dirty="0">
                <a:hlinkClick r:id="rId3"/>
              </a:rPr>
              <a:t>https://github.com/aclemons/emailrelay</a:t>
            </a:r>
            <a:endParaRPr lang="en-US" sz="1800" dirty="0"/>
          </a:p>
          <a:p>
            <a:r>
              <a:rPr lang="en-US" sz="1800" dirty="0"/>
              <a:t>E-</a:t>
            </a:r>
            <a:r>
              <a:rPr lang="en-US" sz="1800" dirty="0" err="1"/>
              <a:t>MailRelay</a:t>
            </a:r>
            <a:r>
              <a:rPr lang="en-US" sz="1800" dirty="0"/>
              <a:t> is an e-mail store-and-forward message transfer agent and proxy server. It runs on Unix-like operating systems (including Linux and Mac OS X), and on Windows.</a:t>
            </a:r>
          </a:p>
          <a:p>
            <a:r>
              <a:rPr lang="en-US" sz="1800" dirty="0"/>
              <a:t>E-</a:t>
            </a:r>
            <a:r>
              <a:rPr lang="en-US" sz="1800" dirty="0" err="1"/>
              <a:t>MailRelay</a:t>
            </a:r>
            <a:r>
              <a:rPr lang="en-US" sz="1800" dirty="0"/>
              <a:t> does three things:</a:t>
            </a:r>
          </a:p>
          <a:p>
            <a:pPr lvl="1"/>
            <a:r>
              <a:rPr lang="en-US" sz="1800" dirty="0"/>
              <a:t>it stores any incoming e-mail messages that it receives, </a:t>
            </a:r>
          </a:p>
          <a:p>
            <a:pPr lvl="1"/>
            <a:r>
              <a:rPr lang="en-US" sz="1800" dirty="0"/>
              <a:t>it forwards e-mail messages on to another remote e-mail server, and </a:t>
            </a:r>
          </a:p>
          <a:p>
            <a:pPr lvl="1"/>
            <a:r>
              <a:rPr lang="en-US" sz="1800" dirty="0"/>
              <a:t>it serves up stored e-mail messages to local e-mail reader programs.</a:t>
            </a:r>
          </a:p>
          <a:p>
            <a:r>
              <a:rPr lang="en-US" sz="1800" dirty="0"/>
              <a:t>More technically, it acts as </a:t>
            </a:r>
          </a:p>
          <a:p>
            <a:pPr lvl="1"/>
            <a:r>
              <a:rPr lang="en-US" sz="1800" dirty="0"/>
              <a:t>a SMTP storage daemon, </a:t>
            </a:r>
          </a:p>
          <a:p>
            <a:pPr lvl="1"/>
            <a:r>
              <a:rPr lang="en-US" sz="1800" dirty="0"/>
              <a:t>a SMTP forwarding agent, and </a:t>
            </a:r>
          </a:p>
          <a:p>
            <a:pPr lvl="1"/>
            <a:r>
              <a:rPr lang="en-US" sz="1800" dirty="0"/>
              <a:t>a POP3 server.</a:t>
            </a:r>
          </a:p>
        </p:txBody>
      </p:sp>
      <p:pic>
        <p:nvPicPr>
          <p:cNvPr id="2050" name="Picture 2" descr="whatisit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05400" y="4876800"/>
            <a:ext cx="2701270" cy="19051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Uninstall </a:t>
            </a:r>
            <a:r>
              <a:rPr lang="en-US" dirty="0"/>
              <a:t>E-</a:t>
            </a:r>
            <a:r>
              <a:rPr lang="en-US" dirty="0" err="1"/>
              <a:t>MailRelay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hlinkClick r:id="rId2"/>
              </a:rPr>
              <a:t>http://emailrelay.sourceforge.net/index.html#windows_md_Uninstall</a:t>
            </a:r>
            <a:endParaRPr lang="en-US" sz="2000" dirty="0"/>
          </a:p>
          <a:p>
            <a:r>
              <a:rPr lang="en-US" sz="2000" dirty="0"/>
              <a:t>Stop the program and/or the service</a:t>
            </a:r>
          </a:p>
          <a:p>
            <a:r>
              <a:rPr lang="en-US" sz="2000" dirty="0"/>
              <a:t>Uninstall the service, if installed</a:t>
            </a:r>
          </a:p>
          <a:p>
            <a:pPr lvl="1"/>
            <a:r>
              <a:rPr lang="en-US" sz="1600" b="1" dirty="0" err="1" smtClean="0">
                <a:latin typeface="Consolas" pitchFamily="49" charset="0"/>
              </a:rPr>
              <a:t>cd</a:t>
            </a:r>
            <a:r>
              <a:rPr lang="en-US" sz="1600" b="1" dirty="0" smtClean="0">
                <a:latin typeface="Consolas" pitchFamily="49" charset="0"/>
              </a:rPr>
              <a:t> "C:\Program Files\E-</a:t>
            </a:r>
            <a:r>
              <a:rPr lang="en-US" sz="1600" b="1" dirty="0" err="1" smtClean="0">
                <a:latin typeface="Consolas" pitchFamily="49" charset="0"/>
              </a:rPr>
              <a:t>MailRelay</a:t>
            </a:r>
            <a:r>
              <a:rPr lang="en-US" sz="1600" b="1" dirty="0" smtClean="0">
                <a:latin typeface="Consolas" pitchFamily="49" charset="0"/>
              </a:rPr>
              <a:t>"</a:t>
            </a:r>
          </a:p>
          <a:p>
            <a:pPr lvl="1"/>
            <a:r>
              <a:rPr lang="en-US" sz="1600" b="1" dirty="0" err="1" smtClean="0">
                <a:latin typeface="Consolas" pitchFamily="49" charset="0"/>
              </a:rPr>
              <a:t>emailrelay</a:t>
            </a:r>
            <a:r>
              <a:rPr lang="en-US" sz="1600" b="1" dirty="0" smtClean="0">
                <a:latin typeface="Consolas" pitchFamily="49" charset="0"/>
              </a:rPr>
              <a:t>-service </a:t>
            </a:r>
            <a:r>
              <a:rPr lang="en-US" sz="1600" b="1" dirty="0">
                <a:latin typeface="Consolas" pitchFamily="49" charset="0"/>
              </a:rPr>
              <a:t>--remove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7413" y="3298825"/>
            <a:ext cx="7369175" cy="279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Delete E-</a:t>
            </a:r>
            <a:r>
              <a:rPr lang="en-US" dirty="0" err="1" smtClean="0"/>
              <a:t>MailRelay</a:t>
            </a:r>
            <a:r>
              <a:rPr lang="en-US" dirty="0" smtClean="0"/>
              <a:t>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 smtClean="0">
                <a:latin typeface="+mj-lt"/>
              </a:rPr>
              <a:t>Delete the files from the E-</a:t>
            </a:r>
            <a:r>
              <a:rPr lang="en-US" sz="2000" dirty="0" err="1" smtClean="0">
                <a:latin typeface="+mj-lt"/>
              </a:rPr>
              <a:t>MailRelay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smtClean="0">
                <a:solidFill>
                  <a:srgbClr val="C00000"/>
                </a:solidFill>
                <a:latin typeface="+mj-lt"/>
              </a:rPr>
              <a:t>program files</a:t>
            </a:r>
            <a:r>
              <a:rPr lang="en-US" sz="2000" dirty="0" smtClean="0">
                <a:latin typeface="+mj-lt"/>
              </a:rPr>
              <a:t> folder (</a:t>
            </a:r>
            <a:r>
              <a:rPr lang="en-US" sz="2000" dirty="0" err="1" smtClean="0">
                <a:latin typeface="+mj-lt"/>
              </a:rPr>
              <a:t>eg</a:t>
            </a:r>
            <a:r>
              <a:rPr lang="en-US" sz="2000" dirty="0" smtClean="0">
                <a:latin typeface="+mj-lt"/>
              </a:rPr>
              <a:t>. C:\Program Files\E-</a:t>
            </a:r>
            <a:r>
              <a:rPr lang="en-US" sz="2000" dirty="0" err="1" smtClean="0">
                <a:latin typeface="+mj-lt"/>
              </a:rPr>
              <a:t>MailRelay</a:t>
            </a:r>
            <a:r>
              <a:rPr lang="en-US" sz="2000" dirty="0" smtClean="0">
                <a:latin typeface="+mj-lt"/>
              </a:rPr>
              <a:t>).</a:t>
            </a:r>
          </a:p>
          <a:p>
            <a:r>
              <a:rPr lang="en-US" sz="2000" dirty="0" smtClean="0">
                <a:latin typeface="+mj-lt"/>
              </a:rPr>
              <a:t>Delete the files from the E-</a:t>
            </a:r>
            <a:r>
              <a:rPr lang="en-US" sz="2000" dirty="0" err="1" smtClean="0">
                <a:latin typeface="+mj-lt"/>
              </a:rPr>
              <a:t>MailRelay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smtClean="0">
                <a:solidFill>
                  <a:srgbClr val="C00000"/>
                </a:solidFill>
                <a:latin typeface="+mj-lt"/>
              </a:rPr>
              <a:t>program data</a:t>
            </a:r>
            <a:r>
              <a:rPr lang="en-US" sz="2000" dirty="0" smtClean="0">
                <a:latin typeface="+mj-lt"/>
              </a:rPr>
              <a:t> folder (</a:t>
            </a:r>
            <a:r>
              <a:rPr lang="en-US" sz="2000" dirty="0" err="1" smtClean="0">
                <a:latin typeface="+mj-lt"/>
              </a:rPr>
              <a:t>eg</a:t>
            </a:r>
            <a:r>
              <a:rPr lang="en-US" sz="2000" dirty="0" smtClean="0">
                <a:latin typeface="+mj-lt"/>
              </a:rPr>
              <a:t>. C:\ProgramData\E-MailRelay).</a:t>
            </a:r>
          </a:p>
          <a:p>
            <a:r>
              <a:rPr lang="en-US" sz="2000" dirty="0" smtClean="0">
                <a:latin typeface="+mj-lt"/>
              </a:rPr>
              <a:t>Delete any desktop shortcuts (</a:t>
            </a:r>
            <a:r>
              <a:rPr lang="en-US" sz="2000" dirty="0" err="1" smtClean="0">
                <a:latin typeface="+mj-lt"/>
              </a:rPr>
              <a:t>eg</a:t>
            </a:r>
            <a:r>
              <a:rPr lang="en-US" sz="2000" dirty="0" smtClean="0">
                <a:latin typeface="+mj-lt"/>
              </a:rPr>
              <a:t>. %USERPROFILE%\Desktop\E-MailRelay.lnk).</a:t>
            </a:r>
          </a:p>
          <a:p>
            <a:r>
              <a:rPr lang="en-US" sz="2000" dirty="0" smtClean="0">
                <a:latin typeface="+mj-lt"/>
              </a:rPr>
              <a:t>Delete any start menu shortcuts (</a:t>
            </a:r>
            <a:r>
              <a:rPr lang="en-US" sz="2000" dirty="0" err="1" smtClean="0">
                <a:latin typeface="+mj-lt"/>
              </a:rPr>
              <a:t>eg</a:t>
            </a:r>
            <a:r>
              <a:rPr lang="en-US" sz="2000" dirty="0" smtClean="0">
                <a:latin typeface="+mj-lt"/>
              </a:rPr>
              <a:t>. %APPDATA%\Microsoft\Windows\Start Menu\Programs\E-MailRelay.lnk).</a:t>
            </a:r>
          </a:p>
          <a:p>
            <a:r>
              <a:rPr lang="en-US" sz="2000" dirty="0" smtClean="0">
                <a:latin typeface="+mj-lt"/>
              </a:rPr>
              <a:t>Delete any auto-start shortcuts (</a:t>
            </a:r>
            <a:r>
              <a:rPr lang="en-US" sz="2000" dirty="0" err="1" smtClean="0">
                <a:latin typeface="+mj-lt"/>
              </a:rPr>
              <a:t>eg</a:t>
            </a:r>
            <a:r>
              <a:rPr lang="en-US" sz="2000" dirty="0" smtClean="0">
                <a:latin typeface="+mj-lt"/>
              </a:rPr>
              <a:t>. %APPDATA%\Microsoft\Windows\Start Menu\Programs\Startup\E-MailRelay.lnk).</a:t>
            </a:r>
          </a:p>
          <a:p>
            <a:r>
              <a:rPr lang="en-US" sz="2000" dirty="0" smtClean="0">
                <a:latin typeface="+mj-lt"/>
              </a:rPr>
              <a:t>Clean up the registry under </a:t>
            </a:r>
            <a:r>
              <a:rPr lang="en-US" sz="1800" dirty="0" smtClean="0">
                <a:latin typeface="+mj-lt"/>
              </a:rPr>
              <a:t>HKLM\System\</a:t>
            </a:r>
            <a:r>
              <a:rPr lang="en-US" sz="1800" dirty="0" err="1" smtClean="0">
                <a:latin typeface="+mj-lt"/>
              </a:rPr>
              <a:t>CurrentControlSet</a:t>
            </a:r>
            <a:r>
              <a:rPr lang="en-US" sz="1800" dirty="0" smtClean="0">
                <a:latin typeface="+mj-lt"/>
              </a:rPr>
              <a:t>\Services\</a:t>
            </a:r>
            <a:r>
              <a:rPr lang="en-US" sz="1800" dirty="0" err="1" smtClean="0">
                <a:latin typeface="+mj-lt"/>
              </a:rPr>
              <a:t>EventLog</a:t>
            </a:r>
            <a:r>
              <a:rPr lang="en-US" sz="1800" dirty="0" smtClean="0">
                <a:latin typeface="+mj-lt"/>
              </a:rPr>
              <a:t>\Application\</a:t>
            </a:r>
            <a:r>
              <a:rPr lang="en-US" sz="1800" dirty="0" err="1" smtClean="0">
                <a:latin typeface="+mj-lt"/>
              </a:rPr>
              <a:t>emailrelay</a:t>
            </a:r>
            <a:r>
              <a:rPr lang="en-US" sz="1800" dirty="0" smtClean="0">
                <a:latin typeface="+mj-lt"/>
              </a:rPr>
              <a:t>.</a:t>
            </a:r>
            <a:endParaRPr lang="en-US" sz="1800" dirty="0"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Download E-</a:t>
            </a:r>
            <a:r>
              <a:rPr lang="en-US" dirty="0" err="1" smtClean="0"/>
              <a:t>MailRelay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hlinkClick r:id="rId2"/>
              </a:rPr>
              <a:t>https://sourceforge.net/projects/emailrelay/files/OldFiles/</a:t>
            </a:r>
            <a:endParaRPr lang="en-US" sz="2200" dirty="0" smtClean="0"/>
          </a:p>
          <a:p>
            <a:r>
              <a:rPr lang="en-US" sz="2200" dirty="0" smtClean="0"/>
              <a:t>Click on </a:t>
            </a:r>
            <a:r>
              <a:rPr lang="en-US" sz="2200" b="1" dirty="0" smtClean="0"/>
              <a:t>emailrelay-2.4.1-w64.zip</a:t>
            </a:r>
            <a:r>
              <a:rPr lang="en-US" sz="2200" dirty="0" smtClean="0"/>
              <a:t> link.</a:t>
            </a:r>
          </a:p>
          <a:p>
            <a:r>
              <a:rPr lang="en-US" sz="2200" dirty="0" smtClean="0"/>
              <a:t>Extract the zip file.</a:t>
            </a:r>
          </a:p>
          <a:p>
            <a:r>
              <a:rPr lang="en-US" sz="2200" dirty="0" smtClean="0"/>
              <a:t>Click on the </a:t>
            </a:r>
            <a:r>
              <a:rPr lang="en-US" sz="2200" b="1" dirty="0" smtClean="0"/>
              <a:t>emailrelay-setup.exe</a:t>
            </a:r>
            <a:r>
              <a:rPr lang="en-US" sz="2200" dirty="0" smtClean="0"/>
              <a:t> file.</a:t>
            </a:r>
          </a:p>
          <a:p>
            <a:endParaRPr lang="en-US" sz="22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09638" y="3505200"/>
            <a:ext cx="7324725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Select Spool Directory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This is where inbound messages are stored.</a:t>
            </a: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2438400"/>
            <a:ext cx="4871720" cy="3977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Enable SMTP Server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527175"/>
            <a:ext cx="6096000" cy="494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800" dirty="0" smtClean="0"/>
              <a:t>4. Enter SMTP Port and Connection Credentials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Consolas" pitchFamily="49" charset="0"/>
              </a:rPr>
              <a:t>Guardian / Gateway@2023</a:t>
            </a:r>
          </a:p>
          <a:p>
            <a:r>
              <a:rPr lang="en-US" sz="2000" dirty="0" smtClean="0"/>
              <a:t>TLS requires the </a:t>
            </a:r>
            <a:r>
              <a:rPr lang="en-US" sz="2000" b="1" dirty="0" smtClean="0">
                <a:solidFill>
                  <a:srgbClr val="C00000"/>
                </a:solidFill>
              </a:rPr>
              <a:t>host name</a:t>
            </a:r>
            <a:r>
              <a:rPr lang="en-US" sz="2000" dirty="0" smtClean="0"/>
              <a:t> for verifying certificates. Therefore the host name </a:t>
            </a:r>
            <a:r>
              <a:rPr lang="en-US" sz="2000" i="1" dirty="0" smtClean="0">
                <a:solidFill>
                  <a:srgbClr val="C00000"/>
                </a:solidFill>
              </a:rPr>
              <a:t>must match</a:t>
            </a:r>
            <a:r>
              <a:rPr lang="en-US" sz="2000" dirty="0" smtClean="0"/>
              <a:t> the certificate.</a:t>
            </a:r>
          </a:p>
          <a:p>
            <a:r>
              <a:rPr lang="en-US" sz="2000" dirty="0" smtClean="0">
                <a:hlinkClick r:id="rId2"/>
              </a:rPr>
              <a:t>https://www.sslshopper.com/ssl-converter.html</a:t>
            </a:r>
            <a:endParaRPr lang="en-US" sz="2000" dirty="0" smtClean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5. Enter External SMTP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For forwarding messages.</a:t>
            </a:r>
            <a:endParaRPr 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2286000"/>
            <a:ext cx="4889500" cy="3970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6. Enable Logging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0825" y="1517650"/>
            <a:ext cx="6102350" cy="495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own Arrow 3"/>
          <p:cNvSpPr/>
          <p:nvPr/>
        </p:nvSpPr>
        <p:spPr>
          <a:xfrm>
            <a:off x="3200400" y="3657600"/>
            <a:ext cx="1219200" cy="7620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7. Allow Remote Clients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19238" y="1581150"/>
            <a:ext cx="61055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8. Enable Windows Service</a:t>
            </a:r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17650" y="1438275"/>
            <a:ext cx="6108700" cy="496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9. Launch Service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30350" y="1368425"/>
            <a:ext cx="6083300" cy="495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5791200" y="5181600"/>
            <a:ext cx="1143000" cy="7620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11300" y="1517650"/>
            <a:ext cx="6121400" cy="495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10. Review Result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3657600" y="3657600"/>
            <a:ext cx="1143000" cy="7620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11. Verify TLS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Open </a:t>
            </a:r>
            <a:r>
              <a:rPr lang="en-US" sz="2400" b="1" dirty="0" smtClean="0"/>
              <a:t>C:\ProgramData\E-MailRelay\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Open</a:t>
            </a:r>
            <a:r>
              <a:rPr lang="en-US" sz="2400" b="1" dirty="0" smtClean="0"/>
              <a:t> emailrelay-start.bat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Check below parameter in the file.</a:t>
            </a:r>
          </a:p>
          <a:p>
            <a:pPr>
              <a:buNone/>
            </a:pPr>
            <a:r>
              <a:rPr lang="en-US" sz="2400" b="1" dirty="0" smtClean="0">
                <a:latin typeface="Consolas" pitchFamily="49" charset="0"/>
              </a:rPr>
              <a:t>	</a:t>
            </a:r>
            <a:r>
              <a:rPr lang="en-US" sz="1800" b="1" dirty="0" smtClean="0">
                <a:latin typeface="Consolas" pitchFamily="49" charset="0"/>
              </a:rPr>
              <a:t>--server-</a:t>
            </a:r>
            <a:r>
              <a:rPr lang="en-US" sz="1800" b="1" dirty="0" err="1" smtClean="0">
                <a:latin typeface="Consolas" pitchFamily="49" charset="0"/>
              </a:rPr>
              <a:t>tls</a:t>
            </a:r>
            <a:r>
              <a:rPr lang="en-US" sz="1800" b="1" dirty="0" smtClean="0">
                <a:latin typeface="Consolas" pitchFamily="49" charset="0"/>
              </a:rPr>
              <a:t> --server-</a:t>
            </a:r>
            <a:r>
              <a:rPr lang="en-US" sz="1800" b="1" dirty="0" err="1" smtClean="0">
                <a:latin typeface="Consolas" pitchFamily="49" charset="0"/>
              </a:rPr>
              <a:t>tls</a:t>
            </a:r>
            <a:r>
              <a:rPr lang="en-US" sz="1800" b="1" dirty="0" smtClean="0">
                <a:latin typeface="Consolas" pitchFamily="49" charset="0"/>
              </a:rPr>
              <a:t>-certificate C:\NGGatewayData\certs\wildcard_example_com.pem</a:t>
            </a:r>
            <a:endParaRPr lang="en-US" sz="1800" dirty="0" smtClean="0">
              <a:latin typeface="Consolas" pitchFamily="49" charset="0"/>
            </a:endParaRP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12. Verify Service Status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6725" y="2003425"/>
            <a:ext cx="8210550" cy="285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800" dirty="0" smtClean="0"/>
              <a:t>13. Enable Inbound Port 587 in Local Firewall</a:t>
            </a:r>
            <a:endParaRPr lang="en-US" sz="3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846580"/>
            <a:ext cx="5902960" cy="4478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14. Enter Rule Name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689100"/>
            <a:ext cx="5905500" cy="448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800" dirty="0" smtClean="0"/>
              <a:t>1. Enable Inbound Port 587 in Cloud Firewall</a:t>
            </a:r>
            <a:endParaRPr lang="en-US" sz="3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214" y="2057400"/>
            <a:ext cx="8001386" cy="3747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Send Test Message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solidFill>
                  <a:srgbClr val="C00000"/>
                </a:solidFill>
              </a:rPr>
              <a:t>Do not send from a local host. Otherwise an SSL error will occur.</a:t>
            </a:r>
            <a:endParaRPr lang="en-US" sz="2200" dirty="0">
              <a:solidFill>
                <a:srgbClr val="C00000"/>
              </a:solidFill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4838" y="2320925"/>
            <a:ext cx="7934325" cy="415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8641</TotalTime>
  <Words>425</Words>
  <Application>Microsoft Office PowerPoint</Application>
  <PresentationFormat>On-screen Show (4:3)</PresentationFormat>
  <Paragraphs>67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Set Up E-MailRelay</vt:lpstr>
      <vt:lpstr>Objectives</vt:lpstr>
      <vt:lpstr>Contents</vt:lpstr>
      <vt:lpstr>References</vt:lpstr>
      <vt:lpstr>E-MailRelay</vt:lpstr>
      <vt:lpstr>1. Uninstall E-MailRelay</vt:lpstr>
      <vt:lpstr>2. Delete E-MailRelay Files</vt:lpstr>
      <vt:lpstr>Slide 8</vt:lpstr>
      <vt:lpstr>1. Download E-MailRelay</vt:lpstr>
      <vt:lpstr>2. Select Spool Directory</vt:lpstr>
      <vt:lpstr>3. Enable SMTP Server</vt:lpstr>
      <vt:lpstr>4. Enter SMTP Port and Connection Credentials</vt:lpstr>
      <vt:lpstr>5. Enter External SMTP Information</vt:lpstr>
      <vt:lpstr>6. Enable Logging</vt:lpstr>
      <vt:lpstr>7. Allow Remote Clients</vt:lpstr>
      <vt:lpstr>8. Enable Windows Service</vt:lpstr>
      <vt:lpstr>9. Launch Service</vt:lpstr>
      <vt:lpstr>10. Review Result</vt:lpstr>
      <vt:lpstr>11. Verify TLS Support</vt:lpstr>
      <vt:lpstr>12. Verify Service Status</vt:lpstr>
      <vt:lpstr>13. Enable Inbound Port 587 in Local Firewall</vt:lpstr>
      <vt:lpstr>14. Enter Rule Name</vt:lpstr>
      <vt:lpstr>Slide 23</vt:lpstr>
      <vt:lpstr>1. Enable Inbound Port 587 in Cloud Firewall</vt:lpstr>
      <vt:lpstr>2. Send Test Message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Client</dc:title>
  <dc:creator>HuyBien</dc:creator>
  <cp:lastModifiedBy>Ngo Huy Bien</cp:lastModifiedBy>
  <cp:revision>2575</cp:revision>
  <dcterms:created xsi:type="dcterms:W3CDTF">2009-01-22T10:11:40Z</dcterms:created>
  <dcterms:modified xsi:type="dcterms:W3CDTF">2023-03-31T19:13:07Z</dcterms:modified>
</cp:coreProperties>
</file>