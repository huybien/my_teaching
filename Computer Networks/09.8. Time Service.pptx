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419" r:id="rId2"/>
    <p:sldId id="420" r:id="rId3"/>
    <p:sldId id="421" r:id="rId4"/>
    <p:sldId id="422" r:id="rId5"/>
    <p:sldId id="416" r:id="rId6"/>
    <p:sldId id="417" r:id="rId7"/>
    <p:sldId id="41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5" autoAdjust="0"/>
    <p:restoredTop sz="94667" autoAdjust="0"/>
  </p:normalViewPr>
  <p:slideViewPr>
    <p:cSldViewPr>
      <p:cViewPr>
        <p:scale>
          <a:sx n="60" d="100"/>
          <a:sy n="60" d="100"/>
        </p:scale>
        <p:origin x="-1278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Autofit/>
          </a:bodyPr>
          <a:lstStyle/>
          <a:p>
            <a:r>
              <a:rPr lang="en-US" sz="5400" dirty="0" smtClean="0"/>
              <a:t>Time Service</a:t>
            </a:r>
            <a:endParaRPr 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Mark </a:t>
            </a:r>
            <a:r>
              <a:rPr lang="en-US" sz="2400" dirty="0" err="1" smtClean="0"/>
              <a:t>Minasi</a:t>
            </a:r>
            <a:r>
              <a:rPr lang="en-US" sz="2400" dirty="0" smtClean="0"/>
              <a:t> et al. (2014). Mastering Windows Server 2012 R2.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Time Service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w32tm /</a:t>
            </a:r>
            <a:r>
              <a:rPr lang="en-US" sz="2400" dirty="0" err="1" smtClean="0">
                <a:latin typeface="Consolas" pitchFamily="49" charset="0"/>
              </a:rPr>
              <a:t>config</a:t>
            </a:r>
            <a:r>
              <a:rPr lang="en-US" sz="2400" dirty="0" smtClean="0">
                <a:latin typeface="Consolas" pitchFamily="49" charset="0"/>
              </a:rPr>
              <a:t> /</a:t>
            </a:r>
            <a:r>
              <a:rPr lang="en-US" sz="2400" dirty="0" err="1" smtClean="0">
                <a:latin typeface="Consolas" pitchFamily="49" charset="0"/>
              </a:rPr>
              <a:t>manualpeerlist:pool.ntp.org</a:t>
            </a:r>
            <a:r>
              <a:rPr lang="en-US" sz="2400" dirty="0" smtClean="0">
                <a:latin typeface="Consolas" pitchFamily="49" charset="0"/>
              </a:rPr>
              <a:t> /</a:t>
            </a:r>
            <a:r>
              <a:rPr lang="en-US" sz="2400" dirty="0" err="1" smtClean="0">
                <a:latin typeface="Consolas" pitchFamily="49" charset="0"/>
              </a:rPr>
              <a:t>syncfromflags:manual</a:t>
            </a:r>
            <a:r>
              <a:rPr lang="en-US" sz="2400" dirty="0" smtClean="0">
                <a:latin typeface="Consolas" pitchFamily="49" charset="0"/>
              </a:rPr>
              <a:t> /</a:t>
            </a:r>
            <a:r>
              <a:rPr lang="en-US" sz="2400" dirty="0" err="1" smtClean="0">
                <a:latin typeface="Consolas" pitchFamily="49" charset="0"/>
              </a:rPr>
              <a:t>reliable:yes</a:t>
            </a:r>
            <a:r>
              <a:rPr lang="en-US" sz="2400" dirty="0" smtClean="0">
                <a:latin typeface="Consolas" pitchFamily="49" charset="0"/>
              </a:rPr>
              <a:t> /update</a:t>
            </a:r>
          </a:p>
          <a:p>
            <a:r>
              <a:rPr lang="en-US" sz="2400" dirty="0" smtClean="0">
                <a:latin typeface="Consolas" pitchFamily="49" charset="0"/>
              </a:rPr>
              <a:t>net stop W32Time</a:t>
            </a:r>
          </a:p>
          <a:p>
            <a:r>
              <a:rPr lang="en-US" sz="2400" dirty="0" smtClean="0">
                <a:latin typeface="Consolas" pitchFamily="49" charset="0"/>
              </a:rPr>
              <a:t>net start W32Time</a:t>
            </a:r>
          </a:p>
          <a:p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w32tm /</a:t>
            </a:r>
            <a:r>
              <a:rPr lang="en-US" sz="2400" dirty="0" err="1" smtClean="0">
                <a:latin typeface="Consolas" pitchFamily="49" charset="0"/>
              </a:rPr>
              <a:t>config</a:t>
            </a:r>
            <a:r>
              <a:rPr lang="en-US" sz="2400" dirty="0" smtClean="0">
                <a:latin typeface="Consolas" pitchFamily="49" charset="0"/>
              </a:rPr>
              <a:t> /</a:t>
            </a:r>
            <a:r>
              <a:rPr lang="en-US" sz="2400" dirty="0" err="1" smtClean="0">
                <a:latin typeface="Consolas" pitchFamily="49" charset="0"/>
              </a:rPr>
              <a:t>syncfromflags:domhier</a:t>
            </a:r>
            <a:r>
              <a:rPr lang="en-US" sz="2400" dirty="0" smtClean="0">
                <a:latin typeface="Consolas" pitchFamily="49" charset="0"/>
              </a:rPr>
              <a:t> /update </a:t>
            </a:r>
          </a:p>
          <a:p>
            <a:r>
              <a:rPr lang="en-US" sz="2400" dirty="0" smtClean="0">
                <a:latin typeface="Consolas" pitchFamily="49" charset="0"/>
              </a:rPr>
              <a:t>net stop W32Time</a:t>
            </a:r>
          </a:p>
          <a:p>
            <a:r>
              <a:rPr lang="en-US" sz="2400" dirty="0" smtClean="0">
                <a:latin typeface="Consolas" pitchFamily="49" charset="0"/>
              </a:rPr>
              <a:t>net start W32Time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2672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7617</TotalTime>
  <Words>85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Time Service</vt:lpstr>
      <vt:lpstr>Objectives</vt:lpstr>
      <vt:lpstr>Contents</vt:lpstr>
      <vt:lpstr>References</vt:lpstr>
      <vt:lpstr>Windows Time Service Issue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2764</cp:revision>
  <dcterms:created xsi:type="dcterms:W3CDTF">2007-10-06T08:25:13Z</dcterms:created>
  <dcterms:modified xsi:type="dcterms:W3CDTF">2023-02-09T14:12:20Z</dcterms:modified>
</cp:coreProperties>
</file>