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420" r:id="rId2"/>
    <p:sldId id="472" r:id="rId3"/>
    <p:sldId id="473" r:id="rId4"/>
    <p:sldId id="474" r:id="rId5"/>
    <p:sldId id="475" r:id="rId6"/>
    <p:sldId id="476" r:id="rId7"/>
    <p:sldId id="478" r:id="rId8"/>
    <p:sldId id="480" r:id="rId9"/>
    <p:sldId id="35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7" autoAdjust="0"/>
    <p:restoredTop sz="94667" autoAdjust="0"/>
  </p:normalViewPr>
  <p:slideViewPr>
    <p:cSldViewPr>
      <p:cViewPr>
        <p:scale>
          <a:sx n="50" d="100"/>
          <a:sy n="50" d="100"/>
        </p:scale>
        <p:origin x="-15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err="1" smtClean="0"/>
              <a:t>OpenSSH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Optional features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7913" y="2263775"/>
            <a:ext cx="6988175" cy="253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</a:t>
            </a:r>
            <a:r>
              <a:rPr lang="en-US" dirty="0" err="1" smtClean="0"/>
              <a:t>OpenSSH</a:t>
            </a:r>
            <a:r>
              <a:rPr lang="en-US" dirty="0" smtClean="0"/>
              <a:t>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OpenSSH</a:t>
            </a:r>
            <a:r>
              <a:rPr lang="en-US" dirty="0" smtClean="0"/>
              <a:t> </a:t>
            </a:r>
            <a:r>
              <a:rPr lang="en-US" dirty="0" smtClean="0"/>
              <a:t>Server</a:t>
            </a:r>
          </a:p>
          <a:p>
            <a:r>
              <a:rPr lang="en-US" dirty="0" smtClean="0"/>
              <a:t>Open Services.</a:t>
            </a:r>
          </a:p>
          <a:p>
            <a:r>
              <a:rPr lang="en-US" dirty="0" smtClean="0"/>
              <a:t>Start </a:t>
            </a:r>
            <a:r>
              <a:rPr lang="en-US" dirty="0" err="1" smtClean="0"/>
              <a:t>OpenSSH</a:t>
            </a:r>
            <a:r>
              <a:rPr lang="en-US" dirty="0" smtClean="0"/>
              <a:t> SSH </a:t>
            </a:r>
            <a:r>
              <a:rPr lang="en-US" dirty="0" smtClean="0"/>
              <a:t>Server service.</a:t>
            </a:r>
          </a:p>
          <a:p>
            <a:r>
              <a:rPr lang="en-US" dirty="0" smtClean="0"/>
              <a:t>Start </a:t>
            </a:r>
            <a:r>
              <a:rPr lang="en-US" dirty="0" err="1" smtClean="0"/>
              <a:t>OpenSSH</a:t>
            </a:r>
            <a:r>
              <a:rPr lang="en-US" dirty="0" smtClean="0"/>
              <a:t> </a:t>
            </a:r>
            <a:r>
              <a:rPr lang="en-US" dirty="0" smtClean="0"/>
              <a:t>Authentication </a:t>
            </a:r>
            <a:r>
              <a:rPr lang="en-US" dirty="0" smtClean="0"/>
              <a:t>Agent service.</a:t>
            </a:r>
          </a:p>
          <a:p>
            <a:r>
              <a:rPr lang="en-US" dirty="0" smtClean="0"/>
              <a:t>Open Firewall port 22.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Create SSH Connection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not set up public key.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2125" y="2619375"/>
            <a:ext cx="561975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Connect to the SSH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shutdown </a:t>
            </a:r>
            <a:r>
              <a:rPr lang="en-US" dirty="0" smtClean="0"/>
              <a:t>/s </a:t>
            </a:r>
            <a:r>
              <a:rPr lang="en-US" dirty="0" smtClean="0"/>
              <a:t>/t </a:t>
            </a:r>
            <a:r>
              <a:rPr lang="en-US" dirty="0" smtClean="0"/>
              <a:t>0</a:t>
            </a:r>
          </a:p>
          <a:p>
            <a:r>
              <a:rPr lang="en-US" dirty="0" smtClean="0"/>
              <a:t>shutdown </a:t>
            </a:r>
            <a:r>
              <a:rPr lang="en-US" dirty="0" smtClean="0"/>
              <a:t>/r /t </a:t>
            </a:r>
            <a:r>
              <a:rPr lang="en-US" dirty="0" smtClean="0"/>
              <a:t>0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3267075"/>
            <a:ext cx="47625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8763</TotalTime>
  <Words>99</Words>
  <Application>Microsoft Office PowerPoint</Application>
  <PresentationFormat>On-screen Show (4:3)</PresentationFormat>
  <Paragraphs>26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OpenSSH</vt:lpstr>
      <vt:lpstr>Objectives</vt:lpstr>
      <vt:lpstr>Contents</vt:lpstr>
      <vt:lpstr>References</vt:lpstr>
      <vt:lpstr>1. Open Optional features</vt:lpstr>
      <vt:lpstr>2. Install OpenSSH Server</vt:lpstr>
      <vt:lpstr>3. Create SSH Connection</vt:lpstr>
      <vt:lpstr>4. Connect to the SSH Server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3368</cp:revision>
  <dcterms:created xsi:type="dcterms:W3CDTF">2007-10-06T08:25:13Z</dcterms:created>
  <dcterms:modified xsi:type="dcterms:W3CDTF">2025-11-04T19:01:13Z</dcterms:modified>
</cp:coreProperties>
</file>