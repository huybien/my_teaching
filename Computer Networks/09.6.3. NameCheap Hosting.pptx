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sldIdLst>
    <p:sldId id="440" r:id="rId2"/>
    <p:sldId id="441" r:id="rId3"/>
    <p:sldId id="442" r:id="rId4"/>
    <p:sldId id="443" r:id="rId5"/>
    <p:sldId id="564" r:id="rId6"/>
    <p:sldId id="565" r:id="rId7"/>
    <p:sldId id="566" r:id="rId8"/>
    <p:sldId id="569" r:id="rId9"/>
    <p:sldId id="572" r:id="rId10"/>
    <p:sldId id="573" r:id="rId11"/>
    <p:sldId id="574" r:id="rId12"/>
    <p:sldId id="575" r:id="rId13"/>
    <p:sldId id="576" r:id="rId14"/>
    <p:sldId id="577" r:id="rId15"/>
    <p:sldId id="578" r:id="rId16"/>
    <p:sldId id="579" r:id="rId17"/>
    <p:sldId id="580" r:id="rId18"/>
    <p:sldId id="570" r:id="rId19"/>
    <p:sldId id="571" r:id="rId20"/>
    <p:sldId id="548" r:id="rId21"/>
    <p:sldId id="359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25" autoAdjust="0"/>
    <p:restoredTop sz="94667" autoAdjust="0"/>
  </p:normalViewPr>
  <p:slideViewPr>
    <p:cSldViewPr>
      <p:cViewPr>
        <p:scale>
          <a:sx n="50" d="100"/>
          <a:sy n="50" d="100"/>
        </p:scale>
        <p:origin x="-156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ashboard.easywp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ecoder.link/csr_generator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NameCheap</a:t>
            </a:r>
            <a:r>
              <a:rPr lang="en-US" sz="6000" dirty="0" smtClean="0"/>
              <a:t> Hosting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create and configure a website using </a:t>
            </a:r>
            <a:r>
              <a:rPr lang="en-US" sz="2400" dirty="0" err="1" smtClean="0"/>
              <a:t>NameCheap</a:t>
            </a:r>
            <a:r>
              <a:rPr lang="en-US" sz="2400" dirty="0" smtClean="0"/>
              <a:t> hosting.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Set up </a:t>
            </a:r>
            <a:r>
              <a:rPr lang="en-US" dirty="0" err="1" smtClean="0"/>
              <a:t>WordPress</a:t>
            </a:r>
            <a:r>
              <a:rPr lang="en-US" dirty="0" smtClean="0"/>
              <a:t>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https://dashboard.easywp.com/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2275" y="2819400"/>
            <a:ext cx="8299450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Website Name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981200"/>
            <a:ext cx="5069840" cy="4201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Choose a Domain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758334"/>
            <a:ext cx="4979148" cy="464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Manage the Website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508" y="2556056"/>
            <a:ext cx="8211292" cy="2244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page intentionally left blank.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1. Generate a CSR File for </a:t>
            </a:r>
            <a:r>
              <a:rPr lang="en-US" sz="4000" dirty="0" err="1" smtClean="0"/>
              <a:t>NameCheap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https://decoder.link/csr_generator/</a:t>
            </a:r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2963" y="2438400"/>
            <a:ext cx="745807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Collect Generated Data</a:t>
            </a: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2925" y="1952625"/>
            <a:ext cx="5518150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Submit the CSR File to </a:t>
            </a:r>
            <a:r>
              <a:rPr lang="en-US" sz="4000" dirty="0" err="1" smtClean="0"/>
              <a:t>NameCheap</a:t>
            </a:r>
            <a:endParaRPr lang="en-US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1943100"/>
            <a:ext cx="8207375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Select Domain Control Validation Method</a:t>
            </a:r>
            <a:endParaRPr lang="en-US" sz="3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092960"/>
            <a:ext cx="6837680" cy="377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0"/>
            <a:ext cx="853757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Review SSL Information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Permit the Certificate Issuance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Check email for the link and code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5725" y="2286000"/>
            <a:ext cx="6432550" cy="385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Download Certificate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590800"/>
            <a:ext cx="8047939" cy="2886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page intentionally left blank.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Manage SSL Certificate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787856"/>
            <a:ext cx="6771043" cy="4384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Change SSL Certificate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828800"/>
            <a:ext cx="5046485" cy="4436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886200"/>
            <a:ext cx="32512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10140</TotalTime>
  <Words>147</Words>
  <Application>Microsoft Office PowerPoint</Application>
  <PresentationFormat>On-screen Show (4:3)</PresentationFormat>
  <Paragraphs>32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NameCheap Hosting</vt:lpstr>
      <vt:lpstr>Objectives</vt:lpstr>
      <vt:lpstr>Contents</vt:lpstr>
      <vt:lpstr>References</vt:lpstr>
      <vt:lpstr>1. Set up WordPress Website</vt:lpstr>
      <vt:lpstr>2. Enter Website Name</vt:lpstr>
      <vt:lpstr>3. Choose a Domain</vt:lpstr>
      <vt:lpstr>4. Manage the Website</vt:lpstr>
      <vt:lpstr>Slide 9</vt:lpstr>
      <vt:lpstr>1. Generate a CSR File for NameCheap</vt:lpstr>
      <vt:lpstr>2. Collect Generated Data</vt:lpstr>
      <vt:lpstr>3. Submit the CSR File to NameCheap</vt:lpstr>
      <vt:lpstr>4. Select Domain Control Validation Method</vt:lpstr>
      <vt:lpstr>5. Review SSL Information</vt:lpstr>
      <vt:lpstr>6. Permit the Certificate Issuance</vt:lpstr>
      <vt:lpstr>7. Download Certificate</vt:lpstr>
      <vt:lpstr>Slide 17</vt:lpstr>
      <vt:lpstr>1. Manage SSL Certificate</vt:lpstr>
      <vt:lpstr>2. Change SSL Certificate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3958</cp:revision>
  <dcterms:created xsi:type="dcterms:W3CDTF">2007-10-06T08:25:13Z</dcterms:created>
  <dcterms:modified xsi:type="dcterms:W3CDTF">2022-09-24T17:53:38Z</dcterms:modified>
</cp:coreProperties>
</file>