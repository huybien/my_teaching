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576" r:id="rId3"/>
    <p:sldId id="577" r:id="rId4"/>
    <p:sldId id="578" r:id="rId5"/>
    <p:sldId id="580" r:id="rId6"/>
    <p:sldId id="582" r:id="rId7"/>
    <p:sldId id="581" r:id="rId8"/>
    <p:sldId id="567" r:id="rId9"/>
    <p:sldId id="568" r:id="rId10"/>
    <p:sldId id="34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18" autoAdjust="0"/>
    <p:restoredTop sz="9466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Set Up Free Email Forwarding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/>
              <a:t>Lecturer: Ngo Huy Bien</a:t>
            </a:r>
          </a:p>
          <a:p>
            <a:pPr>
              <a:defRPr/>
            </a:pPr>
            <a:r>
              <a:rPr lang="en-US" sz="4400" dirty="0"/>
              <a:t>Software Engineering Department</a:t>
            </a:r>
          </a:p>
          <a:p>
            <a:pPr>
              <a:defRPr/>
            </a:pPr>
            <a:r>
              <a:rPr lang="en-US" sz="4400" dirty="0"/>
              <a:t>Faculty of Information Technology</a:t>
            </a:r>
          </a:p>
          <a:p>
            <a:pPr>
              <a:defRPr/>
            </a:pPr>
            <a:r>
              <a:rPr lang="en-US" sz="4400" dirty="0"/>
              <a:t>VNUHCM - University of Science</a:t>
            </a:r>
          </a:p>
          <a:p>
            <a:pPr>
              <a:defRPr/>
            </a:pPr>
            <a:r>
              <a:rPr lang="en-US" sz="4400" dirty="0"/>
              <a:t>Ho Chi Minh City, Vietnam</a:t>
            </a:r>
          </a:p>
          <a:p>
            <a:pPr>
              <a:defRPr/>
            </a:pPr>
            <a:r>
              <a:rPr lang="en-US" sz="4400" dirty="0">
                <a:hlinkClick r:id="rId2"/>
              </a:rPr>
              <a:t>nhbien@fit.hcmus.edu.vn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3434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2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1. Enable </a:t>
            </a:r>
            <a:r>
              <a:rPr lang="en-US" sz="3600" dirty="0" smtClean="0"/>
              <a:t>Email Forwarding in </a:t>
            </a:r>
            <a:r>
              <a:rPr lang="en-US" sz="3600" dirty="0" err="1" smtClean="0"/>
              <a:t>NameCheap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060" y="2538306"/>
            <a:ext cx="8143540" cy="2567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own Arrow 5"/>
          <p:cNvSpPr/>
          <p:nvPr/>
        </p:nvSpPr>
        <p:spPr>
          <a:xfrm>
            <a:off x="2743200" y="3962400"/>
            <a:ext cx="1143000" cy="6096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2 . </a:t>
            </a:r>
            <a:r>
              <a:rPr lang="en-US" sz="3600" dirty="0" smtClean="0"/>
              <a:t>Create Forwarding </a:t>
            </a:r>
            <a:r>
              <a:rPr lang="en-US" sz="3600" dirty="0" smtClean="0"/>
              <a:t>Email in </a:t>
            </a:r>
            <a:r>
              <a:rPr lang="en-US" sz="3600" dirty="0" err="1" smtClean="0"/>
              <a:t>NameCheap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100" y="2286000"/>
            <a:ext cx="7785100" cy="305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800" dirty="0" smtClean="0"/>
              <a:t>1. Enable </a:t>
            </a:r>
            <a:r>
              <a:rPr lang="en-US" sz="3800" dirty="0"/>
              <a:t>Email Forwarding in </a:t>
            </a:r>
            <a:r>
              <a:rPr lang="en-US" sz="3800" dirty="0" smtClean="0"/>
              <a:t>Epik.com</a:t>
            </a:r>
            <a:endParaRPr lang="en-US" sz="3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0" y="2241550"/>
            <a:ext cx="6286500" cy="301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800" dirty="0" smtClean="0"/>
              <a:t>2 . Create Forwarding Email in </a:t>
            </a:r>
            <a:r>
              <a:rPr lang="en-US" sz="3800" dirty="0" smtClean="0"/>
              <a:t>Epik.com</a:t>
            </a:r>
            <a:endParaRPr lang="en-US" sz="3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5688" y="1593850"/>
            <a:ext cx="7032625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7576</TotalTime>
  <Words>66</Words>
  <Application>Microsoft Office PowerPoint</Application>
  <PresentationFormat>On-screen Show (4:3)</PresentationFormat>
  <Paragraphs>15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Set Up Free Email Forwarding</vt:lpstr>
      <vt:lpstr>Objectives</vt:lpstr>
      <vt:lpstr>Contents</vt:lpstr>
      <vt:lpstr>References</vt:lpstr>
      <vt:lpstr>1. Enable Email Forwarding in NameCheap</vt:lpstr>
      <vt:lpstr>2 . Create Forwarding Email in NameCheap</vt:lpstr>
      <vt:lpstr>Slide 7</vt:lpstr>
      <vt:lpstr>1. Enable Email Forwarding in Epik.com</vt:lpstr>
      <vt:lpstr>2 . Create Forwarding Email in Epik.com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Client</dc:title>
  <dc:creator>HuyBien</dc:creator>
  <cp:lastModifiedBy>Ngo Huy Bien</cp:lastModifiedBy>
  <cp:revision>2057</cp:revision>
  <dcterms:created xsi:type="dcterms:W3CDTF">2009-01-22T10:11:40Z</dcterms:created>
  <dcterms:modified xsi:type="dcterms:W3CDTF">2023-05-16T11:48:09Z</dcterms:modified>
</cp:coreProperties>
</file>