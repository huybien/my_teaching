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3"/>
  </p:notesMasterIdLst>
  <p:sldIdLst>
    <p:sldId id="440" r:id="rId2"/>
    <p:sldId id="441" r:id="rId3"/>
    <p:sldId id="442" r:id="rId4"/>
    <p:sldId id="443" r:id="rId5"/>
    <p:sldId id="563" r:id="rId6"/>
    <p:sldId id="564" r:id="rId7"/>
    <p:sldId id="565" r:id="rId8"/>
    <p:sldId id="567" r:id="rId9"/>
    <p:sldId id="549" r:id="rId10"/>
    <p:sldId id="551" r:id="rId11"/>
    <p:sldId id="552" r:id="rId12"/>
    <p:sldId id="558" r:id="rId13"/>
    <p:sldId id="557" r:id="rId14"/>
    <p:sldId id="554" r:id="rId15"/>
    <p:sldId id="555" r:id="rId16"/>
    <p:sldId id="556" r:id="rId17"/>
    <p:sldId id="566" r:id="rId18"/>
    <p:sldId id="569" r:id="rId19"/>
    <p:sldId id="568" r:id="rId20"/>
    <p:sldId id="562" r:id="rId21"/>
    <p:sldId id="359" r:id="rId2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25" autoAdjust="0"/>
    <p:restoredTop sz="94667" autoAdjust="0"/>
  </p:normalViewPr>
  <p:slideViewPr>
    <p:cSldViewPr>
      <p:cViewPr>
        <p:scale>
          <a:sx n="50" d="100"/>
          <a:sy n="50" d="100"/>
        </p:scale>
        <p:origin x="-156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26E6-0412-4830-8F06-DF45033103D5}" type="datetimeFigureOut">
              <a:rPr lang="en-US" smtClean="0"/>
              <a:pPr/>
              <a:t>7/30/2024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1BAC6-1780-4248-A045-EEDC4FD7C3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1E381-20DA-4745-B537-35B514BA6DD7}" type="datetimeFigureOut">
              <a:rPr lang="en-US"/>
              <a:pPr>
                <a:defRPr/>
              </a:pPr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F19F-72C6-4835-B8F9-C4043AB14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6C9F8-4ECB-4B63-B927-93DB51F662D0}" type="datetimeFigureOut">
              <a:rPr lang="en-US"/>
              <a:pPr>
                <a:defRPr/>
              </a:pPr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5146C-45A3-4063-B945-A6E828CB1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0DA55-A2EA-4E91-9DF8-848564DA5A8C}" type="datetimeFigureOut">
              <a:rPr lang="en-US"/>
              <a:pPr>
                <a:defRPr/>
              </a:pPr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2FCE2-22A4-4D22-98FA-0E266C5022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FE22C-AAA6-4859-915C-7CA8A229741E}" type="datetimeFigureOut">
              <a:rPr lang="en-US"/>
              <a:pPr>
                <a:defRPr/>
              </a:pPr>
              <a:t>7/30/2024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97B5-865B-4943-9516-8680CA16C7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4DA2C-F6C4-40D9-95C2-7E16780900E4}" type="datetimeFigureOut">
              <a:rPr lang="en-US"/>
              <a:pPr>
                <a:defRPr/>
              </a:pPr>
              <a:t>7/30/2024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A6762-FCC9-4A4D-B55E-A9AEAC8C42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2FA20-63C4-4E2F-BBAB-9D9ECDF79A55}" type="datetimeFigureOut">
              <a:rPr lang="en-US"/>
              <a:pPr>
                <a:defRPr/>
              </a:pPr>
              <a:t>7/30/2024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71E3C-6E5C-4814-A904-273FE3A958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24579-F551-4401-BD9C-1A956A73C8B1}" type="datetimeFigureOut">
              <a:rPr lang="en-US"/>
              <a:pPr>
                <a:defRPr/>
              </a:pPr>
              <a:t>7/30/2024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4CBAC-259E-4BF8-ACF6-FAB2C68750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B6935-2E86-4F35-979C-26D8DA31E11B}" type="datetimeFigureOut">
              <a:rPr lang="en-US"/>
              <a:pPr>
                <a:defRPr/>
              </a:pPr>
              <a:t>7/30/2024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9D8DE-4736-4786-A76F-BA4BFA66C3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642AA-84FD-46EB-91FE-F301FD1B086D}" type="datetimeFigureOut">
              <a:rPr lang="en-US"/>
              <a:pPr>
                <a:defRPr/>
              </a:pPr>
              <a:t>7/30/2024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0BD26-494C-4707-B45F-1E41DB7E20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AB78B-B950-4223-B948-C26A4E4BFB92}" type="datetimeFigureOut">
              <a:rPr lang="en-US"/>
              <a:pPr>
                <a:defRPr/>
              </a:pPr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35AB7-6027-4C00-A9DE-A82D1F9B7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790DE-6227-4769-B4D1-A285E0E78CE4}" type="datetimeFigureOut">
              <a:rPr lang="en-US"/>
              <a:pPr>
                <a:defRPr/>
              </a:pPr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8F97A-8135-4157-8FDD-A5EB0FEF5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44B157-FED2-4AB7-A096-BDB0B5D2F088}" type="datetimeFigureOut">
              <a:rPr lang="en-US"/>
              <a:pPr>
                <a:defRPr/>
              </a:pPr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D64C92-C51E-4B83-930E-D17246939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ngrok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surajpanker82.medium.com/ngrok-96fd33ca869c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dashboard.ngrok.com/signup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bin.equinox.io/c/bNyj1mQVY4c/ngrok-v3-stable-linux-amd64.tgz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bin.equinox.io/c/bNyj1mQVY4c/ngrok-v3-stable-linux-amd64.tgz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dev.to/progrium/building-your-own-ngrok-in-130-lines-2lif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err="1" smtClean="0"/>
              <a:t>ngrok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ngrok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https://ngrok.com</a:t>
            </a:r>
            <a:r>
              <a:rPr lang="en-US" sz="2400" dirty="0" smtClean="0">
                <a:hlinkClick r:id="rId2"/>
              </a:rPr>
              <a:t>/</a:t>
            </a:r>
            <a:endParaRPr lang="en-US" sz="2400" dirty="0" smtClean="0"/>
          </a:p>
          <a:p>
            <a:r>
              <a:rPr lang="en-US" sz="2400" dirty="0" smtClean="0"/>
              <a:t>All-in-one </a:t>
            </a:r>
            <a:r>
              <a:rPr lang="en-US" sz="2400" dirty="0" smtClean="0"/>
              <a:t>API gateway, </a:t>
            </a:r>
            <a:r>
              <a:rPr lang="en-US" sz="2400" dirty="0" err="1" smtClean="0"/>
              <a:t>Kubernetes</a:t>
            </a:r>
            <a:r>
              <a:rPr lang="en-US" sz="2400" dirty="0" smtClean="0"/>
              <a:t> Ingress, </a:t>
            </a:r>
            <a:r>
              <a:rPr lang="en-US" sz="2400" dirty="0" err="1" smtClean="0"/>
              <a:t>DDoS</a:t>
            </a:r>
            <a:r>
              <a:rPr lang="en-US" sz="2400" dirty="0" smtClean="0"/>
              <a:t> protection, firewall, and global load balancing as a service.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 WITHOUT </a:t>
            </a:r>
            <a:r>
              <a:rPr lang="en-US" dirty="0" err="1" smtClean="0"/>
              <a:t>ngrok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https://surajpanker82.medium.com/ngrok-96fd33ca869c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4" name="Picture 2" descr="https://miro.medium.com/v2/resize:fit:1400/0*WUqFM9ritMUReJA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2543175"/>
            <a:ext cx="6667500" cy="30956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 WITH </a:t>
            </a:r>
            <a:r>
              <a:rPr lang="en-US" dirty="0" err="1" smtClean="0"/>
              <a:t>ngrok</a:t>
            </a:r>
            <a:endParaRPr lang="en-US" dirty="0"/>
          </a:p>
        </p:txBody>
      </p:sp>
      <p:pic>
        <p:nvPicPr>
          <p:cNvPr id="30722" name="Picture 2" descr="https://miro.medium.com/v2/resize:fit:1400/0*PYiASVGm5RwolHt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981200"/>
            <a:ext cx="6667500" cy="37623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Register an Account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https://dashboard.ngrok.com/signup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0" y="2438400"/>
            <a:ext cx="2853066" cy="3674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Copy </a:t>
            </a:r>
            <a:r>
              <a:rPr lang="en-US" dirty="0" err="1" smtClean="0"/>
              <a:t>ngrok</a:t>
            </a:r>
            <a:r>
              <a:rPr lang="en-US" dirty="0" smtClean="0"/>
              <a:t> Download URL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https://bin.equinox.io/c/bNyj1mQVY4c/ngrok-v3-stable-linux-amd64.tgz</a:t>
            </a:r>
            <a:endParaRPr lang="en-US" sz="2000" dirty="0" smtClean="0"/>
          </a:p>
          <a:p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1475" y="2514600"/>
            <a:ext cx="8401050" cy="324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Download </a:t>
            </a:r>
            <a:r>
              <a:rPr lang="en-US" dirty="0" err="1" smtClean="0"/>
              <a:t>ngrok</a:t>
            </a:r>
            <a:r>
              <a:rPr lang="en-US" dirty="0" smtClean="0"/>
              <a:t> </a:t>
            </a:r>
            <a:r>
              <a:rPr lang="en-US" dirty="0" smtClean="0"/>
              <a:t>on </a:t>
            </a:r>
            <a:r>
              <a:rPr lang="en-US" dirty="0" err="1" smtClean="0"/>
              <a:t>Ubuntu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wget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  <a:hlinkClick r:id="rId2"/>
              </a:rPr>
              <a:t>https://bin.equinox.io/c/bNyj1mQVY4c/ngrok-v3-stable-linux-amd64.tgz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ls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err="1" smtClean="0">
                <a:latin typeface="Consolas" pitchFamily="49" charset="0"/>
              </a:rPr>
              <a:t>sudo</a:t>
            </a:r>
            <a:r>
              <a:rPr lang="en-US" sz="2000" dirty="0" smtClean="0">
                <a:latin typeface="Consolas" pitchFamily="49" charset="0"/>
              </a:rPr>
              <a:t> tar -</a:t>
            </a:r>
            <a:r>
              <a:rPr lang="en-US" sz="2000" dirty="0" err="1" smtClean="0">
                <a:latin typeface="Consolas" pitchFamily="49" charset="0"/>
              </a:rPr>
              <a:t>xvzf</a:t>
            </a:r>
            <a:r>
              <a:rPr lang="en-US" sz="2000" dirty="0" smtClean="0">
                <a:latin typeface="Consolas" pitchFamily="49" charset="0"/>
              </a:rPr>
              <a:t> ngrok-v3-stable-linux-amd64.tgz</a:t>
            </a:r>
          </a:p>
          <a:p>
            <a:r>
              <a:rPr lang="en-US" sz="2000" dirty="0" err="1" smtClean="0">
                <a:latin typeface="Consolas" pitchFamily="49" charset="0"/>
              </a:rPr>
              <a:t>ls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</a:rPr>
              <a:t>./</a:t>
            </a:r>
            <a:r>
              <a:rPr lang="en-US" sz="2000" dirty="0" err="1" smtClean="0">
                <a:latin typeface="Consolas" pitchFamily="49" charset="0"/>
              </a:rPr>
              <a:t>ngrok</a:t>
            </a:r>
            <a:r>
              <a:rPr lang="en-US" sz="2000" dirty="0" smtClean="0">
                <a:latin typeface="Consolas" pitchFamily="49" charset="0"/>
              </a:rPr>
              <a:t> --version</a:t>
            </a:r>
            <a:endParaRPr lang="en-US" sz="2000" dirty="0">
              <a:latin typeface="Consolas" pitchFamily="49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30338" y="4076700"/>
            <a:ext cx="6283325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Move </a:t>
            </a:r>
            <a:r>
              <a:rPr lang="en-US" dirty="0" err="1" smtClean="0"/>
              <a:t>ngrok</a:t>
            </a:r>
            <a:r>
              <a:rPr lang="en-US" dirty="0" smtClean="0"/>
              <a:t> to /</a:t>
            </a:r>
            <a:r>
              <a:rPr lang="en-US" dirty="0" err="1" smtClean="0"/>
              <a:t>usr</a:t>
            </a:r>
            <a:r>
              <a:rPr lang="en-US" dirty="0" smtClean="0"/>
              <a:t>/bin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Consolas" pitchFamily="49" charset="0"/>
              </a:rPr>
              <a:t># /</a:t>
            </a:r>
            <a:r>
              <a:rPr lang="en-US" sz="2200" dirty="0" err="1" smtClean="0">
                <a:latin typeface="Consolas" pitchFamily="49" charset="0"/>
              </a:rPr>
              <a:t>usr</a:t>
            </a:r>
            <a:r>
              <a:rPr lang="en-US" sz="2200" dirty="0" smtClean="0">
                <a:latin typeface="Consolas" pitchFamily="49" charset="0"/>
              </a:rPr>
              <a:t>/bin contains executable files that are not part of the core operating system.</a:t>
            </a:r>
          </a:p>
          <a:p>
            <a:r>
              <a:rPr lang="en-US" sz="2200" dirty="0" err="1" smtClean="0">
                <a:latin typeface="Consolas" pitchFamily="49" charset="0"/>
              </a:rPr>
              <a:t>sudo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mv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ngrok</a:t>
            </a:r>
            <a:r>
              <a:rPr lang="en-US" sz="2200" dirty="0" smtClean="0">
                <a:latin typeface="Consolas" pitchFamily="49" charset="0"/>
              </a:rPr>
              <a:t> /</a:t>
            </a:r>
            <a:r>
              <a:rPr lang="en-US" sz="2200" dirty="0" err="1" smtClean="0">
                <a:latin typeface="Consolas" pitchFamily="49" charset="0"/>
              </a:rPr>
              <a:t>usr</a:t>
            </a:r>
            <a:r>
              <a:rPr lang="en-US" sz="2200" dirty="0" smtClean="0">
                <a:latin typeface="Consolas" pitchFamily="49" charset="0"/>
              </a:rPr>
              <a:t>/bin</a:t>
            </a:r>
          </a:p>
          <a:p>
            <a:r>
              <a:rPr lang="en-US" sz="2200" dirty="0" err="1" smtClean="0">
                <a:latin typeface="Consolas" pitchFamily="49" charset="0"/>
              </a:rPr>
              <a:t>ngrok</a:t>
            </a:r>
            <a:r>
              <a:rPr lang="en-US" sz="2200" dirty="0" smtClean="0">
                <a:latin typeface="Consolas" pitchFamily="49" charset="0"/>
              </a:rPr>
              <a:t> --version</a:t>
            </a:r>
            <a:endParaRPr lang="en-US" sz="2200" dirty="0">
              <a:latin typeface="Consolas" pitchFamily="49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3657600"/>
            <a:ext cx="6283325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Copy Connect Command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ngrok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config</a:t>
            </a:r>
            <a:r>
              <a:rPr lang="en-US" sz="2000" dirty="0" smtClean="0">
                <a:latin typeface="Consolas" pitchFamily="49" charset="0"/>
              </a:rPr>
              <a:t> add-</a:t>
            </a:r>
            <a:r>
              <a:rPr lang="en-US" sz="2000" dirty="0" err="1" smtClean="0">
                <a:latin typeface="Consolas" pitchFamily="49" charset="0"/>
              </a:rPr>
              <a:t>authtoken</a:t>
            </a:r>
            <a:r>
              <a:rPr lang="en-US" sz="2000" dirty="0" smtClean="0">
                <a:latin typeface="Consolas" pitchFamily="49" charset="0"/>
              </a:rPr>
              <a:t> 2RDBLTDSJLBSYO5d1tkulv02fmx_6MCpfBC5EHhMoFgHUjYNQ</a:t>
            </a:r>
            <a:endParaRPr lang="en-US" sz="2000" dirty="0">
              <a:latin typeface="Consolas" pitchFamily="49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7063" y="2930525"/>
            <a:ext cx="7889875" cy="247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Execute the Connect Command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 smtClean="0">
                <a:latin typeface="Consolas" pitchFamily="49" charset="0"/>
              </a:rPr>
              <a:t>ngrok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err="1" smtClean="0">
                <a:latin typeface="Consolas" pitchFamily="49" charset="0"/>
              </a:rPr>
              <a:t>config</a:t>
            </a:r>
            <a:r>
              <a:rPr lang="en-US" sz="2000" dirty="0" smtClean="0">
                <a:latin typeface="Consolas" pitchFamily="49" charset="0"/>
              </a:rPr>
              <a:t> add-</a:t>
            </a:r>
            <a:r>
              <a:rPr lang="en-US" sz="2000" dirty="0" err="1" smtClean="0">
                <a:latin typeface="Consolas" pitchFamily="49" charset="0"/>
              </a:rPr>
              <a:t>authtoken</a:t>
            </a:r>
            <a:r>
              <a:rPr lang="en-US" sz="2000" dirty="0" smtClean="0">
                <a:latin typeface="Consolas" pitchFamily="49" charset="0"/>
              </a:rPr>
              <a:t> 2RDBLTDSJLBSYO5d1tkulv02fmx_6MCpfBC5EHhMoFgHUjYNQ</a:t>
            </a:r>
            <a:endParaRPr lang="en-US" sz="2000" dirty="0">
              <a:latin typeface="Consolas" pitchFamily="49" charset="0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3086100"/>
            <a:ext cx="6283325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Publish Your 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Consolas" pitchFamily="49" charset="0"/>
              </a:rPr>
              <a:t># If your service has been served on http://localhost:8080</a:t>
            </a:r>
          </a:p>
          <a:p>
            <a:r>
              <a:rPr lang="en-US" sz="2000" dirty="0" err="1" smtClean="0">
                <a:latin typeface="Consolas" pitchFamily="49" charset="0"/>
              </a:rPr>
              <a:t>ngrok</a:t>
            </a:r>
            <a:r>
              <a:rPr lang="en-US" sz="2000" dirty="0" smtClean="0">
                <a:latin typeface="Consolas" pitchFamily="49" charset="0"/>
              </a:rPr>
              <a:t> http 8080</a:t>
            </a:r>
          </a:p>
          <a:p>
            <a:endParaRPr lang="en-US" sz="2000" dirty="0">
              <a:latin typeface="Consolas" pitchFamily="49" charset="0"/>
            </a:endParaRPr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0338" y="3314700"/>
            <a:ext cx="6283325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Edit Configuration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ngrok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config</a:t>
            </a:r>
            <a:r>
              <a:rPr lang="en-US" sz="2200" dirty="0" smtClean="0">
                <a:latin typeface="Consolas" pitchFamily="49" charset="0"/>
              </a:rPr>
              <a:t> edit</a:t>
            </a:r>
            <a:endParaRPr lang="en-US" sz="2200" dirty="0">
              <a:latin typeface="Consolas" pitchFamily="49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89075" y="3009900"/>
            <a:ext cx="6283325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Retrieve Auth Token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218987"/>
            <a:ext cx="7868376" cy="3419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Inside </a:t>
            </a:r>
            <a:r>
              <a:rPr lang="en-US" dirty="0" err="1" smtClean="0"/>
              <a:t>ngrok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https://dev.to/progrium/building-your-own-ngrok-in-130-lines-2lif</a:t>
            </a:r>
            <a:endParaRPr lang="en-US" sz="2200" dirty="0" smtClean="0"/>
          </a:p>
          <a:p>
            <a:endParaRPr lang="en-US" sz="2200" dirty="0"/>
          </a:p>
        </p:txBody>
      </p:sp>
      <p:pic>
        <p:nvPicPr>
          <p:cNvPr id="31746" name="Picture 2" descr="Localtunnel Topolog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9200" y="2667000"/>
            <a:ext cx="6819900" cy="30861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10682</TotalTime>
  <Words>191</Words>
  <Application>Microsoft Office PowerPoint</Application>
  <PresentationFormat>On-screen Show (4:3)</PresentationFormat>
  <Paragraphs>44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ngrok</vt:lpstr>
      <vt:lpstr>Objectives</vt:lpstr>
      <vt:lpstr>Contents</vt:lpstr>
      <vt:lpstr>References</vt:lpstr>
      <vt:lpstr>ngrok</vt:lpstr>
      <vt:lpstr>Architecture WITHOUT ngrok</vt:lpstr>
      <vt:lpstr>Architecture WITH ngrok</vt:lpstr>
      <vt:lpstr>Slide 8</vt:lpstr>
      <vt:lpstr>1. Register an Account</vt:lpstr>
      <vt:lpstr>2. Copy ngrok Download URL</vt:lpstr>
      <vt:lpstr>3. Download ngrok on Ubuntu</vt:lpstr>
      <vt:lpstr>4. Move ngrok to /usr/bin</vt:lpstr>
      <vt:lpstr>5. Copy Connect Command</vt:lpstr>
      <vt:lpstr>6. Execute the Connect Command</vt:lpstr>
      <vt:lpstr>7. Publish Your Service</vt:lpstr>
      <vt:lpstr>8. Edit Configuration</vt:lpstr>
      <vt:lpstr>Slide 17</vt:lpstr>
      <vt:lpstr>1. Retrieve Auth Token</vt:lpstr>
      <vt:lpstr>Slide 19</vt:lpstr>
      <vt:lpstr>Inside ngrok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4123</cp:revision>
  <dcterms:created xsi:type="dcterms:W3CDTF">2007-10-06T08:25:13Z</dcterms:created>
  <dcterms:modified xsi:type="dcterms:W3CDTF">2024-07-30T17:10:49Z</dcterms:modified>
</cp:coreProperties>
</file>