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440" r:id="rId2"/>
    <p:sldId id="441" r:id="rId3"/>
    <p:sldId id="442" r:id="rId4"/>
    <p:sldId id="443" r:id="rId5"/>
    <p:sldId id="549" r:id="rId6"/>
    <p:sldId id="550" r:id="rId7"/>
    <p:sldId id="548" r:id="rId8"/>
    <p:sldId id="35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67" autoAdjust="0"/>
  </p:normalViewPr>
  <p:slideViewPr>
    <p:cSldViewPr>
      <p:cViewPr>
        <p:scale>
          <a:sx n="50" d="100"/>
          <a:sy n="50" d="100"/>
        </p:scale>
        <p:origin x="-156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12/3/2021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ptimerobot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montastic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Website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UptimeRobot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https://uptimerobot.com/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2438400"/>
            <a:ext cx="5426869" cy="365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Montastic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https://www.montastic.com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75" y="2590800"/>
            <a:ext cx="7639050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88620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10014</TotalTime>
  <Words>46</Words>
  <Application>Microsoft Office PowerPoint</Application>
  <PresentationFormat>On-screen Show (4:3)</PresentationFormat>
  <Paragraphs>17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Website Monitoring</vt:lpstr>
      <vt:lpstr>Objectives</vt:lpstr>
      <vt:lpstr>Contents</vt:lpstr>
      <vt:lpstr>References</vt:lpstr>
      <vt:lpstr>UptimeRobot</vt:lpstr>
      <vt:lpstr>Montastic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3966</cp:revision>
  <dcterms:created xsi:type="dcterms:W3CDTF">2007-10-06T08:25:13Z</dcterms:created>
  <dcterms:modified xsi:type="dcterms:W3CDTF">2021-12-03T12:47:33Z</dcterms:modified>
</cp:coreProperties>
</file>