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420" r:id="rId2"/>
    <p:sldId id="472" r:id="rId3"/>
    <p:sldId id="473" r:id="rId4"/>
    <p:sldId id="474" r:id="rId5"/>
    <p:sldId id="475" r:id="rId6"/>
    <p:sldId id="494" r:id="rId7"/>
    <p:sldId id="478" r:id="rId8"/>
    <p:sldId id="483" r:id="rId9"/>
    <p:sldId id="488" r:id="rId10"/>
    <p:sldId id="492" r:id="rId11"/>
    <p:sldId id="480" r:id="rId12"/>
    <p:sldId id="487" r:id="rId13"/>
    <p:sldId id="496" r:id="rId14"/>
    <p:sldId id="495" r:id="rId15"/>
    <p:sldId id="359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7" autoAdjust="0"/>
    <p:restoredTop sz="94667" autoAdjust="0"/>
  </p:normalViewPr>
  <p:slideViewPr>
    <p:cSldViewPr>
      <p:cViewPr>
        <p:scale>
          <a:sx n="50" d="100"/>
          <a:sy n="50" d="100"/>
        </p:scale>
        <p:origin x="-15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mviewer.com/en/download/window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scale.com/downloa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Team Viewer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Team Viewer Host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400" dirty="0" smtClean="0">
                <a:hlinkClick r:id="rId3"/>
              </a:rPr>
              <a:t>https://www.teamviewer.com/en/download/windows/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8625" y="2755900"/>
            <a:ext cx="5746750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i="1" dirty="0" smtClean="0">
                <a:solidFill>
                  <a:srgbClr val="C00000"/>
                </a:solidFill>
              </a:rPr>
              <a:t>Install</a:t>
            </a:r>
            <a:r>
              <a:rPr lang="en-US" dirty="0" smtClean="0"/>
              <a:t> Team Viewer on a Remote Computer (e.g. a Server)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must </a:t>
            </a:r>
            <a:r>
              <a:rPr lang="en-US" sz="2400" i="1" dirty="0" smtClean="0">
                <a:solidFill>
                  <a:srgbClr val="C00000"/>
                </a:solidFill>
              </a:rPr>
              <a:t>install Team Viewer</a:t>
            </a:r>
            <a:r>
              <a:rPr lang="en-US" sz="2400" dirty="0" smtClean="0"/>
              <a:t> to allow remote access.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Log in Team Viewer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Allow Remote Management for</a:t>
            </a:r>
            <a:r>
              <a:rPr lang="en-US" sz="3600" dirty="0" smtClean="0"/>
              <a:t> the Remote Computer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09800"/>
            <a:ext cx="750951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8288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Run Team Viewer on Client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7100" y="1949450"/>
            <a:ext cx="4749800" cy="407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Sign in Team Viewer Account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to the </a:t>
            </a:r>
            <a:r>
              <a:rPr lang="en-US" smtClean="0"/>
              <a:t>Remote Server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950" y="1949450"/>
            <a:ext cx="6896100" cy="384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8288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tailscale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tailscale.com/download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8811</TotalTime>
  <Words>115</Words>
  <Application>Microsoft Office PowerPoint</Application>
  <PresentationFormat>On-screen Show (4:3)</PresentationFormat>
  <Paragraphs>24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Team Viewer</vt:lpstr>
      <vt:lpstr>Objectives</vt:lpstr>
      <vt:lpstr>Contents</vt:lpstr>
      <vt:lpstr>References</vt:lpstr>
      <vt:lpstr>1. Download Team Viewer Host</vt:lpstr>
      <vt:lpstr>2. Install Team Viewer on a Remote Computer (e.g. a Server)</vt:lpstr>
      <vt:lpstr>3. Log in Team Viewer</vt:lpstr>
      <vt:lpstr>4. Allow Remote Management for the Remote Computer</vt:lpstr>
      <vt:lpstr>Slide 9</vt:lpstr>
      <vt:lpstr>1. Run Team Viewer on Client</vt:lpstr>
      <vt:lpstr>2. Sign in Team Viewer Account</vt:lpstr>
      <vt:lpstr>3. Connect to the Remote Server</vt:lpstr>
      <vt:lpstr>Slide 13</vt:lpstr>
      <vt:lpstr>1. Install tailscale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3370</cp:revision>
  <dcterms:created xsi:type="dcterms:W3CDTF">2007-10-06T08:25:13Z</dcterms:created>
  <dcterms:modified xsi:type="dcterms:W3CDTF">2025-11-29T17:28:02Z</dcterms:modified>
</cp:coreProperties>
</file>