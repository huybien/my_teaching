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57" r:id="rId6"/>
    <p:sldId id="258" r:id="rId7"/>
    <p:sldId id="259" r:id="rId8"/>
    <p:sldId id="260" r:id="rId9"/>
    <p:sldId id="261" r:id="rId10"/>
    <p:sldId id="271" r:id="rId11"/>
    <p:sldId id="273" r:id="rId12"/>
    <p:sldId id="272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740" y="-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4A7C-1254-4D48-8568-37B24B168F60}" type="datetimeFigureOut">
              <a:rPr lang="en-US" smtClean="0"/>
              <a:pPr/>
              <a:t>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AF1B-91AD-4007-9791-E081A8E03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4A7C-1254-4D48-8568-37B24B168F60}" type="datetimeFigureOut">
              <a:rPr lang="en-US" smtClean="0"/>
              <a:pPr/>
              <a:t>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AF1B-91AD-4007-9791-E081A8E03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4A7C-1254-4D48-8568-37B24B168F60}" type="datetimeFigureOut">
              <a:rPr lang="en-US" smtClean="0"/>
              <a:pPr/>
              <a:t>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AF1B-91AD-4007-9791-E081A8E03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4A7C-1254-4D48-8568-37B24B168F60}" type="datetimeFigureOut">
              <a:rPr lang="en-US" smtClean="0"/>
              <a:pPr/>
              <a:t>2/10/2023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AF1B-91AD-4007-9791-E081A8E03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4A7C-1254-4D48-8568-37B24B168F60}" type="datetimeFigureOut">
              <a:rPr lang="en-US" smtClean="0"/>
              <a:pPr/>
              <a:t>2/10/2023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AF1B-91AD-4007-9791-E081A8E03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4A7C-1254-4D48-8568-37B24B168F60}" type="datetimeFigureOut">
              <a:rPr lang="en-US" smtClean="0"/>
              <a:pPr/>
              <a:t>2/10/2023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AF1B-91AD-4007-9791-E081A8E03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4A7C-1254-4D48-8568-37B24B168F60}" type="datetimeFigureOut">
              <a:rPr lang="en-US" smtClean="0"/>
              <a:pPr/>
              <a:t>2/10/2023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AF1B-91AD-4007-9791-E081A8E03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4A7C-1254-4D48-8568-37B24B168F60}" type="datetimeFigureOut">
              <a:rPr lang="en-US" smtClean="0"/>
              <a:pPr/>
              <a:t>2/10/2023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AF1B-91AD-4007-9791-E081A8E03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4A7C-1254-4D48-8568-37B24B168F60}" type="datetimeFigureOut">
              <a:rPr lang="en-US" smtClean="0"/>
              <a:pPr/>
              <a:t>2/10/2023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AF1B-91AD-4007-9791-E081A8E03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4A7C-1254-4D48-8568-37B24B168F60}" type="datetimeFigureOut">
              <a:rPr lang="en-US" smtClean="0"/>
              <a:pPr/>
              <a:t>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AF1B-91AD-4007-9791-E081A8E03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4A7C-1254-4D48-8568-37B24B168F60}" type="datetimeFigureOut">
              <a:rPr lang="en-US" smtClean="0"/>
              <a:pPr/>
              <a:t>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DAF1B-91AD-4007-9791-E081A8E03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24A7C-1254-4D48-8568-37B24B168F60}" type="datetimeFigureOut">
              <a:rPr lang="en-US" smtClean="0"/>
              <a:pPr/>
              <a:t>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DAF1B-91AD-4007-9791-E081A8E03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developershome.com/sm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nnel.org/" TargetMode="External"/><Relationship Id="rId2" Type="http://schemas.openxmlformats.org/officeDocument/2006/relationships/hyperlink" Target="http://www.kannel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phone.com/pricing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voice.google.com/abou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voice.google.com/u/0/setting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Autofit/>
          </a:bodyPr>
          <a:lstStyle/>
          <a:p>
            <a:r>
              <a:rPr lang="en-US" sz="5400" dirty="0" smtClean="0"/>
              <a:t>Short Message 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3434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2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hlinkClick r:id="rId2"/>
              </a:rPr>
              <a:t>https://www.developershome.com/sms/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12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SMS (Short Message Service)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One SMS message can contain at most 140 bytes (1120 bits) of data.</a:t>
            </a:r>
          </a:p>
          <a:p>
            <a:r>
              <a:rPr lang="en-US" sz="2400" dirty="0" smtClean="0"/>
              <a:t>SMS text messaging supports languages internationally.</a:t>
            </a:r>
          </a:p>
          <a:p>
            <a:r>
              <a:rPr lang="en-US" sz="2400" dirty="0" smtClean="0"/>
              <a:t>SMS messages can also carry binary data.</a:t>
            </a:r>
          </a:p>
          <a:p>
            <a:r>
              <a:rPr lang="en-US" sz="2400" dirty="0" smtClean="0"/>
              <a:t>SMS is supported by 100% GSM (Global System for Mobile Communications) mobile phones.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EMS (Enhanced Messaging Service)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It is an application-level extension of SMS.</a:t>
            </a:r>
          </a:p>
          <a:p>
            <a:r>
              <a:rPr lang="en-US" sz="2400" dirty="0" smtClean="0"/>
              <a:t>An EMS message can include rich-media content such as pictures, animations and melodies.</a:t>
            </a:r>
          </a:p>
          <a:p>
            <a:r>
              <a:rPr lang="en-US" sz="2400" dirty="0" smtClean="0"/>
              <a:t>It is less widely supported than SMS on wireless devices.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SMS Messaging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Person-to-person text messaging</a:t>
            </a:r>
          </a:p>
          <a:p>
            <a:r>
              <a:rPr lang="en-US" sz="2400" dirty="0" smtClean="0"/>
              <a:t>Provision of information to mobile users</a:t>
            </a:r>
          </a:p>
          <a:p>
            <a:r>
              <a:rPr lang="en-US" sz="2400" dirty="0" smtClean="0"/>
              <a:t>Downloading</a:t>
            </a:r>
          </a:p>
          <a:p>
            <a:r>
              <a:rPr lang="en-US" sz="2400" dirty="0" smtClean="0"/>
              <a:t>Alerts and notifications</a:t>
            </a:r>
          </a:p>
          <a:p>
            <a:r>
              <a:rPr lang="en-US" sz="2400" dirty="0" smtClean="0"/>
              <a:t>SMS marketing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SMS Center (SMSC)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An SMS center is responsible for handling the SMS operations of a wireless network.</a:t>
            </a:r>
          </a:p>
          <a:p>
            <a:r>
              <a:rPr lang="en-US" sz="2400" dirty="0" smtClean="0"/>
              <a:t>SMSC address is an ordinary phone number in the international format.</a:t>
            </a:r>
          </a:p>
          <a:p>
            <a:r>
              <a:rPr lang="en-US" sz="2400" dirty="0" smtClean="0"/>
              <a:t>SMSC address is pre-set in the SIM card by the wireless network operator.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SMS Gateway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SMS gateway acts as a relay between the two SMSCs. It translates one SMSC protocol to another one.</a:t>
            </a:r>
          </a:p>
          <a:p>
            <a:r>
              <a:rPr lang="en-US" sz="2400" dirty="0" smtClean="0"/>
              <a:t>Free SMS Gateway Software:</a:t>
            </a:r>
            <a:r>
              <a:rPr lang="en-US" sz="2400" dirty="0" smtClean="0">
                <a:hlinkClick r:id="rId2"/>
              </a:rPr>
              <a:t> </a:t>
            </a:r>
            <a:r>
              <a:rPr lang="en-US" sz="2400" dirty="0" smtClean="0">
                <a:hlinkClick r:id="rId3"/>
              </a:rPr>
              <a:t>https://www.kannel.org/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How to Forward a Text Message to Email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Certain phone services offer the ability to forward a text to an email account.</a:t>
            </a:r>
          </a:p>
          <a:p>
            <a:r>
              <a:rPr lang="en-US" sz="2400" dirty="0" smtClean="0"/>
              <a:t>Forwarding texts to email is a reliable way of gaining access to multiple phone numbers while on the go.</a:t>
            </a:r>
          </a:p>
          <a:p>
            <a:r>
              <a:rPr lang="en-US" sz="2400" dirty="0" smtClean="0"/>
              <a:t>If you need to leave one or more of your devices at home, for instance, you can still count on receiving text updates via email.</a:t>
            </a:r>
          </a:p>
          <a:p>
            <a:r>
              <a:rPr lang="en-US" sz="2400" dirty="0" smtClean="0">
                <a:hlinkClick r:id="rId2"/>
              </a:rPr>
              <a:t>https://www.openphone.com/pricing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800" dirty="0" smtClean="0"/>
              <a:t>1. Register a Google Voice Virtual Number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https://voice.google.com/about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2. Forward SMS Messages to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voice.google.com/u/0/settings#messaging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2775051"/>
            <a:ext cx="7923243" cy="3168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4267200"/>
            <a:ext cx="2600221" cy="17323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Thank 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328</Words>
  <Application>Microsoft Office PowerPoint</Application>
  <PresentationFormat>On-screen Show (4:3)</PresentationFormat>
  <Paragraphs>45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Short Message Service</vt:lpstr>
      <vt:lpstr>Objectives</vt:lpstr>
      <vt:lpstr>Contents</vt:lpstr>
      <vt:lpstr>References</vt:lpstr>
      <vt:lpstr>SMS (Short Message Service)</vt:lpstr>
      <vt:lpstr>EMS (Enhanced Messaging Service)</vt:lpstr>
      <vt:lpstr>Applications of SMS Messaging</vt:lpstr>
      <vt:lpstr>SMS Center (SMSC)</vt:lpstr>
      <vt:lpstr>SMS Gateway</vt:lpstr>
      <vt:lpstr>How to Forward a Text Message to Email</vt:lpstr>
      <vt:lpstr>1. Register a Google Voice Virtual Number</vt:lpstr>
      <vt:lpstr>2. Forward SMS Messages to Email</vt:lpstr>
      <vt:lpstr>Further Reading</vt:lpstr>
      <vt:lpstr>Thank You &amp; See You Again</vt:lpstr>
    </vt:vector>
  </TitlesOfParts>
  <Company>Huy 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SMS</dc:title>
  <dc:creator>Ngo Huy Bien</dc:creator>
  <cp:lastModifiedBy>Ngo Huy Bien</cp:lastModifiedBy>
  <cp:revision>70</cp:revision>
  <dcterms:created xsi:type="dcterms:W3CDTF">2008-11-25T19:18:24Z</dcterms:created>
  <dcterms:modified xsi:type="dcterms:W3CDTF">2023-02-09T17:44:50Z</dcterms:modified>
</cp:coreProperties>
</file>