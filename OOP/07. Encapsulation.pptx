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diagrams/colors1.xml" ContentType="application/vnd.openxmlformats-officedocument.drawingml.diagramColors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emf" ContentType="image/x-emf"/>
  <Override PartName="/ppt/diagrams/quickStyle1.xml" ContentType="application/vnd.openxmlformats-officedocument.drawingml.diagramStyl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Default Extension="docx" ContentType="application/vnd.openxmlformats-officedocument.wordprocessingml.document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gif" ContentType="image/gif"/>
  <Default Extension="vml" ContentType="application/vnd.openxmlformats-officedocument.vmlDrawing"/>
  <Override PartName="/ppt/diagrams/layout1.xml" ContentType="application/vnd.openxmlformats-officedocument.drawingml.diagram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diagrams/data1.xml" ContentType="application/vnd.openxmlformats-officedocument.drawingml.diagramData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diagrams/drawing1.xml" ContentType="application/vnd.ms-office.drawingml.diagramDrawing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handoutMasterIdLst>
    <p:handoutMasterId r:id="rId23"/>
  </p:handoutMasterIdLst>
  <p:sldIdLst>
    <p:sldId id="256" r:id="rId2"/>
    <p:sldId id="641" r:id="rId3"/>
    <p:sldId id="642" r:id="rId4"/>
    <p:sldId id="600" r:id="rId5"/>
    <p:sldId id="601" r:id="rId6"/>
    <p:sldId id="602" r:id="rId7"/>
    <p:sldId id="644" r:id="rId8"/>
    <p:sldId id="635" r:id="rId9"/>
    <p:sldId id="636" r:id="rId10"/>
    <p:sldId id="604" r:id="rId11"/>
    <p:sldId id="605" r:id="rId12"/>
    <p:sldId id="606" r:id="rId13"/>
    <p:sldId id="613" r:id="rId14"/>
    <p:sldId id="476" r:id="rId15"/>
    <p:sldId id="607" r:id="rId16"/>
    <p:sldId id="618" r:id="rId17"/>
    <p:sldId id="648" r:id="rId18"/>
    <p:sldId id="645" r:id="rId19"/>
    <p:sldId id="646" r:id="rId20"/>
    <p:sldId id="640" r:id="rId21"/>
    <p:sldId id="343" r:id="rId2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707" autoAdjust="0"/>
    <p:restoredTop sz="94667" autoAdjust="0"/>
  </p:normalViewPr>
  <p:slideViewPr>
    <p:cSldViewPr>
      <p:cViewPr>
        <p:scale>
          <a:sx n="60" d="100"/>
          <a:sy n="60" d="100"/>
        </p:scale>
        <p:origin x="-1154" y="-18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9C41CC2-804E-423D-927F-868738E786A9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5FACD89-E385-4980-9036-47076726A764}">
      <dgm:prSet phldrT="[Text]"/>
      <dgm:spPr/>
      <dgm:t>
        <a:bodyPr/>
        <a:lstStyle/>
        <a:p>
          <a:r>
            <a:rPr lang="en-US" dirty="0" smtClean="0"/>
            <a:t>Solution</a:t>
          </a:r>
          <a:endParaRPr lang="en-US" dirty="0"/>
        </a:p>
      </dgm:t>
    </dgm:pt>
    <dgm:pt modelId="{44394AFF-7346-480D-A003-B148F6887ED0}" type="parTrans" cxnId="{304C6640-47DB-44D7-A8AA-DD19FA17359D}">
      <dgm:prSet/>
      <dgm:spPr/>
      <dgm:t>
        <a:bodyPr/>
        <a:lstStyle/>
        <a:p>
          <a:endParaRPr lang="en-US"/>
        </a:p>
      </dgm:t>
    </dgm:pt>
    <dgm:pt modelId="{2F1E8F3F-C256-457F-9D92-45BE3562BC4C}" type="sibTrans" cxnId="{304C6640-47DB-44D7-A8AA-DD19FA17359D}">
      <dgm:prSet/>
      <dgm:spPr/>
      <dgm:t>
        <a:bodyPr/>
        <a:lstStyle/>
        <a:p>
          <a:endParaRPr lang="en-US"/>
        </a:p>
      </dgm:t>
    </dgm:pt>
    <dgm:pt modelId="{87FC136F-AFF1-4744-ACE9-C883FD76D320}">
      <dgm:prSet phldrT="[Text]"/>
      <dgm:spPr/>
      <dgm:t>
        <a:bodyPr/>
        <a:lstStyle/>
        <a:p>
          <a:r>
            <a:rPr lang="en-US" dirty="0" smtClean="0"/>
            <a:t>Project</a:t>
          </a:r>
          <a:endParaRPr lang="en-US" dirty="0"/>
        </a:p>
      </dgm:t>
    </dgm:pt>
    <dgm:pt modelId="{3810C112-9496-485A-ABD3-E2BEB8AA665E}" type="parTrans" cxnId="{E2A5C835-1EB2-49C2-97DC-1852826C4CDE}">
      <dgm:prSet/>
      <dgm:spPr/>
      <dgm:t>
        <a:bodyPr/>
        <a:lstStyle/>
        <a:p>
          <a:endParaRPr lang="en-US"/>
        </a:p>
      </dgm:t>
    </dgm:pt>
    <dgm:pt modelId="{7EC3379F-86B2-48C4-9CDE-436A9DE58C95}" type="sibTrans" cxnId="{E2A5C835-1EB2-49C2-97DC-1852826C4CDE}">
      <dgm:prSet/>
      <dgm:spPr/>
      <dgm:t>
        <a:bodyPr/>
        <a:lstStyle/>
        <a:p>
          <a:endParaRPr lang="en-US"/>
        </a:p>
      </dgm:t>
    </dgm:pt>
    <dgm:pt modelId="{C5DD5375-1A53-48B2-8CA8-1B3202BF0556}">
      <dgm:prSet phldrT="[Text]"/>
      <dgm:spPr/>
      <dgm:t>
        <a:bodyPr/>
        <a:lstStyle/>
        <a:p>
          <a:r>
            <a:rPr lang="en-US" dirty="0" smtClean="0"/>
            <a:t>Code File</a:t>
          </a:r>
          <a:endParaRPr lang="en-US" dirty="0"/>
        </a:p>
      </dgm:t>
    </dgm:pt>
    <dgm:pt modelId="{BA0108D3-C04A-4609-AE93-701247FB80CF}" type="parTrans" cxnId="{E810A87F-0032-4257-AEA3-851C63BBE468}">
      <dgm:prSet/>
      <dgm:spPr/>
      <dgm:t>
        <a:bodyPr/>
        <a:lstStyle/>
        <a:p>
          <a:endParaRPr lang="en-US"/>
        </a:p>
      </dgm:t>
    </dgm:pt>
    <dgm:pt modelId="{5AD71BE8-4BEB-49E9-B800-20AA006CD21D}" type="sibTrans" cxnId="{E810A87F-0032-4257-AEA3-851C63BBE468}">
      <dgm:prSet/>
      <dgm:spPr/>
      <dgm:t>
        <a:bodyPr/>
        <a:lstStyle/>
        <a:p>
          <a:endParaRPr lang="en-US"/>
        </a:p>
      </dgm:t>
    </dgm:pt>
    <dgm:pt modelId="{4F0A9515-861D-411A-8BEF-3DB3CB0715C3}">
      <dgm:prSet phldrT="[Text]"/>
      <dgm:spPr/>
      <dgm:t>
        <a:bodyPr/>
        <a:lstStyle/>
        <a:p>
          <a:r>
            <a:rPr lang="en-US" dirty="0" smtClean="0"/>
            <a:t>Code File</a:t>
          </a:r>
          <a:endParaRPr lang="en-US" dirty="0"/>
        </a:p>
      </dgm:t>
    </dgm:pt>
    <dgm:pt modelId="{44ADBA76-19A9-4103-8BD9-4B7D28377573}" type="parTrans" cxnId="{43852C4A-21E8-4164-ABF0-8057E9611CAD}">
      <dgm:prSet/>
      <dgm:spPr/>
      <dgm:t>
        <a:bodyPr/>
        <a:lstStyle/>
        <a:p>
          <a:endParaRPr lang="en-US"/>
        </a:p>
      </dgm:t>
    </dgm:pt>
    <dgm:pt modelId="{CA440FEB-0BF3-408E-848C-B19A09EAD7A9}" type="sibTrans" cxnId="{43852C4A-21E8-4164-ABF0-8057E9611CAD}">
      <dgm:prSet/>
      <dgm:spPr/>
      <dgm:t>
        <a:bodyPr/>
        <a:lstStyle/>
        <a:p>
          <a:endParaRPr lang="en-US"/>
        </a:p>
      </dgm:t>
    </dgm:pt>
    <dgm:pt modelId="{963B65CA-D8B6-4F44-AC3D-8CBD3B5273D3}">
      <dgm:prSet phldrT="[Text]"/>
      <dgm:spPr/>
      <dgm:t>
        <a:bodyPr/>
        <a:lstStyle/>
        <a:p>
          <a:r>
            <a:rPr lang="en-US" dirty="0" smtClean="0"/>
            <a:t>Project</a:t>
          </a:r>
          <a:endParaRPr lang="en-US" dirty="0"/>
        </a:p>
      </dgm:t>
    </dgm:pt>
    <dgm:pt modelId="{161275DF-17EE-4177-A3B9-C16C61ED9785}" type="parTrans" cxnId="{ED84C342-8EB2-4BEC-95FF-B9251C16A9E5}">
      <dgm:prSet/>
      <dgm:spPr/>
      <dgm:t>
        <a:bodyPr/>
        <a:lstStyle/>
        <a:p>
          <a:endParaRPr lang="en-US"/>
        </a:p>
      </dgm:t>
    </dgm:pt>
    <dgm:pt modelId="{AC99CF20-27D9-483C-B241-7AC824D264A5}" type="sibTrans" cxnId="{ED84C342-8EB2-4BEC-95FF-B9251C16A9E5}">
      <dgm:prSet/>
      <dgm:spPr/>
      <dgm:t>
        <a:bodyPr/>
        <a:lstStyle/>
        <a:p>
          <a:endParaRPr lang="en-US"/>
        </a:p>
      </dgm:t>
    </dgm:pt>
    <dgm:pt modelId="{FF5F7462-0387-4837-A29B-2B77CE4F9851}">
      <dgm:prSet phldrT="[Text]"/>
      <dgm:spPr/>
      <dgm:t>
        <a:bodyPr/>
        <a:lstStyle/>
        <a:p>
          <a:r>
            <a:rPr lang="en-US" dirty="0" smtClean="0"/>
            <a:t>Code File</a:t>
          </a:r>
          <a:endParaRPr lang="en-US" dirty="0"/>
        </a:p>
      </dgm:t>
    </dgm:pt>
    <dgm:pt modelId="{EA716678-AE2B-4BEC-8C4B-60D0949269E2}" type="parTrans" cxnId="{D4533CEE-58D9-4371-ABFC-F84DCE177128}">
      <dgm:prSet/>
      <dgm:spPr/>
      <dgm:t>
        <a:bodyPr/>
        <a:lstStyle/>
        <a:p>
          <a:endParaRPr lang="en-US"/>
        </a:p>
      </dgm:t>
    </dgm:pt>
    <dgm:pt modelId="{2A910F2B-40B7-423F-A027-D92F6B206F75}" type="sibTrans" cxnId="{D4533CEE-58D9-4371-ABFC-F84DCE177128}">
      <dgm:prSet/>
      <dgm:spPr/>
      <dgm:t>
        <a:bodyPr/>
        <a:lstStyle/>
        <a:p>
          <a:endParaRPr lang="en-US"/>
        </a:p>
      </dgm:t>
    </dgm:pt>
    <dgm:pt modelId="{516F9AB6-A3FE-4FF6-B5E3-95E3D727F0D9}">
      <dgm:prSet/>
      <dgm:spPr/>
      <dgm:t>
        <a:bodyPr/>
        <a:lstStyle/>
        <a:p>
          <a:r>
            <a:rPr lang="en-US" dirty="0" smtClean="0"/>
            <a:t>Class</a:t>
          </a:r>
          <a:endParaRPr lang="en-US" dirty="0"/>
        </a:p>
      </dgm:t>
    </dgm:pt>
    <dgm:pt modelId="{8816DB8B-31CE-4B99-BD07-B2FFCC5ACA30}" type="parTrans" cxnId="{EE9A6E39-187F-426C-B88E-541387E2BDAE}">
      <dgm:prSet/>
      <dgm:spPr/>
      <dgm:t>
        <a:bodyPr/>
        <a:lstStyle/>
        <a:p>
          <a:endParaRPr lang="en-US"/>
        </a:p>
      </dgm:t>
    </dgm:pt>
    <dgm:pt modelId="{4250C7BD-A09E-4490-9331-951A1B99A763}" type="sibTrans" cxnId="{EE9A6E39-187F-426C-B88E-541387E2BDAE}">
      <dgm:prSet/>
      <dgm:spPr/>
      <dgm:t>
        <a:bodyPr/>
        <a:lstStyle/>
        <a:p>
          <a:endParaRPr lang="en-US"/>
        </a:p>
      </dgm:t>
    </dgm:pt>
    <dgm:pt modelId="{49FE1DF1-73AC-4DAE-AAA7-1B8170EC9D3A}">
      <dgm:prSet/>
      <dgm:spPr/>
      <dgm:t>
        <a:bodyPr/>
        <a:lstStyle/>
        <a:p>
          <a:r>
            <a:rPr lang="en-US" dirty="0" smtClean="0"/>
            <a:t>Class</a:t>
          </a:r>
          <a:endParaRPr lang="en-US" dirty="0"/>
        </a:p>
      </dgm:t>
    </dgm:pt>
    <dgm:pt modelId="{40790788-DAA8-4440-89E4-E64922984D3E}" type="parTrans" cxnId="{8724ED02-FCCA-4B9C-8385-2B2720538664}">
      <dgm:prSet/>
      <dgm:spPr/>
      <dgm:t>
        <a:bodyPr/>
        <a:lstStyle/>
        <a:p>
          <a:endParaRPr lang="en-US"/>
        </a:p>
      </dgm:t>
    </dgm:pt>
    <dgm:pt modelId="{1DCA0342-848F-4470-A6BB-C11DF71C64C1}" type="sibTrans" cxnId="{8724ED02-FCCA-4B9C-8385-2B2720538664}">
      <dgm:prSet/>
      <dgm:spPr/>
      <dgm:t>
        <a:bodyPr/>
        <a:lstStyle/>
        <a:p>
          <a:endParaRPr lang="en-US"/>
        </a:p>
      </dgm:t>
    </dgm:pt>
    <dgm:pt modelId="{FF382AF0-AA5A-4E56-9CD5-D1F45E554627}">
      <dgm:prSet/>
      <dgm:spPr/>
      <dgm:t>
        <a:bodyPr/>
        <a:lstStyle/>
        <a:p>
          <a:r>
            <a:rPr lang="en-US" dirty="0" smtClean="0"/>
            <a:t>Class</a:t>
          </a:r>
          <a:endParaRPr lang="en-US" dirty="0"/>
        </a:p>
      </dgm:t>
    </dgm:pt>
    <dgm:pt modelId="{94FFC7AF-E030-4A0B-A08B-4B46D455CE83}" type="parTrans" cxnId="{D49EB387-EA54-4A6A-8F37-817584E9464B}">
      <dgm:prSet/>
      <dgm:spPr/>
    </dgm:pt>
    <dgm:pt modelId="{6B9A3FCB-5C00-4599-BDC4-F55679E49C6C}" type="sibTrans" cxnId="{D49EB387-EA54-4A6A-8F37-817584E9464B}">
      <dgm:prSet/>
      <dgm:spPr/>
    </dgm:pt>
    <dgm:pt modelId="{4CE9CFEB-DF56-4455-9528-49BFBCAD1331}">
      <dgm:prSet/>
      <dgm:spPr/>
      <dgm:t>
        <a:bodyPr/>
        <a:lstStyle/>
        <a:p>
          <a:r>
            <a:rPr lang="en-US" dirty="0" smtClean="0"/>
            <a:t>Class</a:t>
          </a:r>
          <a:endParaRPr lang="en-US" dirty="0"/>
        </a:p>
      </dgm:t>
    </dgm:pt>
    <dgm:pt modelId="{15E40467-4B15-481E-92EC-5D1D448838BC}" type="parTrans" cxnId="{9A2CF4F6-CF9F-40F1-AFA3-9F67DD2558C6}">
      <dgm:prSet/>
      <dgm:spPr/>
    </dgm:pt>
    <dgm:pt modelId="{944828DE-29C6-40ED-B827-F26DA405947C}" type="sibTrans" cxnId="{9A2CF4F6-CF9F-40F1-AFA3-9F67DD2558C6}">
      <dgm:prSet/>
      <dgm:spPr/>
    </dgm:pt>
    <dgm:pt modelId="{E9BF558C-714B-43B3-9D11-0014E4DAAB1B}" type="pres">
      <dgm:prSet presAssocID="{09C41CC2-804E-423D-927F-868738E786A9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n-US"/>
        </a:p>
      </dgm:t>
    </dgm:pt>
    <dgm:pt modelId="{A9B15FAC-F899-4B73-8B93-277D72FCBC00}" type="pres">
      <dgm:prSet presAssocID="{65FACD89-E385-4980-9036-47076726A764}" presName="hierRoot1" presStyleCnt="0"/>
      <dgm:spPr/>
    </dgm:pt>
    <dgm:pt modelId="{C4C91C40-47FD-4A80-BE0A-6329E6A331A5}" type="pres">
      <dgm:prSet presAssocID="{65FACD89-E385-4980-9036-47076726A764}" presName="composite" presStyleCnt="0"/>
      <dgm:spPr/>
    </dgm:pt>
    <dgm:pt modelId="{EC6E0665-28ED-4343-833E-733B0F2D19D2}" type="pres">
      <dgm:prSet presAssocID="{65FACD89-E385-4980-9036-47076726A764}" presName="background" presStyleLbl="node0" presStyleIdx="0" presStyleCnt="1"/>
      <dgm:spPr/>
    </dgm:pt>
    <dgm:pt modelId="{93ED2ECF-3693-4B76-9DC4-44F2EE35971E}" type="pres">
      <dgm:prSet presAssocID="{65FACD89-E385-4980-9036-47076726A764}" presName="text" presStyleLbl="fgAcc0" presStyleIdx="0" presStyleCnt="1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8A305F38-A457-4772-A359-22342403EF1D}" type="pres">
      <dgm:prSet presAssocID="{65FACD89-E385-4980-9036-47076726A764}" presName="hierChild2" presStyleCnt="0"/>
      <dgm:spPr/>
    </dgm:pt>
    <dgm:pt modelId="{D1BE70F8-99D8-4164-B117-5B39A3319865}" type="pres">
      <dgm:prSet presAssocID="{3810C112-9496-485A-ABD3-E2BEB8AA665E}" presName="Name10" presStyleLbl="parChTrans1D2" presStyleIdx="0" presStyleCnt="2"/>
      <dgm:spPr/>
      <dgm:t>
        <a:bodyPr/>
        <a:lstStyle/>
        <a:p>
          <a:endParaRPr lang="en-US"/>
        </a:p>
      </dgm:t>
    </dgm:pt>
    <dgm:pt modelId="{4BBD59FC-F9D9-4099-85F4-D710013C5632}" type="pres">
      <dgm:prSet presAssocID="{87FC136F-AFF1-4744-ACE9-C883FD76D320}" presName="hierRoot2" presStyleCnt="0"/>
      <dgm:spPr/>
    </dgm:pt>
    <dgm:pt modelId="{7D8E0646-72DA-4664-9E10-74AFDAD7DFD2}" type="pres">
      <dgm:prSet presAssocID="{87FC136F-AFF1-4744-ACE9-C883FD76D320}" presName="composite2" presStyleCnt="0"/>
      <dgm:spPr/>
    </dgm:pt>
    <dgm:pt modelId="{0D212704-DEFF-4DB1-A899-60E9296454E6}" type="pres">
      <dgm:prSet presAssocID="{87FC136F-AFF1-4744-ACE9-C883FD76D320}" presName="background2" presStyleLbl="node2" presStyleIdx="0" presStyleCnt="2"/>
      <dgm:spPr/>
    </dgm:pt>
    <dgm:pt modelId="{CD839FEA-A602-41D5-890A-56F1A13475FB}" type="pres">
      <dgm:prSet presAssocID="{87FC136F-AFF1-4744-ACE9-C883FD76D320}" presName="text2" presStyleLbl="fgAcc2" presStyleIdx="0" presStyleCnt="2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C2165244-F243-4A1F-8574-73420EEF0AD3}" type="pres">
      <dgm:prSet presAssocID="{87FC136F-AFF1-4744-ACE9-C883FD76D320}" presName="hierChild3" presStyleCnt="0"/>
      <dgm:spPr/>
    </dgm:pt>
    <dgm:pt modelId="{BD38B78F-7C48-499A-A30A-58A2A6C4C284}" type="pres">
      <dgm:prSet presAssocID="{BA0108D3-C04A-4609-AE93-701247FB80CF}" presName="Name17" presStyleLbl="parChTrans1D3" presStyleIdx="0" presStyleCnt="3"/>
      <dgm:spPr/>
      <dgm:t>
        <a:bodyPr/>
        <a:lstStyle/>
        <a:p>
          <a:endParaRPr lang="en-US"/>
        </a:p>
      </dgm:t>
    </dgm:pt>
    <dgm:pt modelId="{3B62E86A-A7D5-4815-9C7E-52EF139C4840}" type="pres">
      <dgm:prSet presAssocID="{C5DD5375-1A53-48B2-8CA8-1B3202BF0556}" presName="hierRoot3" presStyleCnt="0"/>
      <dgm:spPr/>
    </dgm:pt>
    <dgm:pt modelId="{89C07E75-5B0F-4814-B76C-1A96B90965A7}" type="pres">
      <dgm:prSet presAssocID="{C5DD5375-1A53-48B2-8CA8-1B3202BF0556}" presName="composite3" presStyleCnt="0"/>
      <dgm:spPr/>
    </dgm:pt>
    <dgm:pt modelId="{86F96D34-ACEE-4551-ADC2-4F944CB750B8}" type="pres">
      <dgm:prSet presAssocID="{C5DD5375-1A53-48B2-8CA8-1B3202BF0556}" presName="background3" presStyleLbl="node3" presStyleIdx="0" presStyleCnt="3"/>
      <dgm:spPr/>
    </dgm:pt>
    <dgm:pt modelId="{0781781D-08DC-42DA-94BD-246217DF3525}" type="pres">
      <dgm:prSet presAssocID="{C5DD5375-1A53-48B2-8CA8-1B3202BF0556}" presName="text3" presStyleLbl="fgAcc3" presStyleIdx="0" presStyleCnt="3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9C2A937F-2808-42D6-97EE-97D5EEA48CA3}" type="pres">
      <dgm:prSet presAssocID="{C5DD5375-1A53-48B2-8CA8-1B3202BF0556}" presName="hierChild4" presStyleCnt="0"/>
      <dgm:spPr/>
    </dgm:pt>
    <dgm:pt modelId="{653AD3A0-8BB0-4294-AD24-02BE373F597C}" type="pres">
      <dgm:prSet presAssocID="{44ADBA76-19A9-4103-8BD9-4B7D28377573}" presName="Name17" presStyleLbl="parChTrans1D3" presStyleIdx="1" presStyleCnt="3"/>
      <dgm:spPr/>
      <dgm:t>
        <a:bodyPr/>
        <a:lstStyle/>
        <a:p>
          <a:endParaRPr lang="en-US"/>
        </a:p>
      </dgm:t>
    </dgm:pt>
    <dgm:pt modelId="{9ECCD056-A0F1-4C14-A94C-A1ECD005BD2E}" type="pres">
      <dgm:prSet presAssocID="{4F0A9515-861D-411A-8BEF-3DB3CB0715C3}" presName="hierRoot3" presStyleCnt="0"/>
      <dgm:spPr/>
    </dgm:pt>
    <dgm:pt modelId="{A5CF106E-288F-4B1D-8240-4C2A467B0D06}" type="pres">
      <dgm:prSet presAssocID="{4F0A9515-861D-411A-8BEF-3DB3CB0715C3}" presName="composite3" presStyleCnt="0"/>
      <dgm:spPr/>
    </dgm:pt>
    <dgm:pt modelId="{4330A893-0CDD-4C45-ADEA-03580E7167D8}" type="pres">
      <dgm:prSet presAssocID="{4F0A9515-861D-411A-8BEF-3DB3CB0715C3}" presName="background3" presStyleLbl="node3" presStyleIdx="1" presStyleCnt="3"/>
      <dgm:spPr/>
    </dgm:pt>
    <dgm:pt modelId="{5DEE68F7-DA04-4867-BA4F-8AEDAD5FDD68}" type="pres">
      <dgm:prSet presAssocID="{4F0A9515-861D-411A-8BEF-3DB3CB0715C3}" presName="text3" presStyleLbl="fgAcc3" presStyleIdx="1" presStyleCnt="3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37965EBB-A914-40DA-94A9-47EEE08589A7}" type="pres">
      <dgm:prSet presAssocID="{4F0A9515-861D-411A-8BEF-3DB3CB0715C3}" presName="hierChild4" presStyleCnt="0"/>
      <dgm:spPr/>
    </dgm:pt>
    <dgm:pt modelId="{1AE9D4A5-F587-4268-AA3B-2CD839FD407C}" type="pres">
      <dgm:prSet presAssocID="{8816DB8B-31CE-4B99-BD07-B2FFCC5ACA30}" presName="Name23" presStyleLbl="parChTrans1D4" presStyleIdx="0" presStyleCnt="4"/>
      <dgm:spPr/>
      <dgm:t>
        <a:bodyPr/>
        <a:lstStyle/>
        <a:p>
          <a:endParaRPr lang="en-US"/>
        </a:p>
      </dgm:t>
    </dgm:pt>
    <dgm:pt modelId="{0CB94236-2F6D-480F-878E-FE26E530673E}" type="pres">
      <dgm:prSet presAssocID="{516F9AB6-A3FE-4FF6-B5E3-95E3D727F0D9}" presName="hierRoot4" presStyleCnt="0"/>
      <dgm:spPr/>
    </dgm:pt>
    <dgm:pt modelId="{983CD86B-5539-4DA5-AE58-0D5268CDB488}" type="pres">
      <dgm:prSet presAssocID="{516F9AB6-A3FE-4FF6-B5E3-95E3D727F0D9}" presName="composite4" presStyleCnt="0"/>
      <dgm:spPr/>
    </dgm:pt>
    <dgm:pt modelId="{6A377E50-920D-4E71-A28B-5A2FF3E6A75A}" type="pres">
      <dgm:prSet presAssocID="{516F9AB6-A3FE-4FF6-B5E3-95E3D727F0D9}" presName="background4" presStyleLbl="node4" presStyleIdx="0" presStyleCnt="4"/>
      <dgm:spPr/>
    </dgm:pt>
    <dgm:pt modelId="{E0B1085D-598A-4ABE-B3CB-5FDD8ACF2CB0}" type="pres">
      <dgm:prSet presAssocID="{516F9AB6-A3FE-4FF6-B5E3-95E3D727F0D9}" presName="text4" presStyleLbl="fgAcc4" presStyleIdx="0" presStyleCnt="4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85ABD789-5A1F-41DE-B661-1FB55528CA8D}" type="pres">
      <dgm:prSet presAssocID="{516F9AB6-A3FE-4FF6-B5E3-95E3D727F0D9}" presName="hierChild5" presStyleCnt="0"/>
      <dgm:spPr/>
    </dgm:pt>
    <dgm:pt modelId="{EF1E31B9-D66D-4AD6-BC8D-7482FF95E3DD}" type="pres">
      <dgm:prSet presAssocID="{40790788-DAA8-4440-89E4-E64922984D3E}" presName="Name23" presStyleLbl="parChTrans1D4" presStyleIdx="1" presStyleCnt="4"/>
      <dgm:spPr/>
      <dgm:t>
        <a:bodyPr/>
        <a:lstStyle/>
        <a:p>
          <a:endParaRPr lang="en-US"/>
        </a:p>
      </dgm:t>
    </dgm:pt>
    <dgm:pt modelId="{1F0B5E8F-1B1F-4EAD-BFD5-B9D909E91B7B}" type="pres">
      <dgm:prSet presAssocID="{49FE1DF1-73AC-4DAE-AAA7-1B8170EC9D3A}" presName="hierRoot4" presStyleCnt="0"/>
      <dgm:spPr/>
    </dgm:pt>
    <dgm:pt modelId="{FF090986-35B1-46C7-9F71-4641159A83FD}" type="pres">
      <dgm:prSet presAssocID="{49FE1DF1-73AC-4DAE-AAA7-1B8170EC9D3A}" presName="composite4" presStyleCnt="0"/>
      <dgm:spPr/>
    </dgm:pt>
    <dgm:pt modelId="{BE6DFB41-30A6-40D2-B4A0-C5994B5E2D0C}" type="pres">
      <dgm:prSet presAssocID="{49FE1DF1-73AC-4DAE-AAA7-1B8170EC9D3A}" presName="background4" presStyleLbl="node4" presStyleIdx="1" presStyleCnt="4"/>
      <dgm:spPr/>
    </dgm:pt>
    <dgm:pt modelId="{17185594-4646-4E0C-805A-D2C1E0C54AA0}" type="pres">
      <dgm:prSet presAssocID="{49FE1DF1-73AC-4DAE-AAA7-1B8170EC9D3A}" presName="text4" presStyleLbl="fgAcc4" presStyleIdx="1" presStyleCnt="4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B3600230-113E-4891-9116-132E159C4B5F}" type="pres">
      <dgm:prSet presAssocID="{49FE1DF1-73AC-4DAE-AAA7-1B8170EC9D3A}" presName="hierChild5" presStyleCnt="0"/>
      <dgm:spPr/>
    </dgm:pt>
    <dgm:pt modelId="{ED6A8923-1991-4B45-A56F-80969135A5BD}" type="pres">
      <dgm:prSet presAssocID="{161275DF-17EE-4177-A3B9-C16C61ED9785}" presName="Name10" presStyleLbl="parChTrans1D2" presStyleIdx="1" presStyleCnt="2"/>
      <dgm:spPr/>
      <dgm:t>
        <a:bodyPr/>
        <a:lstStyle/>
        <a:p>
          <a:endParaRPr lang="en-US"/>
        </a:p>
      </dgm:t>
    </dgm:pt>
    <dgm:pt modelId="{D1902FAC-1D59-4929-9403-4FC09CD4BCC3}" type="pres">
      <dgm:prSet presAssocID="{963B65CA-D8B6-4F44-AC3D-8CBD3B5273D3}" presName="hierRoot2" presStyleCnt="0"/>
      <dgm:spPr/>
    </dgm:pt>
    <dgm:pt modelId="{7721E4F9-B099-4402-8067-E79547CDEF7A}" type="pres">
      <dgm:prSet presAssocID="{963B65CA-D8B6-4F44-AC3D-8CBD3B5273D3}" presName="composite2" presStyleCnt="0"/>
      <dgm:spPr/>
    </dgm:pt>
    <dgm:pt modelId="{8C5103CE-0717-4BEA-B404-231C2B2EEF46}" type="pres">
      <dgm:prSet presAssocID="{963B65CA-D8B6-4F44-AC3D-8CBD3B5273D3}" presName="background2" presStyleLbl="node2" presStyleIdx="1" presStyleCnt="2"/>
      <dgm:spPr/>
    </dgm:pt>
    <dgm:pt modelId="{19FE1F03-FCF8-4957-AAD9-A65311BA819F}" type="pres">
      <dgm:prSet presAssocID="{963B65CA-D8B6-4F44-AC3D-8CBD3B5273D3}" presName="text2" presStyleLbl="fgAcc2" presStyleIdx="1" presStyleCnt="2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042C43E1-45E4-454B-B532-8691C35A18D9}" type="pres">
      <dgm:prSet presAssocID="{963B65CA-D8B6-4F44-AC3D-8CBD3B5273D3}" presName="hierChild3" presStyleCnt="0"/>
      <dgm:spPr/>
    </dgm:pt>
    <dgm:pt modelId="{B4AEAB08-4FBF-4FFD-A1FB-D03C0511AAA2}" type="pres">
      <dgm:prSet presAssocID="{EA716678-AE2B-4BEC-8C4B-60D0949269E2}" presName="Name17" presStyleLbl="parChTrans1D3" presStyleIdx="2" presStyleCnt="3"/>
      <dgm:spPr/>
      <dgm:t>
        <a:bodyPr/>
        <a:lstStyle/>
        <a:p>
          <a:endParaRPr lang="en-US"/>
        </a:p>
      </dgm:t>
    </dgm:pt>
    <dgm:pt modelId="{295DB662-B0EE-4D87-937A-F23A7AE6B1E7}" type="pres">
      <dgm:prSet presAssocID="{FF5F7462-0387-4837-A29B-2B77CE4F9851}" presName="hierRoot3" presStyleCnt="0"/>
      <dgm:spPr/>
    </dgm:pt>
    <dgm:pt modelId="{59D1A2AF-E015-4A5A-9E95-7DFBDC7591AC}" type="pres">
      <dgm:prSet presAssocID="{FF5F7462-0387-4837-A29B-2B77CE4F9851}" presName="composite3" presStyleCnt="0"/>
      <dgm:spPr/>
    </dgm:pt>
    <dgm:pt modelId="{D7A660C1-5501-45A3-B66E-E4C161397B7E}" type="pres">
      <dgm:prSet presAssocID="{FF5F7462-0387-4837-A29B-2B77CE4F9851}" presName="background3" presStyleLbl="node3" presStyleIdx="2" presStyleCnt="3"/>
      <dgm:spPr/>
    </dgm:pt>
    <dgm:pt modelId="{50A8D3F6-271E-4FD6-AED9-06C9D4ECAE78}" type="pres">
      <dgm:prSet presAssocID="{FF5F7462-0387-4837-A29B-2B77CE4F9851}" presName="text3" presStyleLbl="fgAcc3" presStyleIdx="2" presStyleCnt="3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FA273736-8BDD-4A08-AE79-6657B8F266B1}" type="pres">
      <dgm:prSet presAssocID="{FF5F7462-0387-4837-A29B-2B77CE4F9851}" presName="hierChild4" presStyleCnt="0"/>
      <dgm:spPr/>
    </dgm:pt>
    <dgm:pt modelId="{E42FECA2-656E-4ED7-8BA2-92878007AA6D}" type="pres">
      <dgm:prSet presAssocID="{94FFC7AF-E030-4A0B-A08B-4B46D455CE83}" presName="Name23" presStyleLbl="parChTrans1D4" presStyleIdx="2" presStyleCnt="4"/>
      <dgm:spPr/>
    </dgm:pt>
    <dgm:pt modelId="{625B85ED-71EA-475A-AE79-9C9477E01D3E}" type="pres">
      <dgm:prSet presAssocID="{FF382AF0-AA5A-4E56-9CD5-D1F45E554627}" presName="hierRoot4" presStyleCnt="0"/>
      <dgm:spPr/>
    </dgm:pt>
    <dgm:pt modelId="{1D3820A0-07C6-4705-A4AD-6E682878D525}" type="pres">
      <dgm:prSet presAssocID="{FF382AF0-AA5A-4E56-9CD5-D1F45E554627}" presName="composite4" presStyleCnt="0"/>
      <dgm:spPr/>
    </dgm:pt>
    <dgm:pt modelId="{59711DD6-B104-4529-B036-DBB11B64324B}" type="pres">
      <dgm:prSet presAssocID="{FF382AF0-AA5A-4E56-9CD5-D1F45E554627}" presName="background4" presStyleLbl="node4" presStyleIdx="2" presStyleCnt="4"/>
      <dgm:spPr/>
    </dgm:pt>
    <dgm:pt modelId="{C0C3FDE9-266E-4CE8-A4A9-158005B874CD}" type="pres">
      <dgm:prSet presAssocID="{FF382AF0-AA5A-4E56-9CD5-D1F45E554627}" presName="text4" presStyleLbl="fgAcc4" presStyleIdx="2" presStyleCnt="4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64E2E472-BDEC-48A3-9466-25F9FF52DFD1}" type="pres">
      <dgm:prSet presAssocID="{FF382AF0-AA5A-4E56-9CD5-D1F45E554627}" presName="hierChild5" presStyleCnt="0"/>
      <dgm:spPr/>
    </dgm:pt>
    <dgm:pt modelId="{C43370A4-CE95-48F0-BC65-818C8C07DFDC}" type="pres">
      <dgm:prSet presAssocID="{15E40467-4B15-481E-92EC-5D1D448838BC}" presName="Name23" presStyleLbl="parChTrans1D4" presStyleIdx="3" presStyleCnt="4"/>
      <dgm:spPr/>
    </dgm:pt>
    <dgm:pt modelId="{518A12B9-BA52-4D9C-B0C4-84EA7C11497F}" type="pres">
      <dgm:prSet presAssocID="{4CE9CFEB-DF56-4455-9528-49BFBCAD1331}" presName="hierRoot4" presStyleCnt="0"/>
      <dgm:spPr/>
    </dgm:pt>
    <dgm:pt modelId="{997C31B4-0343-48B1-84EE-B2BB357450B8}" type="pres">
      <dgm:prSet presAssocID="{4CE9CFEB-DF56-4455-9528-49BFBCAD1331}" presName="composite4" presStyleCnt="0"/>
      <dgm:spPr/>
    </dgm:pt>
    <dgm:pt modelId="{89DECC99-1886-417D-A95A-9A421CACC16A}" type="pres">
      <dgm:prSet presAssocID="{4CE9CFEB-DF56-4455-9528-49BFBCAD1331}" presName="background4" presStyleLbl="node4" presStyleIdx="3" presStyleCnt="4"/>
      <dgm:spPr/>
    </dgm:pt>
    <dgm:pt modelId="{ED6B1F5D-1BF1-44F7-A9B0-BFD694A1787E}" type="pres">
      <dgm:prSet presAssocID="{4CE9CFEB-DF56-4455-9528-49BFBCAD1331}" presName="text4" presStyleLbl="fgAcc4" presStyleIdx="3" presStyleCnt="4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4DA84C7D-C391-4732-8856-582AA89CF956}" type="pres">
      <dgm:prSet presAssocID="{4CE9CFEB-DF56-4455-9528-49BFBCAD1331}" presName="hierChild5" presStyleCnt="0"/>
      <dgm:spPr/>
    </dgm:pt>
  </dgm:ptLst>
  <dgm:cxnLst>
    <dgm:cxn modelId="{572F710B-E2DC-40F0-8EA4-7C22885DC9F7}" type="presOf" srcId="{40790788-DAA8-4440-89E4-E64922984D3E}" destId="{EF1E31B9-D66D-4AD6-BC8D-7482FF95E3DD}" srcOrd="0" destOrd="0" presId="urn:microsoft.com/office/officeart/2005/8/layout/hierarchy1"/>
    <dgm:cxn modelId="{8B2B5567-295C-403F-8B86-35C8BD2B5596}" type="presOf" srcId="{EA716678-AE2B-4BEC-8C4B-60D0949269E2}" destId="{B4AEAB08-4FBF-4FFD-A1FB-D03C0511AAA2}" srcOrd="0" destOrd="0" presId="urn:microsoft.com/office/officeart/2005/8/layout/hierarchy1"/>
    <dgm:cxn modelId="{D0AF6DEC-0293-4482-A51D-A4AC5B73AEA2}" type="presOf" srcId="{161275DF-17EE-4177-A3B9-C16C61ED9785}" destId="{ED6A8923-1991-4B45-A56F-80969135A5BD}" srcOrd="0" destOrd="0" presId="urn:microsoft.com/office/officeart/2005/8/layout/hierarchy1"/>
    <dgm:cxn modelId="{EC9461F1-73F3-454A-ADE5-74FC8DB85DA6}" type="presOf" srcId="{8816DB8B-31CE-4B99-BD07-B2FFCC5ACA30}" destId="{1AE9D4A5-F587-4268-AA3B-2CD839FD407C}" srcOrd="0" destOrd="0" presId="urn:microsoft.com/office/officeart/2005/8/layout/hierarchy1"/>
    <dgm:cxn modelId="{6C6E4F98-5193-4B2B-BB05-E8CA23EDB0AF}" type="presOf" srcId="{65FACD89-E385-4980-9036-47076726A764}" destId="{93ED2ECF-3693-4B76-9DC4-44F2EE35971E}" srcOrd="0" destOrd="0" presId="urn:microsoft.com/office/officeart/2005/8/layout/hierarchy1"/>
    <dgm:cxn modelId="{304C6640-47DB-44D7-A8AA-DD19FA17359D}" srcId="{09C41CC2-804E-423D-927F-868738E786A9}" destId="{65FACD89-E385-4980-9036-47076726A764}" srcOrd="0" destOrd="0" parTransId="{44394AFF-7346-480D-A003-B148F6887ED0}" sibTransId="{2F1E8F3F-C256-457F-9D92-45BE3562BC4C}"/>
    <dgm:cxn modelId="{B0A00EE9-C08F-47AB-832C-077831E9D03C}" type="presOf" srcId="{15E40467-4B15-481E-92EC-5D1D448838BC}" destId="{C43370A4-CE95-48F0-BC65-818C8C07DFDC}" srcOrd="0" destOrd="0" presId="urn:microsoft.com/office/officeart/2005/8/layout/hierarchy1"/>
    <dgm:cxn modelId="{2FC9E5B9-D069-40AF-A66D-24B2D8388A15}" type="presOf" srcId="{C5DD5375-1A53-48B2-8CA8-1B3202BF0556}" destId="{0781781D-08DC-42DA-94BD-246217DF3525}" srcOrd="0" destOrd="0" presId="urn:microsoft.com/office/officeart/2005/8/layout/hierarchy1"/>
    <dgm:cxn modelId="{65A6AADA-1231-4BE2-AE14-E7AA77768F3D}" type="presOf" srcId="{963B65CA-D8B6-4F44-AC3D-8CBD3B5273D3}" destId="{19FE1F03-FCF8-4957-AAD9-A65311BA819F}" srcOrd="0" destOrd="0" presId="urn:microsoft.com/office/officeart/2005/8/layout/hierarchy1"/>
    <dgm:cxn modelId="{C67A199E-0050-4791-BD9B-18227C4E83FA}" type="presOf" srcId="{FF5F7462-0387-4837-A29B-2B77CE4F9851}" destId="{50A8D3F6-271E-4FD6-AED9-06C9D4ECAE78}" srcOrd="0" destOrd="0" presId="urn:microsoft.com/office/officeart/2005/8/layout/hierarchy1"/>
    <dgm:cxn modelId="{EE9A6E39-187F-426C-B88E-541387E2BDAE}" srcId="{4F0A9515-861D-411A-8BEF-3DB3CB0715C3}" destId="{516F9AB6-A3FE-4FF6-B5E3-95E3D727F0D9}" srcOrd="0" destOrd="0" parTransId="{8816DB8B-31CE-4B99-BD07-B2FFCC5ACA30}" sibTransId="{4250C7BD-A09E-4490-9331-951A1B99A763}"/>
    <dgm:cxn modelId="{E810A87F-0032-4257-AEA3-851C63BBE468}" srcId="{87FC136F-AFF1-4744-ACE9-C883FD76D320}" destId="{C5DD5375-1A53-48B2-8CA8-1B3202BF0556}" srcOrd="0" destOrd="0" parTransId="{BA0108D3-C04A-4609-AE93-701247FB80CF}" sibTransId="{5AD71BE8-4BEB-49E9-B800-20AA006CD21D}"/>
    <dgm:cxn modelId="{9BC85AA1-8CF6-4BBF-996B-14C0F24FF387}" type="presOf" srcId="{BA0108D3-C04A-4609-AE93-701247FB80CF}" destId="{BD38B78F-7C48-499A-A30A-58A2A6C4C284}" srcOrd="0" destOrd="0" presId="urn:microsoft.com/office/officeart/2005/8/layout/hierarchy1"/>
    <dgm:cxn modelId="{2AA8BADC-5BEE-43B2-828A-090D8F6AEA5B}" type="presOf" srcId="{4CE9CFEB-DF56-4455-9528-49BFBCAD1331}" destId="{ED6B1F5D-1BF1-44F7-A9B0-BFD694A1787E}" srcOrd="0" destOrd="0" presId="urn:microsoft.com/office/officeart/2005/8/layout/hierarchy1"/>
    <dgm:cxn modelId="{C3EBCFE2-FA3B-470E-A087-3C46DDEA4743}" type="presOf" srcId="{44ADBA76-19A9-4103-8BD9-4B7D28377573}" destId="{653AD3A0-8BB0-4294-AD24-02BE373F597C}" srcOrd="0" destOrd="0" presId="urn:microsoft.com/office/officeart/2005/8/layout/hierarchy1"/>
    <dgm:cxn modelId="{0463FF22-862E-4D3D-9266-C114B99CB903}" type="presOf" srcId="{09C41CC2-804E-423D-927F-868738E786A9}" destId="{E9BF558C-714B-43B3-9D11-0014E4DAAB1B}" srcOrd="0" destOrd="0" presId="urn:microsoft.com/office/officeart/2005/8/layout/hierarchy1"/>
    <dgm:cxn modelId="{9A2CF4F6-CF9F-40F1-AFA3-9F67DD2558C6}" srcId="{FF5F7462-0387-4837-A29B-2B77CE4F9851}" destId="{4CE9CFEB-DF56-4455-9528-49BFBCAD1331}" srcOrd="1" destOrd="0" parTransId="{15E40467-4B15-481E-92EC-5D1D448838BC}" sibTransId="{944828DE-29C6-40ED-B827-F26DA405947C}"/>
    <dgm:cxn modelId="{E637E86C-60CD-45B5-8042-E93A40C59E62}" type="presOf" srcId="{516F9AB6-A3FE-4FF6-B5E3-95E3D727F0D9}" destId="{E0B1085D-598A-4ABE-B3CB-5FDD8ACF2CB0}" srcOrd="0" destOrd="0" presId="urn:microsoft.com/office/officeart/2005/8/layout/hierarchy1"/>
    <dgm:cxn modelId="{6C79BAB5-39A6-4E47-BD44-26E62753414C}" type="presOf" srcId="{FF382AF0-AA5A-4E56-9CD5-D1F45E554627}" destId="{C0C3FDE9-266E-4CE8-A4A9-158005B874CD}" srcOrd="0" destOrd="0" presId="urn:microsoft.com/office/officeart/2005/8/layout/hierarchy1"/>
    <dgm:cxn modelId="{AE3483CC-256B-4425-A1B4-3BD3232E3D57}" type="presOf" srcId="{49FE1DF1-73AC-4DAE-AAA7-1B8170EC9D3A}" destId="{17185594-4646-4E0C-805A-D2C1E0C54AA0}" srcOrd="0" destOrd="0" presId="urn:microsoft.com/office/officeart/2005/8/layout/hierarchy1"/>
    <dgm:cxn modelId="{8724ED02-FCCA-4B9C-8385-2B2720538664}" srcId="{4F0A9515-861D-411A-8BEF-3DB3CB0715C3}" destId="{49FE1DF1-73AC-4DAE-AAA7-1B8170EC9D3A}" srcOrd="1" destOrd="0" parTransId="{40790788-DAA8-4440-89E4-E64922984D3E}" sibTransId="{1DCA0342-848F-4470-A6BB-C11DF71C64C1}"/>
    <dgm:cxn modelId="{F8D25681-5BE4-42D8-8AFB-385354D4B317}" type="presOf" srcId="{87FC136F-AFF1-4744-ACE9-C883FD76D320}" destId="{CD839FEA-A602-41D5-890A-56F1A13475FB}" srcOrd="0" destOrd="0" presId="urn:microsoft.com/office/officeart/2005/8/layout/hierarchy1"/>
    <dgm:cxn modelId="{D4533CEE-58D9-4371-ABFC-F84DCE177128}" srcId="{963B65CA-D8B6-4F44-AC3D-8CBD3B5273D3}" destId="{FF5F7462-0387-4837-A29B-2B77CE4F9851}" srcOrd="0" destOrd="0" parTransId="{EA716678-AE2B-4BEC-8C4B-60D0949269E2}" sibTransId="{2A910F2B-40B7-423F-A027-D92F6B206F75}"/>
    <dgm:cxn modelId="{E2A5C835-1EB2-49C2-97DC-1852826C4CDE}" srcId="{65FACD89-E385-4980-9036-47076726A764}" destId="{87FC136F-AFF1-4744-ACE9-C883FD76D320}" srcOrd="0" destOrd="0" parTransId="{3810C112-9496-485A-ABD3-E2BEB8AA665E}" sibTransId="{7EC3379F-86B2-48C4-9CDE-436A9DE58C95}"/>
    <dgm:cxn modelId="{43852C4A-21E8-4164-ABF0-8057E9611CAD}" srcId="{87FC136F-AFF1-4744-ACE9-C883FD76D320}" destId="{4F0A9515-861D-411A-8BEF-3DB3CB0715C3}" srcOrd="1" destOrd="0" parTransId="{44ADBA76-19A9-4103-8BD9-4B7D28377573}" sibTransId="{CA440FEB-0BF3-408E-848C-B19A09EAD7A9}"/>
    <dgm:cxn modelId="{6C019384-10D2-4AFA-9A51-023744F2BEB1}" type="presOf" srcId="{94FFC7AF-E030-4A0B-A08B-4B46D455CE83}" destId="{E42FECA2-656E-4ED7-8BA2-92878007AA6D}" srcOrd="0" destOrd="0" presId="urn:microsoft.com/office/officeart/2005/8/layout/hierarchy1"/>
    <dgm:cxn modelId="{0F322ED3-0142-4657-985A-D63E56482634}" type="presOf" srcId="{4F0A9515-861D-411A-8BEF-3DB3CB0715C3}" destId="{5DEE68F7-DA04-4867-BA4F-8AEDAD5FDD68}" srcOrd="0" destOrd="0" presId="urn:microsoft.com/office/officeart/2005/8/layout/hierarchy1"/>
    <dgm:cxn modelId="{378A5157-724B-4281-ADC4-BFA83A8E2A48}" type="presOf" srcId="{3810C112-9496-485A-ABD3-E2BEB8AA665E}" destId="{D1BE70F8-99D8-4164-B117-5B39A3319865}" srcOrd="0" destOrd="0" presId="urn:microsoft.com/office/officeart/2005/8/layout/hierarchy1"/>
    <dgm:cxn modelId="{ED84C342-8EB2-4BEC-95FF-B9251C16A9E5}" srcId="{65FACD89-E385-4980-9036-47076726A764}" destId="{963B65CA-D8B6-4F44-AC3D-8CBD3B5273D3}" srcOrd="1" destOrd="0" parTransId="{161275DF-17EE-4177-A3B9-C16C61ED9785}" sibTransId="{AC99CF20-27D9-483C-B241-7AC824D264A5}"/>
    <dgm:cxn modelId="{D49EB387-EA54-4A6A-8F37-817584E9464B}" srcId="{FF5F7462-0387-4837-A29B-2B77CE4F9851}" destId="{FF382AF0-AA5A-4E56-9CD5-D1F45E554627}" srcOrd="0" destOrd="0" parTransId="{94FFC7AF-E030-4A0B-A08B-4B46D455CE83}" sibTransId="{6B9A3FCB-5C00-4599-BDC4-F55679E49C6C}"/>
    <dgm:cxn modelId="{F0EE208C-0CA5-4253-9D91-C284B6964D27}" type="presParOf" srcId="{E9BF558C-714B-43B3-9D11-0014E4DAAB1B}" destId="{A9B15FAC-F899-4B73-8B93-277D72FCBC00}" srcOrd="0" destOrd="0" presId="urn:microsoft.com/office/officeart/2005/8/layout/hierarchy1"/>
    <dgm:cxn modelId="{93D261E5-BE4E-47AB-830F-39FA97C62F7B}" type="presParOf" srcId="{A9B15FAC-F899-4B73-8B93-277D72FCBC00}" destId="{C4C91C40-47FD-4A80-BE0A-6329E6A331A5}" srcOrd="0" destOrd="0" presId="urn:microsoft.com/office/officeart/2005/8/layout/hierarchy1"/>
    <dgm:cxn modelId="{0FF0C108-A5EB-4558-A447-CDF7B794340F}" type="presParOf" srcId="{C4C91C40-47FD-4A80-BE0A-6329E6A331A5}" destId="{EC6E0665-28ED-4343-833E-733B0F2D19D2}" srcOrd="0" destOrd="0" presId="urn:microsoft.com/office/officeart/2005/8/layout/hierarchy1"/>
    <dgm:cxn modelId="{9EA9297D-5017-439C-B9FA-9E819AEE2727}" type="presParOf" srcId="{C4C91C40-47FD-4A80-BE0A-6329E6A331A5}" destId="{93ED2ECF-3693-4B76-9DC4-44F2EE35971E}" srcOrd="1" destOrd="0" presId="urn:microsoft.com/office/officeart/2005/8/layout/hierarchy1"/>
    <dgm:cxn modelId="{0241CD25-E34E-43AC-9048-23831CF4F4E7}" type="presParOf" srcId="{A9B15FAC-F899-4B73-8B93-277D72FCBC00}" destId="{8A305F38-A457-4772-A359-22342403EF1D}" srcOrd="1" destOrd="0" presId="urn:microsoft.com/office/officeart/2005/8/layout/hierarchy1"/>
    <dgm:cxn modelId="{5B8EC2EA-1A99-432D-84CD-B41D79C20ABC}" type="presParOf" srcId="{8A305F38-A457-4772-A359-22342403EF1D}" destId="{D1BE70F8-99D8-4164-B117-5B39A3319865}" srcOrd="0" destOrd="0" presId="urn:microsoft.com/office/officeart/2005/8/layout/hierarchy1"/>
    <dgm:cxn modelId="{0D2F34FB-6E83-4F7C-AAE5-3CFEBD91525E}" type="presParOf" srcId="{8A305F38-A457-4772-A359-22342403EF1D}" destId="{4BBD59FC-F9D9-4099-85F4-D710013C5632}" srcOrd="1" destOrd="0" presId="urn:microsoft.com/office/officeart/2005/8/layout/hierarchy1"/>
    <dgm:cxn modelId="{929E037E-1ED5-4FC9-ADB2-988DC3CE6773}" type="presParOf" srcId="{4BBD59FC-F9D9-4099-85F4-D710013C5632}" destId="{7D8E0646-72DA-4664-9E10-74AFDAD7DFD2}" srcOrd="0" destOrd="0" presId="urn:microsoft.com/office/officeart/2005/8/layout/hierarchy1"/>
    <dgm:cxn modelId="{514723CD-88F0-4298-B910-C23909B0DF6E}" type="presParOf" srcId="{7D8E0646-72DA-4664-9E10-74AFDAD7DFD2}" destId="{0D212704-DEFF-4DB1-A899-60E9296454E6}" srcOrd="0" destOrd="0" presId="urn:microsoft.com/office/officeart/2005/8/layout/hierarchy1"/>
    <dgm:cxn modelId="{285E4261-E7DF-4386-8BB5-6E6E17437CC4}" type="presParOf" srcId="{7D8E0646-72DA-4664-9E10-74AFDAD7DFD2}" destId="{CD839FEA-A602-41D5-890A-56F1A13475FB}" srcOrd="1" destOrd="0" presId="urn:microsoft.com/office/officeart/2005/8/layout/hierarchy1"/>
    <dgm:cxn modelId="{7CDAA142-167F-433C-8DF0-7E99C0D591D4}" type="presParOf" srcId="{4BBD59FC-F9D9-4099-85F4-D710013C5632}" destId="{C2165244-F243-4A1F-8574-73420EEF0AD3}" srcOrd="1" destOrd="0" presId="urn:microsoft.com/office/officeart/2005/8/layout/hierarchy1"/>
    <dgm:cxn modelId="{7A9F038C-F56A-4A96-9486-49FB867805BA}" type="presParOf" srcId="{C2165244-F243-4A1F-8574-73420EEF0AD3}" destId="{BD38B78F-7C48-499A-A30A-58A2A6C4C284}" srcOrd="0" destOrd="0" presId="urn:microsoft.com/office/officeart/2005/8/layout/hierarchy1"/>
    <dgm:cxn modelId="{4740F5A3-7AD8-4B97-8EA9-C686F34AD977}" type="presParOf" srcId="{C2165244-F243-4A1F-8574-73420EEF0AD3}" destId="{3B62E86A-A7D5-4815-9C7E-52EF139C4840}" srcOrd="1" destOrd="0" presId="urn:microsoft.com/office/officeart/2005/8/layout/hierarchy1"/>
    <dgm:cxn modelId="{B4F67336-1433-479D-9AB3-F3C34619089F}" type="presParOf" srcId="{3B62E86A-A7D5-4815-9C7E-52EF139C4840}" destId="{89C07E75-5B0F-4814-B76C-1A96B90965A7}" srcOrd="0" destOrd="0" presId="urn:microsoft.com/office/officeart/2005/8/layout/hierarchy1"/>
    <dgm:cxn modelId="{EF053C32-5173-4651-892B-6E2EC1BBDBCD}" type="presParOf" srcId="{89C07E75-5B0F-4814-B76C-1A96B90965A7}" destId="{86F96D34-ACEE-4551-ADC2-4F944CB750B8}" srcOrd="0" destOrd="0" presId="urn:microsoft.com/office/officeart/2005/8/layout/hierarchy1"/>
    <dgm:cxn modelId="{4F4848C5-8022-4D7A-BEA3-E150FCFF57E0}" type="presParOf" srcId="{89C07E75-5B0F-4814-B76C-1A96B90965A7}" destId="{0781781D-08DC-42DA-94BD-246217DF3525}" srcOrd="1" destOrd="0" presId="urn:microsoft.com/office/officeart/2005/8/layout/hierarchy1"/>
    <dgm:cxn modelId="{860A45F2-2ECE-4AE1-A90B-D4173228B993}" type="presParOf" srcId="{3B62E86A-A7D5-4815-9C7E-52EF139C4840}" destId="{9C2A937F-2808-42D6-97EE-97D5EEA48CA3}" srcOrd="1" destOrd="0" presId="urn:microsoft.com/office/officeart/2005/8/layout/hierarchy1"/>
    <dgm:cxn modelId="{1A035C70-6190-4FB8-94C5-AB47775E78E9}" type="presParOf" srcId="{C2165244-F243-4A1F-8574-73420EEF0AD3}" destId="{653AD3A0-8BB0-4294-AD24-02BE373F597C}" srcOrd="2" destOrd="0" presId="urn:microsoft.com/office/officeart/2005/8/layout/hierarchy1"/>
    <dgm:cxn modelId="{58B483CC-E5F6-4E39-B692-D97B49E415FC}" type="presParOf" srcId="{C2165244-F243-4A1F-8574-73420EEF0AD3}" destId="{9ECCD056-A0F1-4C14-A94C-A1ECD005BD2E}" srcOrd="3" destOrd="0" presId="urn:microsoft.com/office/officeart/2005/8/layout/hierarchy1"/>
    <dgm:cxn modelId="{B6D3D1FD-80EA-432F-91FE-F349D0B4B0B8}" type="presParOf" srcId="{9ECCD056-A0F1-4C14-A94C-A1ECD005BD2E}" destId="{A5CF106E-288F-4B1D-8240-4C2A467B0D06}" srcOrd="0" destOrd="0" presId="urn:microsoft.com/office/officeart/2005/8/layout/hierarchy1"/>
    <dgm:cxn modelId="{3E2C5F43-AA9F-412C-B5B9-E7E668278AE7}" type="presParOf" srcId="{A5CF106E-288F-4B1D-8240-4C2A467B0D06}" destId="{4330A893-0CDD-4C45-ADEA-03580E7167D8}" srcOrd="0" destOrd="0" presId="urn:microsoft.com/office/officeart/2005/8/layout/hierarchy1"/>
    <dgm:cxn modelId="{890208BC-9E88-4058-8460-ADE46EA8B9F7}" type="presParOf" srcId="{A5CF106E-288F-4B1D-8240-4C2A467B0D06}" destId="{5DEE68F7-DA04-4867-BA4F-8AEDAD5FDD68}" srcOrd="1" destOrd="0" presId="urn:microsoft.com/office/officeart/2005/8/layout/hierarchy1"/>
    <dgm:cxn modelId="{0592178A-00D4-42CC-A87F-E9DB946DA0A9}" type="presParOf" srcId="{9ECCD056-A0F1-4C14-A94C-A1ECD005BD2E}" destId="{37965EBB-A914-40DA-94A9-47EEE08589A7}" srcOrd="1" destOrd="0" presId="urn:microsoft.com/office/officeart/2005/8/layout/hierarchy1"/>
    <dgm:cxn modelId="{AA255AA3-09F3-46A0-9FC7-F3A3E4AED492}" type="presParOf" srcId="{37965EBB-A914-40DA-94A9-47EEE08589A7}" destId="{1AE9D4A5-F587-4268-AA3B-2CD839FD407C}" srcOrd="0" destOrd="0" presId="urn:microsoft.com/office/officeart/2005/8/layout/hierarchy1"/>
    <dgm:cxn modelId="{F8DCEE69-2549-4B0A-B505-00020BB3D61E}" type="presParOf" srcId="{37965EBB-A914-40DA-94A9-47EEE08589A7}" destId="{0CB94236-2F6D-480F-878E-FE26E530673E}" srcOrd="1" destOrd="0" presId="urn:microsoft.com/office/officeart/2005/8/layout/hierarchy1"/>
    <dgm:cxn modelId="{9AA7A5CC-D035-4226-B641-D62AC02CC09D}" type="presParOf" srcId="{0CB94236-2F6D-480F-878E-FE26E530673E}" destId="{983CD86B-5539-4DA5-AE58-0D5268CDB488}" srcOrd="0" destOrd="0" presId="urn:microsoft.com/office/officeart/2005/8/layout/hierarchy1"/>
    <dgm:cxn modelId="{5021FE4D-89B8-4E13-96E7-DE9CDE9F49DA}" type="presParOf" srcId="{983CD86B-5539-4DA5-AE58-0D5268CDB488}" destId="{6A377E50-920D-4E71-A28B-5A2FF3E6A75A}" srcOrd="0" destOrd="0" presId="urn:microsoft.com/office/officeart/2005/8/layout/hierarchy1"/>
    <dgm:cxn modelId="{ECB1DE9E-5265-4ACB-9213-AC6989ADB692}" type="presParOf" srcId="{983CD86B-5539-4DA5-AE58-0D5268CDB488}" destId="{E0B1085D-598A-4ABE-B3CB-5FDD8ACF2CB0}" srcOrd="1" destOrd="0" presId="urn:microsoft.com/office/officeart/2005/8/layout/hierarchy1"/>
    <dgm:cxn modelId="{10B3F855-6BAC-44F1-9630-AC50B5EAB263}" type="presParOf" srcId="{0CB94236-2F6D-480F-878E-FE26E530673E}" destId="{85ABD789-5A1F-41DE-B661-1FB55528CA8D}" srcOrd="1" destOrd="0" presId="urn:microsoft.com/office/officeart/2005/8/layout/hierarchy1"/>
    <dgm:cxn modelId="{03975FE5-80B3-4A71-8205-3A51791356DB}" type="presParOf" srcId="{37965EBB-A914-40DA-94A9-47EEE08589A7}" destId="{EF1E31B9-D66D-4AD6-BC8D-7482FF95E3DD}" srcOrd="2" destOrd="0" presId="urn:microsoft.com/office/officeart/2005/8/layout/hierarchy1"/>
    <dgm:cxn modelId="{4CD0C9AA-254B-4146-B377-298CEBEC7FF7}" type="presParOf" srcId="{37965EBB-A914-40DA-94A9-47EEE08589A7}" destId="{1F0B5E8F-1B1F-4EAD-BFD5-B9D909E91B7B}" srcOrd="3" destOrd="0" presId="urn:microsoft.com/office/officeart/2005/8/layout/hierarchy1"/>
    <dgm:cxn modelId="{F6AA109F-92A5-4D5D-91EC-46AAF6151C3F}" type="presParOf" srcId="{1F0B5E8F-1B1F-4EAD-BFD5-B9D909E91B7B}" destId="{FF090986-35B1-46C7-9F71-4641159A83FD}" srcOrd="0" destOrd="0" presId="urn:microsoft.com/office/officeart/2005/8/layout/hierarchy1"/>
    <dgm:cxn modelId="{92A32E76-5D6E-4D2F-8368-5D73072E5052}" type="presParOf" srcId="{FF090986-35B1-46C7-9F71-4641159A83FD}" destId="{BE6DFB41-30A6-40D2-B4A0-C5994B5E2D0C}" srcOrd="0" destOrd="0" presId="urn:microsoft.com/office/officeart/2005/8/layout/hierarchy1"/>
    <dgm:cxn modelId="{F5A278A7-CF24-4D86-9B91-A7608041E8BC}" type="presParOf" srcId="{FF090986-35B1-46C7-9F71-4641159A83FD}" destId="{17185594-4646-4E0C-805A-D2C1E0C54AA0}" srcOrd="1" destOrd="0" presId="urn:microsoft.com/office/officeart/2005/8/layout/hierarchy1"/>
    <dgm:cxn modelId="{D11DCD52-6C36-4F31-BC45-2221459EAFAD}" type="presParOf" srcId="{1F0B5E8F-1B1F-4EAD-BFD5-B9D909E91B7B}" destId="{B3600230-113E-4891-9116-132E159C4B5F}" srcOrd="1" destOrd="0" presId="urn:microsoft.com/office/officeart/2005/8/layout/hierarchy1"/>
    <dgm:cxn modelId="{9BA82881-E730-4FA9-BA93-CBA4FAA3A29B}" type="presParOf" srcId="{8A305F38-A457-4772-A359-22342403EF1D}" destId="{ED6A8923-1991-4B45-A56F-80969135A5BD}" srcOrd="2" destOrd="0" presId="urn:microsoft.com/office/officeart/2005/8/layout/hierarchy1"/>
    <dgm:cxn modelId="{466CBC99-0845-497C-AF82-366EE6E4CE0D}" type="presParOf" srcId="{8A305F38-A457-4772-A359-22342403EF1D}" destId="{D1902FAC-1D59-4929-9403-4FC09CD4BCC3}" srcOrd="3" destOrd="0" presId="urn:microsoft.com/office/officeart/2005/8/layout/hierarchy1"/>
    <dgm:cxn modelId="{4BFD11DD-0DA4-4207-950A-7480C600711C}" type="presParOf" srcId="{D1902FAC-1D59-4929-9403-4FC09CD4BCC3}" destId="{7721E4F9-B099-4402-8067-E79547CDEF7A}" srcOrd="0" destOrd="0" presId="urn:microsoft.com/office/officeart/2005/8/layout/hierarchy1"/>
    <dgm:cxn modelId="{D8692080-939E-4782-9605-F735CA08EB37}" type="presParOf" srcId="{7721E4F9-B099-4402-8067-E79547CDEF7A}" destId="{8C5103CE-0717-4BEA-B404-231C2B2EEF46}" srcOrd="0" destOrd="0" presId="urn:microsoft.com/office/officeart/2005/8/layout/hierarchy1"/>
    <dgm:cxn modelId="{61E6A434-1A26-4403-8281-3346EA54EF5E}" type="presParOf" srcId="{7721E4F9-B099-4402-8067-E79547CDEF7A}" destId="{19FE1F03-FCF8-4957-AAD9-A65311BA819F}" srcOrd="1" destOrd="0" presId="urn:microsoft.com/office/officeart/2005/8/layout/hierarchy1"/>
    <dgm:cxn modelId="{EFDFC659-0D51-479D-B56F-21977576B3AC}" type="presParOf" srcId="{D1902FAC-1D59-4929-9403-4FC09CD4BCC3}" destId="{042C43E1-45E4-454B-B532-8691C35A18D9}" srcOrd="1" destOrd="0" presId="urn:microsoft.com/office/officeart/2005/8/layout/hierarchy1"/>
    <dgm:cxn modelId="{50B11196-4D52-4971-9AF1-25E152F0B8FD}" type="presParOf" srcId="{042C43E1-45E4-454B-B532-8691C35A18D9}" destId="{B4AEAB08-4FBF-4FFD-A1FB-D03C0511AAA2}" srcOrd="0" destOrd="0" presId="urn:microsoft.com/office/officeart/2005/8/layout/hierarchy1"/>
    <dgm:cxn modelId="{F44A8406-F472-4141-829A-F0215C13DAAE}" type="presParOf" srcId="{042C43E1-45E4-454B-B532-8691C35A18D9}" destId="{295DB662-B0EE-4D87-937A-F23A7AE6B1E7}" srcOrd="1" destOrd="0" presId="urn:microsoft.com/office/officeart/2005/8/layout/hierarchy1"/>
    <dgm:cxn modelId="{A437571E-63C4-4A52-B1CA-56EA2300EF19}" type="presParOf" srcId="{295DB662-B0EE-4D87-937A-F23A7AE6B1E7}" destId="{59D1A2AF-E015-4A5A-9E95-7DFBDC7591AC}" srcOrd="0" destOrd="0" presId="urn:microsoft.com/office/officeart/2005/8/layout/hierarchy1"/>
    <dgm:cxn modelId="{084CCB68-AFC4-4081-925E-FD4C19606A28}" type="presParOf" srcId="{59D1A2AF-E015-4A5A-9E95-7DFBDC7591AC}" destId="{D7A660C1-5501-45A3-B66E-E4C161397B7E}" srcOrd="0" destOrd="0" presId="urn:microsoft.com/office/officeart/2005/8/layout/hierarchy1"/>
    <dgm:cxn modelId="{985BCDFB-8EC1-454F-A7D4-E40AEC7BBE30}" type="presParOf" srcId="{59D1A2AF-E015-4A5A-9E95-7DFBDC7591AC}" destId="{50A8D3F6-271E-4FD6-AED9-06C9D4ECAE78}" srcOrd="1" destOrd="0" presId="urn:microsoft.com/office/officeart/2005/8/layout/hierarchy1"/>
    <dgm:cxn modelId="{9E696E5D-5809-4988-A994-4B5CC0ED41E6}" type="presParOf" srcId="{295DB662-B0EE-4D87-937A-F23A7AE6B1E7}" destId="{FA273736-8BDD-4A08-AE79-6657B8F266B1}" srcOrd="1" destOrd="0" presId="urn:microsoft.com/office/officeart/2005/8/layout/hierarchy1"/>
    <dgm:cxn modelId="{50B22E44-0DD2-4E1D-8661-B199DB34B373}" type="presParOf" srcId="{FA273736-8BDD-4A08-AE79-6657B8F266B1}" destId="{E42FECA2-656E-4ED7-8BA2-92878007AA6D}" srcOrd="0" destOrd="0" presId="urn:microsoft.com/office/officeart/2005/8/layout/hierarchy1"/>
    <dgm:cxn modelId="{86DDEFC0-B789-461E-8298-461CA9539D04}" type="presParOf" srcId="{FA273736-8BDD-4A08-AE79-6657B8F266B1}" destId="{625B85ED-71EA-475A-AE79-9C9477E01D3E}" srcOrd="1" destOrd="0" presId="urn:microsoft.com/office/officeart/2005/8/layout/hierarchy1"/>
    <dgm:cxn modelId="{C94ED84B-DB9B-4749-AC1E-0EF5E1BC6B4D}" type="presParOf" srcId="{625B85ED-71EA-475A-AE79-9C9477E01D3E}" destId="{1D3820A0-07C6-4705-A4AD-6E682878D525}" srcOrd="0" destOrd="0" presId="urn:microsoft.com/office/officeart/2005/8/layout/hierarchy1"/>
    <dgm:cxn modelId="{69847ECC-AAE2-4DE8-8E5D-FDFAC1C1D2B5}" type="presParOf" srcId="{1D3820A0-07C6-4705-A4AD-6E682878D525}" destId="{59711DD6-B104-4529-B036-DBB11B64324B}" srcOrd="0" destOrd="0" presId="urn:microsoft.com/office/officeart/2005/8/layout/hierarchy1"/>
    <dgm:cxn modelId="{97501331-262F-4C7A-9554-EEB71F10366D}" type="presParOf" srcId="{1D3820A0-07C6-4705-A4AD-6E682878D525}" destId="{C0C3FDE9-266E-4CE8-A4A9-158005B874CD}" srcOrd="1" destOrd="0" presId="urn:microsoft.com/office/officeart/2005/8/layout/hierarchy1"/>
    <dgm:cxn modelId="{B19C43B7-9719-422F-908E-1BB75268C994}" type="presParOf" srcId="{625B85ED-71EA-475A-AE79-9C9477E01D3E}" destId="{64E2E472-BDEC-48A3-9466-25F9FF52DFD1}" srcOrd="1" destOrd="0" presId="urn:microsoft.com/office/officeart/2005/8/layout/hierarchy1"/>
    <dgm:cxn modelId="{D416F7CB-7BDF-41A7-9F19-06CC5CF785AE}" type="presParOf" srcId="{FA273736-8BDD-4A08-AE79-6657B8F266B1}" destId="{C43370A4-CE95-48F0-BC65-818C8C07DFDC}" srcOrd="2" destOrd="0" presId="urn:microsoft.com/office/officeart/2005/8/layout/hierarchy1"/>
    <dgm:cxn modelId="{FB1D28B3-21EC-42DF-AE91-CAF3123468E3}" type="presParOf" srcId="{FA273736-8BDD-4A08-AE79-6657B8F266B1}" destId="{518A12B9-BA52-4D9C-B0C4-84EA7C11497F}" srcOrd="3" destOrd="0" presId="urn:microsoft.com/office/officeart/2005/8/layout/hierarchy1"/>
    <dgm:cxn modelId="{21CFE722-7543-4A30-A26A-C4044F44AD37}" type="presParOf" srcId="{518A12B9-BA52-4D9C-B0C4-84EA7C11497F}" destId="{997C31B4-0343-48B1-84EE-B2BB357450B8}" srcOrd="0" destOrd="0" presId="urn:microsoft.com/office/officeart/2005/8/layout/hierarchy1"/>
    <dgm:cxn modelId="{0B03315E-DDFD-4EE4-8127-0BBD09E723AD}" type="presParOf" srcId="{997C31B4-0343-48B1-84EE-B2BB357450B8}" destId="{89DECC99-1886-417D-A95A-9A421CACC16A}" srcOrd="0" destOrd="0" presId="urn:microsoft.com/office/officeart/2005/8/layout/hierarchy1"/>
    <dgm:cxn modelId="{1A5B6455-0855-4CD4-8DD4-C760722CFED1}" type="presParOf" srcId="{997C31B4-0343-48B1-84EE-B2BB357450B8}" destId="{ED6B1F5D-1BF1-44F7-A9B0-BFD694A1787E}" srcOrd="1" destOrd="0" presId="urn:microsoft.com/office/officeart/2005/8/layout/hierarchy1"/>
    <dgm:cxn modelId="{14EE80F6-8AAA-4C83-B61C-D460C1E4E8BE}" type="presParOf" srcId="{518A12B9-BA52-4D9C-B0C4-84EA7C11497F}" destId="{4DA84C7D-C391-4732-8856-582AA89CF956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image" Target="../media/image7.e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image" Target="../media/image11.e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image" Target="../media/image14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e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23.emf"/><Relationship Id="rId1" Type="http://schemas.openxmlformats.org/officeDocument/2006/relationships/image" Target="../media/image22.emf"/></Relationships>
</file>

<file path=ppt/drawings/_rels/vmlDrawing9.vml.rels><?xml version="1.0" encoding="UTF-8" standalone="yes"?>
<Relationships xmlns="http://schemas.openxmlformats.org/package/2006/relationships"><Relationship Id="rId2" Type="http://schemas.openxmlformats.org/officeDocument/2006/relationships/image" Target="../media/image26.emf"/><Relationship Id="rId1" Type="http://schemas.openxmlformats.org/officeDocument/2006/relationships/image" Target="../media/image25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27.emf"/></Relationships>
</file>

<file path=ppt/drawings/_rels/vmlDrawing11.vml.rels><?xml version="1.0" encoding="UTF-8" standalone="yes"?>
<Relationships xmlns="http://schemas.openxmlformats.org/package/2006/relationships"><Relationship Id="rId2" Type="http://schemas.openxmlformats.org/officeDocument/2006/relationships/image" Target="../media/image33.emf"/><Relationship Id="rId1" Type="http://schemas.openxmlformats.org/officeDocument/2006/relationships/image" Target="../media/image32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B13699-AE44-416A-A2D0-CE760E304DF2}" type="datetimeFigureOut">
              <a:rPr lang="en-US" smtClean="0"/>
              <a:pPr/>
              <a:t>6/21/2016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FD27E4-D9EF-4C0B-B66E-E931D1F6E5B6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34D400-6504-413F-B54E-738978C9D58D}" type="datetimeFigureOut">
              <a:rPr lang="en-US"/>
              <a:pPr>
                <a:defRPr/>
              </a:pPr>
              <a:t>6/21/2016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C1B037-3188-409D-8585-0062FF378DB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650246-B75B-4111-A4E3-17CED8183F51}" type="datetimeFigureOut">
              <a:rPr lang="en-US"/>
              <a:pPr>
                <a:defRPr/>
              </a:pPr>
              <a:t>6/21/2016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713B35-0DC7-41A1-836F-F07E105F72E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5B62FE-A4BA-4F3B-8724-099A9867E83E}" type="datetimeFigureOut">
              <a:rPr lang="en-US"/>
              <a:pPr>
                <a:defRPr/>
              </a:pPr>
              <a:t>6/21/2016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1E2A0DB-97FF-4E2D-961A-53A8B3E81CF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FBCD77-DB7E-410F-8346-A9CE932D0AC1}" type="datetimeFigureOut">
              <a:rPr lang="en-US"/>
              <a:pPr>
                <a:defRPr/>
              </a:pPr>
              <a:t>6/21/2016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B3858F-6EED-4FD9-B63D-3FB7FC26C95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FD8737-39E6-4861-92A8-89AC4192A622}" type="datetimeFigureOut">
              <a:rPr lang="en-US"/>
              <a:pPr>
                <a:defRPr/>
              </a:pPr>
              <a:t>6/21/2016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F811265-6FEF-4F82-B77F-9478A26020F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77D96A-39D8-4C6D-B965-8C8786F338A6}" type="datetimeFigureOut">
              <a:rPr lang="en-US"/>
              <a:pPr>
                <a:defRPr/>
              </a:pPr>
              <a:t>6/21/2016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14D288-D738-45D0-B23A-7E0F18151E3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8036EE-19ED-4D9D-B088-EAFD7232ED0E}" type="datetimeFigureOut">
              <a:rPr lang="en-US"/>
              <a:pPr>
                <a:defRPr/>
              </a:pPr>
              <a:t>6/21/2016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47035E6-112E-46D6-92D2-F2905FE7FE0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D544F72-AE66-47B5-B42F-4F292EBF18C0}" type="datetimeFigureOut">
              <a:rPr lang="en-US"/>
              <a:pPr>
                <a:defRPr/>
              </a:pPr>
              <a:t>6/21/2016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26D519-0129-40C9-A8E0-4AA1DED6835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18D7A31-5AF7-4205-933F-65E4A1293711}" type="datetimeFigureOut">
              <a:rPr lang="en-US"/>
              <a:pPr>
                <a:defRPr/>
              </a:pPr>
              <a:t>6/21/2016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4CC8C2-CC74-4F74-BCEB-5B4FD5CCA75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80A20E-8178-48FA-A129-AAB02AB6D639}" type="datetimeFigureOut">
              <a:rPr lang="en-US"/>
              <a:pPr>
                <a:defRPr/>
              </a:pPr>
              <a:t>6/21/2016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D71C3DA-7D2B-4D47-80E5-C045B94A7C0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816E936-9FA0-4541-B442-5A2338068559}" type="datetimeFigureOut">
              <a:rPr lang="en-US"/>
              <a:pPr>
                <a:defRPr/>
              </a:pPr>
              <a:t>6/21/2016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F8867D3-01D4-40D3-B6DA-7869D49FDF7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6553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EC091D18-0586-4BD9-8B7F-38B22B7AB35F}" type="datetimeFigureOut">
              <a:rPr lang="en-US"/>
              <a:pPr>
                <a:defRPr/>
              </a:pPr>
              <a:t>6/21/2016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ED71EDE-E083-416B-A0EA-2AE6A7CEE35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nhbien@fit.hcmus.edu.v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Office_Word_Document1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Office_Word_Document2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9.png"/><Relationship Id="rId4" Type="http://schemas.openxmlformats.org/officeDocument/2006/relationships/package" Target="../embeddings/Microsoft_Office_Word_Document3.docx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Office_Word_Document4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13.png"/><Relationship Id="rId4" Type="http://schemas.openxmlformats.org/officeDocument/2006/relationships/package" Target="../embeddings/Microsoft_Office_Word_Document5.docx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Office_Word_Document6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16.png"/><Relationship Id="rId4" Type="http://schemas.openxmlformats.org/officeDocument/2006/relationships/package" Target="../embeddings/Microsoft_Office_Word_Document7.docx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Office_Word_Document8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Office_Word_Document9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Office_Word_Document10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21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Office_Word_Document11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5" Type="http://schemas.openxmlformats.org/officeDocument/2006/relationships/image" Target="../media/image24.png"/><Relationship Id="rId4" Type="http://schemas.openxmlformats.org/officeDocument/2006/relationships/package" Target="../embeddings/Microsoft_Office_Word_Document12.docx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Office_Word_Document13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5" Type="http://schemas.openxmlformats.org/officeDocument/2006/relationships/image" Target="../media/image24.png"/><Relationship Id="rId4" Type="http://schemas.openxmlformats.org/officeDocument/2006/relationships/package" Target="../embeddings/Microsoft_Office_Word_Document14.docx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Office_Word_Document15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Office_Word_Document16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4" Type="http://schemas.openxmlformats.org/officeDocument/2006/relationships/package" Target="../embeddings/Microsoft_Office_Word_Document17.docx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sz="6000" smtClean="0"/>
              <a:t>Encapsulation</a:t>
            </a:r>
            <a:endParaRPr lang="en-US" sz="6000" dirty="0" smtClean="0"/>
          </a:p>
        </p:txBody>
      </p:sp>
      <p:sp>
        <p:nvSpPr>
          <p:cNvPr id="7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 rtlCol="0">
            <a:normAutofit fontScale="400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5400" dirty="0" smtClean="0"/>
              <a:t>Lecturer: Ngo Huy Bien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Software Engineering Department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Faculty of Information Technology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VNUHCM - University of Science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Ho Chi Minh City, Vietnam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>
                <a:hlinkClick r:id="rId2"/>
              </a:rPr>
              <a:t>nhbien@fit.hcmus.edu.vn</a:t>
            </a:r>
            <a:endParaRPr lang="en-US" sz="4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1"/>
            <a:ext cx="5334000" cy="3428999"/>
          </a:xfrm>
        </p:spPr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en-US" sz="2400" dirty="0" smtClean="0"/>
              <a:t>To present </a:t>
            </a:r>
            <a:r>
              <a:rPr lang="en-US" sz="2400" i="1" dirty="0" smtClean="0">
                <a:solidFill>
                  <a:srgbClr val="C00000"/>
                </a:solidFill>
              </a:rPr>
              <a:t>what</a:t>
            </a:r>
            <a:r>
              <a:rPr lang="en-US" sz="2400" dirty="0" smtClean="0"/>
              <a:t> is encapsulation.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 smtClean="0"/>
              <a:t>To achieve </a:t>
            </a:r>
            <a:r>
              <a:rPr lang="en-US" sz="2400" i="1" dirty="0" smtClean="0">
                <a:solidFill>
                  <a:srgbClr val="C00000"/>
                </a:solidFill>
              </a:rPr>
              <a:t>encapsulation</a:t>
            </a:r>
            <a:r>
              <a:rPr lang="en-US" sz="2400" dirty="0" smtClean="0"/>
              <a:t> using methods, properties and classes.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 smtClean="0"/>
              <a:t>To </a:t>
            </a:r>
            <a:r>
              <a:rPr lang="en-US" sz="2400" i="1" dirty="0" smtClean="0">
                <a:solidFill>
                  <a:srgbClr val="C00000"/>
                </a:solidFill>
              </a:rPr>
              <a:t>differentiate </a:t>
            </a:r>
            <a:r>
              <a:rPr lang="en-US" sz="2400" dirty="0" smtClean="0"/>
              <a:t>among public, private, protected, internal, protected internal modifier.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 smtClean="0"/>
              <a:t>To present </a:t>
            </a:r>
            <a:r>
              <a:rPr lang="en-US" sz="2400" i="1" dirty="0" smtClean="0">
                <a:solidFill>
                  <a:srgbClr val="C00000"/>
                </a:solidFill>
              </a:rPr>
              <a:t>why</a:t>
            </a:r>
            <a:r>
              <a:rPr lang="en-US" sz="2400" dirty="0" smtClean="0"/>
              <a:t> encapsulation is important.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19800" y="2514600"/>
            <a:ext cx="2762250" cy="211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867400" cy="4724400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sz="2400" dirty="0" smtClean="0"/>
              <a:t>Grady </a:t>
            </a:r>
            <a:r>
              <a:rPr lang="en-US" sz="2400" dirty="0" err="1" smtClean="0"/>
              <a:t>Booch</a:t>
            </a:r>
            <a:r>
              <a:rPr lang="en-US" sz="2400" dirty="0" smtClean="0"/>
              <a:t> et al. Object Oriented Analysis and Design with Application. 3rd Edition. 2007.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 smtClean="0"/>
              <a:t>Jim </a:t>
            </a:r>
            <a:r>
              <a:rPr lang="en-US" sz="2400" dirty="0" smtClean="0"/>
              <a:t>Keogh and Mario </a:t>
            </a:r>
            <a:r>
              <a:rPr lang="en-US" sz="2400" dirty="0" err="1" smtClean="0"/>
              <a:t>Giannini</a:t>
            </a:r>
            <a:r>
              <a:rPr lang="en-US" sz="2400" dirty="0" smtClean="0"/>
              <a:t>. OOP Demystified: A Self-Teaching Guide. 2005.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 err="1" smtClean="0"/>
              <a:t>Meilir</a:t>
            </a:r>
            <a:r>
              <a:rPr lang="en-US" sz="2400" dirty="0" smtClean="0"/>
              <a:t> Page-Jones. Fundamentals of Object-Oriented Design in UML. 1999.</a:t>
            </a:r>
          </a:p>
        </p:txBody>
      </p:sp>
      <p:pic>
        <p:nvPicPr>
          <p:cNvPr id="4" name="Picture 4" descr="http://2.bp.blogspot.com/-FqRM_5NQE6Q/TaSdzyWfvtI/AAAAAAAAAFg/C_2LDJWJOx4/s1600/books-pil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248400" y="1676400"/>
            <a:ext cx="2724150" cy="413385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Encapsulation [1]</a:t>
            </a:r>
          </a:p>
        </p:txBody>
      </p:sp>
      <p:sp>
        <p:nvSpPr>
          <p:cNvPr id="5" name="Rectangle 4"/>
          <p:cNvSpPr/>
          <p:nvPr/>
        </p:nvSpPr>
        <p:spPr>
          <a:xfrm>
            <a:off x="533400" y="1447800"/>
            <a:ext cx="8229600" cy="1569660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400" i="1" u="sng" dirty="0" smtClean="0">
                <a:solidFill>
                  <a:schemeClr val="bg1"/>
                </a:solidFill>
                <a:latin typeface="+mj-lt"/>
              </a:rPr>
              <a:t>Encapsulation</a:t>
            </a:r>
            <a:r>
              <a:rPr lang="en-US" sz="2400" i="1" dirty="0" smtClean="0">
                <a:solidFill>
                  <a:schemeClr val="bg1"/>
                </a:solidFill>
                <a:latin typeface="+mj-lt"/>
              </a:rPr>
              <a:t> is the process of </a:t>
            </a:r>
            <a:r>
              <a:rPr lang="en-US" sz="2400" i="1" u="sng" dirty="0" smtClean="0">
                <a:solidFill>
                  <a:schemeClr val="bg1"/>
                </a:solidFill>
                <a:latin typeface="+mj-lt"/>
              </a:rPr>
              <a:t>compartmentalizing</a:t>
            </a:r>
            <a:r>
              <a:rPr lang="en-US" sz="2400" i="1" dirty="0" smtClean="0">
                <a:solidFill>
                  <a:schemeClr val="bg1"/>
                </a:solidFill>
                <a:latin typeface="+mj-lt"/>
              </a:rPr>
              <a:t> the elements of an abstraction that constitute its structure and behavior; encapsulation serves to </a:t>
            </a:r>
            <a:r>
              <a:rPr lang="en-US" sz="2400" i="1" u="sng" dirty="0" smtClean="0">
                <a:solidFill>
                  <a:schemeClr val="bg1"/>
                </a:solidFill>
                <a:latin typeface="+mj-lt"/>
              </a:rPr>
              <a:t>separate</a:t>
            </a:r>
            <a:r>
              <a:rPr lang="en-US" sz="2400" i="1" dirty="0" smtClean="0">
                <a:solidFill>
                  <a:schemeClr val="bg1"/>
                </a:solidFill>
                <a:latin typeface="+mj-lt"/>
              </a:rPr>
              <a:t> the contractual interface of an abstraction and its implementation.</a:t>
            </a:r>
            <a:endParaRPr lang="en-US" sz="2400" i="1" dirty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86021" name="Picture 2" descr="http://www.cheetahinternational.com/English/Images/Product_Images/TV_Captioned_Animated.gif"/>
          <p:cNvPicPr>
            <a:picLocks noChangeAspect="1" noChangeArrowheads="1" noCrop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71600" y="3642360"/>
            <a:ext cx="2537460" cy="2377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6022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724400" y="3794760"/>
            <a:ext cx="3276600" cy="21869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Encapsulation With Method [2]</a:t>
            </a:r>
          </a:p>
        </p:txBody>
      </p:sp>
      <p:graphicFrame>
        <p:nvGraphicFramePr>
          <p:cNvPr id="44034" name="Object 2"/>
          <p:cNvGraphicFramePr>
            <a:graphicFrameLocks noChangeAspect="1"/>
          </p:cNvGraphicFramePr>
          <p:nvPr/>
        </p:nvGraphicFramePr>
        <p:xfrm>
          <a:off x="457200" y="1295400"/>
          <a:ext cx="6156325" cy="5110163"/>
        </p:xfrm>
        <a:graphic>
          <a:graphicData uri="http://schemas.openxmlformats.org/presentationml/2006/ole">
            <p:oleObj spid="_x0000_s44034" name="Document" r:id="rId3" imgW="6149552" imgH="5603502" progId="Word.Document.12">
              <p:embed/>
            </p:oleObj>
          </a:graphicData>
        </a:graphic>
      </p:graphicFrame>
      <p:pic>
        <p:nvPicPr>
          <p:cNvPr id="44036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334000" y="4495800"/>
            <a:ext cx="3162300" cy="1362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6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Encapsulation With Property</a:t>
            </a:r>
          </a:p>
        </p:txBody>
      </p:sp>
      <p:graphicFrame>
        <p:nvGraphicFramePr>
          <p:cNvPr id="45058" name="Object 3"/>
          <p:cNvGraphicFramePr>
            <a:graphicFrameLocks noChangeAspect="1"/>
          </p:cNvGraphicFramePr>
          <p:nvPr/>
        </p:nvGraphicFramePr>
        <p:xfrm>
          <a:off x="1588" y="1063625"/>
          <a:ext cx="6146800" cy="5765800"/>
        </p:xfrm>
        <a:graphic>
          <a:graphicData uri="http://schemas.openxmlformats.org/presentationml/2006/ole">
            <p:oleObj spid="_x0000_s45058" name="Document" r:id="rId3" imgW="6149552" imgH="5623691" progId="Word.Document.12">
              <p:embed/>
            </p:oleObj>
          </a:graphicData>
        </a:graphic>
      </p:graphicFrame>
      <p:graphicFrame>
        <p:nvGraphicFramePr>
          <p:cNvPr id="45059" name="Object 4"/>
          <p:cNvGraphicFramePr>
            <a:graphicFrameLocks noChangeAspect="1"/>
          </p:cNvGraphicFramePr>
          <p:nvPr/>
        </p:nvGraphicFramePr>
        <p:xfrm>
          <a:off x="5029200" y="1371600"/>
          <a:ext cx="6153150" cy="2882900"/>
        </p:xfrm>
        <a:graphic>
          <a:graphicData uri="http://schemas.openxmlformats.org/presentationml/2006/ole">
            <p:oleObj spid="_x0000_s45059" name="Document" r:id="rId4" imgW="6152388" imgH="2882265" progId="Word.Document.12">
              <p:embed/>
            </p:oleObj>
          </a:graphicData>
        </a:graphic>
      </p:graphicFrame>
      <p:pic>
        <p:nvPicPr>
          <p:cNvPr id="45061" name="Picture 5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638800" y="4419600"/>
            <a:ext cx="2628900" cy="1476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Encapsulation With Class</a:t>
            </a:r>
            <a:endParaRPr lang="en-US" dirty="0"/>
          </a:p>
        </p:txBody>
      </p:sp>
      <p:pic>
        <p:nvPicPr>
          <p:cNvPr id="152580" name="Picture 4" descr="https://upload.wikimedia.org/wikipedia/commons/thumb/9/98/CPT-OOP-objects_and_classes_-_attmeth.svg/300px-CPT-OOP-objects_and_classes_-_attmeth.svg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124200" y="2514600"/>
            <a:ext cx="2857500" cy="227647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7052" name="Object 12"/>
          <p:cNvGraphicFramePr>
            <a:graphicFrameLocks noChangeAspect="1"/>
          </p:cNvGraphicFramePr>
          <p:nvPr/>
        </p:nvGraphicFramePr>
        <p:xfrm>
          <a:off x="4724400" y="1811338"/>
          <a:ext cx="5940425" cy="5046662"/>
        </p:xfrm>
        <a:graphic>
          <a:graphicData uri="http://schemas.openxmlformats.org/presentationml/2006/ole">
            <p:oleObj spid="_x0000_s87052" name="Document" r:id="rId3" imgW="5940848" imgH="5047226" progId="Word.Document.12">
              <p:embed/>
            </p:oleObj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Namespaces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1828800" y="1219200"/>
            <a:ext cx="7010400" cy="369332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i="1" dirty="0" smtClean="0">
                <a:solidFill>
                  <a:schemeClr val="bg1"/>
                </a:solidFill>
                <a:latin typeface="+mj-lt"/>
              </a:rPr>
              <a:t>Namespaces are convenient means of semantically grouping elements.</a:t>
            </a:r>
            <a:endParaRPr lang="en-US" i="1" dirty="0">
              <a:solidFill>
                <a:schemeClr val="bg1"/>
              </a:solidFill>
              <a:latin typeface="+mj-lt"/>
            </a:endParaRPr>
          </a:p>
        </p:txBody>
      </p:sp>
      <p:graphicFrame>
        <p:nvGraphicFramePr>
          <p:cNvPr id="87050" name="Object 10"/>
          <p:cNvGraphicFramePr>
            <a:graphicFrameLocks noChangeAspect="1"/>
          </p:cNvGraphicFramePr>
          <p:nvPr/>
        </p:nvGraphicFramePr>
        <p:xfrm>
          <a:off x="304800" y="1676400"/>
          <a:ext cx="5940425" cy="4903788"/>
        </p:xfrm>
        <a:graphic>
          <a:graphicData uri="http://schemas.openxmlformats.org/presentationml/2006/ole">
            <p:oleObj spid="_x0000_s87050" name="Document" r:id="rId4" imgW="5940848" imgH="4903380" progId="Word.Document.12">
              <p:embed/>
            </p:oleObj>
          </a:graphicData>
        </a:graphic>
      </p:graphicFrame>
      <p:pic>
        <p:nvPicPr>
          <p:cNvPr id="87051" name="Picture 11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057400" y="4191000"/>
            <a:ext cx="2524125" cy="666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Nested Namespaces</a:t>
            </a:r>
            <a:endParaRPr lang="en-US" dirty="0"/>
          </a:p>
        </p:txBody>
      </p:sp>
      <p:graphicFrame>
        <p:nvGraphicFramePr>
          <p:cNvPr id="139266" name="Object 2"/>
          <p:cNvGraphicFramePr>
            <a:graphicFrameLocks noChangeAspect="1"/>
          </p:cNvGraphicFramePr>
          <p:nvPr/>
        </p:nvGraphicFramePr>
        <p:xfrm>
          <a:off x="381000" y="1676400"/>
          <a:ext cx="5856288" cy="4746625"/>
        </p:xfrm>
        <a:graphic>
          <a:graphicData uri="http://schemas.openxmlformats.org/presentationml/2006/ole">
            <p:oleObj spid="_x0000_s139266" name="Document" r:id="rId3" imgW="5924296" imgH="4821182" progId="Word.Document.12">
              <p:embed/>
            </p:oleObj>
          </a:graphicData>
        </a:graphic>
      </p:graphicFrame>
      <p:graphicFrame>
        <p:nvGraphicFramePr>
          <p:cNvPr id="139267" name="Object 3"/>
          <p:cNvGraphicFramePr>
            <a:graphicFrameLocks noChangeAspect="1"/>
          </p:cNvGraphicFramePr>
          <p:nvPr/>
        </p:nvGraphicFramePr>
        <p:xfrm>
          <a:off x="4419600" y="1752600"/>
          <a:ext cx="5938838" cy="3025775"/>
        </p:xfrm>
        <a:graphic>
          <a:graphicData uri="http://schemas.openxmlformats.org/presentationml/2006/ole">
            <p:oleObj spid="_x0000_s139267" name="Document" r:id="rId4" imgW="6006698" imgH="3092147" progId="Word.Document.12">
              <p:embed/>
            </p:oleObj>
          </a:graphicData>
        </a:graphic>
      </p:graphicFrame>
      <p:pic>
        <p:nvPicPr>
          <p:cNvPr id="6" name="Picture 5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029200" y="5114925"/>
            <a:ext cx="2771775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Rectangle 6"/>
          <p:cNvSpPr/>
          <p:nvPr/>
        </p:nvSpPr>
        <p:spPr>
          <a:xfrm>
            <a:off x="6248400" y="1524000"/>
            <a:ext cx="2112758" cy="369332"/>
          </a:xfrm>
          <a:prstGeom prst="rect">
            <a:avLst/>
          </a:prstGeom>
          <a:solidFill>
            <a:schemeClr val="accent6"/>
          </a:solidFill>
        </p:spPr>
        <p:txBody>
          <a:bodyPr wrap="none">
            <a:spAutoFit/>
          </a:bodyPr>
          <a:lstStyle/>
          <a:p>
            <a:pPr algn="ctr"/>
            <a:r>
              <a:rPr lang="en-US" i="1" dirty="0" smtClean="0">
                <a:solidFill>
                  <a:schemeClr val="bg1"/>
                </a:solidFill>
                <a:latin typeface="+mj-lt"/>
              </a:rPr>
              <a:t>Avoid name collision</a:t>
            </a:r>
            <a:endParaRPr lang="en-US" i="1" dirty="0">
              <a:solidFill>
                <a:schemeClr val="bg1"/>
              </a:solidFill>
              <a:latin typeface="+mj-l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6082" name="Object 15"/>
          <p:cNvGraphicFramePr>
            <a:graphicFrameLocks noChangeAspect="1"/>
          </p:cNvGraphicFramePr>
          <p:nvPr/>
        </p:nvGraphicFramePr>
        <p:xfrm>
          <a:off x="228600" y="1219200"/>
          <a:ext cx="6153150" cy="5505450"/>
        </p:xfrm>
        <a:graphic>
          <a:graphicData uri="http://schemas.openxmlformats.org/presentationml/2006/ole">
            <p:oleObj spid="_x0000_s46082" name="Document" r:id="rId3" imgW="6149552" imgH="5512652" progId="Word.Document.12">
              <p:embed/>
            </p:oleObj>
          </a:graphicData>
        </a:graphic>
      </p:graphicFrame>
      <p:sp>
        <p:nvSpPr>
          <p:cNvPr id="4608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Public Modifier</a:t>
            </a:r>
          </a:p>
        </p:txBody>
      </p:sp>
      <p:sp>
        <p:nvSpPr>
          <p:cNvPr id="5" name="Rectangle 4"/>
          <p:cNvSpPr/>
          <p:nvPr/>
        </p:nvSpPr>
        <p:spPr>
          <a:xfrm>
            <a:off x="3048000" y="1371600"/>
            <a:ext cx="5791200" cy="707886"/>
          </a:xfrm>
          <a:prstGeom prst="rect">
            <a:avLst/>
          </a:prstGeom>
          <a:solidFill>
            <a:schemeClr val="accent1"/>
          </a:solidFill>
        </p:spPr>
        <p:txBody>
          <a:bodyPr>
            <a:spAutoFit/>
          </a:bodyPr>
          <a:lstStyle/>
          <a:p>
            <a:pPr algn="r">
              <a:defRPr/>
            </a:pPr>
            <a:r>
              <a:rPr lang="en-US" sz="2000" i="1" dirty="0">
                <a:solidFill>
                  <a:schemeClr val="bg1"/>
                </a:solidFill>
                <a:latin typeface="+mj-lt"/>
              </a:rPr>
              <a:t>Signifies that the member is accessible </a:t>
            </a:r>
            <a:r>
              <a:rPr lang="en-US" sz="2000" i="1" u="sng" dirty="0">
                <a:solidFill>
                  <a:schemeClr val="bg1"/>
                </a:solidFill>
                <a:latin typeface="+mj-lt"/>
              </a:rPr>
              <a:t>from outside</a:t>
            </a:r>
            <a:r>
              <a:rPr lang="en-US" sz="2000" i="1" dirty="0">
                <a:solidFill>
                  <a:schemeClr val="bg1"/>
                </a:solidFill>
                <a:latin typeface="+mj-lt"/>
              </a:rPr>
              <a:t> the class’s definition and hierarchy of </a:t>
            </a:r>
            <a:r>
              <a:rPr lang="en-US" sz="2000" i="1" u="sng" dirty="0">
                <a:solidFill>
                  <a:schemeClr val="bg1"/>
                </a:solidFill>
                <a:latin typeface="+mj-lt"/>
              </a:rPr>
              <a:t>derived classes</a:t>
            </a:r>
            <a:r>
              <a:rPr lang="en-US" sz="2000" i="1" dirty="0">
                <a:solidFill>
                  <a:schemeClr val="bg1"/>
                </a:solidFill>
                <a:latin typeface="+mj-lt"/>
              </a:rPr>
              <a:t>.</a:t>
            </a:r>
          </a:p>
        </p:txBody>
      </p:sp>
      <p:sp>
        <p:nvSpPr>
          <p:cNvPr id="8" name="Rectangle 7"/>
          <p:cNvSpPr/>
          <p:nvPr/>
        </p:nvSpPr>
        <p:spPr>
          <a:xfrm>
            <a:off x="6096000" y="3581400"/>
            <a:ext cx="2743200" cy="1447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>
              <a:defRPr/>
            </a:pPr>
            <a:r>
              <a:rPr lang="en-US" sz="2000" dirty="0"/>
              <a:t>Vehicle</a:t>
            </a:r>
          </a:p>
        </p:txBody>
      </p:sp>
      <p:sp>
        <p:nvSpPr>
          <p:cNvPr id="9" name="Oval 8"/>
          <p:cNvSpPr/>
          <p:nvPr/>
        </p:nvSpPr>
        <p:spPr>
          <a:xfrm>
            <a:off x="6248400" y="3962400"/>
            <a:ext cx="1143000" cy="838200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000" dirty="0"/>
              <a:t>Name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96000" y="5410200"/>
            <a:ext cx="2743200" cy="76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>
              <a:defRPr/>
            </a:pPr>
            <a:r>
              <a:rPr lang="en-US" sz="2000" dirty="0"/>
              <a:t>Mercedes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96200" y="4038600"/>
            <a:ext cx="914400" cy="685800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000" dirty="0"/>
              <a:t>Run</a:t>
            </a:r>
          </a:p>
        </p:txBody>
      </p:sp>
      <p:sp>
        <p:nvSpPr>
          <p:cNvPr id="12" name="Up Arrow 11"/>
          <p:cNvSpPr/>
          <p:nvPr/>
        </p:nvSpPr>
        <p:spPr>
          <a:xfrm>
            <a:off x="6705600" y="4572000"/>
            <a:ext cx="228600" cy="1295400"/>
          </a:xfrm>
          <a:prstGeom prst="upArrow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2000"/>
          </a:p>
        </p:txBody>
      </p:sp>
      <p:sp>
        <p:nvSpPr>
          <p:cNvPr id="14" name="Up Arrow 13"/>
          <p:cNvSpPr/>
          <p:nvPr/>
        </p:nvSpPr>
        <p:spPr>
          <a:xfrm>
            <a:off x="8077200" y="4572000"/>
            <a:ext cx="228600" cy="1295400"/>
          </a:xfrm>
          <a:prstGeom prst="upArrow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2000"/>
          </a:p>
        </p:txBody>
      </p:sp>
      <p:sp>
        <p:nvSpPr>
          <p:cNvPr id="15" name="Rectangle 14"/>
          <p:cNvSpPr/>
          <p:nvPr/>
        </p:nvSpPr>
        <p:spPr>
          <a:xfrm>
            <a:off x="6096000" y="2438400"/>
            <a:ext cx="2743200" cy="68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>
              <a:defRPr/>
            </a:pPr>
            <a:r>
              <a:rPr lang="en-US" sz="2000" dirty="0"/>
              <a:t>Program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6705600" y="2895600"/>
            <a:ext cx="228600" cy="1219200"/>
          </a:xfrm>
          <a:prstGeom prst="downArrow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2000"/>
          </a:p>
        </p:txBody>
      </p:sp>
      <p:sp>
        <p:nvSpPr>
          <p:cNvPr id="17" name="Down Arrow 16"/>
          <p:cNvSpPr/>
          <p:nvPr/>
        </p:nvSpPr>
        <p:spPr>
          <a:xfrm>
            <a:off x="7924800" y="2895600"/>
            <a:ext cx="228600" cy="1219200"/>
          </a:xfrm>
          <a:prstGeom prst="downArrow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2000"/>
          </a:p>
        </p:txBody>
      </p:sp>
      <p:pic>
        <p:nvPicPr>
          <p:cNvPr id="46094" name="Picture 6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419225" y="6019800"/>
            <a:ext cx="2924175" cy="657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Private Modifier</a:t>
            </a:r>
          </a:p>
        </p:txBody>
      </p:sp>
      <p:graphicFrame>
        <p:nvGraphicFramePr>
          <p:cNvPr id="47106" name="Object 2"/>
          <p:cNvGraphicFramePr>
            <a:graphicFrameLocks noChangeAspect="1"/>
          </p:cNvGraphicFramePr>
          <p:nvPr/>
        </p:nvGraphicFramePr>
        <p:xfrm>
          <a:off x="25400" y="1200150"/>
          <a:ext cx="6146800" cy="5848350"/>
        </p:xfrm>
        <a:graphic>
          <a:graphicData uri="http://schemas.openxmlformats.org/presentationml/2006/ole">
            <p:oleObj spid="_x0000_s47106" name="Document" r:id="rId3" imgW="6149552" imgH="5858387" progId="Word.Document.12">
              <p:embed/>
            </p:oleObj>
          </a:graphicData>
        </a:graphic>
      </p:graphicFrame>
      <p:sp>
        <p:nvSpPr>
          <p:cNvPr id="6" name="Rectangle 5"/>
          <p:cNvSpPr/>
          <p:nvPr/>
        </p:nvSpPr>
        <p:spPr>
          <a:xfrm>
            <a:off x="5867400" y="3581400"/>
            <a:ext cx="2743200" cy="1447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>
              <a:defRPr/>
            </a:pPr>
            <a:r>
              <a:rPr lang="en-US" sz="2000" dirty="0"/>
              <a:t>Vehicle</a:t>
            </a:r>
          </a:p>
        </p:txBody>
      </p:sp>
      <p:sp>
        <p:nvSpPr>
          <p:cNvPr id="7" name="Oval 6"/>
          <p:cNvSpPr/>
          <p:nvPr/>
        </p:nvSpPr>
        <p:spPr>
          <a:xfrm>
            <a:off x="6019800" y="3962400"/>
            <a:ext cx="1143000" cy="838200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000" dirty="0"/>
              <a:t>Name</a:t>
            </a:r>
          </a:p>
        </p:txBody>
      </p:sp>
      <p:sp>
        <p:nvSpPr>
          <p:cNvPr id="8" name="Rectangle 7"/>
          <p:cNvSpPr/>
          <p:nvPr/>
        </p:nvSpPr>
        <p:spPr>
          <a:xfrm>
            <a:off x="5867400" y="5410200"/>
            <a:ext cx="2743200" cy="76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>
              <a:defRPr/>
            </a:pPr>
            <a:r>
              <a:rPr lang="en-US" sz="2000" dirty="0"/>
              <a:t>Mercedes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67600" y="4038600"/>
            <a:ext cx="914400" cy="685800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000" dirty="0"/>
              <a:t>Run</a:t>
            </a:r>
          </a:p>
        </p:txBody>
      </p:sp>
      <p:sp>
        <p:nvSpPr>
          <p:cNvPr id="10" name="Up Arrow 9"/>
          <p:cNvSpPr/>
          <p:nvPr/>
        </p:nvSpPr>
        <p:spPr>
          <a:xfrm>
            <a:off x="6553200" y="4572000"/>
            <a:ext cx="228600" cy="1295400"/>
          </a:xfrm>
          <a:prstGeom prst="upArrow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2000"/>
          </a:p>
        </p:txBody>
      </p:sp>
      <p:sp>
        <p:nvSpPr>
          <p:cNvPr id="11" name="Up Arrow 10"/>
          <p:cNvSpPr/>
          <p:nvPr/>
        </p:nvSpPr>
        <p:spPr>
          <a:xfrm>
            <a:off x="7848600" y="4495800"/>
            <a:ext cx="228600" cy="1295400"/>
          </a:xfrm>
          <a:prstGeom prst="upArrow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2000"/>
          </a:p>
        </p:txBody>
      </p:sp>
      <p:sp>
        <p:nvSpPr>
          <p:cNvPr id="12" name="Rectangle 11"/>
          <p:cNvSpPr/>
          <p:nvPr/>
        </p:nvSpPr>
        <p:spPr>
          <a:xfrm>
            <a:off x="5867400" y="2438400"/>
            <a:ext cx="2743200" cy="68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>
              <a:defRPr/>
            </a:pPr>
            <a:r>
              <a:rPr lang="en-US" sz="2000" dirty="0"/>
              <a:t>Program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6477000" y="2895600"/>
            <a:ext cx="228600" cy="1219200"/>
          </a:xfrm>
          <a:prstGeom prst="downArrow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2000"/>
          </a:p>
        </p:txBody>
      </p:sp>
      <p:sp>
        <p:nvSpPr>
          <p:cNvPr id="14" name="Down Arrow 13"/>
          <p:cNvSpPr/>
          <p:nvPr/>
        </p:nvSpPr>
        <p:spPr>
          <a:xfrm>
            <a:off x="7696200" y="2895600"/>
            <a:ext cx="228600" cy="1219200"/>
          </a:xfrm>
          <a:prstGeom prst="downArrow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2000"/>
          </a:p>
        </p:txBody>
      </p:sp>
      <p:sp>
        <p:nvSpPr>
          <p:cNvPr id="15" name="Multiply 14"/>
          <p:cNvSpPr/>
          <p:nvPr/>
        </p:nvSpPr>
        <p:spPr>
          <a:xfrm>
            <a:off x="6096000" y="3276600"/>
            <a:ext cx="990600" cy="533400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2000"/>
          </a:p>
        </p:txBody>
      </p:sp>
      <p:sp>
        <p:nvSpPr>
          <p:cNvPr id="16" name="Multiply 15"/>
          <p:cNvSpPr/>
          <p:nvPr/>
        </p:nvSpPr>
        <p:spPr>
          <a:xfrm>
            <a:off x="7315200" y="3124200"/>
            <a:ext cx="990600" cy="533400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2000"/>
          </a:p>
        </p:txBody>
      </p:sp>
      <p:sp>
        <p:nvSpPr>
          <p:cNvPr id="17" name="Multiply 16"/>
          <p:cNvSpPr/>
          <p:nvPr/>
        </p:nvSpPr>
        <p:spPr>
          <a:xfrm>
            <a:off x="6172200" y="4876800"/>
            <a:ext cx="990600" cy="533400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2000"/>
          </a:p>
        </p:txBody>
      </p:sp>
      <p:sp>
        <p:nvSpPr>
          <p:cNvPr id="18" name="Multiply 17"/>
          <p:cNvSpPr/>
          <p:nvPr/>
        </p:nvSpPr>
        <p:spPr>
          <a:xfrm>
            <a:off x="7467600" y="4876800"/>
            <a:ext cx="990600" cy="533400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2000"/>
          </a:p>
        </p:txBody>
      </p:sp>
      <p:sp>
        <p:nvSpPr>
          <p:cNvPr id="19" name="Rectangle 18"/>
          <p:cNvSpPr/>
          <p:nvPr/>
        </p:nvSpPr>
        <p:spPr>
          <a:xfrm>
            <a:off x="4191000" y="1295400"/>
            <a:ext cx="4800600" cy="707886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pPr algn="r">
              <a:defRPr/>
            </a:pPr>
            <a:r>
              <a:rPr lang="en-US" sz="2000" i="1" dirty="0">
                <a:solidFill>
                  <a:schemeClr val="bg1"/>
                </a:solidFill>
                <a:latin typeface="+mj-lt"/>
              </a:rPr>
              <a:t>Signifies that the member </a:t>
            </a:r>
            <a:r>
              <a:rPr lang="en-US" sz="2000" i="1" u="sng" dirty="0">
                <a:solidFill>
                  <a:schemeClr val="bg1"/>
                </a:solidFill>
                <a:latin typeface="+mj-lt"/>
              </a:rPr>
              <a:t>can’t</a:t>
            </a:r>
            <a:r>
              <a:rPr lang="en-US" sz="2000" i="1" dirty="0">
                <a:solidFill>
                  <a:schemeClr val="bg1"/>
                </a:solidFill>
                <a:latin typeface="+mj-lt"/>
              </a:rPr>
              <a:t> be accessed </a:t>
            </a:r>
            <a:r>
              <a:rPr lang="en-US" sz="2000" i="1" u="sng" dirty="0">
                <a:solidFill>
                  <a:schemeClr val="bg1"/>
                </a:solidFill>
                <a:latin typeface="+mj-lt"/>
              </a:rPr>
              <a:t>outside</a:t>
            </a:r>
            <a:r>
              <a:rPr lang="en-US" sz="2000" i="1" dirty="0">
                <a:solidFill>
                  <a:schemeClr val="bg1"/>
                </a:solidFill>
                <a:latin typeface="+mj-lt"/>
              </a:rPr>
              <a:t> the scope of the defining class.</a:t>
            </a:r>
          </a:p>
        </p:txBody>
      </p:sp>
      <p:pic>
        <p:nvPicPr>
          <p:cNvPr id="47122" name="Picture 6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752600" y="5867400"/>
            <a:ext cx="2924175" cy="657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8130" name="Object 2"/>
          <p:cNvGraphicFramePr>
            <a:graphicFrameLocks noChangeAspect="1"/>
          </p:cNvGraphicFramePr>
          <p:nvPr/>
        </p:nvGraphicFramePr>
        <p:xfrm>
          <a:off x="254000" y="1295400"/>
          <a:ext cx="6146800" cy="5562600"/>
        </p:xfrm>
        <a:graphic>
          <a:graphicData uri="http://schemas.openxmlformats.org/presentationml/2006/ole">
            <p:oleObj spid="_x0000_s48130" name="Document" r:id="rId3" imgW="6149552" imgH="5570335" progId="Word.Document.12">
              <p:embed/>
            </p:oleObj>
          </a:graphicData>
        </a:graphic>
      </p:graphicFrame>
      <p:sp>
        <p:nvSpPr>
          <p:cNvPr id="4813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Protected Modifier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715000" y="3276600"/>
            <a:ext cx="2743200" cy="1447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>
              <a:defRPr/>
            </a:pPr>
            <a:r>
              <a:rPr lang="en-US" dirty="0"/>
              <a:t>Vehicle</a:t>
            </a:r>
          </a:p>
        </p:txBody>
      </p:sp>
      <p:sp>
        <p:nvSpPr>
          <p:cNvPr id="5" name="Oval 4"/>
          <p:cNvSpPr/>
          <p:nvPr/>
        </p:nvSpPr>
        <p:spPr>
          <a:xfrm>
            <a:off x="5867400" y="3657600"/>
            <a:ext cx="1143000" cy="838200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/>
              <a:t>Name</a:t>
            </a:r>
          </a:p>
        </p:txBody>
      </p:sp>
      <p:sp>
        <p:nvSpPr>
          <p:cNvPr id="6" name="Rectangle 5"/>
          <p:cNvSpPr/>
          <p:nvPr/>
        </p:nvSpPr>
        <p:spPr>
          <a:xfrm>
            <a:off x="5715000" y="5105400"/>
            <a:ext cx="2743200" cy="76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>
              <a:defRPr/>
            </a:pPr>
            <a:r>
              <a:rPr lang="en-US" dirty="0"/>
              <a:t>Mercedes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0" y="3733800"/>
            <a:ext cx="914400" cy="685800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/>
              <a:t>Run</a:t>
            </a:r>
          </a:p>
        </p:txBody>
      </p:sp>
      <p:sp>
        <p:nvSpPr>
          <p:cNvPr id="8" name="Up Arrow 7"/>
          <p:cNvSpPr/>
          <p:nvPr/>
        </p:nvSpPr>
        <p:spPr>
          <a:xfrm>
            <a:off x="6400800" y="4267200"/>
            <a:ext cx="228600" cy="1295400"/>
          </a:xfrm>
          <a:prstGeom prst="upArrow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9" name="Up Arrow 8"/>
          <p:cNvSpPr/>
          <p:nvPr/>
        </p:nvSpPr>
        <p:spPr>
          <a:xfrm>
            <a:off x="7696200" y="4191000"/>
            <a:ext cx="228600" cy="1295400"/>
          </a:xfrm>
          <a:prstGeom prst="upArrow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5715000" y="2133600"/>
            <a:ext cx="2743200" cy="68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>
              <a:defRPr/>
            </a:pPr>
            <a:r>
              <a:rPr lang="en-US" dirty="0"/>
              <a:t>Program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6324600" y="2590800"/>
            <a:ext cx="228600" cy="1219200"/>
          </a:xfrm>
          <a:prstGeom prst="downArrow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2" name="Down Arrow 11"/>
          <p:cNvSpPr/>
          <p:nvPr/>
        </p:nvSpPr>
        <p:spPr>
          <a:xfrm>
            <a:off x="7543800" y="2590800"/>
            <a:ext cx="228600" cy="1219200"/>
          </a:xfrm>
          <a:prstGeom prst="downArrow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3" name="Multiply 12"/>
          <p:cNvSpPr/>
          <p:nvPr/>
        </p:nvSpPr>
        <p:spPr>
          <a:xfrm>
            <a:off x="5943600" y="2971800"/>
            <a:ext cx="990600" cy="533400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4" name="Multiply 13"/>
          <p:cNvSpPr/>
          <p:nvPr/>
        </p:nvSpPr>
        <p:spPr>
          <a:xfrm>
            <a:off x="7162800" y="2819400"/>
            <a:ext cx="990600" cy="533400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0" name="Rectangle 29"/>
          <p:cNvSpPr/>
          <p:nvPr/>
        </p:nvSpPr>
        <p:spPr>
          <a:xfrm>
            <a:off x="4038600" y="1295400"/>
            <a:ext cx="4800600" cy="646331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pPr algn="r">
              <a:defRPr/>
            </a:pPr>
            <a:r>
              <a:rPr lang="en-US" i="1" dirty="0">
                <a:solidFill>
                  <a:schemeClr val="bg1"/>
                </a:solidFill>
                <a:latin typeface="+mj-lt"/>
              </a:rPr>
              <a:t>Signifies that the member isn’t visible outside the class and can be accessed by </a:t>
            </a:r>
            <a:r>
              <a:rPr lang="en-US" i="1" u="sng" dirty="0">
                <a:solidFill>
                  <a:schemeClr val="bg1"/>
                </a:solidFill>
                <a:latin typeface="+mj-lt"/>
              </a:rPr>
              <a:t>derived classes only</a:t>
            </a:r>
            <a:r>
              <a:rPr lang="en-US" i="1" dirty="0">
                <a:solidFill>
                  <a:schemeClr val="bg1"/>
                </a:solidFill>
                <a:latin typeface="+mj-lt"/>
              </a:rPr>
              <a:t>.</a:t>
            </a:r>
          </a:p>
        </p:txBody>
      </p:sp>
      <p:pic>
        <p:nvPicPr>
          <p:cNvPr id="48144" name="Picture 6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562600" y="6019800"/>
            <a:ext cx="2924175" cy="657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.NET Application Physical Structure</a:t>
            </a:r>
          </a:p>
        </p:txBody>
      </p:sp>
      <p:graphicFrame>
        <p:nvGraphicFramePr>
          <p:cNvPr id="18" name="Diagram 17"/>
          <p:cNvGraphicFramePr/>
          <p:nvPr/>
        </p:nvGraphicFramePr>
        <p:xfrm>
          <a:off x="381000" y="1676400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87044" name="Picture 2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6553200" y="1752600"/>
            <a:ext cx="2085975" cy="2343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" name="Rounded Rectangle 19"/>
          <p:cNvSpPr/>
          <p:nvPr/>
        </p:nvSpPr>
        <p:spPr>
          <a:xfrm>
            <a:off x="685800" y="1524000"/>
            <a:ext cx="1676400" cy="685800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/>
              <a:t>Application</a:t>
            </a:r>
          </a:p>
        </p:txBody>
      </p:sp>
      <p:sp>
        <p:nvSpPr>
          <p:cNvPr id="21" name="Right Arrow 20"/>
          <p:cNvSpPr/>
          <p:nvPr/>
        </p:nvSpPr>
        <p:spPr>
          <a:xfrm flipH="1" flipV="1">
            <a:off x="2133600" y="1676400"/>
            <a:ext cx="1524000" cy="304800"/>
          </a:xfrm>
          <a:prstGeom prst="rightArrow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2" name="Rounded Rectangle 21"/>
          <p:cNvSpPr/>
          <p:nvPr/>
        </p:nvSpPr>
        <p:spPr>
          <a:xfrm>
            <a:off x="2590800" y="2819400"/>
            <a:ext cx="990600" cy="685800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/>
              <a:t>EXE</a:t>
            </a:r>
          </a:p>
        </p:txBody>
      </p:sp>
      <p:sp>
        <p:nvSpPr>
          <p:cNvPr id="23" name="Right Arrow 22"/>
          <p:cNvSpPr/>
          <p:nvPr/>
        </p:nvSpPr>
        <p:spPr>
          <a:xfrm flipV="1">
            <a:off x="2209800" y="2971800"/>
            <a:ext cx="533400" cy="304800"/>
          </a:xfrm>
          <a:prstGeom prst="rightArrow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4" name="Rounded Rectangle 23"/>
          <p:cNvSpPr/>
          <p:nvPr/>
        </p:nvSpPr>
        <p:spPr>
          <a:xfrm>
            <a:off x="5257800" y="1828800"/>
            <a:ext cx="990600" cy="685800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/>
              <a:t>DLL</a:t>
            </a:r>
          </a:p>
        </p:txBody>
      </p:sp>
      <p:sp>
        <p:nvSpPr>
          <p:cNvPr id="25" name="Right Arrow 24"/>
          <p:cNvSpPr/>
          <p:nvPr/>
        </p:nvSpPr>
        <p:spPr>
          <a:xfrm rot="16200000" flipV="1">
            <a:off x="5197475" y="2522538"/>
            <a:ext cx="609600" cy="304800"/>
          </a:xfrm>
          <a:prstGeom prst="rightArrow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9" name="Rectangle 28"/>
          <p:cNvSpPr/>
          <p:nvPr/>
        </p:nvSpPr>
        <p:spPr>
          <a:xfrm>
            <a:off x="4495800" y="1600200"/>
            <a:ext cx="1905000" cy="369888"/>
          </a:xfrm>
          <a:prstGeom prst="rect">
            <a:avLst/>
          </a:prstGeom>
          <a:solidFill>
            <a:schemeClr val="accent1"/>
          </a:solidFill>
        </p:spPr>
        <p:txBody>
          <a:bodyPr>
            <a:spAutoFit/>
          </a:bodyPr>
          <a:lstStyle/>
          <a:p>
            <a:pPr algn="r">
              <a:defRPr/>
            </a:pPr>
            <a:r>
              <a:rPr lang="en-US" i="1" dirty="0">
                <a:solidFill>
                  <a:schemeClr val="bg1"/>
                </a:solidFill>
                <a:latin typeface="+mj-lt"/>
              </a:rPr>
              <a:t>Compilation Unit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667000" y="3352800"/>
            <a:ext cx="1828800" cy="369888"/>
          </a:xfrm>
          <a:prstGeom prst="rect">
            <a:avLst/>
          </a:prstGeom>
          <a:solidFill>
            <a:schemeClr val="accent1"/>
          </a:solidFill>
        </p:spPr>
        <p:txBody>
          <a:bodyPr>
            <a:spAutoFit/>
          </a:bodyPr>
          <a:lstStyle/>
          <a:p>
            <a:pPr algn="r">
              <a:defRPr/>
            </a:pPr>
            <a:r>
              <a:rPr lang="en-US" i="1" dirty="0">
                <a:solidFill>
                  <a:schemeClr val="bg1"/>
                </a:solidFill>
                <a:latin typeface="+mj-lt"/>
              </a:rPr>
              <a:t>Compilation Unit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162800" y="4038600"/>
            <a:ext cx="1447800" cy="685800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/>
              <a:t>Assembly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705600" y="4572000"/>
            <a:ext cx="2209800" cy="1754188"/>
          </a:xfrm>
          <a:prstGeom prst="rect">
            <a:avLst/>
          </a:prstGeom>
          <a:solidFill>
            <a:schemeClr val="accent1"/>
          </a:solidFill>
        </p:spPr>
        <p:txBody>
          <a:bodyPr>
            <a:spAutoFit/>
          </a:bodyPr>
          <a:lstStyle/>
          <a:p>
            <a:pPr algn="r">
              <a:defRPr/>
            </a:pPr>
            <a:r>
              <a:rPr lang="en-US" i="1" dirty="0">
                <a:solidFill>
                  <a:schemeClr val="bg1"/>
                </a:solidFill>
                <a:latin typeface="+mj-lt"/>
              </a:rPr>
              <a:t>Partially compiled code library for use in deployment, versioning and security.</a:t>
            </a:r>
          </a:p>
          <a:p>
            <a:pPr algn="r">
              <a:defRPr/>
            </a:pPr>
            <a:endParaRPr lang="en-US" i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34" name="Right Arrow 33"/>
          <p:cNvSpPr/>
          <p:nvPr/>
        </p:nvSpPr>
        <p:spPr>
          <a:xfrm rot="1294502">
            <a:off x="5238750" y="3702050"/>
            <a:ext cx="2212975" cy="322263"/>
          </a:xfrm>
          <a:prstGeom prst="rightArrow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154" name="Object 14"/>
          <p:cNvGraphicFramePr>
            <a:graphicFrameLocks noChangeAspect="1"/>
          </p:cNvGraphicFramePr>
          <p:nvPr/>
        </p:nvGraphicFramePr>
        <p:xfrm>
          <a:off x="0" y="1143000"/>
          <a:ext cx="6153150" cy="4033838"/>
        </p:xfrm>
        <a:graphic>
          <a:graphicData uri="http://schemas.openxmlformats.org/presentationml/2006/ole">
            <p:oleObj spid="_x0000_s49154" name="Document" r:id="rId3" imgW="6152388" imgH="4033266" progId="Word.Document.12">
              <p:embed/>
            </p:oleObj>
          </a:graphicData>
        </a:graphic>
      </p:graphicFrame>
      <p:graphicFrame>
        <p:nvGraphicFramePr>
          <p:cNvPr id="49155" name="Object 13"/>
          <p:cNvGraphicFramePr>
            <a:graphicFrameLocks noChangeAspect="1"/>
          </p:cNvGraphicFramePr>
          <p:nvPr/>
        </p:nvGraphicFramePr>
        <p:xfrm>
          <a:off x="228600" y="4953000"/>
          <a:ext cx="6153150" cy="1731963"/>
        </p:xfrm>
        <a:graphic>
          <a:graphicData uri="http://schemas.openxmlformats.org/presentationml/2006/ole">
            <p:oleObj spid="_x0000_s49155" name="Document" r:id="rId4" imgW="6152388" imgH="1731264" progId="Word.Document.12">
              <p:embed/>
            </p:oleObj>
          </a:graphicData>
        </a:graphic>
      </p:graphicFrame>
      <p:pic>
        <p:nvPicPr>
          <p:cNvPr id="49156" name="Picture 4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200400" y="2057400"/>
            <a:ext cx="2695575" cy="1076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5" name="Round Diagonal Corner Rectangle 24"/>
          <p:cNvSpPr/>
          <p:nvPr/>
        </p:nvSpPr>
        <p:spPr>
          <a:xfrm>
            <a:off x="5562600" y="2895600"/>
            <a:ext cx="3352800" cy="3505200"/>
          </a:xfrm>
          <a:prstGeom prst="round2Diag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>
              <a:defRPr/>
            </a:pPr>
            <a:r>
              <a:rPr lang="en-US" dirty="0"/>
              <a:t>Encapsulation</a:t>
            </a:r>
          </a:p>
        </p:txBody>
      </p:sp>
      <p:sp>
        <p:nvSpPr>
          <p:cNvPr id="4915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Internal Modifier</a:t>
            </a:r>
          </a:p>
        </p:txBody>
      </p:sp>
      <p:sp>
        <p:nvSpPr>
          <p:cNvPr id="5" name="Rectangle 4"/>
          <p:cNvSpPr/>
          <p:nvPr/>
        </p:nvSpPr>
        <p:spPr>
          <a:xfrm>
            <a:off x="4038600" y="1295400"/>
            <a:ext cx="4800600" cy="646113"/>
          </a:xfrm>
          <a:prstGeom prst="rect">
            <a:avLst/>
          </a:prstGeom>
          <a:solidFill>
            <a:schemeClr val="accent1"/>
          </a:solidFill>
        </p:spPr>
        <p:txBody>
          <a:bodyPr>
            <a:spAutoFit/>
          </a:bodyPr>
          <a:lstStyle/>
          <a:p>
            <a:pPr algn="r">
              <a:defRPr/>
            </a:pPr>
            <a:r>
              <a:rPr lang="en-US" i="1" dirty="0">
                <a:solidFill>
                  <a:schemeClr val="bg1"/>
                </a:solidFill>
                <a:latin typeface="+mj-lt"/>
              </a:rPr>
              <a:t>Signifies that the member is visible only within the current </a:t>
            </a:r>
            <a:r>
              <a:rPr lang="en-US" i="1" u="sng" dirty="0">
                <a:solidFill>
                  <a:schemeClr val="bg1"/>
                </a:solidFill>
                <a:latin typeface="+mj-lt"/>
              </a:rPr>
              <a:t>compilation unit</a:t>
            </a:r>
            <a:r>
              <a:rPr lang="en-US" i="1" dirty="0">
                <a:solidFill>
                  <a:schemeClr val="bg1"/>
                </a:solidFill>
                <a:latin typeface="+mj-lt"/>
              </a:rPr>
              <a:t>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67400" y="4038600"/>
            <a:ext cx="2743200" cy="1143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>
              <a:defRPr/>
            </a:pPr>
            <a:r>
              <a:rPr lang="en-US" dirty="0"/>
              <a:t>Vehicle</a:t>
            </a:r>
          </a:p>
        </p:txBody>
      </p:sp>
      <p:sp>
        <p:nvSpPr>
          <p:cNvPr id="13" name="Oval 12"/>
          <p:cNvSpPr/>
          <p:nvPr/>
        </p:nvSpPr>
        <p:spPr>
          <a:xfrm>
            <a:off x="6019800" y="4267200"/>
            <a:ext cx="1143000" cy="838200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/>
              <a:t>Name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67400" y="5410200"/>
            <a:ext cx="2743200" cy="838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>
              <a:defRPr/>
            </a:pPr>
            <a:r>
              <a:rPr lang="en-US" dirty="0"/>
              <a:t>Mercedes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67600" y="4343400"/>
            <a:ext cx="914400" cy="685800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/>
              <a:t>Run</a:t>
            </a:r>
          </a:p>
        </p:txBody>
      </p:sp>
      <p:sp>
        <p:nvSpPr>
          <p:cNvPr id="16" name="Up Arrow 15"/>
          <p:cNvSpPr/>
          <p:nvPr/>
        </p:nvSpPr>
        <p:spPr>
          <a:xfrm>
            <a:off x="6553200" y="4953000"/>
            <a:ext cx="228600" cy="685800"/>
          </a:xfrm>
          <a:prstGeom prst="upArrow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7" name="Up Arrow 16"/>
          <p:cNvSpPr/>
          <p:nvPr/>
        </p:nvSpPr>
        <p:spPr>
          <a:xfrm>
            <a:off x="7848600" y="4876800"/>
            <a:ext cx="228600" cy="1066800"/>
          </a:xfrm>
          <a:prstGeom prst="upArrow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5867400" y="3429000"/>
            <a:ext cx="27432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>
              <a:defRPr/>
            </a:pPr>
            <a:r>
              <a:rPr lang="en-US" dirty="0"/>
              <a:t>Program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6477000" y="3581400"/>
            <a:ext cx="228600" cy="762000"/>
          </a:xfrm>
          <a:prstGeom prst="downArrow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0" name="Down Arrow 19"/>
          <p:cNvSpPr/>
          <p:nvPr/>
        </p:nvSpPr>
        <p:spPr>
          <a:xfrm>
            <a:off x="7924800" y="3505200"/>
            <a:ext cx="228600" cy="1066800"/>
          </a:xfrm>
          <a:prstGeom prst="downArrow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6" name="Round Diagonal Corner Rectangle 25"/>
          <p:cNvSpPr/>
          <p:nvPr/>
        </p:nvSpPr>
        <p:spPr>
          <a:xfrm>
            <a:off x="3962400" y="3276600"/>
            <a:ext cx="1447800" cy="3200400"/>
          </a:xfrm>
          <a:prstGeom prst="round2Diag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>
              <a:defRPr/>
            </a:pPr>
            <a:r>
              <a:rPr lang="en-US" dirty="0"/>
              <a:t>Another Application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48400" y="5715000"/>
            <a:ext cx="914400" cy="457200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/>
              <a:t>Start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038600" y="4114800"/>
            <a:ext cx="1219200" cy="2133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>
              <a:defRPr/>
            </a:pPr>
            <a:r>
              <a:rPr lang="en-US" dirty="0"/>
              <a:t>Program</a:t>
            </a:r>
          </a:p>
        </p:txBody>
      </p:sp>
      <p:sp>
        <p:nvSpPr>
          <p:cNvPr id="35" name="Right Arrow 34"/>
          <p:cNvSpPr/>
          <p:nvPr/>
        </p:nvSpPr>
        <p:spPr>
          <a:xfrm>
            <a:off x="4876800" y="4343400"/>
            <a:ext cx="2819400" cy="228600"/>
          </a:xfrm>
          <a:prstGeom prst="rightArrow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9" name="Right Arrow 28"/>
          <p:cNvSpPr/>
          <p:nvPr/>
        </p:nvSpPr>
        <p:spPr>
          <a:xfrm>
            <a:off x="5105400" y="4648200"/>
            <a:ext cx="1143000" cy="228600"/>
          </a:xfrm>
          <a:prstGeom prst="rightArrow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8" name="Right Arrow 27"/>
          <p:cNvSpPr/>
          <p:nvPr/>
        </p:nvSpPr>
        <p:spPr>
          <a:xfrm>
            <a:off x="4953000" y="5791200"/>
            <a:ext cx="1371600" cy="228600"/>
          </a:xfrm>
          <a:prstGeom prst="rightArrow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0" name="Multiply 29"/>
          <p:cNvSpPr/>
          <p:nvPr/>
        </p:nvSpPr>
        <p:spPr>
          <a:xfrm>
            <a:off x="5181600" y="4495800"/>
            <a:ext cx="990600" cy="533400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1" name="Multiply 20"/>
          <p:cNvSpPr/>
          <p:nvPr/>
        </p:nvSpPr>
        <p:spPr>
          <a:xfrm>
            <a:off x="5029200" y="5638800"/>
            <a:ext cx="990600" cy="533400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0178" name="Object 4"/>
          <p:cNvGraphicFramePr>
            <a:graphicFrameLocks noChangeAspect="1"/>
          </p:cNvGraphicFramePr>
          <p:nvPr/>
        </p:nvGraphicFramePr>
        <p:xfrm>
          <a:off x="0" y="1295400"/>
          <a:ext cx="6153150" cy="2738438"/>
        </p:xfrm>
        <a:graphic>
          <a:graphicData uri="http://schemas.openxmlformats.org/presentationml/2006/ole">
            <p:oleObj spid="_x0000_s50178" name="Document" r:id="rId3" imgW="6152388" imgH="2738247" progId="Word.Document.12">
              <p:embed/>
            </p:oleObj>
          </a:graphicData>
        </a:graphic>
      </p:graphicFrame>
      <p:sp>
        <p:nvSpPr>
          <p:cNvPr id="5018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Protected Internal Modifier</a:t>
            </a:r>
          </a:p>
        </p:txBody>
      </p:sp>
      <p:sp>
        <p:nvSpPr>
          <p:cNvPr id="3" name="Round Diagonal Corner Rectangle 2"/>
          <p:cNvSpPr/>
          <p:nvPr/>
        </p:nvSpPr>
        <p:spPr>
          <a:xfrm>
            <a:off x="5562600" y="3581400"/>
            <a:ext cx="3352800" cy="2590800"/>
          </a:xfrm>
          <a:prstGeom prst="round2Diag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>
              <a:defRPr/>
            </a:pPr>
            <a:r>
              <a:rPr lang="en-US" dirty="0"/>
              <a:t>Encapsulation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867400" y="4724400"/>
            <a:ext cx="2743200" cy="1143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>
              <a:defRPr/>
            </a:pPr>
            <a:r>
              <a:rPr lang="en-US" dirty="0"/>
              <a:t>Vehicle</a:t>
            </a:r>
          </a:p>
        </p:txBody>
      </p:sp>
      <p:sp>
        <p:nvSpPr>
          <p:cNvPr id="5" name="Oval 4"/>
          <p:cNvSpPr/>
          <p:nvPr/>
        </p:nvSpPr>
        <p:spPr>
          <a:xfrm>
            <a:off x="6019800" y="4953000"/>
            <a:ext cx="1143000" cy="838200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/>
              <a:t>Name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67600" y="5029200"/>
            <a:ext cx="914400" cy="685800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/>
              <a:t>Run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67400" y="4114800"/>
            <a:ext cx="27432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>
              <a:defRPr/>
            </a:pPr>
            <a:r>
              <a:rPr lang="en-US" dirty="0"/>
              <a:t>Program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6477000" y="4267200"/>
            <a:ext cx="228600" cy="762000"/>
          </a:xfrm>
          <a:prstGeom prst="downArrow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2" name="Down Arrow 11"/>
          <p:cNvSpPr/>
          <p:nvPr/>
        </p:nvSpPr>
        <p:spPr>
          <a:xfrm>
            <a:off x="7924800" y="4191000"/>
            <a:ext cx="228600" cy="1066800"/>
          </a:xfrm>
          <a:prstGeom prst="downArrow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3" name="Round Diagonal Corner Rectangle 12"/>
          <p:cNvSpPr/>
          <p:nvPr/>
        </p:nvSpPr>
        <p:spPr>
          <a:xfrm>
            <a:off x="3962400" y="3962400"/>
            <a:ext cx="1447800" cy="2209800"/>
          </a:xfrm>
          <a:prstGeom prst="round2Diag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>
              <a:defRPr/>
            </a:pPr>
            <a:r>
              <a:rPr lang="en-US" dirty="0"/>
              <a:t>Another Application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038600" y="4953000"/>
            <a:ext cx="1219200" cy="838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>
              <a:defRPr/>
            </a:pPr>
            <a:r>
              <a:rPr lang="en-US" dirty="0"/>
              <a:t>Mercedes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91000" y="5257800"/>
            <a:ext cx="914400" cy="457200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/>
              <a:t>Start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181600" y="5334000"/>
            <a:ext cx="1066800" cy="228600"/>
          </a:xfrm>
          <a:prstGeom prst="rightArrow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9" name="Rectangle 38"/>
          <p:cNvSpPr/>
          <p:nvPr/>
        </p:nvSpPr>
        <p:spPr>
          <a:xfrm>
            <a:off x="4038600" y="1295400"/>
            <a:ext cx="4800600" cy="646113"/>
          </a:xfrm>
          <a:prstGeom prst="rect">
            <a:avLst/>
          </a:prstGeom>
          <a:solidFill>
            <a:schemeClr val="accent1"/>
          </a:solidFill>
        </p:spPr>
        <p:txBody>
          <a:bodyPr>
            <a:spAutoFit/>
          </a:bodyPr>
          <a:lstStyle/>
          <a:p>
            <a:pPr algn="r">
              <a:defRPr/>
            </a:pPr>
            <a:r>
              <a:rPr lang="en-US" i="1" dirty="0">
                <a:solidFill>
                  <a:schemeClr val="bg1"/>
                </a:solidFill>
                <a:latin typeface="+mj-lt"/>
              </a:rPr>
              <a:t>Signifies that the member is visible only within the current </a:t>
            </a:r>
            <a:r>
              <a:rPr lang="en-US" i="1" u="sng" dirty="0">
                <a:solidFill>
                  <a:schemeClr val="bg1"/>
                </a:solidFill>
                <a:latin typeface="+mj-lt"/>
              </a:rPr>
              <a:t>compilation unit</a:t>
            </a:r>
            <a:r>
              <a:rPr lang="en-US" i="1" dirty="0">
                <a:solidFill>
                  <a:schemeClr val="bg1"/>
                </a:solidFill>
                <a:latin typeface="+mj-lt"/>
              </a:rPr>
              <a:t> and </a:t>
            </a:r>
            <a:r>
              <a:rPr lang="en-US" i="1" u="sng">
                <a:solidFill>
                  <a:schemeClr val="bg1"/>
                </a:solidFill>
                <a:latin typeface="+mj-lt"/>
              </a:rPr>
              <a:t>derived </a:t>
            </a:r>
            <a:r>
              <a:rPr lang="en-US" i="1" u="sng" smtClean="0">
                <a:solidFill>
                  <a:schemeClr val="bg1"/>
                </a:solidFill>
                <a:latin typeface="+mj-lt"/>
              </a:rPr>
              <a:t>classes</a:t>
            </a:r>
            <a:r>
              <a:rPr lang="en-US" i="1" smtClean="0">
                <a:solidFill>
                  <a:schemeClr val="bg1"/>
                </a:solidFill>
                <a:latin typeface="+mj-lt"/>
              </a:rPr>
              <a:t>.</a:t>
            </a:r>
            <a:endParaRPr lang="en-US" i="1" dirty="0">
              <a:solidFill>
                <a:schemeClr val="bg1"/>
              </a:solidFill>
              <a:latin typeface="+mj-lt"/>
            </a:endParaRPr>
          </a:p>
        </p:txBody>
      </p:sp>
      <p:graphicFrame>
        <p:nvGraphicFramePr>
          <p:cNvPr id="50179" name="Object 5"/>
          <p:cNvGraphicFramePr>
            <a:graphicFrameLocks noChangeAspect="1"/>
          </p:cNvGraphicFramePr>
          <p:nvPr/>
        </p:nvGraphicFramePr>
        <p:xfrm>
          <a:off x="152400" y="3962400"/>
          <a:ext cx="6153150" cy="2593975"/>
        </p:xfrm>
        <a:graphic>
          <a:graphicData uri="http://schemas.openxmlformats.org/presentationml/2006/ole">
            <p:oleObj spid="_x0000_s50179" name="Document" r:id="rId4" imgW="6152388" imgH="2594229" progId="Word.Document.12">
              <p:embed/>
            </p:oleObj>
          </a:graphicData>
        </a:graphic>
      </p:graphicFrame>
      <p:sp>
        <p:nvSpPr>
          <p:cNvPr id="43" name="Right Arrow 42"/>
          <p:cNvSpPr/>
          <p:nvPr/>
        </p:nvSpPr>
        <p:spPr>
          <a:xfrm>
            <a:off x="5029200" y="5029200"/>
            <a:ext cx="2819400" cy="228600"/>
          </a:xfrm>
          <a:prstGeom prst="rightArrow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4" name="Multiply 43"/>
          <p:cNvSpPr/>
          <p:nvPr/>
        </p:nvSpPr>
        <p:spPr>
          <a:xfrm>
            <a:off x="5105400" y="4876800"/>
            <a:ext cx="990600" cy="533400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pic>
        <p:nvPicPr>
          <p:cNvPr id="50195" name="Picture 4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038600" y="2209800"/>
            <a:ext cx="2695575" cy="1076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1" name="Straight Arrow Connector 20"/>
          <p:cNvCxnSpPr/>
          <p:nvPr/>
        </p:nvCxnSpPr>
        <p:spPr>
          <a:xfrm>
            <a:off x="1981200" y="4114800"/>
            <a:ext cx="1905000" cy="6858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Default Modifier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0" y="2590800"/>
            <a:ext cx="2743200" cy="1447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>
              <a:defRPr/>
            </a:pPr>
            <a:r>
              <a:rPr lang="en-US" dirty="0"/>
              <a:t>Vehicle</a:t>
            </a:r>
          </a:p>
        </p:txBody>
      </p:sp>
      <p:sp>
        <p:nvSpPr>
          <p:cNvPr id="7" name="Oval 6"/>
          <p:cNvSpPr/>
          <p:nvPr/>
        </p:nvSpPr>
        <p:spPr>
          <a:xfrm>
            <a:off x="5181600" y="2971800"/>
            <a:ext cx="1143000" cy="838200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/>
              <a:t>Name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0" y="4419600"/>
            <a:ext cx="2743200" cy="1066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>
              <a:defRPr/>
            </a:pPr>
            <a:r>
              <a:rPr lang="en-US" dirty="0"/>
              <a:t>Mercedes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29400" y="3048000"/>
            <a:ext cx="914400" cy="685800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/>
              <a:t>Run</a:t>
            </a:r>
          </a:p>
        </p:txBody>
      </p:sp>
      <p:sp>
        <p:nvSpPr>
          <p:cNvPr id="10" name="Up Arrow 9"/>
          <p:cNvSpPr/>
          <p:nvPr/>
        </p:nvSpPr>
        <p:spPr>
          <a:xfrm>
            <a:off x="5715000" y="3581400"/>
            <a:ext cx="228600" cy="1295400"/>
          </a:xfrm>
          <a:prstGeom prst="upArrow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1" name="Up Arrow 10"/>
          <p:cNvSpPr/>
          <p:nvPr/>
        </p:nvSpPr>
        <p:spPr>
          <a:xfrm>
            <a:off x="7010400" y="3505200"/>
            <a:ext cx="228600" cy="1295400"/>
          </a:xfrm>
          <a:prstGeom prst="upArrow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5029200" y="1447800"/>
            <a:ext cx="2743200" cy="68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>
              <a:defRPr/>
            </a:pPr>
            <a:r>
              <a:rPr lang="en-US" dirty="0"/>
              <a:t>Program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5638800" y="1905000"/>
            <a:ext cx="228600" cy="1219200"/>
          </a:xfrm>
          <a:prstGeom prst="downArrow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4" name="Down Arrow 13"/>
          <p:cNvSpPr/>
          <p:nvPr/>
        </p:nvSpPr>
        <p:spPr>
          <a:xfrm>
            <a:off x="6858000" y="1905000"/>
            <a:ext cx="228600" cy="1219200"/>
          </a:xfrm>
          <a:prstGeom prst="downArrow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5" name="Multiply 14"/>
          <p:cNvSpPr/>
          <p:nvPr/>
        </p:nvSpPr>
        <p:spPr>
          <a:xfrm>
            <a:off x="5257800" y="2286000"/>
            <a:ext cx="990600" cy="533400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6" name="Multiply 15"/>
          <p:cNvSpPr/>
          <p:nvPr/>
        </p:nvSpPr>
        <p:spPr>
          <a:xfrm>
            <a:off x="6477000" y="2133600"/>
            <a:ext cx="990600" cy="533400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7" name="Multiply 16"/>
          <p:cNvSpPr/>
          <p:nvPr/>
        </p:nvSpPr>
        <p:spPr>
          <a:xfrm>
            <a:off x="5334000" y="3886200"/>
            <a:ext cx="990600" cy="533400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8" name="Multiply 17"/>
          <p:cNvSpPr/>
          <p:nvPr/>
        </p:nvSpPr>
        <p:spPr>
          <a:xfrm>
            <a:off x="6629400" y="3886200"/>
            <a:ext cx="990600" cy="533400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graphicFrame>
        <p:nvGraphicFramePr>
          <p:cNvPr id="51202" name="Object 3"/>
          <p:cNvGraphicFramePr>
            <a:graphicFrameLocks noChangeAspect="1"/>
          </p:cNvGraphicFramePr>
          <p:nvPr/>
        </p:nvGraphicFramePr>
        <p:xfrm>
          <a:off x="304800" y="1447800"/>
          <a:ext cx="5943600" cy="5802313"/>
        </p:xfrm>
        <a:graphic>
          <a:graphicData uri="http://schemas.openxmlformats.org/presentationml/2006/ole">
            <p:oleObj spid="_x0000_s51202" name="Document" r:id="rId3" imgW="5940848" imgH="5813683" progId="Word.Document.12">
              <p:embed/>
            </p:oleObj>
          </a:graphicData>
        </a:graphic>
      </p:graphicFrame>
      <p:sp>
        <p:nvSpPr>
          <p:cNvPr id="20" name="Up Arrow 19"/>
          <p:cNvSpPr/>
          <p:nvPr/>
        </p:nvSpPr>
        <p:spPr>
          <a:xfrm>
            <a:off x="6324600" y="3581400"/>
            <a:ext cx="228600" cy="1295400"/>
          </a:xfrm>
          <a:prstGeom prst="upArrow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2" name="Rounded Rectangle 21"/>
          <p:cNvSpPr/>
          <p:nvPr/>
        </p:nvSpPr>
        <p:spPr>
          <a:xfrm>
            <a:off x="5943600" y="4953000"/>
            <a:ext cx="1676400" cy="457200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/>
              <a:t>Mercedes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7315200" y="1905000"/>
            <a:ext cx="228600" cy="3276600"/>
          </a:xfrm>
          <a:prstGeom prst="downArrow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4" name="Multiply 23"/>
          <p:cNvSpPr/>
          <p:nvPr/>
        </p:nvSpPr>
        <p:spPr>
          <a:xfrm>
            <a:off x="6934200" y="2590800"/>
            <a:ext cx="990600" cy="533400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1981200" y="1295400"/>
            <a:ext cx="990600" cy="369888"/>
          </a:xfrm>
          <a:prstGeom prst="rect">
            <a:avLst/>
          </a:prstGeom>
          <a:solidFill>
            <a:schemeClr val="accent6"/>
          </a:solidFill>
        </p:spPr>
        <p:txBody>
          <a:bodyPr>
            <a:spAutoFit/>
          </a:bodyPr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  <a:latin typeface="+mj-lt"/>
              </a:rPr>
              <a:t>Internal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286000" y="1752600"/>
            <a:ext cx="914400" cy="369888"/>
          </a:xfrm>
          <a:prstGeom prst="rect">
            <a:avLst/>
          </a:prstGeom>
          <a:solidFill>
            <a:schemeClr val="accent6"/>
          </a:solidFill>
        </p:spPr>
        <p:txBody>
          <a:bodyPr>
            <a:spAutoFit/>
          </a:bodyPr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  <a:latin typeface="+mj-lt"/>
              </a:rPr>
              <a:t>Private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057400" y="3276600"/>
            <a:ext cx="914400" cy="369888"/>
          </a:xfrm>
          <a:prstGeom prst="rect">
            <a:avLst/>
          </a:prstGeom>
          <a:solidFill>
            <a:schemeClr val="accent6"/>
          </a:solidFill>
        </p:spPr>
        <p:txBody>
          <a:bodyPr>
            <a:spAutoFit/>
          </a:bodyPr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  <a:latin typeface="+mj-lt"/>
              </a:rPr>
              <a:t>Private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4678680"/>
            <a:ext cx="3002280" cy="19507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Why Encapsulation? [1, 2]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3200400"/>
          </a:xfrm>
        </p:spPr>
        <p:txBody>
          <a:bodyPr/>
          <a:lstStyle/>
          <a:p>
            <a:r>
              <a:rPr lang="en-US" sz="2400" dirty="0" smtClean="0"/>
              <a:t>Encapsulation provides </a:t>
            </a:r>
            <a:r>
              <a:rPr lang="en-US" sz="2400" i="1" dirty="0" smtClean="0">
                <a:solidFill>
                  <a:srgbClr val="C00000"/>
                </a:solidFill>
              </a:rPr>
              <a:t>explicit barriers</a:t>
            </a:r>
            <a:r>
              <a:rPr lang="en-US" sz="2400" dirty="0" smtClean="0"/>
              <a:t> among </a:t>
            </a:r>
            <a:r>
              <a:rPr lang="en-US" sz="2400" u="sng" dirty="0" smtClean="0"/>
              <a:t>different abstractions</a:t>
            </a:r>
            <a:r>
              <a:rPr lang="en-US" sz="2400" dirty="0" smtClean="0"/>
              <a:t> and thus leads to a clear separation of concerns.</a:t>
            </a:r>
          </a:p>
          <a:p>
            <a:r>
              <a:rPr lang="en-US" sz="2400" dirty="0" smtClean="0"/>
              <a:t>Encapsulation </a:t>
            </a:r>
            <a:r>
              <a:rPr lang="en-US" sz="2400" i="1" dirty="0" smtClean="0">
                <a:solidFill>
                  <a:srgbClr val="C00000"/>
                </a:solidFill>
              </a:rPr>
              <a:t>hides</a:t>
            </a:r>
            <a:r>
              <a:rPr lang="en-US" sz="2400" dirty="0" smtClean="0"/>
              <a:t> complexity and </a:t>
            </a:r>
            <a:r>
              <a:rPr lang="en-US" sz="2400" i="1" dirty="0" smtClean="0">
                <a:solidFill>
                  <a:srgbClr val="C00000"/>
                </a:solidFill>
              </a:rPr>
              <a:t>prevents</a:t>
            </a:r>
            <a:r>
              <a:rPr lang="en-US" sz="2400" dirty="0" smtClean="0"/>
              <a:t> implementation access.</a:t>
            </a:r>
          </a:p>
          <a:p>
            <a:r>
              <a:rPr lang="en-US" sz="2400" dirty="0" smtClean="0"/>
              <a:t>Enables objects to be independent and to be packaged into </a:t>
            </a:r>
            <a:r>
              <a:rPr lang="en-US" sz="2400" i="1" dirty="0" smtClean="0">
                <a:solidFill>
                  <a:srgbClr val="C00000"/>
                </a:solidFill>
              </a:rPr>
              <a:t>reusable</a:t>
            </a:r>
            <a:r>
              <a:rPr lang="en-US" sz="2400" dirty="0" smtClean="0"/>
              <a:t> components.</a:t>
            </a:r>
          </a:p>
          <a:p>
            <a:r>
              <a:rPr lang="en-US" sz="2400" dirty="0" smtClean="0"/>
              <a:t>Encapsulation “allows program </a:t>
            </a:r>
            <a:r>
              <a:rPr lang="en-US" sz="2400" i="1" dirty="0" smtClean="0">
                <a:solidFill>
                  <a:srgbClr val="C00000"/>
                </a:solidFill>
              </a:rPr>
              <a:t>changes</a:t>
            </a:r>
            <a:r>
              <a:rPr lang="en-US" sz="2400" dirty="0" smtClean="0"/>
              <a:t> to be reliably made with limited effort”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 Solution for Complexity [3]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447800"/>
            <a:ext cx="5791200" cy="4953000"/>
          </a:xfrm>
        </p:spPr>
        <p:txBody>
          <a:bodyPr/>
          <a:lstStyle/>
          <a:p>
            <a:r>
              <a:rPr lang="en-US" sz="2400" dirty="0" smtClean="0"/>
              <a:t>Encapsulation </a:t>
            </a:r>
            <a:r>
              <a:rPr lang="en-US" sz="2400" i="1" dirty="0" smtClean="0">
                <a:solidFill>
                  <a:srgbClr val="C00000"/>
                </a:solidFill>
              </a:rPr>
              <a:t>isolates</a:t>
            </a:r>
            <a:r>
              <a:rPr lang="en-US" sz="2400" dirty="0" smtClean="0"/>
              <a:t> implementation details from the behavior exposed to clients.</a:t>
            </a:r>
          </a:p>
          <a:p>
            <a:r>
              <a:rPr lang="en-US" sz="2400" dirty="0" smtClean="0"/>
              <a:t>Encapsulation provides </a:t>
            </a:r>
            <a:r>
              <a:rPr lang="en-US" sz="2400" i="1" dirty="0" smtClean="0">
                <a:solidFill>
                  <a:srgbClr val="C00000"/>
                </a:solidFill>
              </a:rPr>
              <a:t>loose coupling</a:t>
            </a:r>
            <a:r>
              <a:rPr lang="en-US" sz="2400" dirty="0" smtClean="0"/>
              <a:t> (</a:t>
            </a:r>
            <a:r>
              <a:rPr lang="en-US" sz="2400" dirty="0" err="1" smtClean="0"/>
              <a:t>connascence</a:t>
            </a:r>
            <a:r>
              <a:rPr lang="en-US" sz="2400" dirty="0" smtClean="0"/>
              <a:t>, </a:t>
            </a:r>
            <a:r>
              <a:rPr lang="en-US" sz="2400" dirty="0" err="1" smtClean="0"/>
              <a:t>contranascene</a:t>
            </a:r>
            <a:r>
              <a:rPr lang="en-US" sz="2400" dirty="0" smtClean="0"/>
              <a:t>)</a:t>
            </a:r>
          </a:p>
          <a:p>
            <a:pPr lvl="1"/>
            <a:r>
              <a:rPr lang="en-US" sz="1800" dirty="0" smtClean="0"/>
              <a:t>Two components are </a:t>
            </a:r>
            <a:r>
              <a:rPr lang="en-US" sz="1800" dirty="0" err="1" smtClean="0"/>
              <a:t>connascent</a:t>
            </a:r>
            <a:r>
              <a:rPr lang="en-US" sz="1800" dirty="0" smtClean="0"/>
              <a:t> if a </a:t>
            </a:r>
            <a:r>
              <a:rPr lang="en-US" sz="1800" i="1" dirty="0" smtClean="0">
                <a:solidFill>
                  <a:srgbClr val="C00000"/>
                </a:solidFill>
              </a:rPr>
              <a:t>change</a:t>
            </a:r>
            <a:r>
              <a:rPr lang="en-US" sz="1800" dirty="0" smtClean="0"/>
              <a:t> in one would require the other to be modified in order to maintain the overall correctness of the system.</a:t>
            </a:r>
          </a:p>
          <a:p>
            <a:pPr lvl="1"/>
            <a:r>
              <a:rPr lang="en-US" sz="1800" dirty="0" err="1" smtClean="0"/>
              <a:t>Connascence</a:t>
            </a:r>
            <a:r>
              <a:rPr lang="en-US" sz="1800" dirty="0" smtClean="0"/>
              <a:t> is a software </a:t>
            </a:r>
            <a:r>
              <a:rPr lang="en-US" sz="1800" i="1" dirty="0" smtClean="0">
                <a:solidFill>
                  <a:srgbClr val="C00000"/>
                </a:solidFill>
              </a:rPr>
              <a:t>quality metric</a:t>
            </a:r>
            <a:r>
              <a:rPr lang="en-US" sz="1800" dirty="0" smtClean="0"/>
              <a:t> allowing reasoning about the complexity caused by dependency relationships.</a:t>
            </a:r>
          </a:p>
          <a:p>
            <a:r>
              <a:rPr lang="en-US" sz="2400" dirty="0" smtClean="0"/>
              <a:t>But </a:t>
            </a:r>
            <a:r>
              <a:rPr lang="en-US" sz="2400" i="1" dirty="0" smtClean="0">
                <a:solidFill>
                  <a:srgbClr val="C00000"/>
                </a:solidFill>
              </a:rPr>
              <a:t>why</a:t>
            </a:r>
            <a:r>
              <a:rPr lang="en-US" sz="2400" dirty="0" smtClean="0"/>
              <a:t> implementation details isolation and low coupling? – Low </a:t>
            </a:r>
            <a:r>
              <a:rPr lang="en-US" sz="2400" u="sng" dirty="0" smtClean="0"/>
              <a:t>complexity</a:t>
            </a:r>
            <a:r>
              <a:rPr lang="en-US" sz="2400" dirty="0" smtClean="0"/>
              <a:t> and easier for </a:t>
            </a:r>
            <a:r>
              <a:rPr lang="en-US" sz="2400" u="sng" dirty="0" smtClean="0"/>
              <a:t>maintainability</a:t>
            </a:r>
            <a:r>
              <a:rPr lang="en-US" sz="2400" dirty="0" smtClean="0"/>
              <a:t>.</a:t>
            </a:r>
            <a:endParaRPr lang="en-US" sz="2400" dirty="0"/>
          </a:p>
        </p:txBody>
      </p:sp>
      <p:pic>
        <p:nvPicPr>
          <p:cNvPr id="15155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0" y="3648075"/>
            <a:ext cx="2857500" cy="282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248400" y="1733550"/>
            <a:ext cx="2428875" cy="1619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Question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76401"/>
            <a:ext cx="8229600" cy="1066799"/>
          </a:xfrm>
        </p:spPr>
        <p:txBody>
          <a:bodyPr/>
          <a:lstStyle/>
          <a:p>
            <a:r>
              <a:rPr lang="en-US" dirty="0" smtClean="0"/>
              <a:t>Encapsulation is not just hiding your fields </a:t>
            </a:r>
            <a:r>
              <a:rPr lang="en-US" i="1" dirty="0" smtClean="0">
                <a:solidFill>
                  <a:srgbClr val="C00000"/>
                </a:solidFill>
              </a:rPr>
              <a:t>behind </a:t>
            </a:r>
            <a:r>
              <a:rPr lang="en-US" i="1" dirty="0" err="1" smtClean="0">
                <a:solidFill>
                  <a:srgbClr val="C00000"/>
                </a:solidFill>
              </a:rPr>
              <a:t>accessors</a:t>
            </a:r>
            <a:r>
              <a:rPr lang="en-US" dirty="0" smtClean="0"/>
              <a:t>. Why?</a:t>
            </a:r>
          </a:p>
        </p:txBody>
      </p:sp>
      <p:pic>
        <p:nvPicPr>
          <p:cNvPr id="152579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95600" y="3590925"/>
            <a:ext cx="3514725" cy="227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 smtClean="0"/>
              <a:t>Information Hiding vs. Encapsulation</a:t>
            </a:r>
            <a:endParaRPr lang="en-US" sz="4000" dirty="0"/>
          </a:p>
        </p:txBody>
      </p:sp>
      <p:graphicFrame>
        <p:nvGraphicFramePr>
          <p:cNvPr id="94209" name="Object 1"/>
          <p:cNvGraphicFramePr>
            <a:graphicFrameLocks noChangeAspect="1"/>
          </p:cNvGraphicFramePr>
          <p:nvPr/>
        </p:nvGraphicFramePr>
        <p:xfrm>
          <a:off x="76200" y="2792413"/>
          <a:ext cx="5943600" cy="3881437"/>
        </p:xfrm>
        <a:graphic>
          <a:graphicData uri="http://schemas.openxmlformats.org/presentationml/2006/ole">
            <p:oleObj spid="_x0000_s150530" name="Document" r:id="rId3" imgW="5940848" imgH="3961351" progId="Word.Document.12">
              <p:embed/>
            </p:oleObj>
          </a:graphicData>
        </a:graphic>
      </p:graphicFrame>
      <p:graphicFrame>
        <p:nvGraphicFramePr>
          <p:cNvPr id="94210" name="Object 2"/>
          <p:cNvGraphicFramePr>
            <a:graphicFrameLocks noChangeAspect="1"/>
          </p:cNvGraphicFramePr>
          <p:nvPr/>
        </p:nvGraphicFramePr>
        <p:xfrm>
          <a:off x="4267200" y="2667000"/>
          <a:ext cx="3937000" cy="3937000"/>
        </p:xfrm>
        <a:graphic>
          <a:graphicData uri="http://schemas.openxmlformats.org/presentationml/2006/ole">
            <p:oleObj spid="_x0000_s150531" name="Document" r:id="rId4" imgW="3994150" imgH="4021197" progId="Word.Document.12">
              <p:embed/>
            </p:oleObj>
          </a:graphicData>
        </a:graphic>
      </p:graphicFrame>
      <p:sp>
        <p:nvSpPr>
          <p:cNvPr id="14" name="Oval 13"/>
          <p:cNvSpPr/>
          <p:nvPr/>
        </p:nvSpPr>
        <p:spPr>
          <a:xfrm>
            <a:off x="6629400" y="1219200"/>
            <a:ext cx="2362200" cy="1905000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400050">
              <a:lnSpc>
                <a:spcPct val="90000"/>
              </a:lnSpc>
              <a:spcAft>
                <a:spcPct val="35000"/>
              </a:spcAft>
            </a:pPr>
            <a:r>
              <a:rPr lang="en-US" i="1" u="sng" dirty="0" smtClean="0">
                <a:solidFill>
                  <a:schemeClr val="bg1"/>
                </a:solidFill>
              </a:rPr>
              <a:t>Encapsulation</a:t>
            </a:r>
            <a:r>
              <a:rPr lang="en-US" i="1" dirty="0" smtClean="0">
                <a:solidFill>
                  <a:schemeClr val="bg1"/>
                </a:solidFill>
              </a:rPr>
              <a:t> means drawing a </a:t>
            </a:r>
            <a:r>
              <a:rPr lang="en-US" i="1" u="sng" dirty="0" smtClean="0">
                <a:solidFill>
                  <a:schemeClr val="bg1"/>
                </a:solidFill>
              </a:rPr>
              <a:t>boundary</a:t>
            </a:r>
            <a:r>
              <a:rPr lang="en-US" i="1" dirty="0" smtClean="0">
                <a:solidFill>
                  <a:schemeClr val="bg1"/>
                </a:solidFill>
              </a:rPr>
              <a:t> around something.</a:t>
            </a:r>
            <a:endParaRPr lang="en-US" i="1" dirty="0"/>
          </a:p>
        </p:txBody>
      </p:sp>
      <p:sp>
        <p:nvSpPr>
          <p:cNvPr id="7" name="Rectangle 6"/>
          <p:cNvSpPr/>
          <p:nvPr/>
        </p:nvSpPr>
        <p:spPr>
          <a:xfrm>
            <a:off x="228600" y="1371600"/>
            <a:ext cx="6019800" cy="1089529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lvl="0" algn="just" defTabSz="400050">
              <a:lnSpc>
                <a:spcPct val="90000"/>
              </a:lnSpc>
              <a:spcAft>
                <a:spcPct val="35000"/>
              </a:spcAft>
            </a:pPr>
            <a:r>
              <a:rPr lang="en-US" i="1" dirty="0" smtClean="0">
                <a:solidFill>
                  <a:schemeClr val="bg1"/>
                </a:solidFill>
              </a:rPr>
              <a:t>The principle of </a:t>
            </a:r>
            <a:r>
              <a:rPr lang="en-US" i="1" u="sng" dirty="0" smtClean="0">
                <a:solidFill>
                  <a:schemeClr val="bg1"/>
                </a:solidFill>
              </a:rPr>
              <a:t>information hiding</a:t>
            </a:r>
            <a:r>
              <a:rPr lang="en-US" i="1" dirty="0" smtClean="0">
                <a:solidFill>
                  <a:schemeClr val="bg1"/>
                </a:solidFill>
              </a:rPr>
              <a:t> is the hiding of design decisions in a computer program that are most likely to change, thus </a:t>
            </a:r>
            <a:r>
              <a:rPr lang="en-US" i="1" u="sng" dirty="0" smtClean="0">
                <a:solidFill>
                  <a:schemeClr val="bg1"/>
                </a:solidFill>
              </a:rPr>
              <a:t>protecting</a:t>
            </a:r>
            <a:r>
              <a:rPr lang="en-US" i="1" dirty="0" smtClean="0">
                <a:solidFill>
                  <a:schemeClr val="bg1"/>
                </a:solidFill>
              </a:rPr>
              <a:t> other parts of the program </a:t>
            </a:r>
            <a:r>
              <a:rPr lang="en-US" i="1" u="sng" dirty="0" smtClean="0">
                <a:solidFill>
                  <a:schemeClr val="bg1"/>
                </a:solidFill>
              </a:rPr>
              <a:t>from change</a:t>
            </a:r>
            <a:r>
              <a:rPr lang="en-US" i="1" dirty="0" smtClean="0">
                <a:solidFill>
                  <a:schemeClr val="bg1"/>
                </a:solidFill>
              </a:rPr>
              <a:t> if the design decision is changed.</a:t>
            </a:r>
            <a:endParaRPr lang="en-US" i="1" dirty="0"/>
          </a:p>
        </p:txBody>
      </p:sp>
      <p:cxnSp>
        <p:nvCxnSpPr>
          <p:cNvPr id="10" name="Straight Arrow Connector 9"/>
          <p:cNvCxnSpPr/>
          <p:nvPr/>
        </p:nvCxnSpPr>
        <p:spPr>
          <a:xfrm flipH="1">
            <a:off x="2057400" y="4419600"/>
            <a:ext cx="533400" cy="457200"/>
          </a:xfrm>
          <a:prstGeom prst="straightConnector1">
            <a:avLst/>
          </a:prstGeom>
          <a:ln w="254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>
            <a:off x="4572000" y="5715000"/>
            <a:ext cx="381000" cy="76200"/>
          </a:xfrm>
          <a:prstGeom prst="straightConnector1">
            <a:avLst/>
          </a:prstGeom>
          <a:ln w="254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Thank </a:t>
            </a:r>
            <a:r>
              <a:rPr lang="en-US" smtClean="0"/>
              <a:t>You for </a:t>
            </a:r>
            <a:r>
              <a:rPr lang="en-US" dirty="0" smtClean="0"/>
              <a:t>Your Time</a:t>
            </a:r>
          </a:p>
        </p:txBody>
      </p:sp>
      <p:pic>
        <p:nvPicPr>
          <p:cNvPr id="5" name="Content Placeholder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143000" y="1676400"/>
            <a:ext cx="6810375" cy="4525963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9917</TotalTime>
  <Words>562</Words>
  <Application>Microsoft Office PowerPoint</Application>
  <PresentationFormat>On-screen Show (4:3)</PresentationFormat>
  <Paragraphs>112</Paragraphs>
  <Slides>21</Slides>
  <Notes>0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3" baseType="lpstr">
      <vt:lpstr>Office Theme</vt:lpstr>
      <vt:lpstr>Document</vt:lpstr>
      <vt:lpstr>Encapsulation</vt:lpstr>
      <vt:lpstr>Objectives</vt:lpstr>
      <vt:lpstr>References</vt:lpstr>
      <vt:lpstr>Encapsulation [1]</vt:lpstr>
      <vt:lpstr>Encapsulation With Method [2]</vt:lpstr>
      <vt:lpstr>Encapsulation With Property</vt:lpstr>
      <vt:lpstr>Encapsulation With Class</vt:lpstr>
      <vt:lpstr>Namespaces</vt:lpstr>
      <vt:lpstr>Nested Namespaces</vt:lpstr>
      <vt:lpstr>Public Modifier</vt:lpstr>
      <vt:lpstr>Private Modifier</vt:lpstr>
      <vt:lpstr>Protected Modifier</vt:lpstr>
      <vt:lpstr>.NET Application Physical Structure</vt:lpstr>
      <vt:lpstr>Internal Modifier</vt:lpstr>
      <vt:lpstr>Protected Internal Modifier</vt:lpstr>
      <vt:lpstr>Default Modifier</vt:lpstr>
      <vt:lpstr>Why Encapsulation? [1, 2]</vt:lpstr>
      <vt:lpstr>A Solution for Complexity [3]</vt:lpstr>
      <vt:lpstr>Question</vt:lpstr>
      <vt:lpstr>Information Hiding vs. Encapsulation</vt:lpstr>
      <vt:lpstr>Thank You for Your Time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admin</cp:lastModifiedBy>
  <cp:revision>4099</cp:revision>
  <dcterms:created xsi:type="dcterms:W3CDTF">2007-10-06T08:25:13Z</dcterms:created>
  <dcterms:modified xsi:type="dcterms:W3CDTF">2016-06-20T20:43:24Z</dcterms:modified>
</cp:coreProperties>
</file>