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diagrams/colors11.xml" ContentType="application/vnd.openxmlformats-officedocument.drawingml.diagramColors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diagrams/layout9.xml" ContentType="application/vnd.openxmlformats-officedocument.drawingml.diagram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Default Extension="docx" ContentType="application/vnd.openxmlformats-officedocument.wordprocessingml.document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colors8.xml" ContentType="application/vnd.openxmlformats-officedocument.drawingml.diagramColors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rawing7.xml" ContentType="application/vnd.ms-office.drawingml.diagramDrawing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colors4.xml" ContentType="application/vnd.openxmlformats-officedocument.drawingml.diagramColors+xml"/>
  <Override PartName="/ppt/diagrams/drawing5.xml" ContentType="application/vnd.ms-office.drawingml.diagramDrawing+xml"/>
  <Override PartName="/ppt/diagrams/quickStyle7.xml" ContentType="application/vnd.openxmlformats-officedocument.drawingml.diagramStyle+xml"/>
  <Override PartName="/ppt/diagrams/drawing10.xml" ContentType="application/vnd.ms-office.drawingml.diagramDrawing+xml"/>
  <Override PartName="/ppt/diagrams/layout11.xml" ContentType="application/vnd.openxmlformats-officedocument.drawingml.diagram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diagrams/colors10.xml" ContentType="application/vnd.openxmlformats-officedocument.drawingml.diagramColor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diagrams/layout8.xml" ContentType="application/vnd.openxmlformats-officedocument.drawingml.diagramLayout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diagrams/layout6.xml" ContentType="application/vnd.openxmlformats-officedocument.drawingml.diagramLayout+xml"/>
  <Override PartName="/ppt/diagrams/data9.xml" ContentType="application/vnd.openxmlformats-officedocument.drawingml.diagramData+xml"/>
  <Override PartName="/ppt/diagrams/data10.xml" ContentType="application/vnd.openxmlformats-officedocument.drawingml.diagramData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diagrams/layout4.xml" ContentType="application/vnd.openxmlformats-officedocument.drawingml.diagramLayout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Override PartName="/ppt/diagrams/drawing8.xml" ContentType="application/vnd.ms-office.drawingml.diagramDrawing+xml"/>
  <Default Extension="vml" ContentType="application/vnd.openxmlformats-officedocument.vmlDrawing"/>
  <Default Extension="gif" ContentType="image/gif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drawing6.xml" ContentType="application/vnd.ms-office.drawingml.diagramDrawing+xml"/>
  <Override PartName="/ppt/diagrams/quickStyle8.xml" ContentType="application/vnd.openxmlformats-officedocument.drawingml.diagramStyle+xml"/>
  <Override PartName="/ppt/diagrams/quickStyle10.xml" ContentType="application/vnd.openxmlformats-officedocument.drawingml.diagramStyle+xml"/>
  <Override PartName="/ppt/diagrams/drawing11.xml" ContentType="application/vnd.ms-office.drawingml.diagramDrawing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ppt/diagrams/quickStyle6.xml" ContentType="application/vnd.openxmlformats-officedocument.drawingml.diagramStyl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10.xml" ContentType="application/vnd.openxmlformats-officedocument.drawingml.diagram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diagrams/data11.xml" ContentType="application/vnd.openxmlformats-officedocument.drawingml.diagramData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drawing9.xml" ContentType="application/vnd.ms-office.drawingml.diagramDrawing+xml"/>
  <Override PartName="/ppt/diagrams/colors6.xml" ContentType="application/vnd.openxmlformats-officedocument.drawingml.diagramColors+xml"/>
  <Override PartName="/ppt/diagrams/quickStyle9.xml" ContentType="application/vnd.openxmlformats-officedocument.drawingml.diagramStyle+xml"/>
  <Override PartName="/ppt/diagrams/quickStyle11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1"/>
  </p:notesMasterIdLst>
  <p:handoutMasterIdLst>
    <p:handoutMasterId r:id="rId52"/>
  </p:handoutMasterIdLst>
  <p:sldIdLst>
    <p:sldId id="256" r:id="rId2"/>
    <p:sldId id="694" r:id="rId3"/>
    <p:sldId id="695" r:id="rId4"/>
    <p:sldId id="696" r:id="rId5"/>
    <p:sldId id="650" r:id="rId6"/>
    <p:sldId id="651" r:id="rId7"/>
    <p:sldId id="664" r:id="rId8"/>
    <p:sldId id="665" r:id="rId9"/>
    <p:sldId id="666" r:id="rId10"/>
    <p:sldId id="474" r:id="rId11"/>
    <p:sldId id="688" r:id="rId12"/>
    <p:sldId id="567" r:id="rId13"/>
    <p:sldId id="558" r:id="rId14"/>
    <p:sldId id="559" r:id="rId15"/>
    <p:sldId id="560" r:id="rId16"/>
    <p:sldId id="561" r:id="rId17"/>
    <p:sldId id="563" r:id="rId18"/>
    <p:sldId id="677" r:id="rId19"/>
    <p:sldId id="697" r:id="rId20"/>
    <p:sldId id="678" r:id="rId21"/>
    <p:sldId id="673" r:id="rId22"/>
    <p:sldId id="661" r:id="rId23"/>
    <p:sldId id="689" r:id="rId24"/>
    <p:sldId id="690" r:id="rId25"/>
    <p:sldId id="691" r:id="rId26"/>
    <p:sldId id="692" r:id="rId27"/>
    <p:sldId id="674" r:id="rId28"/>
    <p:sldId id="670" r:id="rId29"/>
    <p:sldId id="667" r:id="rId30"/>
    <p:sldId id="672" r:id="rId31"/>
    <p:sldId id="644" r:id="rId32"/>
    <p:sldId id="675" r:id="rId33"/>
    <p:sldId id="655" r:id="rId34"/>
    <p:sldId id="683" r:id="rId35"/>
    <p:sldId id="681" r:id="rId36"/>
    <p:sldId id="682" r:id="rId37"/>
    <p:sldId id="685" r:id="rId38"/>
    <p:sldId id="656" r:id="rId39"/>
    <p:sldId id="586" r:id="rId40"/>
    <p:sldId id="640" r:id="rId41"/>
    <p:sldId id="643" r:id="rId42"/>
    <p:sldId id="693" r:id="rId43"/>
    <p:sldId id="676" r:id="rId44"/>
    <p:sldId id="649" r:id="rId45"/>
    <p:sldId id="645" r:id="rId46"/>
    <p:sldId id="646" r:id="rId47"/>
    <p:sldId id="684" r:id="rId48"/>
    <p:sldId id="647" r:id="rId49"/>
    <p:sldId id="343" r:id="rId5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79" autoAdjust="0"/>
    <p:restoredTop sz="93400" autoAdjust="0"/>
  </p:normalViewPr>
  <p:slideViewPr>
    <p:cSldViewPr>
      <p:cViewPr>
        <p:scale>
          <a:sx n="60" d="100"/>
          <a:sy n="60" d="100"/>
        </p:scale>
        <p:origin x="-1230" y="-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DC4F8D-1371-4321-84E5-7DBA7C3D519A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</dgm:pt>
    <dgm:pt modelId="{7C6155D1-4C66-4167-B75A-80C6384ABCB2}">
      <dgm:prSet phldrT="[Text]"/>
      <dgm:spPr/>
      <dgm:t>
        <a:bodyPr/>
        <a:lstStyle/>
        <a:p>
          <a:r>
            <a:rPr lang="en-US" smtClean="0"/>
            <a:t>Inputs	</a:t>
          </a:r>
          <a:endParaRPr lang="en-US" dirty="0"/>
        </a:p>
      </dgm:t>
    </dgm:pt>
    <dgm:pt modelId="{DE3D54AF-2CD6-43CC-94AF-93DF9D200AC5}" type="parTrans" cxnId="{2855B473-7BEE-47AA-8B61-08CF93204213}">
      <dgm:prSet/>
      <dgm:spPr/>
      <dgm:t>
        <a:bodyPr/>
        <a:lstStyle/>
        <a:p>
          <a:endParaRPr lang="en-US"/>
        </a:p>
      </dgm:t>
    </dgm:pt>
    <dgm:pt modelId="{540A664D-5771-40D9-AF6A-2CCA35467356}" type="sibTrans" cxnId="{2855B473-7BEE-47AA-8B61-08CF93204213}">
      <dgm:prSet/>
      <dgm:spPr/>
      <dgm:t>
        <a:bodyPr/>
        <a:lstStyle/>
        <a:p>
          <a:endParaRPr lang="en-US"/>
        </a:p>
      </dgm:t>
    </dgm:pt>
    <dgm:pt modelId="{5A446A0F-C008-4B23-8513-D1054ACF2541}">
      <dgm:prSet phldrT="[Text]"/>
      <dgm:spPr/>
      <dgm:t>
        <a:bodyPr/>
        <a:lstStyle/>
        <a:p>
          <a:r>
            <a:rPr lang="en-US" smtClean="0"/>
            <a:t>Algorithm</a:t>
          </a:r>
          <a:endParaRPr lang="en-US" dirty="0"/>
        </a:p>
      </dgm:t>
    </dgm:pt>
    <dgm:pt modelId="{B4761F17-030A-42B8-9B83-59BBC7A6008D}" type="parTrans" cxnId="{5955A61D-A15A-4B9F-8B6B-199BC3592129}">
      <dgm:prSet/>
      <dgm:spPr/>
      <dgm:t>
        <a:bodyPr/>
        <a:lstStyle/>
        <a:p>
          <a:endParaRPr lang="en-US"/>
        </a:p>
      </dgm:t>
    </dgm:pt>
    <dgm:pt modelId="{8DED487D-5525-43B2-B933-87DAD1410ECE}" type="sibTrans" cxnId="{5955A61D-A15A-4B9F-8B6B-199BC3592129}">
      <dgm:prSet/>
      <dgm:spPr/>
      <dgm:t>
        <a:bodyPr/>
        <a:lstStyle/>
        <a:p>
          <a:endParaRPr lang="en-US"/>
        </a:p>
      </dgm:t>
    </dgm:pt>
    <dgm:pt modelId="{D3C876BE-F29A-4672-B8FF-48A4116DD4A0}">
      <dgm:prSet phldrT="[Text]"/>
      <dgm:spPr/>
      <dgm:t>
        <a:bodyPr/>
        <a:lstStyle/>
        <a:p>
          <a:r>
            <a:rPr lang="en-US" dirty="0" smtClean="0"/>
            <a:t>Outputs</a:t>
          </a:r>
          <a:endParaRPr lang="en-US" dirty="0"/>
        </a:p>
      </dgm:t>
    </dgm:pt>
    <dgm:pt modelId="{B489ED46-9963-41F6-9BCA-92502693C76E}" type="parTrans" cxnId="{F6169C80-380B-4A9C-AE7A-0E27AFB638D9}">
      <dgm:prSet/>
      <dgm:spPr/>
      <dgm:t>
        <a:bodyPr/>
        <a:lstStyle/>
        <a:p>
          <a:endParaRPr lang="en-US"/>
        </a:p>
      </dgm:t>
    </dgm:pt>
    <dgm:pt modelId="{1857E8D6-BDDB-41DD-BAC8-60EDA72D7488}" type="sibTrans" cxnId="{F6169C80-380B-4A9C-AE7A-0E27AFB638D9}">
      <dgm:prSet/>
      <dgm:spPr/>
      <dgm:t>
        <a:bodyPr/>
        <a:lstStyle/>
        <a:p>
          <a:endParaRPr lang="en-US"/>
        </a:p>
      </dgm:t>
    </dgm:pt>
    <dgm:pt modelId="{4B968C4C-8B23-4C6C-BB38-EA45C2D09BCB}" type="pres">
      <dgm:prSet presAssocID="{7BDC4F8D-1371-4321-84E5-7DBA7C3D519A}" presName="Name0" presStyleCnt="0">
        <dgm:presLayoutVars>
          <dgm:dir/>
          <dgm:resizeHandles val="exact"/>
        </dgm:presLayoutVars>
      </dgm:prSet>
      <dgm:spPr/>
    </dgm:pt>
    <dgm:pt modelId="{AF043B03-3C8A-4855-A35D-0BD78CF9E1DD}" type="pres">
      <dgm:prSet presAssocID="{7C6155D1-4C66-4167-B75A-80C6384ABCB2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B9586B-D975-4F29-B96E-2A4A43500B0A}" type="pres">
      <dgm:prSet presAssocID="{540A664D-5771-40D9-AF6A-2CCA35467356}" presName="sibTrans" presStyleLbl="sibTrans2D1" presStyleIdx="0" presStyleCnt="2"/>
      <dgm:spPr/>
      <dgm:t>
        <a:bodyPr/>
        <a:lstStyle/>
        <a:p>
          <a:endParaRPr lang="en-US"/>
        </a:p>
      </dgm:t>
    </dgm:pt>
    <dgm:pt modelId="{B1FDF8E3-EADA-43C4-AA02-0FAE632ECD38}" type="pres">
      <dgm:prSet presAssocID="{540A664D-5771-40D9-AF6A-2CCA35467356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BF12B1FC-BD3C-48FE-B617-AD6FBD3BA958}" type="pres">
      <dgm:prSet presAssocID="{5A446A0F-C008-4B23-8513-D1054ACF2541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3CEDF1-F92E-401D-BF67-FD52CBD9794A}" type="pres">
      <dgm:prSet presAssocID="{8DED487D-5525-43B2-B933-87DAD1410ECE}" presName="sibTrans" presStyleLbl="sibTrans2D1" presStyleIdx="1" presStyleCnt="2"/>
      <dgm:spPr/>
      <dgm:t>
        <a:bodyPr/>
        <a:lstStyle/>
        <a:p>
          <a:endParaRPr lang="en-US"/>
        </a:p>
      </dgm:t>
    </dgm:pt>
    <dgm:pt modelId="{747CF46A-8FEF-4F49-A168-E5ABB5F5849D}" type="pres">
      <dgm:prSet presAssocID="{8DED487D-5525-43B2-B933-87DAD1410ECE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6E6B1650-C135-4DC4-8BD2-8A61AB111539}" type="pres">
      <dgm:prSet presAssocID="{D3C876BE-F29A-4672-B8FF-48A4116DD4A0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FF69C18-1043-470C-9D51-B3F033D5CC0B}" type="presOf" srcId="{D3C876BE-F29A-4672-B8FF-48A4116DD4A0}" destId="{6E6B1650-C135-4DC4-8BD2-8A61AB111539}" srcOrd="0" destOrd="0" presId="urn:microsoft.com/office/officeart/2005/8/layout/process1"/>
    <dgm:cxn modelId="{F6169C80-380B-4A9C-AE7A-0E27AFB638D9}" srcId="{7BDC4F8D-1371-4321-84E5-7DBA7C3D519A}" destId="{D3C876BE-F29A-4672-B8FF-48A4116DD4A0}" srcOrd="2" destOrd="0" parTransId="{B489ED46-9963-41F6-9BCA-92502693C76E}" sibTransId="{1857E8D6-BDDB-41DD-BAC8-60EDA72D7488}"/>
    <dgm:cxn modelId="{10EF3CD5-2A22-4A6A-B3B4-0DF61388CC83}" type="presOf" srcId="{8DED487D-5525-43B2-B933-87DAD1410ECE}" destId="{747CF46A-8FEF-4F49-A168-E5ABB5F5849D}" srcOrd="1" destOrd="0" presId="urn:microsoft.com/office/officeart/2005/8/layout/process1"/>
    <dgm:cxn modelId="{6CAB470C-3F78-4BA7-B10E-CE419EDF0A03}" type="presOf" srcId="{5A446A0F-C008-4B23-8513-D1054ACF2541}" destId="{BF12B1FC-BD3C-48FE-B617-AD6FBD3BA958}" srcOrd="0" destOrd="0" presId="urn:microsoft.com/office/officeart/2005/8/layout/process1"/>
    <dgm:cxn modelId="{8B339122-C97C-4F2B-9440-FD7DE68302B1}" type="presOf" srcId="{540A664D-5771-40D9-AF6A-2CCA35467356}" destId="{77B9586B-D975-4F29-B96E-2A4A43500B0A}" srcOrd="0" destOrd="0" presId="urn:microsoft.com/office/officeart/2005/8/layout/process1"/>
    <dgm:cxn modelId="{51C557B9-47FF-493F-B73B-7D2517AEDD17}" type="presOf" srcId="{540A664D-5771-40D9-AF6A-2CCA35467356}" destId="{B1FDF8E3-EADA-43C4-AA02-0FAE632ECD38}" srcOrd="1" destOrd="0" presId="urn:microsoft.com/office/officeart/2005/8/layout/process1"/>
    <dgm:cxn modelId="{5955A61D-A15A-4B9F-8B6B-199BC3592129}" srcId="{7BDC4F8D-1371-4321-84E5-7DBA7C3D519A}" destId="{5A446A0F-C008-4B23-8513-D1054ACF2541}" srcOrd="1" destOrd="0" parTransId="{B4761F17-030A-42B8-9B83-59BBC7A6008D}" sibTransId="{8DED487D-5525-43B2-B933-87DAD1410ECE}"/>
    <dgm:cxn modelId="{2855B473-7BEE-47AA-8B61-08CF93204213}" srcId="{7BDC4F8D-1371-4321-84E5-7DBA7C3D519A}" destId="{7C6155D1-4C66-4167-B75A-80C6384ABCB2}" srcOrd="0" destOrd="0" parTransId="{DE3D54AF-2CD6-43CC-94AF-93DF9D200AC5}" sibTransId="{540A664D-5771-40D9-AF6A-2CCA35467356}"/>
    <dgm:cxn modelId="{2BA6C919-79E9-42D2-8A11-05BAE9C15113}" type="presOf" srcId="{7C6155D1-4C66-4167-B75A-80C6384ABCB2}" destId="{AF043B03-3C8A-4855-A35D-0BD78CF9E1DD}" srcOrd="0" destOrd="0" presId="urn:microsoft.com/office/officeart/2005/8/layout/process1"/>
    <dgm:cxn modelId="{04523D00-C43F-4ED0-9F99-7BD84E36056E}" type="presOf" srcId="{8DED487D-5525-43B2-B933-87DAD1410ECE}" destId="{4D3CEDF1-F92E-401D-BF67-FD52CBD9794A}" srcOrd="0" destOrd="0" presId="urn:microsoft.com/office/officeart/2005/8/layout/process1"/>
    <dgm:cxn modelId="{DD5B9240-C134-4B5C-8EF7-FE3F383036CF}" type="presOf" srcId="{7BDC4F8D-1371-4321-84E5-7DBA7C3D519A}" destId="{4B968C4C-8B23-4C6C-BB38-EA45C2D09BCB}" srcOrd="0" destOrd="0" presId="urn:microsoft.com/office/officeart/2005/8/layout/process1"/>
    <dgm:cxn modelId="{8965C70C-451B-4829-8BF0-C58996B02329}" type="presParOf" srcId="{4B968C4C-8B23-4C6C-BB38-EA45C2D09BCB}" destId="{AF043B03-3C8A-4855-A35D-0BD78CF9E1DD}" srcOrd="0" destOrd="0" presId="urn:microsoft.com/office/officeart/2005/8/layout/process1"/>
    <dgm:cxn modelId="{04FA10F9-289F-4F3B-91F0-ADE5CDB0884E}" type="presParOf" srcId="{4B968C4C-8B23-4C6C-BB38-EA45C2D09BCB}" destId="{77B9586B-D975-4F29-B96E-2A4A43500B0A}" srcOrd="1" destOrd="0" presId="urn:microsoft.com/office/officeart/2005/8/layout/process1"/>
    <dgm:cxn modelId="{87AF6EC0-14A8-4847-8CC9-009DC29B6DF5}" type="presParOf" srcId="{77B9586B-D975-4F29-B96E-2A4A43500B0A}" destId="{B1FDF8E3-EADA-43C4-AA02-0FAE632ECD38}" srcOrd="0" destOrd="0" presId="urn:microsoft.com/office/officeart/2005/8/layout/process1"/>
    <dgm:cxn modelId="{F3E19069-98F5-43E1-A623-9D3810DA298D}" type="presParOf" srcId="{4B968C4C-8B23-4C6C-BB38-EA45C2D09BCB}" destId="{BF12B1FC-BD3C-48FE-B617-AD6FBD3BA958}" srcOrd="2" destOrd="0" presId="urn:microsoft.com/office/officeart/2005/8/layout/process1"/>
    <dgm:cxn modelId="{22E07B10-EF41-4EE4-8265-D19F15445BF1}" type="presParOf" srcId="{4B968C4C-8B23-4C6C-BB38-EA45C2D09BCB}" destId="{4D3CEDF1-F92E-401D-BF67-FD52CBD9794A}" srcOrd="3" destOrd="0" presId="urn:microsoft.com/office/officeart/2005/8/layout/process1"/>
    <dgm:cxn modelId="{B01C00A5-CF52-4228-85D4-8A5A888333B1}" type="presParOf" srcId="{4D3CEDF1-F92E-401D-BF67-FD52CBD9794A}" destId="{747CF46A-8FEF-4F49-A168-E5ABB5F5849D}" srcOrd="0" destOrd="0" presId="urn:microsoft.com/office/officeart/2005/8/layout/process1"/>
    <dgm:cxn modelId="{C5BA63BC-4AE0-4596-A1B7-A332AF30BDBA}" type="presParOf" srcId="{4B968C4C-8B23-4C6C-BB38-EA45C2D09BCB}" destId="{6E6B1650-C135-4DC4-8BD2-8A61AB11153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DC4F8D-1371-4321-84E5-7DBA7C3D519A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</dgm:pt>
    <dgm:pt modelId="{7C6155D1-4C66-4167-B75A-80C6384ABCB2}">
      <dgm:prSet phldrT="[Text]"/>
      <dgm:spPr/>
      <dgm:t>
        <a:bodyPr/>
        <a:lstStyle/>
        <a:p>
          <a:r>
            <a:rPr lang="en-US" dirty="0" smtClean="0"/>
            <a:t>Inputs	</a:t>
          </a:r>
          <a:endParaRPr lang="en-US" dirty="0"/>
        </a:p>
      </dgm:t>
    </dgm:pt>
    <dgm:pt modelId="{DE3D54AF-2CD6-43CC-94AF-93DF9D200AC5}" type="parTrans" cxnId="{2855B473-7BEE-47AA-8B61-08CF93204213}">
      <dgm:prSet/>
      <dgm:spPr/>
      <dgm:t>
        <a:bodyPr/>
        <a:lstStyle/>
        <a:p>
          <a:endParaRPr lang="en-US"/>
        </a:p>
      </dgm:t>
    </dgm:pt>
    <dgm:pt modelId="{540A664D-5771-40D9-AF6A-2CCA35467356}" type="sibTrans" cxnId="{2855B473-7BEE-47AA-8B61-08CF93204213}">
      <dgm:prSet/>
      <dgm:spPr/>
      <dgm:t>
        <a:bodyPr/>
        <a:lstStyle/>
        <a:p>
          <a:endParaRPr lang="en-US"/>
        </a:p>
      </dgm:t>
    </dgm:pt>
    <dgm:pt modelId="{5A446A0F-C008-4B23-8513-D1054ACF2541}">
      <dgm:prSet phldrT="[Text]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Main Function</a:t>
          </a:r>
          <a:endParaRPr lang="en-US" dirty="0"/>
        </a:p>
      </dgm:t>
    </dgm:pt>
    <dgm:pt modelId="{B4761F17-030A-42B8-9B83-59BBC7A6008D}" type="parTrans" cxnId="{5955A61D-A15A-4B9F-8B6B-199BC3592129}">
      <dgm:prSet/>
      <dgm:spPr/>
      <dgm:t>
        <a:bodyPr/>
        <a:lstStyle/>
        <a:p>
          <a:endParaRPr lang="en-US"/>
        </a:p>
      </dgm:t>
    </dgm:pt>
    <dgm:pt modelId="{8DED487D-5525-43B2-B933-87DAD1410ECE}" type="sibTrans" cxnId="{5955A61D-A15A-4B9F-8B6B-199BC3592129}">
      <dgm:prSet/>
      <dgm:spPr/>
      <dgm:t>
        <a:bodyPr/>
        <a:lstStyle/>
        <a:p>
          <a:endParaRPr lang="en-US"/>
        </a:p>
      </dgm:t>
    </dgm:pt>
    <dgm:pt modelId="{D3C876BE-F29A-4672-B8FF-48A4116DD4A0}">
      <dgm:prSet phldrT="[Text]"/>
      <dgm:spPr/>
      <dgm:t>
        <a:bodyPr/>
        <a:lstStyle/>
        <a:p>
          <a:r>
            <a:rPr lang="en-US" dirty="0" smtClean="0"/>
            <a:t>Outputs</a:t>
          </a:r>
          <a:endParaRPr lang="en-US" dirty="0"/>
        </a:p>
      </dgm:t>
    </dgm:pt>
    <dgm:pt modelId="{B489ED46-9963-41F6-9BCA-92502693C76E}" type="parTrans" cxnId="{F6169C80-380B-4A9C-AE7A-0E27AFB638D9}">
      <dgm:prSet/>
      <dgm:spPr/>
      <dgm:t>
        <a:bodyPr/>
        <a:lstStyle/>
        <a:p>
          <a:endParaRPr lang="en-US"/>
        </a:p>
      </dgm:t>
    </dgm:pt>
    <dgm:pt modelId="{1857E8D6-BDDB-41DD-BAC8-60EDA72D7488}" type="sibTrans" cxnId="{F6169C80-380B-4A9C-AE7A-0E27AFB638D9}">
      <dgm:prSet/>
      <dgm:spPr/>
      <dgm:t>
        <a:bodyPr/>
        <a:lstStyle/>
        <a:p>
          <a:endParaRPr lang="en-US"/>
        </a:p>
      </dgm:t>
    </dgm:pt>
    <dgm:pt modelId="{4B968C4C-8B23-4C6C-BB38-EA45C2D09BCB}" type="pres">
      <dgm:prSet presAssocID="{7BDC4F8D-1371-4321-84E5-7DBA7C3D519A}" presName="Name0" presStyleCnt="0">
        <dgm:presLayoutVars>
          <dgm:dir/>
          <dgm:resizeHandles val="exact"/>
        </dgm:presLayoutVars>
      </dgm:prSet>
      <dgm:spPr/>
    </dgm:pt>
    <dgm:pt modelId="{AF043B03-3C8A-4855-A35D-0BD78CF9E1DD}" type="pres">
      <dgm:prSet presAssocID="{7C6155D1-4C66-4167-B75A-80C6384ABCB2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B9586B-D975-4F29-B96E-2A4A43500B0A}" type="pres">
      <dgm:prSet presAssocID="{540A664D-5771-40D9-AF6A-2CCA35467356}" presName="sibTrans" presStyleLbl="sibTrans2D1" presStyleIdx="0" presStyleCnt="2"/>
      <dgm:spPr/>
      <dgm:t>
        <a:bodyPr/>
        <a:lstStyle/>
        <a:p>
          <a:endParaRPr lang="en-US"/>
        </a:p>
      </dgm:t>
    </dgm:pt>
    <dgm:pt modelId="{B1FDF8E3-EADA-43C4-AA02-0FAE632ECD38}" type="pres">
      <dgm:prSet presAssocID="{540A664D-5771-40D9-AF6A-2CCA35467356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BF12B1FC-BD3C-48FE-B617-AD6FBD3BA958}" type="pres">
      <dgm:prSet presAssocID="{5A446A0F-C008-4B23-8513-D1054ACF2541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3CEDF1-F92E-401D-BF67-FD52CBD9794A}" type="pres">
      <dgm:prSet presAssocID="{8DED487D-5525-43B2-B933-87DAD1410ECE}" presName="sibTrans" presStyleLbl="sibTrans2D1" presStyleIdx="1" presStyleCnt="2"/>
      <dgm:spPr/>
      <dgm:t>
        <a:bodyPr/>
        <a:lstStyle/>
        <a:p>
          <a:endParaRPr lang="en-US"/>
        </a:p>
      </dgm:t>
    </dgm:pt>
    <dgm:pt modelId="{747CF46A-8FEF-4F49-A168-E5ABB5F5849D}" type="pres">
      <dgm:prSet presAssocID="{8DED487D-5525-43B2-B933-87DAD1410ECE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6E6B1650-C135-4DC4-8BD2-8A61AB111539}" type="pres">
      <dgm:prSet presAssocID="{D3C876BE-F29A-4672-B8FF-48A4116DD4A0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7CB9F88-B00F-411D-A23D-B605BDA22BFC}" type="presOf" srcId="{540A664D-5771-40D9-AF6A-2CCA35467356}" destId="{B1FDF8E3-EADA-43C4-AA02-0FAE632ECD38}" srcOrd="1" destOrd="0" presId="urn:microsoft.com/office/officeart/2005/8/layout/process1"/>
    <dgm:cxn modelId="{48EE87CC-AA2D-426B-8272-59D6E906FD61}" type="presOf" srcId="{540A664D-5771-40D9-AF6A-2CCA35467356}" destId="{77B9586B-D975-4F29-B96E-2A4A43500B0A}" srcOrd="0" destOrd="0" presId="urn:microsoft.com/office/officeart/2005/8/layout/process1"/>
    <dgm:cxn modelId="{E7556EAA-34A4-42FE-BE2C-126F8862867A}" type="presOf" srcId="{D3C876BE-F29A-4672-B8FF-48A4116DD4A0}" destId="{6E6B1650-C135-4DC4-8BD2-8A61AB111539}" srcOrd="0" destOrd="0" presId="urn:microsoft.com/office/officeart/2005/8/layout/process1"/>
    <dgm:cxn modelId="{829BFFB1-8CB1-4C75-94BC-2932B87E99B8}" type="presOf" srcId="{8DED487D-5525-43B2-B933-87DAD1410ECE}" destId="{4D3CEDF1-F92E-401D-BF67-FD52CBD9794A}" srcOrd="0" destOrd="0" presId="urn:microsoft.com/office/officeart/2005/8/layout/process1"/>
    <dgm:cxn modelId="{F6169C80-380B-4A9C-AE7A-0E27AFB638D9}" srcId="{7BDC4F8D-1371-4321-84E5-7DBA7C3D519A}" destId="{D3C876BE-F29A-4672-B8FF-48A4116DD4A0}" srcOrd="2" destOrd="0" parTransId="{B489ED46-9963-41F6-9BCA-92502693C76E}" sibTransId="{1857E8D6-BDDB-41DD-BAC8-60EDA72D7488}"/>
    <dgm:cxn modelId="{2C9547C0-3714-485B-AE88-C83CDAC84B00}" type="presOf" srcId="{8DED487D-5525-43B2-B933-87DAD1410ECE}" destId="{747CF46A-8FEF-4F49-A168-E5ABB5F5849D}" srcOrd="1" destOrd="0" presId="urn:microsoft.com/office/officeart/2005/8/layout/process1"/>
    <dgm:cxn modelId="{CCA76861-D508-4C49-931A-8040BE175980}" type="presOf" srcId="{7C6155D1-4C66-4167-B75A-80C6384ABCB2}" destId="{AF043B03-3C8A-4855-A35D-0BD78CF9E1DD}" srcOrd="0" destOrd="0" presId="urn:microsoft.com/office/officeart/2005/8/layout/process1"/>
    <dgm:cxn modelId="{DA91587E-B66C-426F-87A3-1B3032C2EF31}" type="presOf" srcId="{7BDC4F8D-1371-4321-84E5-7DBA7C3D519A}" destId="{4B968C4C-8B23-4C6C-BB38-EA45C2D09BCB}" srcOrd="0" destOrd="0" presId="urn:microsoft.com/office/officeart/2005/8/layout/process1"/>
    <dgm:cxn modelId="{5955A61D-A15A-4B9F-8B6B-199BC3592129}" srcId="{7BDC4F8D-1371-4321-84E5-7DBA7C3D519A}" destId="{5A446A0F-C008-4B23-8513-D1054ACF2541}" srcOrd="1" destOrd="0" parTransId="{B4761F17-030A-42B8-9B83-59BBC7A6008D}" sibTransId="{8DED487D-5525-43B2-B933-87DAD1410ECE}"/>
    <dgm:cxn modelId="{2855B473-7BEE-47AA-8B61-08CF93204213}" srcId="{7BDC4F8D-1371-4321-84E5-7DBA7C3D519A}" destId="{7C6155D1-4C66-4167-B75A-80C6384ABCB2}" srcOrd="0" destOrd="0" parTransId="{DE3D54AF-2CD6-43CC-94AF-93DF9D200AC5}" sibTransId="{540A664D-5771-40D9-AF6A-2CCA35467356}"/>
    <dgm:cxn modelId="{6636EF9E-8EF0-4786-A386-186C2D3F07EE}" type="presOf" srcId="{5A446A0F-C008-4B23-8513-D1054ACF2541}" destId="{BF12B1FC-BD3C-48FE-B617-AD6FBD3BA958}" srcOrd="0" destOrd="0" presId="urn:microsoft.com/office/officeart/2005/8/layout/process1"/>
    <dgm:cxn modelId="{BE73F15F-E2B6-4999-A7D2-ACDBE219F0BC}" type="presParOf" srcId="{4B968C4C-8B23-4C6C-BB38-EA45C2D09BCB}" destId="{AF043B03-3C8A-4855-A35D-0BD78CF9E1DD}" srcOrd="0" destOrd="0" presId="urn:microsoft.com/office/officeart/2005/8/layout/process1"/>
    <dgm:cxn modelId="{99375327-FF1C-4DA3-A056-80B1104893E3}" type="presParOf" srcId="{4B968C4C-8B23-4C6C-BB38-EA45C2D09BCB}" destId="{77B9586B-D975-4F29-B96E-2A4A43500B0A}" srcOrd="1" destOrd="0" presId="urn:microsoft.com/office/officeart/2005/8/layout/process1"/>
    <dgm:cxn modelId="{301A194A-E67F-4163-A712-A8E62310E288}" type="presParOf" srcId="{77B9586B-D975-4F29-B96E-2A4A43500B0A}" destId="{B1FDF8E3-EADA-43C4-AA02-0FAE632ECD38}" srcOrd="0" destOrd="0" presId="urn:microsoft.com/office/officeart/2005/8/layout/process1"/>
    <dgm:cxn modelId="{5688FEBC-81A2-43A4-B3FA-2C6B3AD98F25}" type="presParOf" srcId="{4B968C4C-8B23-4C6C-BB38-EA45C2D09BCB}" destId="{BF12B1FC-BD3C-48FE-B617-AD6FBD3BA958}" srcOrd="2" destOrd="0" presId="urn:microsoft.com/office/officeart/2005/8/layout/process1"/>
    <dgm:cxn modelId="{1F6A6C47-F604-40B8-B9D4-086D8588C381}" type="presParOf" srcId="{4B968C4C-8B23-4C6C-BB38-EA45C2D09BCB}" destId="{4D3CEDF1-F92E-401D-BF67-FD52CBD9794A}" srcOrd="3" destOrd="0" presId="urn:microsoft.com/office/officeart/2005/8/layout/process1"/>
    <dgm:cxn modelId="{CA84FC56-D1FF-4C85-B73F-F222AD9B298E}" type="presParOf" srcId="{4D3CEDF1-F92E-401D-BF67-FD52CBD9794A}" destId="{747CF46A-8FEF-4F49-A168-E5ABB5F5849D}" srcOrd="0" destOrd="0" presId="urn:microsoft.com/office/officeart/2005/8/layout/process1"/>
    <dgm:cxn modelId="{0194AF70-733F-4224-94BD-8127D3684203}" type="presParOf" srcId="{4B968C4C-8B23-4C6C-BB38-EA45C2D09BCB}" destId="{6E6B1650-C135-4DC4-8BD2-8A61AB11153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DC4F8D-1371-4321-84E5-7DBA7C3D519A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</dgm:pt>
    <dgm:pt modelId="{7C6155D1-4C66-4167-B75A-80C6384ABCB2}">
      <dgm:prSet phldrT="[Text]"/>
      <dgm:spPr/>
      <dgm:t>
        <a:bodyPr/>
        <a:lstStyle/>
        <a:p>
          <a:r>
            <a:rPr lang="en-US" dirty="0" smtClean="0"/>
            <a:t>Inputs	</a:t>
          </a:r>
          <a:endParaRPr lang="en-US" dirty="0"/>
        </a:p>
      </dgm:t>
    </dgm:pt>
    <dgm:pt modelId="{DE3D54AF-2CD6-43CC-94AF-93DF9D200AC5}" type="parTrans" cxnId="{2855B473-7BEE-47AA-8B61-08CF93204213}">
      <dgm:prSet/>
      <dgm:spPr/>
      <dgm:t>
        <a:bodyPr/>
        <a:lstStyle/>
        <a:p>
          <a:endParaRPr lang="en-US"/>
        </a:p>
      </dgm:t>
    </dgm:pt>
    <dgm:pt modelId="{540A664D-5771-40D9-AF6A-2CCA35467356}" type="sibTrans" cxnId="{2855B473-7BEE-47AA-8B61-08CF93204213}">
      <dgm:prSet/>
      <dgm:spPr/>
      <dgm:t>
        <a:bodyPr/>
        <a:lstStyle/>
        <a:p>
          <a:endParaRPr lang="en-US"/>
        </a:p>
      </dgm:t>
    </dgm:pt>
    <dgm:pt modelId="{5A446A0F-C008-4B23-8513-D1054ACF2541}">
      <dgm:prSet phldrT="[Text]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Main Function</a:t>
          </a:r>
          <a:endParaRPr lang="en-US" dirty="0"/>
        </a:p>
      </dgm:t>
    </dgm:pt>
    <dgm:pt modelId="{B4761F17-030A-42B8-9B83-59BBC7A6008D}" type="parTrans" cxnId="{5955A61D-A15A-4B9F-8B6B-199BC3592129}">
      <dgm:prSet/>
      <dgm:spPr/>
      <dgm:t>
        <a:bodyPr/>
        <a:lstStyle/>
        <a:p>
          <a:endParaRPr lang="en-US"/>
        </a:p>
      </dgm:t>
    </dgm:pt>
    <dgm:pt modelId="{8DED487D-5525-43B2-B933-87DAD1410ECE}" type="sibTrans" cxnId="{5955A61D-A15A-4B9F-8B6B-199BC3592129}">
      <dgm:prSet/>
      <dgm:spPr/>
      <dgm:t>
        <a:bodyPr/>
        <a:lstStyle/>
        <a:p>
          <a:endParaRPr lang="en-US"/>
        </a:p>
      </dgm:t>
    </dgm:pt>
    <dgm:pt modelId="{D3C876BE-F29A-4672-B8FF-48A4116DD4A0}">
      <dgm:prSet phldrT="[Text]"/>
      <dgm:spPr/>
      <dgm:t>
        <a:bodyPr/>
        <a:lstStyle/>
        <a:p>
          <a:r>
            <a:rPr lang="en-US" dirty="0" smtClean="0"/>
            <a:t>Outputs</a:t>
          </a:r>
          <a:endParaRPr lang="en-US" dirty="0"/>
        </a:p>
      </dgm:t>
    </dgm:pt>
    <dgm:pt modelId="{B489ED46-9963-41F6-9BCA-92502693C76E}" type="parTrans" cxnId="{F6169C80-380B-4A9C-AE7A-0E27AFB638D9}">
      <dgm:prSet/>
      <dgm:spPr/>
      <dgm:t>
        <a:bodyPr/>
        <a:lstStyle/>
        <a:p>
          <a:endParaRPr lang="en-US"/>
        </a:p>
      </dgm:t>
    </dgm:pt>
    <dgm:pt modelId="{1857E8D6-BDDB-41DD-BAC8-60EDA72D7488}" type="sibTrans" cxnId="{F6169C80-380B-4A9C-AE7A-0E27AFB638D9}">
      <dgm:prSet/>
      <dgm:spPr/>
      <dgm:t>
        <a:bodyPr/>
        <a:lstStyle/>
        <a:p>
          <a:endParaRPr lang="en-US"/>
        </a:p>
      </dgm:t>
    </dgm:pt>
    <dgm:pt modelId="{4B968C4C-8B23-4C6C-BB38-EA45C2D09BCB}" type="pres">
      <dgm:prSet presAssocID="{7BDC4F8D-1371-4321-84E5-7DBA7C3D519A}" presName="Name0" presStyleCnt="0">
        <dgm:presLayoutVars>
          <dgm:dir/>
          <dgm:resizeHandles val="exact"/>
        </dgm:presLayoutVars>
      </dgm:prSet>
      <dgm:spPr/>
    </dgm:pt>
    <dgm:pt modelId="{AF043B03-3C8A-4855-A35D-0BD78CF9E1DD}" type="pres">
      <dgm:prSet presAssocID="{7C6155D1-4C66-4167-B75A-80C6384ABCB2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B9586B-D975-4F29-B96E-2A4A43500B0A}" type="pres">
      <dgm:prSet presAssocID="{540A664D-5771-40D9-AF6A-2CCA35467356}" presName="sibTrans" presStyleLbl="sibTrans2D1" presStyleIdx="0" presStyleCnt="2"/>
      <dgm:spPr/>
      <dgm:t>
        <a:bodyPr/>
        <a:lstStyle/>
        <a:p>
          <a:endParaRPr lang="en-US"/>
        </a:p>
      </dgm:t>
    </dgm:pt>
    <dgm:pt modelId="{B1FDF8E3-EADA-43C4-AA02-0FAE632ECD38}" type="pres">
      <dgm:prSet presAssocID="{540A664D-5771-40D9-AF6A-2CCA35467356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BF12B1FC-BD3C-48FE-B617-AD6FBD3BA958}" type="pres">
      <dgm:prSet presAssocID="{5A446A0F-C008-4B23-8513-D1054ACF2541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3CEDF1-F92E-401D-BF67-FD52CBD9794A}" type="pres">
      <dgm:prSet presAssocID="{8DED487D-5525-43B2-B933-87DAD1410ECE}" presName="sibTrans" presStyleLbl="sibTrans2D1" presStyleIdx="1" presStyleCnt="2"/>
      <dgm:spPr/>
      <dgm:t>
        <a:bodyPr/>
        <a:lstStyle/>
        <a:p>
          <a:endParaRPr lang="en-US"/>
        </a:p>
      </dgm:t>
    </dgm:pt>
    <dgm:pt modelId="{747CF46A-8FEF-4F49-A168-E5ABB5F5849D}" type="pres">
      <dgm:prSet presAssocID="{8DED487D-5525-43B2-B933-87DAD1410ECE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6E6B1650-C135-4DC4-8BD2-8A61AB111539}" type="pres">
      <dgm:prSet presAssocID="{D3C876BE-F29A-4672-B8FF-48A4116DD4A0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DD68F2F-5D79-4479-91BA-E3428AC2C10D}" type="presOf" srcId="{540A664D-5771-40D9-AF6A-2CCA35467356}" destId="{B1FDF8E3-EADA-43C4-AA02-0FAE632ECD38}" srcOrd="1" destOrd="0" presId="urn:microsoft.com/office/officeart/2005/8/layout/process1"/>
    <dgm:cxn modelId="{8B6B5B03-19DA-4F95-83F1-913A009FDC81}" type="presOf" srcId="{8DED487D-5525-43B2-B933-87DAD1410ECE}" destId="{747CF46A-8FEF-4F49-A168-E5ABB5F5849D}" srcOrd="1" destOrd="0" presId="urn:microsoft.com/office/officeart/2005/8/layout/process1"/>
    <dgm:cxn modelId="{63475EA0-6B94-4A44-94CE-40C23CF03957}" type="presOf" srcId="{7C6155D1-4C66-4167-B75A-80C6384ABCB2}" destId="{AF043B03-3C8A-4855-A35D-0BD78CF9E1DD}" srcOrd="0" destOrd="0" presId="urn:microsoft.com/office/officeart/2005/8/layout/process1"/>
    <dgm:cxn modelId="{CED4C63E-80CC-4072-9592-F9972CF35C0D}" type="presOf" srcId="{7BDC4F8D-1371-4321-84E5-7DBA7C3D519A}" destId="{4B968C4C-8B23-4C6C-BB38-EA45C2D09BCB}" srcOrd="0" destOrd="0" presId="urn:microsoft.com/office/officeart/2005/8/layout/process1"/>
    <dgm:cxn modelId="{F6169C80-380B-4A9C-AE7A-0E27AFB638D9}" srcId="{7BDC4F8D-1371-4321-84E5-7DBA7C3D519A}" destId="{D3C876BE-F29A-4672-B8FF-48A4116DD4A0}" srcOrd="2" destOrd="0" parTransId="{B489ED46-9963-41F6-9BCA-92502693C76E}" sibTransId="{1857E8D6-BDDB-41DD-BAC8-60EDA72D7488}"/>
    <dgm:cxn modelId="{D062743F-7280-43CD-840D-F55BD53B0838}" type="presOf" srcId="{540A664D-5771-40D9-AF6A-2CCA35467356}" destId="{77B9586B-D975-4F29-B96E-2A4A43500B0A}" srcOrd="0" destOrd="0" presId="urn:microsoft.com/office/officeart/2005/8/layout/process1"/>
    <dgm:cxn modelId="{012B6113-EA43-4BF7-8E37-03184CB9CAA3}" type="presOf" srcId="{8DED487D-5525-43B2-B933-87DAD1410ECE}" destId="{4D3CEDF1-F92E-401D-BF67-FD52CBD9794A}" srcOrd="0" destOrd="0" presId="urn:microsoft.com/office/officeart/2005/8/layout/process1"/>
    <dgm:cxn modelId="{88CAA089-E7A3-465F-B646-1E18591BD926}" type="presOf" srcId="{5A446A0F-C008-4B23-8513-D1054ACF2541}" destId="{BF12B1FC-BD3C-48FE-B617-AD6FBD3BA958}" srcOrd="0" destOrd="0" presId="urn:microsoft.com/office/officeart/2005/8/layout/process1"/>
    <dgm:cxn modelId="{1CB5109D-3AE0-4A51-8839-9E13DB700744}" type="presOf" srcId="{D3C876BE-F29A-4672-B8FF-48A4116DD4A0}" destId="{6E6B1650-C135-4DC4-8BD2-8A61AB111539}" srcOrd="0" destOrd="0" presId="urn:microsoft.com/office/officeart/2005/8/layout/process1"/>
    <dgm:cxn modelId="{5955A61D-A15A-4B9F-8B6B-199BC3592129}" srcId="{7BDC4F8D-1371-4321-84E5-7DBA7C3D519A}" destId="{5A446A0F-C008-4B23-8513-D1054ACF2541}" srcOrd="1" destOrd="0" parTransId="{B4761F17-030A-42B8-9B83-59BBC7A6008D}" sibTransId="{8DED487D-5525-43B2-B933-87DAD1410ECE}"/>
    <dgm:cxn modelId="{2855B473-7BEE-47AA-8B61-08CF93204213}" srcId="{7BDC4F8D-1371-4321-84E5-7DBA7C3D519A}" destId="{7C6155D1-4C66-4167-B75A-80C6384ABCB2}" srcOrd="0" destOrd="0" parTransId="{DE3D54AF-2CD6-43CC-94AF-93DF9D200AC5}" sibTransId="{540A664D-5771-40D9-AF6A-2CCA35467356}"/>
    <dgm:cxn modelId="{4AF67BF4-8B27-4788-B4D6-AC4C5AE1A8B8}" type="presParOf" srcId="{4B968C4C-8B23-4C6C-BB38-EA45C2D09BCB}" destId="{AF043B03-3C8A-4855-A35D-0BD78CF9E1DD}" srcOrd="0" destOrd="0" presId="urn:microsoft.com/office/officeart/2005/8/layout/process1"/>
    <dgm:cxn modelId="{18A29E1D-9094-4659-A27E-9A7B65438D30}" type="presParOf" srcId="{4B968C4C-8B23-4C6C-BB38-EA45C2D09BCB}" destId="{77B9586B-D975-4F29-B96E-2A4A43500B0A}" srcOrd="1" destOrd="0" presId="urn:microsoft.com/office/officeart/2005/8/layout/process1"/>
    <dgm:cxn modelId="{1CCA0182-D13B-40E1-AE27-805D36850D0E}" type="presParOf" srcId="{77B9586B-D975-4F29-B96E-2A4A43500B0A}" destId="{B1FDF8E3-EADA-43C4-AA02-0FAE632ECD38}" srcOrd="0" destOrd="0" presId="urn:microsoft.com/office/officeart/2005/8/layout/process1"/>
    <dgm:cxn modelId="{79373475-7900-434D-82B4-E393C3DAFCAD}" type="presParOf" srcId="{4B968C4C-8B23-4C6C-BB38-EA45C2D09BCB}" destId="{BF12B1FC-BD3C-48FE-B617-AD6FBD3BA958}" srcOrd="2" destOrd="0" presId="urn:microsoft.com/office/officeart/2005/8/layout/process1"/>
    <dgm:cxn modelId="{D6702473-942F-4679-9EEE-1F4654558446}" type="presParOf" srcId="{4B968C4C-8B23-4C6C-BB38-EA45C2D09BCB}" destId="{4D3CEDF1-F92E-401D-BF67-FD52CBD9794A}" srcOrd="3" destOrd="0" presId="urn:microsoft.com/office/officeart/2005/8/layout/process1"/>
    <dgm:cxn modelId="{651A9D22-30B5-4443-BCEB-C0DE7A36FFE4}" type="presParOf" srcId="{4D3CEDF1-F92E-401D-BF67-FD52CBD9794A}" destId="{747CF46A-8FEF-4F49-A168-E5ABB5F5849D}" srcOrd="0" destOrd="0" presId="urn:microsoft.com/office/officeart/2005/8/layout/process1"/>
    <dgm:cxn modelId="{DDF29574-D41D-4CD2-9F95-60CFA39A208E}" type="presParOf" srcId="{4B968C4C-8B23-4C6C-BB38-EA45C2D09BCB}" destId="{6E6B1650-C135-4DC4-8BD2-8A61AB11153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6B62647-9855-466E-9687-F3985079AFB3}" type="doc">
      <dgm:prSet loTypeId="urn:microsoft.com/office/officeart/2005/8/layout/target2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55BEC698-1D39-4D45-9C4E-A5E62D5E13F8}">
      <dgm:prSet phldrT="[Text]"/>
      <dgm:spPr/>
      <dgm:t>
        <a:bodyPr/>
        <a:lstStyle/>
        <a:p>
          <a:r>
            <a:rPr lang="en-US" dirty="0" smtClean="0"/>
            <a:t>Function 1: variable f1a, variable f1b</a:t>
          </a:r>
        </a:p>
      </dgm:t>
    </dgm:pt>
    <dgm:pt modelId="{A86251E2-9D51-414F-9A9A-8CFE77AC958B}" type="parTrans" cxnId="{EEB3ECAB-C570-43A1-9AE6-66BEDBD44E46}">
      <dgm:prSet/>
      <dgm:spPr/>
      <dgm:t>
        <a:bodyPr/>
        <a:lstStyle/>
        <a:p>
          <a:endParaRPr lang="en-US"/>
        </a:p>
      </dgm:t>
    </dgm:pt>
    <dgm:pt modelId="{DB66C7C3-A663-4A91-9355-28CDCF28E8B7}" type="sibTrans" cxnId="{EEB3ECAB-C570-43A1-9AE6-66BEDBD44E46}">
      <dgm:prSet/>
      <dgm:spPr/>
      <dgm:t>
        <a:bodyPr/>
        <a:lstStyle/>
        <a:p>
          <a:endParaRPr lang="en-US"/>
        </a:p>
      </dgm:t>
    </dgm:pt>
    <dgm:pt modelId="{5AF63539-40E5-498E-AB0D-232EFBF13126}">
      <dgm:prSet phldrT="[Text]"/>
      <dgm:spPr/>
      <dgm:t>
        <a:bodyPr/>
        <a:lstStyle/>
        <a:p>
          <a:r>
            <a:rPr lang="en-US" dirty="0" smtClean="0"/>
            <a:t>Function 5: variable f5a, variable f5b</a:t>
          </a:r>
          <a:endParaRPr lang="en-US" dirty="0"/>
        </a:p>
      </dgm:t>
    </dgm:pt>
    <dgm:pt modelId="{BF9BFB8F-857D-404D-A694-A9E63542AE66}" type="sibTrans" cxnId="{453793A2-1618-4BF9-877B-3BE3309A8319}">
      <dgm:prSet/>
      <dgm:spPr/>
      <dgm:t>
        <a:bodyPr/>
        <a:lstStyle/>
        <a:p>
          <a:endParaRPr lang="en-US"/>
        </a:p>
      </dgm:t>
    </dgm:pt>
    <dgm:pt modelId="{43C510B4-80C0-4B1C-A537-B6AB8EA6267D}" type="parTrans" cxnId="{453793A2-1618-4BF9-877B-3BE3309A8319}">
      <dgm:prSet/>
      <dgm:spPr/>
      <dgm:t>
        <a:bodyPr/>
        <a:lstStyle/>
        <a:p>
          <a:endParaRPr lang="en-US"/>
        </a:p>
      </dgm:t>
    </dgm:pt>
    <dgm:pt modelId="{AFD7ECCD-7CDB-48BB-9C86-C270625A7D2A}">
      <dgm:prSet phldrT="[Text]"/>
      <dgm:spPr/>
      <dgm:t>
        <a:bodyPr/>
        <a:lstStyle/>
        <a:p>
          <a:r>
            <a:rPr lang="en-US" dirty="0" smtClean="0"/>
            <a:t>Main Function: variable m1, variable m2</a:t>
          </a:r>
          <a:endParaRPr lang="en-US" dirty="0"/>
        </a:p>
      </dgm:t>
    </dgm:pt>
    <dgm:pt modelId="{688F401B-1A31-4A14-B4ED-17F50584C36C}" type="sibTrans" cxnId="{263A7776-2C26-4432-AA40-B4D8BF2E7FDD}">
      <dgm:prSet/>
      <dgm:spPr/>
      <dgm:t>
        <a:bodyPr/>
        <a:lstStyle/>
        <a:p>
          <a:endParaRPr lang="en-US"/>
        </a:p>
      </dgm:t>
    </dgm:pt>
    <dgm:pt modelId="{4C74A118-D417-4F43-B804-7F7892B3B7C7}" type="parTrans" cxnId="{263A7776-2C26-4432-AA40-B4D8BF2E7FDD}">
      <dgm:prSet/>
      <dgm:spPr/>
      <dgm:t>
        <a:bodyPr/>
        <a:lstStyle/>
        <a:p>
          <a:endParaRPr lang="en-US"/>
        </a:p>
      </dgm:t>
    </dgm:pt>
    <dgm:pt modelId="{65341500-D564-42B2-97FB-FD90E54B78BA}">
      <dgm:prSet phldrT="[Text]"/>
      <dgm:spPr/>
      <dgm:t>
        <a:bodyPr/>
        <a:lstStyle/>
        <a:p>
          <a:r>
            <a:rPr lang="en-US" dirty="0" smtClean="0"/>
            <a:t>Function 4</a:t>
          </a:r>
          <a:endParaRPr lang="en-US" dirty="0"/>
        </a:p>
      </dgm:t>
    </dgm:pt>
    <dgm:pt modelId="{4EC5B7BB-8C51-4FAC-BD9B-D1BB84A4F989}" type="parTrans" cxnId="{5353EDAA-EE8D-4627-A55E-9CBD375D3BC7}">
      <dgm:prSet/>
      <dgm:spPr/>
      <dgm:t>
        <a:bodyPr/>
        <a:lstStyle/>
        <a:p>
          <a:endParaRPr lang="en-US"/>
        </a:p>
      </dgm:t>
    </dgm:pt>
    <dgm:pt modelId="{B56186CE-0B87-4EF0-BBDA-1B8CF81F064B}" type="sibTrans" cxnId="{5353EDAA-EE8D-4627-A55E-9CBD375D3BC7}">
      <dgm:prSet/>
      <dgm:spPr/>
      <dgm:t>
        <a:bodyPr/>
        <a:lstStyle/>
        <a:p>
          <a:endParaRPr lang="en-US"/>
        </a:p>
      </dgm:t>
    </dgm:pt>
    <dgm:pt modelId="{1A103868-22E5-4CC3-B3CF-19239BEE2570}">
      <dgm:prSet phldrT="[Text]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Function 4()</a:t>
          </a:r>
          <a:endParaRPr lang="en-US" dirty="0"/>
        </a:p>
      </dgm:t>
    </dgm:pt>
    <dgm:pt modelId="{D275A9CE-F821-49B8-B3A4-76BAA19B8185}" type="sibTrans" cxnId="{1ABE616A-23FA-48C9-A329-305EE36BC901}">
      <dgm:prSet/>
      <dgm:spPr/>
      <dgm:t>
        <a:bodyPr/>
        <a:lstStyle/>
        <a:p>
          <a:endParaRPr lang="en-US"/>
        </a:p>
      </dgm:t>
    </dgm:pt>
    <dgm:pt modelId="{436B1F19-5C99-4FC6-80A5-86F24509E9DA}" type="parTrans" cxnId="{1ABE616A-23FA-48C9-A329-305EE36BC901}">
      <dgm:prSet/>
      <dgm:spPr/>
      <dgm:t>
        <a:bodyPr/>
        <a:lstStyle/>
        <a:p>
          <a:endParaRPr lang="en-US"/>
        </a:p>
      </dgm:t>
    </dgm:pt>
    <dgm:pt modelId="{BE2C7C37-6CAD-4B3E-A3E8-1732BE0B1F2B}">
      <dgm:prSet phldrT="[Text]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Function 2()</a:t>
          </a:r>
          <a:endParaRPr lang="en-US" dirty="0"/>
        </a:p>
      </dgm:t>
    </dgm:pt>
    <dgm:pt modelId="{9CE571B8-6F87-40C9-B46D-2A15DC39C3A1}" type="sibTrans" cxnId="{F8F2E455-014A-413E-A9FC-F7E77E3E38D9}">
      <dgm:prSet/>
      <dgm:spPr/>
      <dgm:t>
        <a:bodyPr/>
        <a:lstStyle/>
        <a:p>
          <a:endParaRPr lang="en-US"/>
        </a:p>
      </dgm:t>
    </dgm:pt>
    <dgm:pt modelId="{47E916A2-C8EC-4889-A5B9-DFD4FD093251}" type="parTrans" cxnId="{F8F2E455-014A-413E-A9FC-F7E77E3E38D9}">
      <dgm:prSet/>
      <dgm:spPr/>
      <dgm:t>
        <a:bodyPr/>
        <a:lstStyle/>
        <a:p>
          <a:endParaRPr lang="en-US"/>
        </a:p>
      </dgm:t>
    </dgm:pt>
    <dgm:pt modelId="{EDCA98A6-3BDD-4EF9-BFCC-40A42C0B223A}">
      <dgm:prSet phldrT="[Text]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Function 1()</a:t>
          </a:r>
          <a:endParaRPr lang="en-US" dirty="0"/>
        </a:p>
      </dgm:t>
    </dgm:pt>
    <dgm:pt modelId="{2603D0C3-3007-44D2-BEF7-0A56F45DE93C}" type="parTrans" cxnId="{C8E557B4-E7C1-4903-B5A6-35C91738512E}">
      <dgm:prSet/>
      <dgm:spPr/>
      <dgm:t>
        <a:bodyPr/>
        <a:lstStyle/>
        <a:p>
          <a:endParaRPr lang="en-US"/>
        </a:p>
      </dgm:t>
    </dgm:pt>
    <dgm:pt modelId="{C40D1AC5-4D47-4511-AC0B-EEF0F56B3C13}" type="sibTrans" cxnId="{C8E557B4-E7C1-4903-B5A6-35C91738512E}">
      <dgm:prSet/>
      <dgm:spPr/>
      <dgm:t>
        <a:bodyPr/>
        <a:lstStyle/>
        <a:p>
          <a:endParaRPr lang="en-US"/>
        </a:p>
      </dgm:t>
    </dgm:pt>
    <dgm:pt modelId="{31448C37-DBF2-4B76-9039-1CFBA3515F77}">
      <dgm:prSet phldrT="[Text]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Function 3()</a:t>
          </a:r>
          <a:endParaRPr lang="en-US" dirty="0"/>
        </a:p>
      </dgm:t>
    </dgm:pt>
    <dgm:pt modelId="{83139BEF-CA7D-4EDE-85D8-81740036D82E}" type="parTrans" cxnId="{D6FC6B09-CAC8-43A5-A0BE-E7E3750ADA3B}">
      <dgm:prSet/>
      <dgm:spPr/>
      <dgm:t>
        <a:bodyPr/>
        <a:lstStyle/>
        <a:p>
          <a:endParaRPr lang="en-US"/>
        </a:p>
      </dgm:t>
    </dgm:pt>
    <dgm:pt modelId="{7082847C-CA40-4B34-90CE-9351B019E3FA}" type="sibTrans" cxnId="{D6FC6B09-CAC8-43A5-A0BE-E7E3750ADA3B}">
      <dgm:prSet/>
      <dgm:spPr/>
      <dgm:t>
        <a:bodyPr/>
        <a:lstStyle/>
        <a:p>
          <a:endParaRPr lang="en-US"/>
        </a:p>
      </dgm:t>
    </dgm:pt>
    <dgm:pt modelId="{6B97C19F-4256-4300-8C4A-5A6D252B94E3}">
      <dgm:prSet phldrT="[Text]"/>
      <dgm:spPr/>
      <dgm:t>
        <a:bodyPr/>
        <a:lstStyle/>
        <a:p>
          <a:r>
            <a:rPr lang="en-US" dirty="0" smtClean="0"/>
            <a:t>Function 2: variable f2a, variable f2b</a:t>
          </a:r>
        </a:p>
      </dgm:t>
    </dgm:pt>
    <dgm:pt modelId="{248E780C-AA1B-461F-985C-F1468FB66DA2}" type="parTrans" cxnId="{F4A46B1F-C193-4E52-816D-CCE39F4DBCB3}">
      <dgm:prSet/>
      <dgm:spPr/>
      <dgm:t>
        <a:bodyPr/>
        <a:lstStyle/>
        <a:p>
          <a:endParaRPr lang="en-US"/>
        </a:p>
      </dgm:t>
    </dgm:pt>
    <dgm:pt modelId="{C7A9DBDD-6D8E-4635-A805-DC87E5894EAE}" type="sibTrans" cxnId="{F4A46B1F-C193-4E52-816D-CCE39F4DBCB3}">
      <dgm:prSet/>
      <dgm:spPr/>
      <dgm:t>
        <a:bodyPr/>
        <a:lstStyle/>
        <a:p>
          <a:endParaRPr lang="en-US"/>
        </a:p>
      </dgm:t>
    </dgm:pt>
    <dgm:pt modelId="{F98A746D-B6BA-4564-8A4F-8BFE0B4D9247}">
      <dgm:prSet phldrT="[Text]"/>
      <dgm:spPr/>
      <dgm:t>
        <a:bodyPr/>
        <a:lstStyle/>
        <a:p>
          <a:r>
            <a:rPr lang="en-US" dirty="0" smtClean="0"/>
            <a:t>Function 3</a:t>
          </a:r>
        </a:p>
      </dgm:t>
    </dgm:pt>
    <dgm:pt modelId="{FEC2413A-8E39-4380-86E2-D2AC56B251CF}" type="parTrans" cxnId="{F26447B3-A4FC-4DC5-8B3A-745D96F44546}">
      <dgm:prSet/>
      <dgm:spPr/>
      <dgm:t>
        <a:bodyPr/>
        <a:lstStyle/>
        <a:p>
          <a:endParaRPr lang="en-US"/>
        </a:p>
      </dgm:t>
    </dgm:pt>
    <dgm:pt modelId="{B978B944-FD3F-44BC-9EA1-F24CCFFC1514}" type="sibTrans" cxnId="{F26447B3-A4FC-4DC5-8B3A-745D96F44546}">
      <dgm:prSet/>
      <dgm:spPr/>
      <dgm:t>
        <a:bodyPr/>
        <a:lstStyle/>
        <a:p>
          <a:endParaRPr lang="en-US"/>
        </a:p>
      </dgm:t>
    </dgm:pt>
    <dgm:pt modelId="{2D9B4A94-EBAD-4673-B82F-19A81BA82A09}" type="pres">
      <dgm:prSet presAssocID="{26B62647-9855-466E-9687-F3985079AFB3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E9C498A-91BA-4BE8-B8CF-5F0AA350593C}" type="pres">
      <dgm:prSet presAssocID="{26B62647-9855-466E-9687-F3985079AFB3}" presName="outerBox" presStyleCnt="0"/>
      <dgm:spPr/>
      <dgm:t>
        <a:bodyPr/>
        <a:lstStyle/>
        <a:p>
          <a:endParaRPr lang="en-US"/>
        </a:p>
      </dgm:t>
    </dgm:pt>
    <dgm:pt modelId="{C3ADAABC-F15C-4872-B2B5-36F62DD0BEFF}" type="pres">
      <dgm:prSet presAssocID="{26B62647-9855-466E-9687-F3985079AFB3}" presName="outerBoxParent" presStyleLbl="node1" presStyleIdx="0" presStyleCnt="2"/>
      <dgm:spPr/>
      <dgm:t>
        <a:bodyPr/>
        <a:lstStyle/>
        <a:p>
          <a:endParaRPr lang="en-US"/>
        </a:p>
      </dgm:t>
    </dgm:pt>
    <dgm:pt modelId="{3E588FE2-EDE7-4427-9EA1-F3C32848862E}" type="pres">
      <dgm:prSet presAssocID="{26B62647-9855-466E-9687-F3985079AFB3}" presName="outerBoxChildren" presStyleCnt="0"/>
      <dgm:spPr/>
      <dgm:t>
        <a:bodyPr/>
        <a:lstStyle/>
        <a:p>
          <a:endParaRPr lang="en-US"/>
        </a:p>
      </dgm:t>
    </dgm:pt>
    <dgm:pt modelId="{C5ABA01B-D877-46A4-BBDA-E2FAA39E46EC}" type="pres">
      <dgm:prSet presAssocID="{55BEC698-1D39-4D45-9C4E-A5E62D5E13F8}" presName="oChild" presStyleLbl="fgAcc1" presStyleIdx="0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AB8643-0A42-43EA-8CC7-68C3A210DDBE}" type="pres">
      <dgm:prSet presAssocID="{DB66C7C3-A663-4A91-9355-28CDCF28E8B7}" presName="outerSibTrans" presStyleCnt="0"/>
      <dgm:spPr/>
      <dgm:t>
        <a:bodyPr/>
        <a:lstStyle/>
        <a:p>
          <a:endParaRPr lang="en-US"/>
        </a:p>
      </dgm:t>
    </dgm:pt>
    <dgm:pt modelId="{E8E8D47F-7316-4D84-9299-8310399B6DB0}" type="pres">
      <dgm:prSet presAssocID="{6B97C19F-4256-4300-8C4A-5A6D252B94E3}" presName="oChild" presStyleLbl="fgAcc1" presStyleIdx="1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0E6CDA-29BB-40B2-A2A2-2625ED030651}" type="pres">
      <dgm:prSet presAssocID="{C7A9DBDD-6D8E-4635-A805-DC87E5894EAE}" presName="outerSibTrans" presStyleCnt="0"/>
      <dgm:spPr/>
    </dgm:pt>
    <dgm:pt modelId="{F34ED1C0-E3D3-4911-AE50-DDDCC1936E8B}" type="pres">
      <dgm:prSet presAssocID="{F98A746D-B6BA-4564-8A4F-8BFE0B4D9247}" presName="oChild" presStyleLbl="fgAcc1" presStyleIdx="2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A92D53-F112-494F-99BA-8935A159EF98}" type="pres">
      <dgm:prSet presAssocID="{B978B944-FD3F-44BC-9EA1-F24CCFFC1514}" presName="outerSibTrans" presStyleCnt="0"/>
      <dgm:spPr/>
    </dgm:pt>
    <dgm:pt modelId="{DBFA17E6-3128-4316-A4A3-BB931E82891D}" type="pres">
      <dgm:prSet presAssocID="{65341500-D564-42B2-97FB-FD90E54B78BA}" presName="oChild" presStyleLbl="fgAcc1" presStyleIdx="3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9F9CF0-5947-4811-B129-3C3F4958501D}" type="pres">
      <dgm:prSet presAssocID="{26B62647-9855-466E-9687-F3985079AFB3}" presName="middleBox" presStyleCnt="0"/>
      <dgm:spPr/>
      <dgm:t>
        <a:bodyPr/>
        <a:lstStyle/>
        <a:p>
          <a:endParaRPr lang="en-US"/>
        </a:p>
      </dgm:t>
    </dgm:pt>
    <dgm:pt modelId="{5F4C2FD0-EACE-4DAF-9797-0277BB1554C7}" type="pres">
      <dgm:prSet presAssocID="{26B62647-9855-466E-9687-F3985079AFB3}" presName="middleBoxParent" presStyleLbl="node1" presStyleIdx="1" presStyleCnt="2"/>
      <dgm:spPr/>
      <dgm:t>
        <a:bodyPr/>
        <a:lstStyle/>
        <a:p>
          <a:endParaRPr lang="en-US"/>
        </a:p>
      </dgm:t>
    </dgm:pt>
    <dgm:pt modelId="{12FE9004-B793-4CBB-AFAC-057CB5BCC98A}" type="pres">
      <dgm:prSet presAssocID="{26B62647-9855-466E-9687-F3985079AFB3}" presName="middleBoxChildren" presStyleCnt="0"/>
      <dgm:spPr/>
      <dgm:t>
        <a:bodyPr/>
        <a:lstStyle/>
        <a:p>
          <a:endParaRPr lang="en-US"/>
        </a:p>
      </dgm:t>
    </dgm:pt>
    <dgm:pt modelId="{E83D8004-70E7-4241-A9D0-47C8181CD8A6}" type="pres">
      <dgm:prSet presAssocID="{EDCA98A6-3BDD-4EF9-BFCC-40A42C0B223A}" presName="mChild" presStyleLbl="fgAcc1" presStyleIdx="4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0A5750-2FFE-4AA0-977F-5DB10F67DBF4}" type="pres">
      <dgm:prSet presAssocID="{C40D1AC5-4D47-4511-AC0B-EEF0F56B3C13}" presName="middleSibTrans" presStyleCnt="0"/>
      <dgm:spPr/>
      <dgm:t>
        <a:bodyPr/>
        <a:lstStyle/>
        <a:p>
          <a:endParaRPr lang="en-US"/>
        </a:p>
      </dgm:t>
    </dgm:pt>
    <dgm:pt modelId="{CAC117FC-A4D4-410F-9F7B-F5655D51D0B7}" type="pres">
      <dgm:prSet presAssocID="{BE2C7C37-6CAD-4B3E-A3E8-1732BE0B1F2B}" presName="mChild" presStyleLbl="fgAcc1" presStyleIdx="5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B7838CA-435A-4CA3-A108-1628CA6FE585}" type="pres">
      <dgm:prSet presAssocID="{9CE571B8-6F87-40C9-B46D-2A15DC39C3A1}" presName="middleSibTrans" presStyleCnt="0"/>
      <dgm:spPr/>
      <dgm:t>
        <a:bodyPr/>
        <a:lstStyle/>
        <a:p>
          <a:endParaRPr lang="en-US"/>
        </a:p>
      </dgm:t>
    </dgm:pt>
    <dgm:pt modelId="{A74619EB-575C-4BDD-9E0D-2D46C9BDB922}" type="pres">
      <dgm:prSet presAssocID="{31448C37-DBF2-4B76-9039-1CFBA3515F77}" presName="mChild" presStyleLbl="fgAcc1" presStyleIdx="6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FF33D1-6A26-4ECF-8BFB-72910465F5F6}" type="pres">
      <dgm:prSet presAssocID="{7082847C-CA40-4B34-90CE-9351B019E3FA}" presName="middleSibTrans" presStyleCnt="0"/>
      <dgm:spPr/>
    </dgm:pt>
    <dgm:pt modelId="{5563201E-0DB5-4699-84AE-4B86FF9199BA}" type="pres">
      <dgm:prSet presAssocID="{1A103868-22E5-4CC3-B3CF-19239BEE2570}" presName="mChild" presStyleLbl="fgAcc1" presStyleIdx="7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4BAECCE-06D6-4C03-863C-74E19FBFEA8F}" type="presOf" srcId="{EDCA98A6-3BDD-4EF9-BFCC-40A42C0B223A}" destId="{E83D8004-70E7-4241-A9D0-47C8181CD8A6}" srcOrd="0" destOrd="0" presId="urn:microsoft.com/office/officeart/2005/8/layout/target2"/>
    <dgm:cxn modelId="{F26447B3-A4FC-4DC5-8B3A-745D96F44546}" srcId="{AFD7ECCD-7CDB-48BB-9C86-C270625A7D2A}" destId="{F98A746D-B6BA-4564-8A4F-8BFE0B4D9247}" srcOrd="2" destOrd="0" parTransId="{FEC2413A-8E39-4380-86E2-D2AC56B251CF}" sibTransId="{B978B944-FD3F-44BC-9EA1-F24CCFFC1514}"/>
    <dgm:cxn modelId="{F4A46B1F-C193-4E52-816D-CCE39F4DBCB3}" srcId="{AFD7ECCD-7CDB-48BB-9C86-C270625A7D2A}" destId="{6B97C19F-4256-4300-8C4A-5A6D252B94E3}" srcOrd="1" destOrd="0" parTransId="{248E780C-AA1B-461F-985C-F1468FB66DA2}" sibTransId="{C7A9DBDD-6D8E-4635-A805-DC87E5894EAE}"/>
    <dgm:cxn modelId="{392ED8CC-1926-4E4A-8B01-63A48E24A155}" type="presOf" srcId="{65341500-D564-42B2-97FB-FD90E54B78BA}" destId="{DBFA17E6-3128-4316-A4A3-BB931E82891D}" srcOrd="0" destOrd="0" presId="urn:microsoft.com/office/officeart/2005/8/layout/target2"/>
    <dgm:cxn modelId="{C8E557B4-E7C1-4903-B5A6-35C91738512E}" srcId="{5AF63539-40E5-498E-AB0D-232EFBF13126}" destId="{EDCA98A6-3BDD-4EF9-BFCC-40A42C0B223A}" srcOrd="0" destOrd="0" parTransId="{2603D0C3-3007-44D2-BEF7-0A56F45DE93C}" sibTransId="{C40D1AC5-4D47-4511-AC0B-EEF0F56B3C13}"/>
    <dgm:cxn modelId="{263A7776-2C26-4432-AA40-B4D8BF2E7FDD}" srcId="{26B62647-9855-466E-9687-F3985079AFB3}" destId="{AFD7ECCD-7CDB-48BB-9C86-C270625A7D2A}" srcOrd="0" destOrd="0" parTransId="{4C74A118-D417-4F43-B804-7F7892B3B7C7}" sibTransId="{688F401B-1A31-4A14-B4ED-17F50584C36C}"/>
    <dgm:cxn modelId="{EEB3ECAB-C570-43A1-9AE6-66BEDBD44E46}" srcId="{AFD7ECCD-7CDB-48BB-9C86-C270625A7D2A}" destId="{55BEC698-1D39-4D45-9C4E-A5E62D5E13F8}" srcOrd="0" destOrd="0" parTransId="{A86251E2-9D51-414F-9A9A-8CFE77AC958B}" sibTransId="{DB66C7C3-A663-4A91-9355-28CDCF28E8B7}"/>
    <dgm:cxn modelId="{D2C9ECDF-D2B0-4066-A4E1-C52FF7B4B089}" type="presOf" srcId="{5AF63539-40E5-498E-AB0D-232EFBF13126}" destId="{5F4C2FD0-EACE-4DAF-9797-0277BB1554C7}" srcOrd="0" destOrd="0" presId="urn:microsoft.com/office/officeart/2005/8/layout/target2"/>
    <dgm:cxn modelId="{37BADFC1-6C93-4E6A-BF09-607A8979AE24}" type="presOf" srcId="{6B97C19F-4256-4300-8C4A-5A6D252B94E3}" destId="{E8E8D47F-7316-4D84-9299-8310399B6DB0}" srcOrd="0" destOrd="0" presId="urn:microsoft.com/office/officeart/2005/8/layout/target2"/>
    <dgm:cxn modelId="{170EA30F-58DB-4C01-B24B-ADEBCFD2CBAA}" type="presOf" srcId="{55BEC698-1D39-4D45-9C4E-A5E62D5E13F8}" destId="{C5ABA01B-D877-46A4-BBDA-E2FAA39E46EC}" srcOrd="0" destOrd="0" presId="urn:microsoft.com/office/officeart/2005/8/layout/target2"/>
    <dgm:cxn modelId="{448F0C7D-75FB-484C-812D-A0FC05541618}" type="presOf" srcId="{F98A746D-B6BA-4564-8A4F-8BFE0B4D9247}" destId="{F34ED1C0-E3D3-4911-AE50-DDDCC1936E8B}" srcOrd="0" destOrd="0" presId="urn:microsoft.com/office/officeart/2005/8/layout/target2"/>
    <dgm:cxn modelId="{D6FC6B09-CAC8-43A5-A0BE-E7E3750ADA3B}" srcId="{5AF63539-40E5-498E-AB0D-232EFBF13126}" destId="{31448C37-DBF2-4B76-9039-1CFBA3515F77}" srcOrd="2" destOrd="0" parTransId="{83139BEF-CA7D-4EDE-85D8-81740036D82E}" sibTransId="{7082847C-CA40-4B34-90CE-9351B019E3FA}"/>
    <dgm:cxn modelId="{8C8286FD-A164-454E-84B1-1B0F20955674}" type="presOf" srcId="{AFD7ECCD-7CDB-48BB-9C86-C270625A7D2A}" destId="{C3ADAABC-F15C-4872-B2B5-36F62DD0BEFF}" srcOrd="0" destOrd="0" presId="urn:microsoft.com/office/officeart/2005/8/layout/target2"/>
    <dgm:cxn modelId="{F8F2E455-014A-413E-A9FC-F7E77E3E38D9}" srcId="{5AF63539-40E5-498E-AB0D-232EFBF13126}" destId="{BE2C7C37-6CAD-4B3E-A3E8-1732BE0B1F2B}" srcOrd="1" destOrd="0" parTransId="{47E916A2-C8EC-4889-A5B9-DFD4FD093251}" sibTransId="{9CE571B8-6F87-40C9-B46D-2A15DC39C3A1}"/>
    <dgm:cxn modelId="{A0BE47E4-AB18-4ACC-B3CD-F0A52990C303}" type="presOf" srcId="{26B62647-9855-466E-9687-F3985079AFB3}" destId="{2D9B4A94-EBAD-4673-B82F-19A81BA82A09}" srcOrd="0" destOrd="0" presId="urn:microsoft.com/office/officeart/2005/8/layout/target2"/>
    <dgm:cxn modelId="{5353EDAA-EE8D-4627-A55E-9CBD375D3BC7}" srcId="{AFD7ECCD-7CDB-48BB-9C86-C270625A7D2A}" destId="{65341500-D564-42B2-97FB-FD90E54B78BA}" srcOrd="3" destOrd="0" parTransId="{4EC5B7BB-8C51-4FAC-BD9B-D1BB84A4F989}" sibTransId="{B56186CE-0B87-4EF0-BBDA-1B8CF81F064B}"/>
    <dgm:cxn modelId="{1ABE616A-23FA-48C9-A329-305EE36BC901}" srcId="{5AF63539-40E5-498E-AB0D-232EFBF13126}" destId="{1A103868-22E5-4CC3-B3CF-19239BEE2570}" srcOrd="3" destOrd="0" parTransId="{436B1F19-5C99-4FC6-80A5-86F24509E9DA}" sibTransId="{D275A9CE-F821-49B8-B3A4-76BAA19B8185}"/>
    <dgm:cxn modelId="{351D86EA-7B91-4FDA-A846-8C19A74121D9}" type="presOf" srcId="{BE2C7C37-6CAD-4B3E-A3E8-1732BE0B1F2B}" destId="{CAC117FC-A4D4-410F-9F7B-F5655D51D0B7}" srcOrd="0" destOrd="0" presId="urn:microsoft.com/office/officeart/2005/8/layout/target2"/>
    <dgm:cxn modelId="{4D29E5CA-ABE3-4FC2-B149-5135E35DFF10}" type="presOf" srcId="{31448C37-DBF2-4B76-9039-1CFBA3515F77}" destId="{A74619EB-575C-4BDD-9E0D-2D46C9BDB922}" srcOrd="0" destOrd="0" presId="urn:microsoft.com/office/officeart/2005/8/layout/target2"/>
    <dgm:cxn modelId="{456CCD15-2C6F-4B8E-B988-878023C88708}" type="presOf" srcId="{1A103868-22E5-4CC3-B3CF-19239BEE2570}" destId="{5563201E-0DB5-4699-84AE-4B86FF9199BA}" srcOrd="0" destOrd="0" presId="urn:microsoft.com/office/officeart/2005/8/layout/target2"/>
    <dgm:cxn modelId="{453793A2-1618-4BF9-877B-3BE3309A8319}" srcId="{26B62647-9855-466E-9687-F3985079AFB3}" destId="{5AF63539-40E5-498E-AB0D-232EFBF13126}" srcOrd="1" destOrd="0" parTransId="{43C510B4-80C0-4B1C-A537-B6AB8EA6267D}" sibTransId="{BF9BFB8F-857D-404D-A694-A9E63542AE66}"/>
    <dgm:cxn modelId="{9AE97DBC-FCF6-4401-8CEC-4035A86968EB}" type="presParOf" srcId="{2D9B4A94-EBAD-4673-B82F-19A81BA82A09}" destId="{4E9C498A-91BA-4BE8-B8CF-5F0AA350593C}" srcOrd="0" destOrd="0" presId="urn:microsoft.com/office/officeart/2005/8/layout/target2"/>
    <dgm:cxn modelId="{E0FD60A3-3A1A-47F4-8ECF-B342F93D733C}" type="presParOf" srcId="{4E9C498A-91BA-4BE8-B8CF-5F0AA350593C}" destId="{C3ADAABC-F15C-4872-B2B5-36F62DD0BEFF}" srcOrd="0" destOrd="0" presId="urn:microsoft.com/office/officeart/2005/8/layout/target2"/>
    <dgm:cxn modelId="{CC9ACBC5-6734-4260-8D4C-6654146A33C3}" type="presParOf" srcId="{4E9C498A-91BA-4BE8-B8CF-5F0AA350593C}" destId="{3E588FE2-EDE7-4427-9EA1-F3C32848862E}" srcOrd="1" destOrd="0" presId="urn:microsoft.com/office/officeart/2005/8/layout/target2"/>
    <dgm:cxn modelId="{ACD6B37F-0573-4C64-BEB9-B13D9F822064}" type="presParOf" srcId="{3E588FE2-EDE7-4427-9EA1-F3C32848862E}" destId="{C5ABA01B-D877-46A4-BBDA-E2FAA39E46EC}" srcOrd="0" destOrd="0" presId="urn:microsoft.com/office/officeart/2005/8/layout/target2"/>
    <dgm:cxn modelId="{20FF5B1B-D3E4-4EF9-9B8D-FC44DFB12AE5}" type="presParOf" srcId="{3E588FE2-EDE7-4427-9EA1-F3C32848862E}" destId="{39AB8643-0A42-43EA-8CC7-68C3A210DDBE}" srcOrd="1" destOrd="0" presId="urn:microsoft.com/office/officeart/2005/8/layout/target2"/>
    <dgm:cxn modelId="{8F292519-E847-469F-821D-D8DF22F1D4E5}" type="presParOf" srcId="{3E588FE2-EDE7-4427-9EA1-F3C32848862E}" destId="{E8E8D47F-7316-4D84-9299-8310399B6DB0}" srcOrd="2" destOrd="0" presId="urn:microsoft.com/office/officeart/2005/8/layout/target2"/>
    <dgm:cxn modelId="{BEEC0742-3E0A-46AF-BC31-E02ECF9B9427}" type="presParOf" srcId="{3E588FE2-EDE7-4427-9EA1-F3C32848862E}" destId="{380E6CDA-29BB-40B2-A2A2-2625ED030651}" srcOrd="3" destOrd="0" presId="urn:microsoft.com/office/officeart/2005/8/layout/target2"/>
    <dgm:cxn modelId="{7EB81137-C146-46B6-8FA9-35A963E75853}" type="presParOf" srcId="{3E588FE2-EDE7-4427-9EA1-F3C32848862E}" destId="{F34ED1C0-E3D3-4911-AE50-DDDCC1936E8B}" srcOrd="4" destOrd="0" presId="urn:microsoft.com/office/officeart/2005/8/layout/target2"/>
    <dgm:cxn modelId="{99D06CEF-48B4-4986-A844-A128290278F2}" type="presParOf" srcId="{3E588FE2-EDE7-4427-9EA1-F3C32848862E}" destId="{28A92D53-F112-494F-99BA-8935A159EF98}" srcOrd="5" destOrd="0" presId="urn:microsoft.com/office/officeart/2005/8/layout/target2"/>
    <dgm:cxn modelId="{BFBBD05F-B86A-4999-B661-8F966EBA3C2A}" type="presParOf" srcId="{3E588FE2-EDE7-4427-9EA1-F3C32848862E}" destId="{DBFA17E6-3128-4316-A4A3-BB931E82891D}" srcOrd="6" destOrd="0" presId="urn:microsoft.com/office/officeart/2005/8/layout/target2"/>
    <dgm:cxn modelId="{7BCE0A52-4C7A-49F2-A183-317379FB04D3}" type="presParOf" srcId="{2D9B4A94-EBAD-4673-B82F-19A81BA82A09}" destId="{DD9F9CF0-5947-4811-B129-3C3F4958501D}" srcOrd="1" destOrd="0" presId="urn:microsoft.com/office/officeart/2005/8/layout/target2"/>
    <dgm:cxn modelId="{A32B8DFE-80D8-4913-BC9F-EE6174620C1F}" type="presParOf" srcId="{DD9F9CF0-5947-4811-B129-3C3F4958501D}" destId="{5F4C2FD0-EACE-4DAF-9797-0277BB1554C7}" srcOrd="0" destOrd="0" presId="urn:microsoft.com/office/officeart/2005/8/layout/target2"/>
    <dgm:cxn modelId="{CC5942FE-0FB4-40D8-9A78-18846955F1B5}" type="presParOf" srcId="{DD9F9CF0-5947-4811-B129-3C3F4958501D}" destId="{12FE9004-B793-4CBB-AFAC-057CB5BCC98A}" srcOrd="1" destOrd="0" presId="urn:microsoft.com/office/officeart/2005/8/layout/target2"/>
    <dgm:cxn modelId="{C4AB0C06-EB92-4A9F-A6FA-BA4446F7EC96}" type="presParOf" srcId="{12FE9004-B793-4CBB-AFAC-057CB5BCC98A}" destId="{E83D8004-70E7-4241-A9D0-47C8181CD8A6}" srcOrd="0" destOrd="0" presId="urn:microsoft.com/office/officeart/2005/8/layout/target2"/>
    <dgm:cxn modelId="{6F14B865-20C0-420F-A5E8-5FCAC1ABCD95}" type="presParOf" srcId="{12FE9004-B793-4CBB-AFAC-057CB5BCC98A}" destId="{540A5750-2FFE-4AA0-977F-5DB10F67DBF4}" srcOrd="1" destOrd="0" presId="urn:microsoft.com/office/officeart/2005/8/layout/target2"/>
    <dgm:cxn modelId="{38C11F22-E0EE-4E11-ADEE-91722D37D47E}" type="presParOf" srcId="{12FE9004-B793-4CBB-AFAC-057CB5BCC98A}" destId="{CAC117FC-A4D4-410F-9F7B-F5655D51D0B7}" srcOrd="2" destOrd="0" presId="urn:microsoft.com/office/officeart/2005/8/layout/target2"/>
    <dgm:cxn modelId="{9E26F4FB-2325-4AC4-988A-8A6DEA43955A}" type="presParOf" srcId="{12FE9004-B793-4CBB-AFAC-057CB5BCC98A}" destId="{4B7838CA-435A-4CA3-A108-1628CA6FE585}" srcOrd="3" destOrd="0" presId="urn:microsoft.com/office/officeart/2005/8/layout/target2"/>
    <dgm:cxn modelId="{6BD712B5-437B-4F16-B6F6-A7837548AE0D}" type="presParOf" srcId="{12FE9004-B793-4CBB-AFAC-057CB5BCC98A}" destId="{A74619EB-575C-4BDD-9E0D-2D46C9BDB922}" srcOrd="4" destOrd="0" presId="urn:microsoft.com/office/officeart/2005/8/layout/target2"/>
    <dgm:cxn modelId="{BCA057EF-F755-4978-B109-A5BB82C3B51C}" type="presParOf" srcId="{12FE9004-B793-4CBB-AFAC-057CB5BCC98A}" destId="{DCFF33D1-6A26-4ECF-8BFB-72910465F5F6}" srcOrd="5" destOrd="0" presId="urn:microsoft.com/office/officeart/2005/8/layout/target2"/>
    <dgm:cxn modelId="{8EABB946-7E61-4820-9635-4FCD5E78FA95}" type="presParOf" srcId="{12FE9004-B793-4CBB-AFAC-057CB5BCC98A}" destId="{5563201E-0DB5-4699-84AE-4B86FF9199BA}" srcOrd="6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6B62647-9855-466E-9687-F3985079AFB3}" type="doc">
      <dgm:prSet loTypeId="urn:microsoft.com/office/officeart/2005/8/layout/target2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55BEC698-1D39-4D45-9C4E-A5E62D5E13F8}">
      <dgm:prSet phldrT="[Text]"/>
      <dgm:spPr/>
      <dgm:t>
        <a:bodyPr/>
        <a:lstStyle/>
        <a:p>
          <a:r>
            <a:rPr lang="en-US" dirty="0" smtClean="0"/>
            <a:t>Function 1: variable f1a, variable f1b</a:t>
          </a:r>
        </a:p>
        <a:p>
          <a:r>
            <a:rPr lang="en-US" dirty="0" smtClean="0">
              <a:solidFill>
                <a:srgbClr val="C00000"/>
              </a:solidFill>
              <a:latin typeface="Consolas" pitchFamily="49" charset="0"/>
            </a:rPr>
            <a:t>f1a = m1*2</a:t>
          </a:r>
        </a:p>
      </dgm:t>
    </dgm:pt>
    <dgm:pt modelId="{A86251E2-9D51-414F-9A9A-8CFE77AC958B}" type="parTrans" cxnId="{EEB3ECAB-C570-43A1-9AE6-66BEDBD44E46}">
      <dgm:prSet/>
      <dgm:spPr/>
      <dgm:t>
        <a:bodyPr/>
        <a:lstStyle/>
        <a:p>
          <a:endParaRPr lang="en-US"/>
        </a:p>
      </dgm:t>
    </dgm:pt>
    <dgm:pt modelId="{DB66C7C3-A663-4A91-9355-28CDCF28E8B7}" type="sibTrans" cxnId="{EEB3ECAB-C570-43A1-9AE6-66BEDBD44E46}">
      <dgm:prSet/>
      <dgm:spPr/>
      <dgm:t>
        <a:bodyPr/>
        <a:lstStyle/>
        <a:p>
          <a:endParaRPr lang="en-US"/>
        </a:p>
      </dgm:t>
    </dgm:pt>
    <dgm:pt modelId="{5AF63539-40E5-498E-AB0D-232EFBF13126}">
      <dgm:prSet phldrT="[Text]" custT="1"/>
      <dgm:spPr/>
      <dgm:t>
        <a:bodyPr/>
        <a:lstStyle/>
        <a:p>
          <a:r>
            <a:rPr lang="en-US" sz="2400" dirty="0" smtClean="0"/>
            <a:t>Function 5: variable f5a, variable f5b</a:t>
          </a:r>
        </a:p>
      </dgm:t>
    </dgm:pt>
    <dgm:pt modelId="{BF9BFB8F-857D-404D-A694-A9E63542AE66}" type="sibTrans" cxnId="{453793A2-1618-4BF9-877B-3BE3309A8319}">
      <dgm:prSet/>
      <dgm:spPr/>
      <dgm:t>
        <a:bodyPr/>
        <a:lstStyle/>
        <a:p>
          <a:endParaRPr lang="en-US"/>
        </a:p>
      </dgm:t>
    </dgm:pt>
    <dgm:pt modelId="{43C510B4-80C0-4B1C-A537-B6AB8EA6267D}" type="parTrans" cxnId="{453793A2-1618-4BF9-877B-3BE3309A8319}">
      <dgm:prSet/>
      <dgm:spPr/>
      <dgm:t>
        <a:bodyPr/>
        <a:lstStyle/>
        <a:p>
          <a:endParaRPr lang="en-US"/>
        </a:p>
      </dgm:t>
    </dgm:pt>
    <dgm:pt modelId="{AFD7ECCD-7CDB-48BB-9C86-C270625A7D2A}">
      <dgm:prSet phldrT="[Text]"/>
      <dgm:spPr/>
      <dgm:t>
        <a:bodyPr/>
        <a:lstStyle/>
        <a:p>
          <a:r>
            <a:rPr lang="en-US" dirty="0" smtClean="0"/>
            <a:t>Main Function: variable m1, variable m2</a:t>
          </a:r>
          <a:endParaRPr lang="en-US" dirty="0"/>
        </a:p>
      </dgm:t>
    </dgm:pt>
    <dgm:pt modelId="{688F401B-1A31-4A14-B4ED-17F50584C36C}" type="sibTrans" cxnId="{263A7776-2C26-4432-AA40-B4D8BF2E7FDD}">
      <dgm:prSet/>
      <dgm:spPr/>
      <dgm:t>
        <a:bodyPr/>
        <a:lstStyle/>
        <a:p>
          <a:endParaRPr lang="en-US"/>
        </a:p>
      </dgm:t>
    </dgm:pt>
    <dgm:pt modelId="{4C74A118-D417-4F43-B804-7F7892B3B7C7}" type="parTrans" cxnId="{263A7776-2C26-4432-AA40-B4D8BF2E7FDD}">
      <dgm:prSet/>
      <dgm:spPr/>
      <dgm:t>
        <a:bodyPr/>
        <a:lstStyle/>
        <a:p>
          <a:endParaRPr lang="en-US"/>
        </a:p>
      </dgm:t>
    </dgm:pt>
    <dgm:pt modelId="{65341500-D564-42B2-97FB-FD90E54B78BA}">
      <dgm:prSet phldrT="[Text]"/>
      <dgm:spPr/>
      <dgm:t>
        <a:bodyPr/>
        <a:lstStyle/>
        <a:p>
          <a:r>
            <a:rPr lang="en-US" dirty="0" smtClean="0"/>
            <a:t>Function 4</a:t>
          </a:r>
        </a:p>
        <a:p>
          <a:r>
            <a:rPr lang="en-US" dirty="0" smtClean="0">
              <a:solidFill>
                <a:srgbClr val="C00000"/>
              </a:solidFill>
              <a:latin typeface="Consolas" pitchFamily="49" charset="0"/>
            </a:rPr>
            <a:t>f4a = m1*m1</a:t>
          </a:r>
          <a:endParaRPr lang="en-US" dirty="0"/>
        </a:p>
      </dgm:t>
    </dgm:pt>
    <dgm:pt modelId="{4EC5B7BB-8C51-4FAC-BD9B-D1BB84A4F989}" type="parTrans" cxnId="{5353EDAA-EE8D-4627-A55E-9CBD375D3BC7}">
      <dgm:prSet/>
      <dgm:spPr/>
      <dgm:t>
        <a:bodyPr/>
        <a:lstStyle/>
        <a:p>
          <a:endParaRPr lang="en-US"/>
        </a:p>
      </dgm:t>
    </dgm:pt>
    <dgm:pt modelId="{B56186CE-0B87-4EF0-BBDA-1B8CF81F064B}" type="sibTrans" cxnId="{5353EDAA-EE8D-4627-A55E-9CBD375D3BC7}">
      <dgm:prSet/>
      <dgm:spPr/>
      <dgm:t>
        <a:bodyPr/>
        <a:lstStyle/>
        <a:p>
          <a:endParaRPr lang="en-US"/>
        </a:p>
      </dgm:t>
    </dgm:pt>
    <dgm:pt modelId="{1A103868-22E5-4CC3-B3CF-19239BEE2570}">
      <dgm:prSet phldrT="[Text]"/>
      <dgm:spPr/>
      <dgm:t>
        <a:bodyPr/>
        <a:lstStyle/>
        <a:p>
          <a:r>
            <a:rPr lang="en-US" dirty="0" smtClean="0"/>
            <a:t>Function 4()</a:t>
          </a:r>
          <a:endParaRPr lang="en-US" dirty="0"/>
        </a:p>
      </dgm:t>
    </dgm:pt>
    <dgm:pt modelId="{D275A9CE-F821-49B8-B3A4-76BAA19B8185}" type="sibTrans" cxnId="{1ABE616A-23FA-48C9-A329-305EE36BC901}">
      <dgm:prSet/>
      <dgm:spPr/>
      <dgm:t>
        <a:bodyPr/>
        <a:lstStyle/>
        <a:p>
          <a:endParaRPr lang="en-US"/>
        </a:p>
      </dgm:t>
    </dgm:pt>
    <dgm:pt modelId="{436B1F19-5C99-4FC6-80A5-86F24509E9DA}" type="parTrans" cxnId="{1ABE616A-23FA-48C9-A329-305EE36BC901}">
      <dgm:prSet/>
      <dgm:spPr/>
      <dgm:t>
        <a:bodyPr/>
        <a:lstStyle/>
        <a:p>
          <a:endParaRPr lang="en-US"/>
        </a:p>
      </dgm:t>
    </dgm:pt>
    <dgm:pt modelId="{BE2C7C37-6CAD-4B3E-A3E8-1732BE0B1F2B}">
      <dgm:prSet phldrT="[Text]"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Function 2()</a:t>
          </a:r>
        </a:p>
        <a:p>
          <a:r>
            <a:rPr lang="en-US" dirty="0" smtClean="0"/>
            <a:t>// Function2 can only be called after Function1 is finished.</a:t>
          </a:r>
          <a:endParaRPr lang="en-US" dirty="0"/>
        </a:p>
      </dgm:t>
    </dgm:pt>
    <dgm:pt modelId="{9CE571B8-6F87-40C9-B46D-2A15DC39C3A1}" type="sibTrans" cxnId="{F8F2E455-014A-413E-A9FC-F7E77E3E38D9}">
      <dgm:prSet/>
      <dgm:spPr/>
      <dgm:t>
        <a:bodyPr/>
        <a:lstStyle/>
        <a:p>
          <a:endParaRPr lang="en-US"/>
        </a:p>
      </dgm:t>
    </dgm:pt>
    <dgm:pt modelId="{47E916A2-C8EC-4889-A5B9-DFD4FD093251}" type="parTrans" cxnId="{F8F2E455-014A-413E-A9FC-F7E77E3E38D9}">
      <dgm:prSet/>
      <dgm:spPr/>
      <dgm:t>
        <a:bodyPr/>
        <a:lstStyle/>
        <a:p>
          <a:endParaRPr lang="en-US"/>
        </a:p>
      </dgm:t>
    </dgm:pt>
    <dgm:pt modelId="{EDCA98A6-3BDD-4EF9-BFCC-40A42C0B223A}">
      <dgm:prSet phldrT="[Text]">
        <dgm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Function 1()</a:t>
          </a:r>
        </a:p>
      </dgm:t>
    </dgm:pt>
    <dgm:pt modelId="{2603D0C3-3007-44D2-BEF7-0A56F45DE93C}" type="parTrans" cxnId="{C8E557B4-E7C1-4903-B5A6-35C91738512E}">
      <dgm:prSet/>
      <dgm:spPr/>
      <dgm:t>
        <a:bodyPr/>
        <a:lstStyle/>
        <a:p>
          <a:endParaRPr lang="en-US"/>
        </a:p>
      </dgm:t>
    </dgm:pt>
    <dgm:pt modelId="{C40D1AC5-4D47-4511-AC0B-EEF0F56B3C13}" type="sibTrans" cxnId="{C8E557B4-E7C1-4903-B5A6-35C91738512E}">
      <dgm:prSet/>
      <dgm:spPr/>
      <dgm:t>
        <a:bodyPr/>
        <a:lstStyle/>
        <a:p>
          <a:endParaRPr lang="en-US"/>
        </a:p>
      </dgm:t>
    </dgm:pt>
    <dgm:pt modelId="{31448C37-DBF2-4B76-9039-1CFBA3515F77}">
      <dgm:prSet phldrT="[Text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Function 3()</a:t>
          </a:r>
        </a:p>
        <a:p>
          <a:r>
            <a:rPr lang="en-US" dirty="0" smtClean="0"/>
            <a:t>// This function modifies m1 and it affects Function 4</a:t>
          </a:r>
          <a:endParaRPr lang="en-US" dirty="0"/>
        </a:p>
      </dgm:t>
    </dgm:pt>
    <dgm:pt modelId="{83139BEF-CA7D-4EDE-85D8-81740036D82E}" type="parTrans" cxnId="{D6FC6B09-CAC8-43A5-A0BE-E7E3750ADA3B}">
      <dgm:prSet/>
      <dgm:spPr/>
      <dgm:t>
        <a:bodyPr/>
        <a:lstStyle/>
        <a:p>
          <a:endParaRPr lang="en-US"/>
        </a:p>
      </dgm:t>
    </dgm:pt>
    <dgm:pt modelId="{7082847C-CA40-4B34-90CE-9351B019E3FA}" type="sibTrans" cxnId="{D6FC6B09-CAC8-43A5-A0BE-E7E3750ADA3B}">
      <dgm:prSet/>
      <dgm:spPr/>
      <dgm:t>
        <a:bodyPr/>
        <a:lstStyle/>
        <a:p>
          <a:endParaRPr lang="en-US"/>
        </a:p>
      </dgm:t>
    </dgm:pt>
    <dgm:pt modelId="{6B97C19F-4256-4300-8C4A-5A6D252B94E3}">
      <dgm:prSet phldrT="[Text]"/>
      <dgm:spPr/>
      <dgm:t>
        <a:bodyPr/>
        <a:lstStyle/>
        <a:p>
          <a:r>
            <a:rPr lang="en-US" dirty="0" smtClean="0"/>
            <a:t>Function 2: variable f2a, variable f2b</a:t>
          </a:r>
        </a:p>
        <a:p>
          <a:r>
            <a:rPr lang="en-US" dirty="0" smtClean="0">
              <a:solidFill>
                <a:srgbClr val="C00000"/>
              </a:solidFill>
              <a:latin typeface="Consolas" pitchFamily="49" charset="0"/>
            </a:rPr>
            <a:t>f2a = m1/4</a:t>
          </a:r>
        </a:p>
      </dgm:t>
    </dgm:pt>
    <dgm:pt modelId="{248E780C-AA1B-461F-985C-F1468FB66DA2}" type="parTrans" cxnId="{F4A46B1F-C193-4E52-816D-CCE39F4DBCB3}">
      <dgm:prSet/>
      <dgm:spPr/>
      <dgm:t>
        <a:bodyPr/>
        <a:lstStyle/>
        <a:p>
          <a:endParaRPr lang="en-US"/>
        </a:p>
      </dgm:t>
    </dgm:pt>
    <dgm:pt modelId="{C7A9DBDD-6D8E-4635-A805-DC87E5894EAE}" type="sibTrans" cxnId="{F4A46B1F-C193-4E52-816D-CCE39F4DBCB3}">
      <dgm:prSet/>
      <dgm:spPr/>
      <dgm:t>
        <a:bodyPr/>
        <a:lstStyle/>
        <a:p>
          <a:endParaRPr lang="en-US"/>
        </a:p>
      </dgm:t>
    </dgm:pt>
    <dgm:pt modelId="{F98A746D-B6BA-4564-8A4F-8BFE0B4D9247}">
      <dgm:prSet phldrT="[Text]"/>
      <dgm:spPr/>
      <dgm:t>
        <a:bodyPr/>
        <a:lstStyle/>
        <a:p>
          <a:r>
            <a:rPr lang="en-US" dirty="0" smtClean="0"/>
            <a:t>Function 3</a:t>
          </a:r>
        </a:p>
        <a:p>
          <a:r>
            <a:rPr lang="en-US" dirty="0" smtClean="0">
              <a:solidFill>
                <a:srgbClr val="C00000"/>
              </a:solidFill>
              <a:latin typeface="Consolas" pitchFamily="49" charset="0"/>
            </a:rPr>
            <a:t>m1 = 6</a:t>
          </a:r>
        </a:p>
      </dgm:t>
    </dgm:pt>
    <dgm:pt modelId="{FEC2413A-8E39-4380-86E2-D2AC56B251CF}" type="parTrans" cxnId="{F26447B3-A4FC-4DC5-8B3A-745D96F44546}">
      <dgm:prSet/>
      <dgm:spPr/>
      <dgm:t>
        <a:bodyPr/>
        <a:lstStyle/>
        <a:p>
          <a:endParaRPr lang="en-US"/>
        </a:p>
      </dgm:t>
    </dgm:pt>
    <dgm:pt modelId="{B978B944-FD3F-44BC-9EA1-F24CCFFC1514}" type="sibTrans" cxnId="{F26447B3-A4FC-4DC5-8B3A-745D96F44546}">
      <dgm:prSet/>
      <dgm:spPr/>
      <dgm:t>
        <a:bodyPr/>
        <a:lstStyle/>
        <a:p>
          <a:endParaRPr lang="en-US"/>
        </a:p>
      </dgm:t>
    </dgm:pt>
    <dgm:pt modelId="{2D9B4A94-EBAD-4673-B82F-19A81BA82A09}" type="pres">
      <dgm:prSet presAssocID="{26B62647-9855-466E-9687-F3985079AFB3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E9C498A-91BA-4BE8-B8CF-5F0AA350593C}" type="pres">
      <dgm:prSet presAssocID="{26B62647-9855-466E-9687-F3985079AFB3}" presName="outerBox" presStyleCnt="0"/>
      <dgm:spPr/>
      <dgm:t>
        <a:bodyPr/>
        <a:lstStyle/>
        <a:p>
          <a:endParaRPr lang="en-US"/>
        </a:p>
      </dgm:t>
    </dgm:pt>
    <dgm:pt modelId="{C3ADAABC-F15C-4872-B2B5-36F62DD0BEFF}" type="pres">
      <dgm:prSet presAssocID="{26B62647-9855-466E-9687-F3985079AFB3}" presName="outerBoxParent" presStyleLbl="node1" presStyleIdx="0" presStyleCnt="2"/>
      <dgm:spPr/>
      <dgm:t>
        <a:bodyPr/>
        <a:lstStyle/>
        <a:p>
          <a:endParaRPr lang="en-US"/>
        </a:p>
      </dgm:t>
    </dgm:pt>
    <dgm:pt modelId="{3E588FE2-EDE7-4427-9EA1-F3C32848862E}" type="pres">
      <dgm:prSet presAssocID="{26B62647-9855-466E-9687-F3985079AFB3}" presName="outerBoxChildren" presStyleCnt="0"/>
      <dgm:spPr/>
      <dgm:t>
        <a:bodyPr/>
        <a:lstStyle/>
        <a:p>
          <a:endParaRPr lang="en-US"/>
        </a:p>
      </dgm:t>
    </dgm:pt>
    <dgm:pt modelId="{C5ABA01B-D877-46A4-BBDA-E2FAA39E46EC}" type="pres">
      <dgm:prSet presAssocID="{55BEC698-1D39-4D45-9C4E-A5E62D5E13F8}" presName="oChild" presStyleLbl="fgAcc1" presStyleIdx="0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AB8643-0A42-43EA-8CC7-68C3A210DDBE}" type="pres">
      <dgm:prSet presAssocID="{DB66C7C3-A663-4A91-9355-28CDCF28E8B7}" presName="outerSibTrans" presStyleCnt="0"/>
      <dgm:spPr/>
      <dgm:t>
        <a:bodyPr/>
        <a:lstStyle/>
        <a:p>
          <a:endParaRPr lang="en-US"/>
        </a:p>
      </dgm:t>
    </dgm:pt>
    <dgm:pt modelId="{E8E8D47F-7316-4D84-9299-8310399B6DB0}" type="pres">
      <dgm:prSet presAssocID="{6B97C19F-4256-4300-8C4A-5A6D252B94E3}" presName="oChild" presStyleLbl="fgAcc1" presStyleIdx="1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0E6CDA-29BB-40B2-A2A2-2625ED030651}" type="pres">
      <dgm:prSet presAssocID="{C7A9DBDD-6D8E-4635-A805-DC87E5894EAE}" presName="outerSibTrans" presStyleCnt="0"/>
      <dgm:spPr/>
    </dgm:pt>
    <dgm:pt modelId="{F34ED1C0-E3D3-4911-AE50-DDDCC1936E8B}" type="pres">
      <dgm:prSet presAssocID="{F98A746D-B6BA-4564-8A4F-8BFE0B4D9247}" presName="oChild" presStyleLbl="fgAcc1" presStyleIdx="2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A92D53-F112-494F-99BA-8935A159EF98}" type="pres">
      <dgm:prSet presAssocID="{B978B944-FD3F-44BC-9EA1-F24CCFFC1514}" presName="outerSibTrans" presStyleCnt="0"/>
      <dgm:spPr/>
    </dgm:pt>
    <dgm:pt modelId="{DBFA17E6-3128-4316-A4A3-BB931E82891D}" type="pres">
      <dgm:prSet presAssocID="{65341500-D564-42B2-97FB-FD90E54B78BA}" presName="oChild" presStyleLbl="fgAcc1" presStyleIdx="3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9F9CF0-5947-4811-B129-3C3F4958501D}" type="pres">
      <dgm:prSet presAssocID="{26B62647-9855-466E-9687-F3985079AFB3}" presName="middleBox" presStyleCnt="0"/>
      <dgm:spPr/>
      <dgm:t>
        <a:bodyPr/>
        <a:lstStyle/>
        <a:p>
          <a:endParaRPr lang="en-US"/>
        </a:p>
      </dgm:t>
    </dgm:pt>
    <dgm:pt modelId="{5F4C2FD0-EACE-4DAF-9797-0277BB1554C7}" type="pres">
      <dgm:prSet presAssocID="{26B62647-9855-466E-9687-F3985079AFB3}" presName="middleBoxParent" presStyleLbl="node1" presStyleIdx="1" presStyleCnt="2"/>
      <dgm:spPr/>
      <dgm:t>
        <a:bodyPr/>
        <a:lstStyle/>
        <a:p>
          <a:endParaRPr lang="en-US"/>
        </a:p>
      </dgm:t>
    </dgm:pt>
    <dgm:pt modelId="{12FE9004-B793-4CBB-AFAC-057CB5BCC98A}" type="pres">
      <dgm:prSet presAssocID="{26B62647-9855-466E-9687-F3985079AFB3}" presName="middleBoxChildren" presStyleCnt="0"/>
      <dgm:spPr/>
      <dgm:t>
        <a:bodyPr/>
        <a:lstStyle/>
        <a:p>
          <a:endParaRPr lang="en-US"/>
        </a:p>
      </dgm:t>
    </dgm:pt>
    <dgm:pt modelId="{E83D8004-70E7-4241-A9D0-47C8181CD8A6}" type="pres">
      <dgm:prSet presAssocID="{EDCA98A6-3BDD-4EF9-BFCC-40A42C0B223A}" presName="mChild" presStyleLbl="fgAcc1" presStyleIdx="4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0A5750-2FFE-4AA0-977F-5DB10F67DBF4}" type="pres">
      <dgm:prSet presAssocID="{C40D1AC5-4D47-4511-AC0B-EEF0F56B3C13}" presName="middleSibTrans" presStyleCnt="0"/>
      <dgm:spPr/>
      <dgm:t>
        <a:bodyPr/>
        <a:lstStyle/>
        <a:p>
          <a:endParaRPr lang="en-US"/>
        </a:p>
      </dgm:t>
    </dgm:pt>
    <dgm:pt modelId="{CAC117FC-A4D4-410F-9F7B-F5655D51D0B7}" type="pres">
      <dgm:prSet presAssocID="{BE2C7C37-6CAD-4B3E-A3E8-1732BE0B1F2B}" presName="mChild" presStyleLbl="fgAcc1" presStyleIdx="5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B7838CA-435A-4CA3-A108-1628CA6FE585}" type="pres">
      <dgm:prSet presAssocID="{9CE571B8-6F87-40C9-B46D-2A15DC39C3A1}" presName="middleSibTrans" presStyleCnt="0"/>
      <dgm:spPr/>
      <dgm:t>
        <a:bodyPr/>
        <a:lstStyle/>
        <a:p>
          <a:endParaRPr lang="en-US"/>
        </a:p>
      </dgm:t>
    </dgm:pt>
    <dgm:pt modelId="{A74619EB-575C-4BDD-9E0D-2D46C9BDB922}" type="pres">
      <dgm:prSet presAssocID="{31448C37-DBF2-4B76-9039-1CFBA3515F77}" presName="mChild" presStyleLbl="fgAcc1" presStyleIdx="6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FF33D1-6A26-4ECF-8BFB-72910465F5F6}" type="pres">
      <dgm:prSet presAssocID="{7082847C-CA40-4B34-90CE-9351B019E3FA}" presName="middleSibTrans" presStyleCnt="0"/>
      <dgm:spPr/>
    </dgm:pt>
    <dgm:pt modelId="{5563201E-0DB5-4699-84AE-4B86FF9199BA}" type="pres">
      <dgm:prSet presAssocID="{1A103868-22E5-4CC3-B3CF-19239BEE2570}" presName="mChild" presStyleLbl="fgAcc1" presStyleIdx="7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26447B3-A4FC-4DC5-8B3A-745D96F44546}" srcId="{AFD7ECCD-7CDB-48BB-9C86-C270625A7D2A}" destId="{F98A746D-B6BA-4564-8A4F-8BFE0B4D9247}" srcOrd="2" destOrd="0" parTransId="{FEC2413A-8E39-4380-86E2-D2AC56B251CF}" sibTransId="{B978B944-FD3F-44BC-9EA1-F24CCFFC1514}"/>
    <dgm:cxn modelId="{F4A46B1F-C193-4E52-816D-CCE39F4DBCB3}" srcId="{AFD7ECCD-7CDB-48BB-9C86-C270625A7D2A}" destId="{6B97C19F-4256-4300-8C4A-5A6D252B94E3}" srcOrd="1" destOrd="0" parTransId="{248E780C-AA1B-461F-985C-F1468FB66DA2}" sibTransId="{C7A9DBDD-6D8E-4635-A805-DC87E5894EAE}"/>
    <dgm:cxn modelId="{0CFF27A3-01BB-4CA7-B6AA-4F3B57A70FC2}" type="presOf" srcId="{55BEC698-1D39-4D45-9C4E-A5E62D5E13F8}" destId="{C5ABA01B-D877-46A4-BBDA-E2FAA39E46EC}" srcOrd="0" destOrd="0" presId="urn:microsoft.com/office/officeart/2005/8/layout/target2"/>
    <dgm:cxn modelId="{B095002A-BC76-4694-8818-D13C91DFD3FE}" type="presOf" srcId="{F98A746D-B6BA-4564-8A4F-8BFE0B4D9247}" destId="{F34ED1C0-E3D3-4911-AE50-DDDCC1936E8B}" srcOrd="0" destOrd="0" presId="urn:microsoft.com/office/officeart/2005/8/layout/target2"/>
    <dgm:cxn modelId="{C8E557B4-E7C1-4903-B5A6-35C91738512E}" srcId="{5AF63539-40E5-498E-AB0D-232EFBF13126}" destId="{EDCA98A6-3BDD-4EF9-BFCC-40A42C0B223A}" srcOrd="0" destOrd="0" parTransId="{2603D0C3-3007-44D2-BEF7-0A56F45DE93C}" sibTransId="{C40D1AC5-4D47-4511-AC0B-EEF0F56B3C13}"/>
    <dgm:cxn modelId="{263A7776-2C26-4432-AA40-B4D8BF2E7FDD}" srcId="{26B62647-9855-466E-9687-F3985079AFB3}" destId="{AFD7ECCD-7CDB-48BB-9C86-C270625A7D2A}" srcOrd="0" destOrd="0" parTransId="{4C74A118-D417-4F43-B804-7F7892B3B7C7}" sibTransId="{688F401B-1A31-4A14-B4ED-17F50584C36C}"/>
    <dgm:cxn modelId="{EEB3ECAB-C570-43A1-9AE6-66BEDBD44E46}" srcId="{AFD7ECCD-7CDB-48BB-9C86-C270625A7D2A}" destId="{55BEC698-1D39-4D45-9C4E-A5E62D5E13F8}" srcOrd="0" destOrd="0" parTransId="{A86251E2-9D51-414F-9A9A-8CFE77AC958B}" sibTransId="{DB66C7C3-A663-4A91-9355-28CDCF28E8B7}"/>
    <dgm:cxn modelId="{CC25D81E-9437-4F8C-A825-8C4DD88AA4FF}" type="presOf" srcId="{AFD7ECCD-7CDB-48BB-9C86-C270625A7D2A}" destId="{C3ADAABC-F15C-4872-B2B5-36F62DD0BEFF}" srcOrd="0" destOrd="0" presId="urn:microsoft.com/office/officeart/2005/8/layout/target2"/>
    <dgm:cxn modelId="{99668E58-D9B8-423D-B5F3-30DFBDD82B98}" type="presOf" srcId="{1A103868-22E5-4CC3-B3CF-19239BEE2570}" destId="{5563201E-0DB5-4699-84AE-4B86FF9199BA}" srcOrd="0" destOrd="0" presId="urn:microsoft.com/office/officeart/2005/8/layout/target2"/>
    <dgm:cxn modelId="{B7F3625D-721B-4954-977E-4F3B37B4EBD6}" type="presOf" srcId="{65341500-D564-42B2-97FB-FD90E54B78BA}" destId="{DBFA17E6-3128-4316-A4A3-BB931E82891D}" srcOrd="0" destOrd="0" presId="urn:microsoft.com/office/officeart/2005/8/layout/target2"/>
    <dgm:cxn modelId="{389E8215-A0B8-4D59-9725-2380395AFCDC}" type="presOf" srcId="{BE2C7C37-6CAD-4B3E-A3E8-1732BE0B1F2B}" destId="{CAC117FC-A4D4-410F-9F7B-F5655D51D0B7}" srcOrd="0" destOrd="0" presId="urn:microsoft.com/office/officeart/2005/8/layout/target2"/>
    <dgm:cxn modelId="{D6FC6B09-CAC8-43A5-A0BE-E7E3750ADA3B}" srcId="{5AF63539-40E5-498E-AB0D-232EFBF13126}" destId="{31448C37-DBF2-4B76-9039-1CFBA3515F77}" srcOrd="2" destOrd="0" parTransId="{83139BEF-CA7D-4EDE-85D8-81740036D82E}" sibTransId="{7082847C-CA40-4B34-90CE-9351B019E3FA}"/>
    <dgm:cxn modelId="{6C130A3F-8C6B-4B64-A451-4C3F73561DD0}" type="presOf" srcId="{6B97C19F-4256-4300-8C4A-5A6D252B94E3}" destId="{E8E8D47F-7316-4D84-9299-8310399B6DB0}" srcOrd="0" destOrd="0" presId="urn:microsoft.com/office/officeart/2005/8/layout/target2"/>
    <dgm:cxn modelId="{115BF1FD-C0DD-4146-9014-37E0E0E416FB}" type="presOf" srcId="{26B62647-9855-466E-9687-F3985079AFB3}" destId="{2D9B4A94-EBAD-4673-B82F-19A81BA82A09}" srcOrd="0" destOrd="0" presId="urn:microsoft.com/office/officeart/2005/8/layout/target2"/>
    <dgm:cxn modelId="{F9AD5850-214A-4363-8371-5AE2D26012CE}" type="presOf" srcId="{5AF63539-40E5-498E-AB0D-232EFBF13126}" destId="{5F4C2FD0-EACE-4DAF-9797-0277BB1554C7}" srcOrd="0" destOrd="0" presId="urn:microsoft.com/office/officeart/2005/8/layout/target2"/>
    <dgm:cxn modelId="{F8F2E455-014A-413E-A9FC-F7E77E3E38D9}" srcId="{5AF63539-40E5-498E-AB0D-232EFBF13126}" destId="{BE2C7C37-6CAD-4B3E-A3E8-1732BE0B1F2B}" srcOrd="1" destOrd="0" parTransId="{47E916A2-C8EC-4889-A5B9-DFD4FD093251}" sibTransId="{9CE571B8-6F87-40C9-B46D-2A15DC39C3A1}"/>
    <dgm:cxn modelId="{5353EDAA-EE8D-4627-A55E-9CBD375D3BC7}" srcId="{AFD7ECCD-7CDB-48BB-9C86-C270625A7D2A}" destId="{65341500-D564-42B2-97FB-FD90E54B78BA}" srcOrd="3" destOrd="0" parTransId="{4EC5B7BB-8C51-4FAC-BD9B-D1BB84A4F989}" sibTransId="{B56186CE-0B87-4EF0-BBDA-1B8CF81F064B}"/>
    <dgm:cxn modelId="{FD2F3A5E-304A-4D0C-95AD-E180A075C74A}" type="presOf" srcId="{EDCA98A6-3BDD-4EF9-BFCC-40A42C0B223A}" destId="{E83D8004-70E7-4241-A9D0-47C8181CD8A6}" srcOrd="0" destOrd="0" presId="urn:microsoft.com/office/officeart/2005/8/layout/target2"/>
    <dgm:cxn modelId="{1ABE616A-23FA-48C9-A329-305EE36BC901}" srcId="{5AF63539-40E5-498E-AB0D-232EFBF13126}" destId="{1A103868-22E5-4CC3-B3CF-19239BEE2570}" srcOrd="3" destOrd="0" parTransId="{436B1F19-5C99-4FC6-80A5-86F24509E9DA}" sibTransId="{D275A9CE-F821-49B8-B3A4-76BAA19B8185}"/>
    <dgm:cxn modelId="{9D5C9FB4-0632-4983-A8CF-F0E8258C1300}" type="presOf" srcId="{31448C37-DBF2-4B76-9039-1CFBA3515F77}" destId="{A74619EB-575C-4BDD-9E0D-2D46C9BDB922}" srcOrd="0" destOrd="0" presId="urn:microsoft.com/office/officeart/2005/8/layout/target2"/>
    <dgm:cxn modelId="{453793A2-1618-4BF9-877B-3BE3309A8319}" srcId="{26B62647-9855-466E-9687-F3985079AFB3}" destId="{5AF63539-40E5-498E-AB0D-232EFBF13126}" srcOrd="1" destOrd="0" parTransId="{43C510B4-80C0-4B1C-A537-B6AB8EA6267D}" sibTransId="{BF9BFB8F-857D-404D-A694-A9E63542AE66}"/>
    <dgm:cxn modelId="{76C79E28-DC42-4456-8972-1AE41D87ED47}" type="presParOf" srcId="{2D9B4A94-EBAD-4673-B82F-19A81BA82A09}" destId="{4E9C498A-91BA-4BE8-B8CF-5F0AA350593C}" srcOrd="0" destOrd="0" presId="urn:microsoft.com/office/officeart/2005/8/layout/target2"/>
    <dgm:cxn modelId="{578EC723-419E-42F0-9117-1AB577B5751A}" type="presParOf" srcId="{4E9C498A-91BA-4BE8-B8CF-5F0AA350593C}" destId="{C3ADAABC-F15C-4872-B2B5-36F62DD0BEFF}" srcOrd="0" destOrd="0" presId="urn:microsoft.com/office/officeart/2005/8/layout/target2"/>
    <dgm:cxn modelId="{0FA2C370-E8BA-4E58-8D9A-EE8E34936529}" type="presParOf" srcId="{4E9C498A-91BA-4BE8-B8CF-5F0AA350593C}" destId="{3E588FE2-EDE7-4427-9EA1-F3C32848862E}" srcOrd="1" destOrd="0" presId="urn:microsoft.com/office/officeart/2005/8/layout/target2"/>
    <dgm:cxn modelId="{36C52AE8-B0C0-4D34-B66B-3C3D205B396D}" type="presParOf" srcId="{3E588FE2-EDE7-4427-9EA1-F3C32848862E}" destId="{C5ABA01B-D877-46A4-BBDA-E2FAA39E46EC}" srcOrd="0" destOrd="0" presId="urn:microsoft.com/office/officeart/2005/8/layout/target2"/>
    <dgm:cxn modelId="{A5BBE15D-F9AA-4F49-AE66-DC3E480DA85A}" type="presParOf" srcId="{3E588FE2-EDE7-4427-9EA1-F3C32848862E}" destId="{39AB8643-0A42-43EA-8CC7-68C3A210DDBE}" srcOrd="1" destOrd="0" presId="urn:microsoft.com/office/officeart/2005/8/layout/target2"/>
    <dgm:cxn modelId="{CB31C5CD-2BB4-4234-A940-7B3C4C98FA77}" type="presParOf" srcId="{3E588FE2-EDE7-4427-9EA1-F3C32848862E}" destId="{E8E8D47F-7316-4D84-9299-8310399B6DB0}" srcOrd="2" destOrd="0" presId="urn:microsoft.com/office/officeart/2005/8/layout/target2"/>
    <dgm:cxn modelId="{9E6D1BB8-2AF0-47DC-9112-A04A85307233}" type="presParOf" srcId="{3E588FE2-EDE7-4427-9EA1-F3C32848862E}" destId="{380E6CDA-29BB-40B2-A2A2-2625ED030651}" srcOrd="3" destOrd="0" presId="urn:microsoft.com/office/officeart/2005/8/layout/target2"/>
    <dgm:cxn modelId="{FB3A0C18-2951-46AE-B295-34965A616DBF}" type="presParOf" srcId="{3E588FE2-EDE7-4427-9EA1-F3C32848862E}" destId="{F34ED1C0-E3D3-4911-AE50-DDDCC1936E8B}" srcOrd="4" destOrd="0" presId="urn:microsoft.com/office/officeart/2005/8/layout/target2"/>
    <dgm:cxn modelId="{D9BBE40A-E273-4E3A-9C21-EAFCB194C948}" type="presParOf" srcId="{3E588FE2-EDE7-4427-9EA1-F3C32848862E}" destId="{28A92D53-F112-494F-99BA-8935A159EF98}" srcOrd="5" destOrd="0" presId="urn:microsoft.com/office/officeart/2005/8/layout/target2"/>
    <dgm:cxn modelId="{52BB2C5A-900C-413B-96A7-99FF4E030F6C}" type="presParOf" srcId="{3E588FE2-EDE7-4427-9EA1-F3C32848862E}" destId="{DBFA17E6-3128-4316-A4A3-BB931E82891D}" srcOrd="6" destOrd="0" presId="urn:microsoft.com/office/officeart/2005/8/layout/target2"/>
    <dgm:cxn modelId="{4D8C26D6-A5C3-4E94-9FED-324DEBFF0119}" type="presParOf" srcId="{2D9B4A94-EBAD-4673-B82F-19A81BA82A09}" destId="{DD9F9CF0-5947-4811-B129-3C3F4958501D}" srcOrd="1" destOrd="0" presId="urn:microsoft.com/office/officeart/2005/8/layout/target2"/>
    <dgm:cxn modelId="{9E843D0F-43E9-419A-B40F-E64D9EBEF0B3}" type="presParOf" srcId="{DD9F9CF0-5947-4811-B129-3C3F4958501D}" destId="{5F4C2FD0-EACE-4DAF-9797-0277BB1554C7}" srcOrd="0" destOrd="0" presId="urn:microsoft.com/office/officeart/2005/8/layout/target2"/>
    <dgm:cxn modelId="{FB96FDFA-7405-4785-99D1-690126C45ACC}" type="presParOf" srcId="{DD9F9CF0-5947-4811-B129-3C3F4958501D}" destId="{12FE9004-B793-4CBB-AFAC-057CB5BCC98A}" srcOrd="1" destOrd="0" presId="urn:microsoft.com/office/officeart/2005/8/layout/target2"/>
    <dgm:cxn modelId="{085E81FB-8D9A-4835-B744-F964859F4A02}" type="presParOf" srcId="{12FE9004-B793-4CBB-AFAC-057CB5BCC98A}" destId="{E83D8004-70E7-4241-A9D0-47C8181CD8A6}" srcOrd="0" destOrd="0" presId="urn:microsoft.com/office/officeart/2005/8/layout/target2"/>
    <dgm:cxn modelId="{3FC8F626-04F7-4092-883B-F047D5801308}" type="presParOf" srcId="{12FE9004-B793-4CBB-AFAC-057CB5BCC98A}" destId="{540A5750-2FFE-4AA0-977F-5DB10F67DBF4}" srcOrd="1" destOrd="0" presId="urn:microsoft.com/office/officeart/2005/8/layout/target2"/>
    <dgm:cxn modelId="{81A2CF46-0ACC-4A1D-92F5-F775804DF834}" type="presParOf" srcId="{12FE9004-B793-4CBB-AFAC-057CB5BCC98A}" destId="{CAC117FC-A4D4-410F-9F7B-F5655D51D0B7}" srcOrd="2" destOrd="0" presId="urn:microsoft.com/office/officeart/2005/8/layout/target2"/>
    <dgm:cxn modelId="{77B0DF88-B8F0-48F0-A2FE-5E2F4BF45587}" type="presParOf" srcId="{12FE9004-B793-4CBB-AFAC-057CB5BCC98A}" destId="{4B7838CA-435A-4CA3-A108-1628CA6FE585}" srcOrd="3" destOrd="0" presId="urn:microsoft.com/office/officeart/2005/8/layout/target2"/>
    <dgm:cxn modelId="{63F07FEA-E7C7-46FB-86F8-57B87DE03305}" type="presParOf" srcId="{12FE9004-B793-4CBB-AFAC-057CB5BCC98A}" destId="{A74619EB-575C-4BDD-9E0D-2D46C9BDB922}" srcOrd="4" destOrd="0" presId="urn:microsoft.com/office/officeart/2005/8/layout/target2"/>
    <dgm:cxn modelId="{BF8B8F65-5085-40D1-BBBC-829626D8157A}" type="presParOf" srcId="{12FE9004-B793-4CBB-AFAC-057CB5BCC98A}" destId="{DCFF33D1-6A26-4ECF-8BFB-72910465F5F6}" srcOrd="5" destOrd="0" presId="urn:microsoft.com/office/officeart/2005/8/layout/target2"/>
    <dgm:cxn modelId="{77CADEA2-800A-40EF-9E81-234CB25ED19A}" type="presParOf" srcId="{12FE9004-B793-4CBB-AFAC-057CB5BCC98A}" destId="{5563201E-0DB5-4699-84AE-4B86FF9199BA}" srcOrd="6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6B62647-9855-466E-9687-F3985079AFB3}" type="doc">
      <dgm:prSet loTypeId="urn:microsoft.com/office/officeart/2005/8/layout/target2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55BEC698-1D39-4D45-9C4E-A5E62D5E13F8}">
      <dgm:prSet phldrT="[Text]"/>
      <dgm:spPr/>
      <dgm:t>
        <a:bodyPr/>
        <a:lstStyle/>
        <a:p>
          <a:r>
            <a:rPr lang="en-US" dirty="0" smtClean="0"/>
            <a:t>Function 1: variable f1a, variable f1b</a:t>
          </a:r>
        </a:p>
        <a:p>
          <a:r>
            <a:rPr lang="en-US" dirty="0" smtClean="0">
              <a:solidFill>
                <a:srgbClr val="C00000"/>
              </a:solidFill>
            </a:rPr>
            <a:t>f1a = n1*2</a:t>
          </a:r>
        </a:p>
      </dgm:t>
    </dgm:pt>
    <dgm:pt modelId="{A86251E2-9D51-414F-9A9A-8CFE77AC958B}" type="parTrans" cxnId="{EEB3ECAB-C570-43A1-9AE6-66BEDBD44E46}">
      <dgm:prSet/>
      <dgm:spPr/>
      <dgm:t>
        <a:bodyPr/>
        <a:lstStyle/>
        <a:p>
          <a:endParaRPr lang="en-US"/>
        </a:p>
      </dgm:t>
    </dgm:pt>
    <dgm:pt modelId="{DB66C7C3-A663-4A91-9355-28CDCF28E8B7}" type="sibTrans" cxnId="{EEB3ECAB-C570-43A1-9AE6-66BEDBD44E46}">
      <dgm:prSet/>
      <dgm:spPr/>
      <dgm:t>
        <a:bodyPr/>
        <a:lstStyle/>
        <a:p>
          <a:endParaRPr lang="en-US"/>
        </a:p>
      </dgm:t>
    </dgm:pt>
    <dgm:pt modelId="{5AF63539-40E5-498E-AB0D-232EFBF13126}">
      <dgm:prSet phldrT="[Text]" custT="1"/>
      <dgm:spPr/>
      <dgm:t>
        <a:bodyPr/>
        <a:lstStyle/>
        <a:p>
          <a:r>
            <a:rPr lang="en-US" sz="2300" dirty="0" smtClean="0"/>
            <a:t>Function 5: variable f3a, variable f3b</a:t>
          </a:r>
        </a:p>
        <a:p>
          <a:r>
            <a:rPr lang="en-US" sz="2200" b="0" dirty="0" smtClean="0">
              <a:solidFill>
                <a:srgbClr val="C00000"/>
              </a:solidFill>
              <a:latin typeface="Consolas" pitchFamily="49" charset="0"/>
            </a:rPr>
            <a:t>  </a:t>
          </a:r>
          <a:endParaRPr lang="en-US" sz="2200" dirty="0">
            <a:solidFill>
              <a:schemeClr val="tx1"/>
            </a:solidFill>
          </a:endParaRPr>
        </a:p>
      </dgm:t>
    </dgm:pt>
    <dgm:pt modelId="{BF9BFB8F-857D-404D-A694-A9E63542AE66}" type="sibTrans" cxnId="{453793A2-1618-4BF9-877B-3BE3309A8319}">
      <dgm:prSet/>
      <dgm:spPr/>
      <dgm:t>
        <a:bodyPr/>
        <a:lstStyle/>
        <a:p>
          <a:endParaRPr lang="en-US"/>
        </a:p>
      </dgm:t>
    </dgm:pt>
    <dgm:pt modelId="{43C510B4-80C0-4B1C-A537-B6AB8EA6267D}" type="parTrans" cxnId="{453793A2-1618-4BF9-877B-3BE3309A8319}">
      <dgm:prSet/>
      <dgm:spPr/>
      <dgm:t>
        <a:bodyPr/>
        <a:lstStyle/>
        <a:p>
          <a:endParaRPr lang="en-US"/>
        </a:p>
      </dgm:t>
    </dgm:pt>
    <dgm:pt modelId="{AFD7ECCD-7CDB-48BB-9C86-C270625A7D2A}">
      <dgm:prSet phldrT="[Text]"/>
      <dgm:spPr/>
      <dgm:t>
        <a:bodyPr/>
        <a:lstStyle/>
        <a:p>
          <a:r>
            <a:rPr lang="en-US" dirty="0" smtClean="0"/>
            <a:t>Main Function: variable m1, variable m2</a:t>
          </a:r>
          <a:endParaRPr lang="en-US" dirty="0"/>
        </a:p>
      </dgm:t>
    </dgm:pt>
    <dgm:pt modelId="{688F401B-1A31-4A14-B4ED-17F50584C36C}" type="sibTrans" cxnId="{263A7776-2C26-4432-AA40-B4D8BF2E7FDD}">
      <dgm:prSet/>
      <dgm:spPr/>
      <dgm:t>
        <a:bodyPr/>
        <a:lstStyle/>
        <a:p>
          <a:endParaRPr lang="en-US"/>
        </a:p>
      </dgm:t>
    </dgm:pt>
    <dgm:pt modelId="{4C74A118-D417-4F43-B804-7F7892B3B7C7}" type="parTrans" cxnId="{263A7776-2C26-4432-AA40-B4D8BF2E7FDD}">
      <dgm:prSet/>
      <dgm:spPr/>
      <dgm:t>
        <a:bodyPr/>
        <a:lstStyle/>
        <a:p>
          <a:endParaRPr lang="en-US"/>
        </a:p>
      </dgm:t>
    </dgm:pt>
    <dgm:pt modelId="{65341500-D564-42B2-97FB-FD90E54B78BA}">
      <dgm:prSet phldrT="[Text]"/>
      <dgm:spPr/>
      <dgm:t>
        <a:bodyPr/>
        <a:lstStyle/>
        <a:p>
          <a:r>
            <a:rPr lang="en-US" dirty="0" smtClean="0"/>
            <a:t>Function 4</a:t>
          </a:r>
          <a:endParaRPr lang="en-US" dirty="0"/>
        </a:p>
      </dgm:t>
    </dgm:pt>
    <dgm:pt modelId="{4EC5B7BB-8C51-4FAC-BD9B-D1BB84A4F989}" type="parTrans" cxnId="{5353EDAA-EE8D-4627-A55E-9CBD375D3BC7}">
      <dgm:prSet/>
      <dgm:spPr/>
      <dgm:t>
        <a:bodyPr/>
        <a:lstStyle/>
        <a:p>
          <a:endParaRPr lang="en-US"/>
        </a:p>
      </dgm:t>
    </dgm:pt>
    <dgm:pt modelId="{B56186CE-0B87-4EF0-BBDA-1B8CF81F064B}" type="sibTrans" cxnId="{5353EDAA-EE8D-4627-A55E-9CBD375D3BC7}">
      <dgm:prSet/>
      <dgm:spPr/>
      <dgm:t>
        <a:bodyPr/>
        <a:lstStyle/>
        <a:p>
          <a:endParaRPr lang="en-US"/>
        </a:p>
      </dgm:t>
    </dgm:pt>
    <dgm:pt modelId="{1A103868-22E5-4CC3-B3CF-19239BEE2570}">
      <dgm:prSet phldrT="[Text]"/>
      <dgm:spPr/>
      <dgm:t>
        <a:bodyPr/>
        <a:lstStyle/>
        <a:p>
          <a:r>
            <a:rPr lang="en-US" dirty="0" smtClean="0"/>
            <a:t>Function 4(m1)</a:t>
          </a:r>
          <a:endParaRPr lang="en-US" dirty="0"/>
        </a:p>
      </dgm:t>
    </dgm:pt>
    <dgm:pt modelId="{D275A9CE-F821-49B8-B3A4-76BAA19B8185}" type="sibTrans" cxnId="{1ABE616A-23FA-48C9-A329-305EE36BC901}">
      <dgm:prSet/>
      <dgm:spPr/>
      <dgm:t>
        <a:bodyPr/>
        <a:lstStyle/>
        <a:p>
          <a:endParaRPr lang="en-US"/>
        </a:p>
      </dgm:t>
    </dgm:pt>
    <dgm:pt modelId="{436B1F19-5C99-4FC6-80A5-86F24509E9DA}" type="parTrans" cxnId="{1ABE616A-23FA-48C9-A329-305EE36BC901}">
      <dgm:prSet/>
      <dgm:spPr/>
      <dgm:t>
        <a:bodyPr/>
        <a:lstStyle/>
        <a:p>
          <a:endParaRPr lang="en-US"/>
        </a:p>
      </dgm:t>
    </dgm:pt>
    <dgm:pt modelId="{BE2C7C37-6CAD-4B3E-A3E8-1732BE0B1F2B}">
      <dgm:prSet phldrT="[Text]"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Function 2()</a:t>
          </a:r>
          <a:endParaRPr lang="en-US" dirty="0"/>
        </a:p>
      </dgm:t>
    </dgm:pt>
    <dgm:pt modelId="{9CE571B8-6F87-40C9-B46D-2A15DC39C3A1}" type="sibTrans" cxnId="{F8F2E455-014A-413E-A9FC-F7E77E3E38D9}">
      <dgm:prSet/>
      <dgm:spPr/>
      <dgm:t>
        <a:bodyPr/>
        <a:lstStyle/>
        <a:p>
          <a:endParaRPr lang="en-US"/>
        </a:p>
      </dgm:t>
    </dgm:pt>
    <dgm:pt modelId="{47E916A2-C8EC-4889-A5B9-DFD4FD093251}" type="parTrans" cxnId="{F8F2E455-014A-413E-A9FC-F7E77E3E38D9}">
      <dgm:prSet/>
      <dgm:spPr/>
      <dgm:t>
        <a:bodyPr/>
        <a:lstStyle/>
        <a:p>
          <a:endParaRPr lang="en-US"/>
        </a:p>
      </dgm:t>
    </dgm:pt>
    <dgm:pt modelId="{EDCA98A6-3BDD-4EF9-BFCC-40A42C0B223A}">
      <dgm:prSet phldrT="[Text]">
        <dgm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Function 1()</a:t>
          </a:r>
          <a:endParaRPr lang="en-US" dirty="0"/>
        </a:p>
      </dgm:t>
    </dgm:pt>
    <dgm:pt modelId="{2603D0C3-3007-44D2-BEF7-0A56F45DE93C}" type="parTrans" cxnId="{C8E557B4-E7C1-4903-B5A6-35C91738512E}">
      <dgm:prSet/>
      <dgm:spPr/>
      <dgm:t>
        <a:bodyPr/>
        <a:lstStyle/>
        <a:p>
          <a:endParaRPr lang="en-US"/>
        </a:p>
      </dgm:t>
    </dgm:pt>
    <dgm:pt modelId="{C40D1AC5-4D47-4511-AC0B-EEF0F56B3C13}" type="sibTrans" cxnId="{C8E557B4-E7C1-4903-B5A6-35C91738512E}">
      <dgm:prSet/>
      <dgm:spPr/>
      <dgm:t>
        <a:bodyPr/>
        <a:lstStyle/>
        <a:p>
          <a:endParaRPr lang="en-US"/>
        </a:p>
      </dgm:t>
    </dgm:pt>
    <dgm:pt modelId="{31448C37-DBF2-4B76-9039-1CFBA3515F77}">
      <dgm:prSet phldrT="[Text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Function 3(m1)</a:t>
          </a:r>
          <a:endParaRPr lang="en-US" dirty="0"/>
        </a:p>
      </dgm:t>
    </dgm:pt>
    <dgm:pt modelId="{83139BEF-CA7D-4EDE-85D8-81740036D82E}" type="parTrans" cxnId="{D6FC6B09-CAC8-43A5-A0BE-E7E3750ADA3B}">
      <dgm:prSet/>
      <dgm:spPr/>
      <dgm:t>
        <a:bodyPr/>
        <a:lstStyle/>
        <a:p>
          <a:endParaRPr lang="en-US"/>
        </a:p>
      </dgm:t>
    </dgm:pt>
    <dgm:pt modelId="{7082847C-CA40-4B34-90CE-9351B019E3FA}" type="sibTrans" cxnId="{D6FC6B09-CAC8-43A5-A0BE-E7E3750ADA3B}">
      <dgm:prSet/>
      <dgm:spPr/>
      <dgm:t>
        <a:bodyPr/>
        <a:lstStyle/>
        <a:p>
          <a:endParaRPr lang="en-US"/>
        </a:p>
      </dgm:t>
    </dgm:pt>
    <dgm:pt modelId="{6B97C19F-4256-4300-8C4A-5A6D252B94E3}">
      <dgm:prSet phldrT="[Text]"/>
      <dgm:spPr/>
      <dgm:t>
        <a:bodyPr/>
        <a:lstStyle/>
        <a:p>
          <a:r>
            <a:rPr lang="en-US" dirty="0" smtClean="0"/>
            <a:t>Function 2: variable f2a, variable f2b</a:t>
          </a:r>
        </a:p>
        <a:p>
          <a:r>
            <a:rPr lang="en-US" dirty="0" smtClean="0">
              <a:solidFill>
                <a:srgbClr val="C00000"/>
              </a:solidFill>
            </a:rPr>
            <a:t>f2a = n1/4</a:t>
          </a:r>
        </a:p>
      </dgm:t>
    </dgm:pt>
    <dgm:pt modelId="{248E780C-AA1B-461F-985C-F1468FB66DA2}" type="parTrans" cxnId="{F4A46B1F-C193-4E52-816D-CCE39F4DBCB3}">
      <dgm:prSet/>
      <dgm:spPr/>
      <dgm:t>
        <a:bodyPr/>
        <a:lstStyle/>
        <a:p>
          <a:endParaRPr lang="en-US"/>
        </a:p>
      </dgm:t>
    </dgm:pt>
    <dgm:pt modelId="{C7A9DBDD-6D8E-4635-A805-DC87E5894EAE}" type="sibTrans" cxnId="{F4A46B1F-C193-4E52-816D-CCE39F4DBCB3}">
      <dgm:prSet/>
      <dgm:spPr/>
      <dgm:t>
        <a:bodyPr/>
        <a:lstStyle/>
        <a:p>
          <a:endParaRPr lang="en-US"/>
        </a:p>
      </dgm:t>
    </dgm:pt>
    <dgm:pt modelId="{F98A746D-B6BA-4564-8A4F-8BFE0B4D9247}">
      <dgm:prSet phldrT="[Text]"/>
      <dgm:spPr/>
      <dgm:t>
        <a:bodyPr/>
        <a:lstStyle/>
        <a:p>
          <a:r>
            <a:rPr lang="en-US" dirty="0" smtClean="0"/>
            <a:t>Function 3</a:t>
          </a:r>
        </a:p>
        <a:p>
          <a:r>
            <a:rPr lang="en-US" dirty="0" smtClean="0">
              <a:solidFill>
                <a:srgbClr val="C00000"/>
              </a:solidFill>
            </a:rPr>
            <a:t>m1 = 6</a:t>
          </a:r>
        </a:p>
      </dgm:t>
    </dgm:pt>
    <dgm:pt modelId="{FEC2413A-8E39-4380-86E2-D2AC56B251CF}" type="parTrans" cxnId="{F26447B3-A4FC-4DC5-8B3A-745D96F44546}">
      <dgm:prSet/>
      <dgm:spPr/>
      <dgm:t>
        <a:bodyPr/>
        <a:lstStyle/>
        <a:p>
          <a:endParaRPr lang="en-US"/>
        </a:p>
      </dgm:t>
    </dgm:pt>
    <dgm:pt modelId="{B978B944-FD3F-44BC-9EA1-F24CCFFC1514}" type="sibTrans" cxnId="{F26447B3-A4FC-4DC5-8B3A-745D96F44546}">
      <dgm:prSet/>
      <dgm:spPr/>
      <dgm:t>
        <a:bodyPr/>
        <a:lstStyle/>
        <a:p>
          <a:endParaRPr lang="en-US"/>
        </a:p>
      </dgm:t>
    </dgm:pt>
    <dgm:pt modelId="{2D9B4A94-EBAD-4673-B82F-19A81BA82A09}" type="pres">
      <dgm:prSet presAssocID="{26B62647-9855-466E-9687-F3985079AFB3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E9C498A-91BA-4BE8-B8CF-5F0AA350593C}" type="pres">
      <dgm:prSet presAssocID="{26B62647-9855-466E-9687-F3985079AFB3}" presName="outerBox" presStyleCnt="0"/>
      <dgm:spPr/>
      <dgm:t>
        <a:bodyPr/>
        <a:lstStyle/>
        <a:p>
          <a:endParaRPr lang="en-US"/>
        </a:p>
      </dgm:t>
    </dgm:pt>
    <dgm:pt modelId="{C3ADAABC-F15C-4872-B2B5-36F62DD0BEFF}" type="pres">
      <dgm:prSet presAssocID="{26B62647-9855-466E-9687-F3985079AFB3}" presName="outerBoxParent" presStyleLbl="node1" presStyleIdx="0" presStyleCnt="2"/>
      <dgm:spPr/>
      <dgm:t>
        <a:bodyPr/>
        <a:lstStyle/>
        <a:p>
          <a:endParaRPr lang="en-US"/>
        </a:p>
      </dgm:t>
    </dgm:pt>
    <dgm:pt modelId="{3E588FE2-EDE7-4427-9EA1-F3C32848862E}" type="pres">
      <dgm:prSet presAssocID="{26B62647-9855-466E-9687-F3985079AFB3}" presName="outerBoxChildren" presStyleCnt="0"/>
      <dgm:spPr/>
      <dgm:t>
        <a:bodyPr/>
        <a:lstStyle/>
        <a:p>
          <a:endParaRPr lang="en-US"/>
        </a:p>
      </dgm:t>
    </dgm:pt>
    <dgm:pt modelId="{C5ABA01B-D877-46A4-BBDA-E2FAA39E46EC}" type="pres">
      <dgm:prSet presAssocID="{55BEC698-1D39-4D45-9C4E-A5E62D5E13F8}" presName="oChild" presStyleLbl="fgAcc1" presStyleIdx="0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AB8643-0A42-43EA-8CC7-68C3A210DDBE}" type="pres">
      <dgm:prSet presAssocID="{DB66C7C3-A663-4A91-9355-28CDCF28E8B7}" presName="outerSibTrans" presStyleCnt="0"/>
      <dgm:spPr/>
      <dgm:t>
        <a:bodyPr/>
        <a:lstStyle/>
        <a:p>
          <a:endParaRPr lang="en-US"/>
        </a:p>
      </dgm:t>
    </dgm:pt>
    <dgm:pt modelId="{E8E8D47F-7316-4D84-9299-8310399B6DB0}" type="pres">
      <dgm:prSet presAssocID="{6B97C19F-4256-4300-8C4A-5A6D252B94E3}" presName="oChild" presStyleLbl="fgAcc1" presStyleIdx="1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0E6CDA-29BB-40B2-A2A2-2625ED030651}" type="pres">
      <dgm:prSet presAssocID="{C7A9DBDD-6D8E-4635-A805-DC87E5894EAE}" presName="outerSibTrans" presStyleCnt="0"/>
      <dgm:spPr/>
    </dgm:pt>
    <dgm:pt modelId="{F34ED1C0-E3D3-4911-AE50-DDDCC1936E8B}" type="pres">
      <dgm:prSet presAssocID="{F98A746D-B6BA-4564-8A4F-8BFE0B4D9247}" presName="oChild" presStyleLbl="fgAcc1" presStyleIdx="2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A92D53-F112-494F-99BA-8935A159EF98}" type="pres">
      <dgm:prSet presAssocID="{B978B944-FD3F-44BC-9EA1-F24CCFFC1514}" presName="outerSibTrans" presStyleCnt="0"/>
      <dgm:spPr/>
    </dgm:pt>
    <dgm:pt modelId="{DBFA17E6-3128-4316-A4A3-BB931E82891D}" type="pres">
      <dgm:prSet presAssocID="{65341500-D564-42B2-97FB-FD90E54B78BA}" presName="oChild" presStyleLbl="fgAcc1" presStyleIdx="3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9F9CF0-5947-4811-B129-3C3F4958501D}" type="pres">
      <dgm:prSet presAssocID="{26B62647-9855-466E-9687-F3985079AFB3}" presName="middleBox" presStyleCnt="0"/>
      <dgm:spPr/>
      <dgm:t>
        <a:bodyPr/>
        <a:lstStyle/>
        <a:p>
          <a:endParaRPr lang="en-US"/>
        </a:p>
      </dgm:t>
    </dgm:pt>
    <dgm:pt modelId="{5F4C2FD0-EACE-4DAF-9797-0277BB1554C7}" type="pres">
      <dgm:prSet presAssocID="{26B62647-9855-466E-9687-F3985079AFB3}" presName="middleBoxParent" presStyleLbl="node1" presStyleIdx="1" presStyleCnt="2"/>
      <dgm:spPr/>
      <dgm:t>
        <a:bodyPr/>
        <a:lstStyle/>
        <a:p>
          <a:endParaRPr lang="en-US"/>
        </a:p>
      </dgm:t>
    </dgm:pt>
    <dgm:pt modelId="{12FE9004-B793-4CBB-AFAC-057CB5BCC98A}" type="pres">
      <dgm:prSet presAssocID="{26B62647-9855-466E-9687-F3985079AFB3}" presName="middleBoxChildren" presStyleCnt="0"/>
      <dgm:spPr/>
      <dgm:t>
        <a:bodyPr/>
        <a:lstStyle/>
        <a:p>
          <a:endParaRPr lang="en-US"/>
        </a:p>
      </dgm:t>
    </dgm:pt>
    <dgm:pt modelId="{E83D8004-70E7-4241-A9D0-47C8181CD8A6}" type="pres">
      <dgm:prSet presAssocID="{EDCA98A6-3BDD-4EF9-BFCC-40A42C0B223A}" presName="mChild" presStyleLbl="fgAcc1" presStyleIdx="4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0A5750-2FFE-4AA0-977F-5DB10F67DBF4}" type="pres">
      <dgm:prSet presAssocID="{C40D1AC5-4D47-4511-AC0B-EEF0F56B3C13}" presName="middleSibTrans" presStyleCnt="0"/>
      <dgm:spPr/>
      <dgm:t>
        <a:bodyPr/>
        <a:lstStyle/>
        <a:p>
          <a:endParaRPr lang="en-US"/>
        </a:p>
      </dgm:t>
    </dgm:pt>
    <dgm:pt modelId="{CAC117FC-A4D4-410F-9F7B-F5655D51D0B7}" type="pres">
      <dgm:prSet presAssocID="{BE2C7C37-6CAD-4B3E-A3E8-1732BE0B1F2B}" presName="mChild" presStyleLbl="fgAcc1" presStyleIdx="5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B7838CA-435A-4CA3-A108-1628CA6FE585}" type="pres">
      <dgm:prSet presAssocID="{9CE571B8-6F87-40C9-B46D-2A15DC39C3A1}" presName="middleSibTrans" presStyleCnt="0"/>
      <dgm:spPr/>
      <dgm:t>
        <a:bodyPr/>
        <a:lstStyle/>
        <a:p>
          <a:endParaRPr lang="en-US"/>
        </a:p>
      </dgm:t>
    </dgm:pt>
    <dgm:pt modelId="{A74619EB-575C-4BDD-9E0D-2D46C9BDB922}" type="pres">
      <dgm:prSet presAssocID="{31448C37-DBF2-4B76-9039-1CFBA3515F77}" presName="mChild" presStyleLbl="fgAcc1" presStyleIdx="6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FF33D1-6A26-4ECF-8BFB-72910465F5F6}" type="pres">
      <dgm:prSet presAssocID="{7082847C-CA40-4B34-90CE-9351B019E3FA}" presName="middleSibTrans" presStyleCnt="0"/>
      <dgm:spPr/>
    </dgm:pt>
    <dgm:pt modelId="{5563201E-0DB5-4699-84AE-4B86FF9199BA}" type="pres">
      <dgm:prSet presAssocID="{1A103868-22E5-4CC3-B3CF-19239BEE2570}" presName="mChild" presStyleLbl="fgAcc1" presStyleIdx="7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26447B3-A4FC-4DC5-8B3A-745D96F44546}" srcId="{AFD7ECCD-7CDB-48BB-9C86-C270625A7D2A}" destId="{F98A746D-B6BA-4564-8A4F-8BFE0B4D9247}" srcOrd="2" destOrd="0" parTransId="{FEC2413A-8E39-4380-86E2-D2AC56B251CF}" sibTransId="{B978B944-FD3F-44BC-9EA1-F24CCFFC1514}"/>
    <dgm:cxn modelId="{F4A46B1F-C193-4E52-816D-CCE39F4DBCB3}" srcId="{AFD7ECCD-7CDB-48BB-9C86-C270625A7D2A}" destId="{6B97C19F-4256-4300-8C4A-5A6D252B94E3}" srcOrd="1" destOrd="0" parTransId="{248E780C-AA1B-461F-985C-F1468FB66DA2}" sibTransId="{C7A9DBDD-6D8E-4635-A805-DC87E5894EAE}"/>
    <dgm:cxn modelId="{57E8A33F-63C6-426E-85F5-45A41327CBC2}" type="presOf" srcId="{31448C37-DBF2-4B76-9039-1CFBA3515F77}" destId="{A74619EB-575C-4BDD-9E0D-2D46C9BDB922}" srcOrd="0" destOrd="0" presId="urn:microsoft.com/office/officeart/2005/8/layout/target2"/>
    <dgm:cxn modelId="{C8E557B4-E7C1-4903-B5A6-35C91738512E}" srcId="{5AF63539-40E5-498E-AB0D-232EFBF13126}" destId="{EDCA98A6-3BDD-4EF9-BFCC-40A42C0B223A}" srcOrd="0" destOrd="0" parTransId="{2603D0C3-3007-44D2-BEF7-0A56F45DE93C}" sibTransId="{C40D1AC5-4D47-4511-AC0B-EEF0F56B3C13}"/>
    <dgm:cxn modelId="{263A7776-2C26-4432-AA40-B4D8BF2E7FDD}" srcId="{26B62647-9855-466E-9687-F3985079AFB3}" destId="{AFD7ECCD-7CDB-48BB-9C86-C270625A7D2A}" srcOrd="0" destOrd="0" parTransId="{4C74A118-D417-4F43-B804-7F7892B3B7C7}" sibTransId="{688F401B-1A31-4A14-B4ED-17F50584C36C}"/>
    <dgm:cxn modelId="{6D2BD856-081A-4A63-9D0B-A3A0EF382B4E}" type="presOf" srcId="{6B97C19F-4256-4300-8C4A-5A6D252B94E3}" destId="{E8E8D47F-7316-4D84-9299-8310399B6DB0}" srcOrd="0" destOrd="0" presId="urn:microsoft.com/office/officeart/2005/8/layout/target2"/>
    <dgm:cxn modelId="{EEB3ECAB-C570-43A1-9AE6-66BEDBD44E46}" srcId="{AFD7ECCD-7CDB-48BB-9C86-C270625A7D2A}" destId="{55BEC698-1D39-4D45-9C4E-A5E62D5E13F8}" srcOrd="0" destOrd="0" parTransId="{A86251E2-9D51-414F-9A9A-8CFE77AC958B}" sibTransId="{DB66C7C3-A663-4A91-9355-28CDCF28E8B7}"/>
    <dgm:cxn modelId="{763F13C8-B2A8-4398-944A-E0B539A911A3}" type="presOf" srcId="{EDCA98A6-3BDD-4EF9-BFCC-40A42C0B223A}" destId="{E83D8004-70E7-4241-A9D0-47C8181CD8A6}" srcOrd="0" destOrd="0" presId="urn:microsoft.com/office/officeart/2005/8/layout/target2"/>
    <dgm:cxn modelId="{13833BA2-FE29-41DC-8F62-9D32CF41C3D4}" type="presOf" srcId="{26B62647-9855-466E-9687-F3985079AFB3}" destId="{2D9B4A94-EBAD-4673-B82F-19A81BA82A09}" srcOrd="0" destOrd="0" presId="urn:microsoft.com/office/officeart/2005/8/layout/target2"/>
    <dgm:cxn modelId="{A5687E69-F4BF-44A6-8140-F1F892533ACD}" type="presOf" srcId="{1A103868-22E5-4CC3-B3CF-19239BEE2570}" destId="{5563201E-0DB5-4699-84AE-4B86FF9199BA}" srcOrd="0" destOrd="0" presId="urn:microsoft.com/office/officeart/2005/8/layout/target2"/>
    <dgm:cxn modelId="{DC812055-4F22-4726-AAA3-2102CC5948A6}" type="presOf" srcId="{AFD7ECCD-7CDB-48BB-9C86-C270625A7D2A}" destId="{C3ADAABC-F15C-4872-B2B5-36F62DD0BEFF}" srcOrd="0" destOrd="0" presId="urn:microsoft.com/office/officeart/2005/8/layout/target2"/>
    <dgm:cxn modelId="{0A71BCF9-05A6-4037-9BA6-26708F068219}" type="presOf" srcId="{5AF63539-40E5-498E-AB0D-232EFBF13126}" destId="{5F4C2FD0-EACE-4DAF-9797-0277BB1554C7}" srcOrd="0" destOrd="0" presId="urn:microsoft.com/office/officeart/2005/8/layout/target2"/>
    <dgm:cxn modelId="{D6FC6B09-CAC8-43A5-A0BE-E7E3750ADA3B}" srcId="{5AF63539-40E5-498E-AB0D-232EFBF13126}" destId="{31448C37-DBF2-4B76-9039-1CFBA3515F77}" srcOrd="2" destOrd="0" parTransId="{83139BEF-CA7D-4EDE-85D8-81740036D82E}" sibTransId="{7082847C-CA40-4B34-90CE-9351B019E3FA}"/>
    <dgm:cxn modelId="{E9C75F2E-3359-48CC-82C7-AEEDA593B604}" type="presOf" srcId="{BE2C7C37-6CAD-4B3E-A3E8-1732BE0B1F2B}" destId="{CAC117FC-A4D4-410F-9F7B-F5655D51D0B7}" srcOrd="0" destOrd="0" presId="urn:microsoft.com/office/officeart/2005/8/layout/target2"/>
    <dgm:cxn modelId="{75DEB511-7B6B-4102-BAA0-BE93AE39A421}" type="presOf" srcId="{F98A746D-B6BA-4564-8A4F-8BFE0B4D9247}" destId="{F34ED1C0-E3D3-4911-AE50-DDDCC1936E8B}" srcOrd="0" destOrd="0" presId="urn:microsoft.com/office/officeart/2005/8/layout/target2"/>
    <dgm:cxn modelId="{F8F2E455-014A-413E-A9FC-F7E77E3E38D9}" srcId="{5AF63539-40E5-498E-AB0D-232EFBF13126}" destId="{BE2C7C37-6CAD-4B3E-A3E8-1732BE0B1F2B}" srcOrd="1" destOrd="0" parTransId="{47E916A2-C8EC-4889-A5B9-DFD4FD093251}" sibTransId="{9CE571B8-6F87-40C9-B46D-2A15DC39C3A1}"/>
    <dgm:cxn modelId="{7893AC8B-9963-4720-B650-E3925EF20C1B}" type="presOf" srcId="{55BEC698-1D39-4D45-9C4E-A5E62D5E13F8}" destId="{C5ABA01B-D877-46A4-BBDA-E2FAA39E46EC}" srcOrd="0" destOrd="0" presId="urn:microsoft.com/office/officeart/2005/8/layout/target2"/>
    <dgm:cxn modelId="{2D26B67F-68DC-4017-BA8F-46381A4AD812}" type="presOf" srcId="{65341500-D564-42B2-97FB-FD90E54B78BA}" destId="{DBFA17E6-3128-4316-A4A3-BB931E82891D}" srcOrd="0" destOrd="0" presId="urn:microsoft.com/office/officeart/2005/8/layout/target2"/>
    <dgm:cxn modelId="{5353EDAA-EE8D-4627-A55E-9CBD375D3BC7}" srcId="{AFD7ECCD-7CDB-48BB-9C86-C270625A7D2A}" destId="{65341500-D564-42B2-97FB-FD90E54B78BA}" srcOrd="3" destOrd="0" parTransId="{4EC5B7BB-8C51-4FAC-BD9B-D1BB84A4F989}" sibTransId="{B56186CE-0B87-4EF0-BBDA-1B8CF81F064B}"/>
    <dgm:cxn modelId="{1ABE616A-23FA-48C9-A329-305EE36BC901}" srcId="{5AF63539-40E5-498E-AB0D-232EFBF13126}" destId="{1A103868-22E5-4CC3-B3CF-19239BEE2570}" srcOrd="3" destOrd="0" parTransId="{436B1F19-5C99-4FC6-80A5-86F24509E9DA}" sibTransId="{D275A9CE-F821-49B8-B3A4-76BAA19B8185}"/>
    <dgm:cxn modelId="{453793A2-1618-4BF9-877B-3BE3309A8319}" srcId="{26B62647-9855-466E-9687-F3985079AFB3}" destId="{5AF63539-40E5-498E-AB0D-232EFBF13126}" srcOrd="1" destOrd="0" parTransId="{43C510B4-80C0-4B1C-A537-B6AB8EA6267D}" sibTransId="{BF9BFB8F-857D-404D-A694-A9E63542AE66}"/>
    <dgm:cxn modelId="{54933AD1-C40B-413C-851A-52538EFB0AA6}" type="presParOf" srcId="{2D9B4A94-EBAD-4673-B82F-19A81BA82A09}" destId="{4E9C498A-91BA-4BE8-B8CF-5F0AA350593C}" srcOrd="0" destOrd="0" presId="urn:microsoft.com/office/officeart/2005/8/layout/target2"/>
    <dgm:cxn modelId="{E0631FAF-B7C5-45A4-B607-BEC86EAC0906}" type="presParOf" srcId="{4E9C498A-91BA-4BE8-B8CF-5F0AA350593C}" destId="{C3ADAABC-F15C-4872-B2B5-36F62DD0BEFF}" srcOrd="0" destOrd="0" presId="urn:microsoft.com/office/officeart/2005/8/layout/target2"/>
    <dgm:cxn modelId="{6B55F6CD-26E6-4EC9-9F3B-2E0C126A660C}" type="presParOf" srcId="{4E9C498A-91BA-4BE8-B8CF-5F0AA350593C}" destId="{3E588FE2-EDE7-4427-9EA1-F3C32848862E}" srcOrd="1" destOrd="0" presId="urn:microsoft.com/office/officeart/2005/8/layout/target2"/>
    <dgm:cxn modelId="{550B32FB-464F-441F-ABAB-68AC7466C8D6}" type="presParOf" srcId="{3E588FE2-EDE7-4427-9EA1-F3C32848862E}" destId="{C5ABA01B-D877-46A4-BBDA-E2FAA39E46EC}" srcOrd="0" destOrd="0" presId="urn:microsoft.com/office/officeart/2005/8/layout/target2"/>
    <dgm:cxn modelId="{30A5DDF8-289B-4190-8B13-F7B1EFB00F36}" type="presParOf" srcId="{3E588FE2-EDE7-4427-9EA1-F3C32848862E}" destId="{39AB8643-0A42-43EA-8CC7-68C3A210DDBE}" srcOrd="1" destOrd="0" presId="urn:microsoft.com/office/officeart/2005/8/layout/target2"/>
    <dgm:cxn modelId="{7DE8DBFE-CBE6-4952-9BC0-73494361AC34}" type="presParOf" srcId="{3E588FE2-EDE7-4427-9EA1-F3C32848862E}" destId="{E8E8D47F-7316-4D84-9299-8310399B6DB0}" srcOrd="2" destOrd="0" presId="urn:microsoft.com/office/officeart/2005/8/layout/target2"/>
    <dgm:cxn modelId="{F010E021-63AF-4B78-ABA4-3D0D79EE07F5}" type="presParOf" srcId="{3E588FE2-EDE7-4427-9EA1-F3C32848862E}" destId="{380E6CDA-29BB-40B2-A2A2-2625ED030651}" srcOrd="3" destOrd="0" presId="urn:microsoft.com/office/officeart/2005/8/layout/target2"/>
    <dgm:cxn modelId="{BFAE2DD7-9A00-419C-A3EC-76B2CE7E5D7D}" type="presParOf" srcId="{3E588FE2-EDE7-4427-9EA1-F3C32848862E}" destId="{F34ED1C0-E3D3-4911-AE50-DDDCC1936E8B}" srcOrd="4" destOrd="0" presId="urn:microsoft.com/office/officeart/2005/8/layout/target2"/>
    <dgm:cxn modelId="{97817971-5D93-41F0-BF60-99D3971666BE}" type="presParOf" srcId="{3E588FE2-EDE7-4427-9EA1-F3C32848862E}" destId="{28A92D53-F112-494F-99BA-8935A159EF98}" srcOrd="5" destOrd="0" presId="urn:microsoft.com/office/officeart/2005/8/layout/target2"/>
    <dgm:cxn modelId="{90DBC514-D035-4230-BA28-38696B5F42B1}" type="presParOf" srcId="{3E588FE2-EDE7-4427-9EA1-F3C32848862E}" destId="{DBFA17E6-3128-4316-A4A3-BB931E82891D}" srcOrd="6" destOrd="0" presId="urn:microsoft.com/office/officeart/2005/8/layout/target2"/>
    <dgm:cxn modelId="{126BBDFE-B37D-4E7F-92D8-30535DE66892}" type="presParOf" srcId="{2D9B4A94-EBAD-4673-B82F-19A81BA82A09}" destId="{DD9F9CF0-5947-4811-B129-3C3F4958501D}" srcOrd="1" destOrd="0" presId="urn:microsoft.com/office/officeart/2005/8/layout/target2"/>
    <dgm:cxn modelId="{CDC0B2BA-6484-4A65-A614-9695C11B63B9}" type="presParOf" srcId="{DD9F9CF0-5947-4811-B129-3C3F4958501D}" destId="{5F4C2FD0-EACE-4DAF-9797-0277BB1554C7}" srcOrd="0" destOrd="0" presId="urn:microsoft.com/office/officeart/2005/8/layout/target2"/>
    <dgm:cxn modelId="{506BAB7B-FC76-47C3-A452-FAB7501FCF92}" type="presParOf" srcId="{DD9F9CF0-5947-4811-B129-3C3F4958501D}" destId="{12FE9004-B793-4CBB-AFAC-057CB5BCC98A}" srcOrd="1" destOrd="0" presId="urn:microsoft.com/office/officeart/2005/8/layout/target2"/>
    <dgm:cxn modelId="{E32F146A-B905-4CB4-8949-603154D822A9}" type="presParOf" srcId="{12FE9004-B793-4CBB-AFAC-057CB5BCC98A}" destId="{E83D8004-70E7-4241-A9D0-47C8181CD8A6}" srcOrd="0" destOrd="0" presId="urn:microsoft.com/office/officeart/2005/8/layout/target2"/>
    <dgm:cxn modelId="{A1D1D17F-4C96-4872-9F2F-8EB77CC4B333}" type="presParOf" srcId="{12FE9004-B793-4CBB-AFAC-057CB5BCC98A}" destId="{540A5750-2FFE-4AA0-977F-5DB10F67DBF4}" srcOrd="1" destOrd="0" presId="urn:microsoft.com/office/officeart/2005/8/layout/target2"/>
    <dgm:cxn modelId="{93317633-CA3D-4203-B9B8-EE630958AB1B}" type="presParOf" srcId="{12FE9004-B793-4CBB-AFAC-057CB5BCC98A}" destId="{CAC117FC-A4D4-410F-9F7B-F5655D51D0B7}" srcOrd="2" destOrd="0" presId="urn:microsoft.com/office/officeart/2005/8/layout/target2"/>
    <dgm:cxn modelId="{4B25E66D-A68F-439F-B3E4-9A293DEBACF3}" type="presParOf" srcId="{12FE9004-B793-4CBB-AFAC-057CB5BCC98A}" destId="{4B7838CA-435A-4CA3-A108-1628CA6FE585}" srcOrd="3" destOrd="0" presId="urn:microsoft.com/office/officeart/2005/8/layout/target2"/>
    <dgm:cxn modelId="{6330ACB8-3448-43D5-834C-A0020A8D60C9}" type="presParOf" srcId="{12FE9004-B793-4CBB-AFAC-057CB5BCC98A}" destId="{A74619EB-575C-4BDD-9E0D-2D46C9BDB922}" srcOrd="4" destOrd="0" presId="urn:microsoft.com/office/officeart/2005/8/layout/target2"/>
    <dgm:cxn modelId="{B64897B0-D1EB-4B72-88F5-5110496DF458}" type="presParOf" srcId="{12FE9004-B793-4CBB-AFAC-057CB5BCC98A}" destId="{DCFF33D1-6A26-4ECF-8BFB-72910465F5F6}" srcOrd="5" destOrd="0" presId="urn:microsoft.com/office/officeart/2005/8/layout/target2"/>
    <dgm:cxn modelId="{4764A710-8CA3-4154-BEC1-AA1B31CDD259}" type="presParOf" srcId="{12FE9004-B793-4CBB-AFAC-057CB5BCC98A}" destId="{5563201E-0DB5-4699-84AE-4B86FF9199BA}" srcOrd="6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BDC4F8D-1371-4321-84E5-7DBA7C3D519A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</dgm:pt>
    <dgm:pt modelId="{7C6155D1-4C66-4167-B75A-80C6384ABCB2}">
      <dgm:prSet phldrT="[Text]"/>
      <dgm:spPr/>
      <dgm:t>
        <a:bodyPr/>
        <a:lstStyle/>
        <a:p>
          <a:r>
            <a:rPr lang="en-US" dirty="0" smtClean="0"/>
            <a:t>Inputs	</a:t>
          </a:r>
          <a:endParaRPr lang="en-US" dirty="0"/>
        </a:p>
      </dgm:t>
    </dgm:pt>
    <dgm:pt modelId="{DE3D54AF-2CD6-43CC-94AF-93DF9D200AC5}" type="parTrans" cxnId="{2855B473-7BEE-47AA-8B61-08CF93204213}">
      <dgm:prSet/>
      <dgm:spPr/>
      <dgm:t>
        <a:bodyPr/>
        <a:lstStyle/>
        <a:p>
          <a:endParaRPr lang="en-US"/>
        </a:p>
      </dgm:t>
    </dgm:pt>
    <dgm:pt modelId="{540A664D-5771-40D9-AF6A-2CCA35467356}" type="sibTrans" cxnId="{2855B473-7BEE-47AA-8B61-08CF93204213}">
      <dgm:prSet/>
      <dgm:spPr/>
      <dgm:t>
        <a:bodyPr/>
        <a:lstStyle/>
        <a:p>
          <a:endParaRPr lang="en-US"/>
        </a:p>
      </dgm:t>
    </dgm:pt>
    <dgm:pt modelId="{5A446A0F-C008-4B23-8513-D1054ACF2541}">
      <dgm:prSet phldrT="[Text]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Main Function</a:t>
          </a:r>
          <a:endParaRPr lang="en-US" dirty="0"/>
        </a:p>
      </dgm:t>
    </dgm:pt>
    <dgm:pt modelId="{B4761F17-030A-42B8-9B83-59BBC7A6008D}" type="parTrans" cxnId="{5955A61D-A15A-4B9F-8B6B-199BC3592129}">
      <dgm:prSet/>
      <dgm:spPr/>
      <dgm:t>
        <a:bodyPr/>
        <a:lstStyle/>
        <a:p>
          <a:endParaRPr lang="en-US"/>
        </a:p>
      </dgm:t>
    </dgm:pt>
    <dgm:pt modelId="{8DED487D-5525-43B2-B933-87DAD1410ECE}" type="sibTrans" cxnId="{5955A61D-A15A-4B9F-8B6B-199BC3592129}">
      <dgm:prSet/>
      <dgm:spPr/>
      <dgm:t>
        <a:bodyPr/>
        <a:lstStyle/>
        <a:p>
          <a:endParaRPr lang="en-US"/>
        </a:p>
      </dgm:t>
    </dgm:pt>
    <dgm:pt modelId="{D3C876BE-F29A-4672-B8FF-48A4116DD4A0}">
      <dgm:prSet phldrT="[Text]"/>
      <dgm:spPr/>
      <dgm:t>
        <a:bodyPr/>
        <a:lstStyle/>
        <a:p>
          <a:r>
            <a:rPr lang="en-US" dirty="0" smtClean="0"/>
            <a:t>Outputs</a:t>
          </a:r>
          <a:endParaRPr lang="en-US" dirty="0"/>
        </a:p>
      </dgm:t>
    </dgm:pt>
    <dgm:pt modelId="{B489ED46-9963-41F6-9BCA-92502693C76E}" type="parTrans" cxnId="{F6169C80-380B-4A9C-AE7A-0E27AFB638D9}">
      <dgm:prSet/>
      <dgm:spPr/>
      <dgm:t>
        <a:bodyPr/>
        <a:lstStyle/>
        <a:p>
          <a:endParaRPr lang="en-US"/>
        </a:p>
      </dgm:t>
    </dgm:pt>
    <dgm:pt modelId="{1857E8D6-BDDB-41DD-BAC8-60EDA72D7488}" type="sibTrans" cxnId="{F6169C80-380B-4A9C-AE7A-0E27AFB638D9}">
      <dgm:prSet/>
      <dgm:spPr/>
      <dgm:t>
        <a:bodyPr/>
        <a:lstStyle/>
        <a:p>
          <a:endParaRPr lang="en-US"/>
        </a:p>
      </dgm:t>
    </dgm:pt>
    <dgm:pt modelId="{4B968C4C-8B23-4C6C-BB38-EA45C2D09BCB}" type="pres">
      <dgm:prSet presAssocID="{7BDC4F8D-1371-4321-84E5-7DBA7C3D519A}" presName="Name0" presStyleCnt="0">
        <dgm:presLayoutVars>
          <dgm:dir/>
          <dgm:resizeHandles val="exact"/>
        </dgm:presLayoutVars>
      </dgm:prSet>
      <dgm:spPr/>
    </dgm:pt>
    <dgm:pt modelId="{AF043B03-3C8A-4855-A35D-0BD78CF9E1DD}" type="pres">
      <dgm:prSet presAssocID="{7C6155D1-4C66-4167-B75A-80C6384ABCB2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B9586B-D975-4F29-B96E-2A4A43500B0A}" type="pres">
      <dgm:prSet presAssocID="{540A664D-5771-40D9-AF6A-2CCA35467356}" presName="sibTrans" presStyleLbl="sibTrans2D1" presStyleIdx="0" presStyleCnt="2"/>
      <dgm:spPr/>
      <dgm:t>
        <a:bodyPr/>
        <a:lstStyle/>
        <a:p>
          <a:endParaRPr lang="en-US"/>
        </a:p>
      </dgm:t>
    </dgm:pt>
    <dgm:pt modelId="{B1FDF8E3-EADA-43C4-AA02-0FAE632ECD38}" type="pres">
      <dgm:prSet presAssocID="{540A664D-5771-40D9-AF6A-2CCA35467356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BF12B1FC-BD3C-48FE-B617-AD6FBD3BA958}" type="pres">
      <dgm:prSet presAssocID="{5A446A0F-C008-4B23-8513-D1054ACF2541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3CEDF1-F92E-401D-BF67-FD52CBD9794A}" type="pres">
      <dgm:prSet presAssocID="{8DED487D-5525-43B2-B933-87DAD1410ECE}" presName="sibTrans" presStyleLbl="sibTrans2D1" presStyleIdx="1" presStyleCnt="2"/>
      <dgm:spPr/>
      <dgm:t>
        <a:bodyPr/>
        <a:lstStyle/>
        <a:p>
          <a:endParaRPr lang="en-US"/>
        </a:p>
      </dgm:t>
    </dgm:pt>
    <dgm:pt modelId="{747CF46A-8FEF-4F49-A168-E5ABB5F5849D}" type="pres">
      <dgm:prSet presAssocID="{8DED487D-5525-43B2-B933-87DAD1410ECE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6E6B1650-C135-4DC4-8BD2-8A61AB111539}" type="pres">
      <dgm:prSet presAssocID="{D3C876BE-F29A-4672-B8FF-48A4116DD4A0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F69C693-8137-4A56-99B3-657638A32CBE}" type="presOf" srcId="{7BDC4F8D-1371-4321-84E5-7DBA7C3D519A}" destId="{4B968C4C-8B23-4C6C-BB38-EA45C2D09BCB}" srcOrd="0" destOrd="0" presId="urn:microsoft.com/office/officeart/2005/8/layout/process1"/>
    <dgm:cxn modelId="{CE5215C2-1DCB-43D7-8A96-5FD49F57D47B}" type="presOf" srcId="{540A664D-5771-40D9-AF6A-2CCA35467356}" destId="{77B9586B-D975-4F29-B96E-2A4A43500B0A}" srcOrd="0" destOrd="0" presId="urn:microsoft.com/office/officeart/2005/8/layout/process1"/>
    <dgm:cxn modelId="{F6169C80-380B-4A9C-AE7A-0E27AFB638D9}" srcId="{7BDC4F8D-1371-4321-84E5-7DBA7C3D519A}" destId="{D3C876BE-F29A-4672-B8FF-48A4116DD4A0}" srcOrd="2" destOrd="0" parTransId="{B489ED46-9963-41F6-9BCA-92502693C76E}" sibTransId="{1857E8D6-BDDB-41DD-BAC8-60EDA72D7488}"/>
    <dgm:cxn modelId="{0FE71C9B-3F85-44CB-A279-85DA8A59B8EA}" type="presOf" srcId="{5A446A0F-C008-4B23-8513-D1054ACF2541}" destId="{BF12B1FC-BD3C-48FE-B617-AD6FBD3BA958}" srcOrd="0" destOrd="0" presId="urn:microsoft.com/office/officeart/2005/8/layout/process1"/>
    <dgm:cxn modelId="{BFEA02A9-B844-48DB-8FAB-D81A11FDEB87}" type="presOf" srcId="{540A664D-5771-40D9-AF6A-2CCA35467356}" destId="{B1FDF8E3-EADA-43C4-AA02-0FAE632ECD38}" srcOrd="1" destOrd="0" presId="urn:microsoft.com/office/officeart/2005/8/layout/process1"/>
    <dgm:cxn modelId="{A7254A79-217F-478D-8AE9-D799ADFFBFAD}" type="presOf" srcId="{7C6155D1-4C66-4167-B75A-80C6384ABCB2}" destId="{AF043B03-3C8A-4855-A35D-0BD78CF9E1DD}" srcOrd="0" destOrd="0" presId="urn:microsoft.com/office/officeart/2005/8/layout/process1"/>
    <dgm:cxn modelId="{A17E8163-FA19-4E45-BBEB-09E8E0D15151}" type="presOf" srcId="{8DED487D-5525-43B2-B933-87DAD1410ECE}" destId="{4D3CEDF1-F92E-401D-BF67-FD52CBD9794A}" srcOrd="0" destOrd="0" presId="urn:microsoft.com/office/officeart/2005/8/layout/process1"/>
    <dgm:cxn modelId="{AB5C5BB5-9E6D-40DC-AAA5-BE28689E1708}" type="presOf" srcId="{D3C876BE-F29A-4672-B8FF-48A4116DD4A0}" destId="{6E6B1650-C135-4DC4-8BD2-8A61AB111539}" srcOrd="0" destOrd="0" presId="urn:microsoft.com/office/officeart/2005/8/layout/process1"/>
    <dgm:cxn modelId="{5955A61D-A15A-4B9F-8B6B-199BC3592129}" srcId="{7BDC4F8D-1371-4321-84E5-7DBA7C3D519A}" destId="{5A446A0F-C008-4B23-8513-D1054ACF2541}" srcOrd="1" destOrd="0" parTransId="{B4761F17-030A-42B8-9B83-59BBC7A6008D}" sibTransId="{8DED487D-5525-43B2-B933-87DAD1410ECE}"/>
    <dgm:cxn modelId="{2855B473-7BEE-47AA-8B61-08CF93204213}" srcId="{7BDC4F8D-1371-4321-84E5-7DBA7C3D519A}" destId="{7C6155D1-4C66-4167-B75A-80C6384ABCB2}" srcOrd="0" destOrd="0" parTransId="{DE3D54AF-2CD6-43CC-94AF-93DF9D200AC5}" sibTransId="{540A664D-5771-40D9-AF6A-2CCA35467356}"/>
    <dgm:cxn modelId="{81D3DDB8-B206-47F9-920F-CB0D1ADDA75E}" type="presOf" srcId="{8DED487D-5525-43B2-B933-87DAD1410ECE}" destId="{747CF46A-8FEF-4F49-A168-E5ABB5F5849D}" srcOrd="1" destOrd="0" presId="urn:microsoft.com/office/officeart/2005/8/layout/process1"/>
    <dgm:cxn modelId="{DAEA428C-C99A-46ED-8AEB-E46EF5B61220}" type="presParOf" srcId="{4B968C4C-8B23-4C6C-BB38-EA45C2D09BCB}" destId="{AF043B03-3C8A-4855-A35D-0BD78CF9E1DD}" srcOrd="0" destOrd="0" presId="urn:microsoft.com/office/officeart/2005/8/layout/process1"/>
    <dgm:cxn modelId="{33C7B013-B7BE-4CFE-B1FB-B838D38E657F}" type="presParOf" srcId="{4B968C4C-8B23-4C6C-BB38-EA45C2D09BCB}" destId="{77B9586B-D975-4F29-B96E-2A4A43500B0A}" srcOrd="1" destOrd="0" presId="urn:microsoft.com/office/officeart/2005/8/layout/process1"/>
    <dgm:cxn modelId="{EDB2E7DE-55B2-4457-94B8-733C7BFE37CF}" type="presParOf" srcId="{77B9586B-D975-4F29-B96E-2A4A43500B0A}" destId="{B1FDF8E3-EADA-43C4-AA02-0FAE632ECD38}" srcOrd="0" destOrd="0" presId="urn:microsoft.com/office/officeart/2005/8/layout/process1"/>
    <dgm:cxn modelId="{B59937A4-33DD-4F7F-A3E0-72ABC145D08D}" type="presParOf" srcId="{4B968C4C-8B23-4C6C-BB38-EA45C2D09BCB}" destId="{BF12B1FC-BD3C-48FE-B617-AD6FBD3BA958}" srcOrd="2" destOrd="0" presId="urn:microsoft.com/office/officeart/2005/8/layout/process1"/>
    <dgm:cxn modelId="{F58AE7C3-75A0-4B0C-A791-AD019E38E1E0}" type="presParOf" srcId="{4B968C4C-8B23-4C6C-BB38-EA45C2D09BCB}" destId="{4D3CEDF1-F92E-401D-BF67-FD52CBD9794A}" srcOrd="3" destOrd="0" presId="urn:microsoft.com/office/officeart/2005/8/layout/process1"/>
    <dgm:cxn modelId="{AB33E854-BE9C-4F34-AF91-4D05255888F8}" type="presParOf" srcId="{4D3CEDF1-F92E-401D-BF67-FD52CBD9794A}" destId="{747CF46A-8FEF-4F49-A168-E5ABB5F5849D}" srcOrd="0" destOrd="0" presId="urn:microsoft.com/office/officeart/2005/8/layout/process1"/>
    <dgm:cxn modelId="{54B604C6-5BC0-4025-9E82-DFED3CE03DA1}" type="presParOf" srcId="{4B968C4C-8B23-4C6C-BB38-EA45C2D09BCB}" destId="{6E6B1650-C135-4DC4-8BD2-8A61AB11153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6B62647-9855-466E-9687-F3985079AFB3}" type="doc">
      <dgm:prSet loTypeId="urn:microsoft.com/office/officeart/2005/8/layout/target2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55BEC698-1D39-4D45-9C4E-A5E62D5E13F8}">
      <dgm:prSet phldrT="[Text]"/>
      <dgm:spPr/>
      <dgm:t>
        <a:bodyPr/>
        <a:lstStyle/>
        <a:p>
          <a:r>
            <a:rPr lang="en-US" dirty="0" smtClean="0"/>
            <a:t>Function 1: variable f1a, variable f1b</a:t>
          </a:r>
        </a:p>
      </dgm:t>
    </dgm:pt>
    <dgm:pt modelId="{A86251E2-9D51-414F-9A9A-8CFE77AC958B}" type="parTrans" cxnId="{EEB3ECAB-C570-43A1-9AE6-66BEDBD44E46}">
      <dgm:prSet/>
      <dgm:spPr/>
      <dgm:t>
        <a:bodyPr/>
        <a:lstStyle/>
        <a:p>
          <a:endParaRPr lang="en-US"/>
        </a:p>
      </dgm:t>
    </dgm:pt>
    <dgm:pt modelId="{DB66C7C3-A663-4A91-9355-28CDCF28E8B7}" type="sibTrans" cxnId="{EEB3ECAB-C570-43A1-9AE6-66BEDBD44E46}">
      <dgm:prSet/>
      <dgm:spPr/>
      <dgm:t>
        <a:bodyPr/>
        <a:lstStyle/>
        <a:p>
          <a:endParaRPr lang="en-US"/>
        </a:p>
      </dgm:t>
    </dgm:pt>
    <dgm:pt modelId="{5AF63539-40E5-498E-AB0D-232EFBF13126}">
      <dgm:prSet phldrT="[Text]"/>
      <dgm:spPr/>
      <dgm:t>
        <a:bodyPr/>
        <a:lstStyle/>
        <a:p>
          <a:r>
            <a:rPr lang="en-US" dirty="0" smtClean="0"/>
            <a:t>Function 5: variable f5a, variable f5b</a:t>
          </a:r>
          <a:endParaRPr lang="en-US" dirty="0"/>
        </a:p>
      </dgm:t>
    </dgm:pt>
    <dgm:pt modelId="{BF9BFB8F-857D-404D-A694-A9E63542AE66}" type="sibTrans" cxnId="{453793A2-1618-4BF9-877B-3BE3309A8319}">
      <dgm:prSet/>
      <dgm:spPr/>
      <dgm:t>
        <a:bodyPr/>
        <a:lstStyle/>
        <a:p>
          <a:endParaRPr lang="en-US"/>
        </a:p>
      </dgm:t>
    </dgm:pt>
    <dgm:pt modelId="{43C510B4-80C0-4B1C-A537-B6AB8EA6267D}" type="parTrans" cxnId="{453793A2-1618-4BF9-877B-3BE3309A8319}">
      <dgm:prSet/>
      <dgm:spPr/>
      <dgm:t>
        <a:bodyPr/>
        <a:lstStyle/>
        <a:p>
          <a:endParaRPr lang="en-US"/>
        </a:p>
      </dgm:t>
    </dgm:pt>
    <dgm:pt modelId="{AFD7ECCD-7CDB-48BB-9C86-C270625A7D2A}">
      <dgm:prSet phldrT="[Text]"/>
      <dgm:spPr/>
      <dgm:t>
        <a:bodyPr/>
        <a:lstStyle/>
        <a:p>
          <a:r>
            <a:rPr lang="en-US" dirty="0" smtClean="0"/>
            <a:t>Main Function: variable m1, variable m2</a:t>
          </a:r>
          <a:endParaRPr lang="en-US" dirty="0"/>
        </a:p>
      </dgm:t>
    </dgm:pt>
    <dgm:pt modelId="{688F401B-1A31-4A14-B4ED-17F50584C36C}" type="sibTrans" cxnId="{263A7776-2C26-4432-AA40-B4D8BF2E7FDD}">
      <dgm:prSet/>
      <dgm:spPr/>
      <dgm:t>
        <a:bodyPr/>
        <a:lstStyle/>
        <a:p>
          <a:endParaRPr lang="en-US"/>
        </a:p>
      </dgm:t>
    </dgm:pt>
    <dgm:pt modelId="{4C74A118-D417-4F43-B804-7F7892B3B7C7}" type="parTrans" cxnId="{263A7776-2C26-4432-AA40-B4D8BF2E7FDD}">
      <dgm:prSet/>
      <dgm:spPr/>
      <dgm:t>
        <a:bodyPr/>
        <a:lstStyle/>
        <a:p>
          <a:endParaRPr lang="en-US"/>
        </a:p>
      </dgm:t>
    </dgm:pt>
    <dgm:pt modelId="{65341500-D564-42B2-97FB-FD90E54B78BA}">
      <dgm:prSet phldrT="[Text]"/>
      <dgm:spPr/>
      <dgm:t>
        <a:bodyPr/>
        <a:lstStyle/>
        <a:p>
          <a:r>
            <a:rPr lang="en-US" dirty="0" smtClean="0"/>
            <a:t>Function 4</a:t>
          </a:r>
          <a:endParaRPr lang="en-US" dirty="0"/>
        </a:p>
      </dgm:t>
    </dgm:pt>
    <dgm:pt modelId="{4EC5B7BB-8C51-4FAC-BD9B-D1BB84A4F989}" type="parTrans" cxnId="{5353EDAA-EE8D-4627-A55E-9CBD375D3BC7}">
      <dgm:prSet/>
      <dgm:spPr/>
      <dgm:t>
        <a:bodyPr/>
        <a:lstStyle/>
        <a:p>
          <a:endParaRPr lang="en-US"/>
        </a:p>
      </dgm:t>
    </dgm:pt>
    <dgm:pt modelId="{B56186CE-0B87-4EF0-BBDA-1B8CF81F064B}" type="sibTrans" cxnId="{5353EDAA-EE8D-4627-A55E-9CBD375D3BC7}">
      <dgm:prSet/>
      <dgm:spPr/>
      <dgm:t>
        <a:bodyPr/>
        <a:lstStyle/>
        <a:p>
          <a:endParaRPr lang="en-US"/>
        </a:p>
      </dgm:t>
    </dgm:pt>
    <dgm:pt modelId="{1A103868-22E5-4CC3-B3CF-19239BEE2570}">
      <dgm:prSet phldrT="[Text]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Function 4()</a:t>
          </a:r>
          <a:endParaRPr lang="en-US" dirty="0"/>
        </a:p>
      </dgm:t>
    </dgm:pt>
    <dgm:pt modelId="{D275A9CE-F821-49B8-B3A4-76BAA19B8185}" type="sibTrans" cxnId="{1ABE616A-23FA-48C9-A329-305EE36BC901}">
      <dgm:prSet/>
      <dgm:spPr/>
      <dgm:t>
        <a:bodyPr/>
        <a:lstStyle/>
        <a:p>
          <a:endParaRPr lang="en-US"/>
        </a:p>
      </dgm:t>
    </dgm:pt>
    <dgm:pt modelId="{436B1F19-5C99-4FC6-80A5-86F24509E9DA}" type="parTrans" cxnId="{1ABE616A-23FA-48C9-A329-305EE36BC901}">
      <dgm:prSet/>
      <dgm:spPr/>
      <dgm:t>
        <a:bodyPr/>
        <a:lstStyle/>
        <a:p>
          <a:endParaRPr lang="en-US"/>
        </a:p>
      </dgm:t>
    </dgm:pt>
    <dgm:pt modelId="{BE2C7C37-6CAD-4B3E-A3E8-1732BE0B1F2B}">
      <dgm:prSet phldrT="[Text]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Function 2()</a:t>
          </a:r>
          <a:endParaRPr lang="en-US" dirty="0"/>
        </a:p>
      </dgm:t>
    </dgm:pt>
    <dgm:pt modelId="{9CE571B8-6F87-40C9-B46D-2A15DC39C3A1}" type="sibTrans" cxnId="{F8F2E455-014A-413E-A9FC-F7E77E3E38D9}">
      <dgm:prSet/>
      <dgm:spPr/>
      <dgm:t>
        <a:bodyPr/>
        <a:lstStyle/>
        <a:p>
          <a:endParaRPr lang="en-US"/>
        </a:p>
      </dgm:t>
    </dgm:pt>
    <dgm:pt modelId="{47E916A2-C8EC-4889-A5B9-DFD4FD093251}" type="parTrans" cxnId="{F8F2E455-014A-413E-A9FC-F7E77E3E38D9}">
      <dgm:prSet/>
      <dgm:spPr/>
      <dgm:t>
        <a:bodyPr/>
        <a:lstStyle/>
        <a:p>
          <a:endParaRPr lang="en-US"/>
        </a:p>
      </dgm:t>
    </dgm:pt>
    <dgm:pt modelId="{EDCA98A6-3BDD-4EF9-BFCC-40A42C0B223A}">
      <dgm:prSet phldrT="[Text]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Function 1()</a:t>
          </a:r>
          <a:endParaRPr lang="en-US" dirty="0"/>
        </a:p>
      </dgm:t>
    </dgm:pt>
    <dgm:pt modelId="{2603D0C3-3007-44D2-BEF7-0A56F45DE93C}" type="parTrans" cxnId="{C8E557B4-E7C1-4903-B5A6-35C91738512E}">
      <dgm:prSet/>
      <dgm:spPr/>
      <dgm:t>
        <a:bodyPr/>
        <a:lstStyle/>
        <a:p>
          <a:endParaRPr lang="en-US"/>
        </a:p>
      </dgm:t>
    </dgm:pt>
    <dgm:pt modelId="{C40D1AC5-4D47-4511-AC0B-EEF0F56B3C13}" type="sibTrans" cxnId="{C8E557B4-E7C1-4903-B5A6-35C91738512E}">
      <dgm:prSet/>
      <dgm:spPr/>
      <dgm:t>
        <a:bodyPr/>
        <a:lstStyle/>
        <a:p>
          <a:endParaRPr lang="en-US"/>
        </a:p>
      </dgm:t>
    </dgm:pt>
    <dgm:pt modelId="{31448C37-DBF2-4B76-9039-1CFBA3515F77}">
      <dgm:prSet phldrT="[Text]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Function3()</a:t>
          </a:r>
          <a:endParaRPr lang="en-US" dirty="0"/>
        </a:p>
      </dgm:t>
    </dgm:pt>
    <dgm:pt modelId="{83139BEF-CA7D-4EDE-85D8-81740036D82E}" type="parTrans" cxnId="{D6FC6B09-CAC8-43A5-A0BE-E7E3750ADA3B}">
      <dgm:prSet/>
      <dgm:spPr/>
      <dgm:t>
        <a:bodyPr/>
        <a:lstStyle/>
        <a:p>
          <a:endParaRPr lang="en-US"/>
        </a:p>
      </dgm:t>
    </dgm:pt>
    <dgm:pt modelId="{7082847C-CA40-4B34-90CE-9351B019E3FA}" type="sibTrans" cxnId="{D6FC6B09-CAC8-43A5-A0BE-E7E3750ADA3B}">
      <dgm:prSet/>
      <dgm:spPr/>
      <dgm:t>
        <a:bodyPr/>
        <a:lstStyle/>
        <a:p>
          <a:endParaRPr lang="en-US"/>
        </a:p>
      </dgm:t>
    </dgm:pt>
    <dgm:pt modelId="{6B97C19F-4256-4300-8C4A-5A6D252B94E3}">
      <dgm:prSet phldrT="[Text]"/>
      <dgm:spPr/>
      <dgm:t>
        <a:bodyPr/>
        <a:lstStyle/>
        <a:p>
          <a:r>
            <a:rPr lang="en-US" dirty="0" smtClean="0"/>
            <a:t>Function 2: variable f2a, variable f2b</a:t>
          </a:r>
        </a:p>
      </dgm:t>
    </dgm:pt>
    <dgm:pt modelId="{248E780C-AA1B-461F-985C-F1468FB66DA2}" type="parTrans" cxnId="{F4A46B1F-C193-4E52-816D-CCE39F4DBCB3}">
      <dgm:prSet/>
      <dgm:spPr/>
      <dgm:t>
        <a:bodyPr/>
        <a:lstStyle/>
        <a:p>
          <a:endParaRPr lang="en-US"/>
        </a:p>
      </dgm:t>
    </dgm:pt>
    <dgm:pt modelId="{C7A9DBDD-6D8E-4635-A805-DC87E5894EAE}" type="sibTrans" cxnId="{F4A46B1F-C193-4E52-816D-CCE39F4DBCB3}">
      <dgm:prSet/>
      <dgm:spPr/>
      <dgm:t>
        <a:bodyPr/>
        <a:lstStyle/>
        <a:p>
          <a:endParaRPr lang="en-US"/>
        </a:p>
      </dgm:t>
    </dgm:pt>
    <dgm:pt modelId="{F98A746D-B6BA-4564-8A4F-8BFE0B4D9247}">
      <dgm:prSet phldrT="[Text]"/>
      <dgm:spPr/>
      <dgm:t>
        <a:bodyPr/>
        <a:lstStyle/>
        <a:p>
          <a:r>
            <a:rPr lang="en-US" dirty="0" smtClean="0"/>
            <a:t>Function 3</a:t>
          </a:r>
        </a:p>
      </dgm:t>
    </dgm:pt>
    <dgm:pt modelId="{FEC2413A-8E39-4380-86E2-D2AC56B251CF}" type="parTrans" cxnId="{F26447B3-A4FC-4DC5-8B3A-745D96F44546}">
      <dgm:prSet/>
      <dgm:spPr/>
      <dgm:t>
        <a:bodyPr/>
        <a:lstStyle/>
        <a:p>
          <a:endParaRPr lang="en-US"/>
        </a:p>
      </dgm:t>
    </dgm:pt>
    <dgm:pt modelId="{B978B944-FD3F-44BC-9EA1-F24CCFFC1514}" type="sibTrans" cxnId="{F26447B3-A4FC-4DC5-8B3A-745D96F44546}">
      <dgm:prSet/>
      <dgm:spPr/>
      <dgm:t>
        <a:bodyPr/>
        <a:lstStyle/>
        <a:p>
          <a:endParaRPr lang="en-US"/>
        </a:p>
      </dgm:t>
    </dgm:pt>
    <dgm:pt modelId="{2D9B4A94-EBAD-4673-B82F-19A81BA82A09}" type="pres">
      <dgm:prSet presAssocID="{26B62647-9855-466E-9687-F3985079AFB3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E9C498A-91BA-4BE8-B8CF-5F0AA350593C}" type="pres">
      <dgm:prSet presAssocID="{26B62647-9855-466E-9687-F3985079AFB3}" presName="outerBox" presStyleCnt="0"/>
      <dgm:spPr/>
      <dgm:t>
        <a:bodyPr/>
        <a:lstStyle/>
        <a:p>
          <a:endParaRPr lang="en-US"/>
        </a:p>
      </dgm:t>
    </dgm:pt>
    <dgm:pt modelId="{C3ADAABC-F15C-4872-B2B5-36F62DD0BEFF}" type="pres">
      <dgm:prSet presAssocID="{26B62647-9855-466E-9687-F3985079AFB3}" presName="outerBoxParent" presStyleLbl="node1" presStyleIdx="0" presStyleCnt="2"/>
      <dgm:spPr/>
      <dgm:t>
        <a:bodyPr/>
        <a:lstStyle/>
        <a:p>
          <a:endParaRPr lang="en-US"/>
        </a:p>
      </dgm:t>
    </dgm:pt>
    <dgm:pt modelId="{3E588FE2-EDE7-4427-9EA1-F3C32848862E}" type="pres">
      <dgm:prSet presAssocID="{26B62647-9855-466E-9687-F3985079AFB3}" presName="outerBoxChildren" presStyleCnt="0"/>
      <dgm:spPr/>
      <dgm:t>
        <a:bodyPr/>
        <a:lstStyle/>
        <a:p>
          <a:endParaRPr lang="en-US"/>
        </a:p>
      </dgm:t>
    </dgm:pt>
    <dgm:pt modelId="{C5ABA01B-D877-46A4-BBDA-E2FAA39E46EC}" type="pres">
      <dgm:prSet presAssocID="{55BEC698-1D39-4D45-9C4E-A5E62D5E13F8}" presName="oChild" presStyleLbl="fgAcc1" presStyleIdx="0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AB8643-0A42-43EA-8CC7-68C3A210DDBE}" type="pres">
      <dgm:prSet presAssocID="{DB66C7C3-A663-4A91-9355-28CDCF28E8B7}" presName="outerSibTrans" presStyleCnt="0"/>
      <dgm:spPr/>
      <dgm:t>
        <a:bodyPr/>
        <a:lstStyle/>
        <a:p>
          <a:endParaRPr lang="en-US"/>
        </a:p>
      </dgm:t>
    </dgm:pt>
    <dgm:pt modelId="{E8E8D47F-7316-4D84-9299-8310399B6DB0}" type="pres">
      <dgm:prSet presAssocID="{6B97C19F-4256-4300-8C4A-5A6D252B94E3}" presName="oChild" presStyleLbl="fgAcc1" presStyleIdx="1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0E6CDA-29BB-40B2-A2A2-2625ED030651}" type="pres">
      <dgm:prSet presAssocID="{C7A9DBDD-6D8E-4635-A805-DC87E5894EAE}" presName="outerSibTrans" presStyleCnt="0"/>
      <dgm:spPr/>
    </dgm:pt>
    <dgm:pt modelId="{F34ED1C0-E3D3-4911-AE50-DDDCC1936E8B}" type="pres">
      <dgm:prSet presAssocID="{F98A746D-B6BA-4564-8A4F-8BFE0B4D9247}" presName="oChild" presStyleLbl="fgAcc1" presStyleIdx="2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A92D53-F112-494F-99BA-8935A159EF98}" type="pres">
      <dgm:prSet presAssocID="{B978B944-FD3F-44BC-9EA1-F24CCFFC1514}" presName="outerSibTrans" presStyleCnt="0"/>
      <dgm:spPr/>
    </dgm:pt>
    <dgm:pt modelId="{DBFA17E6-3128-4316-A4A3-BB931E82891D}" type="pres">
      <dgm:prSet presAssocID="{65341500-D564-42B2-97FB-FD90E54B78BA}" presName="oChild" presStyleLbl="fgAcc1" presStyleIdx="3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9F9CF0-5947-4811-B129-3C3F4958501D}" type="pres">
      <dgm:prSet presAssocID="{26B62647-9855-466E-9687-F3985079AFB3}" presName="middleBox" presStyleCnt="0"/>
      <dgm:spPr/>
      <dgm:t>
        <a:bodyPr/>
        <a:lstStyle/>
        <a:p>
          <a:endParaRPr lang="en-US"/>
        </a:p>
      </dgm:t>
    </dgm:pt>
    <dgm:pt modelId="{5F4C2FD0-EACE-4DAF-9797-0277BB1554C7}" type="pres">
      <dgm:prSet presAssocID="{26B62647-9855-466E-9687-F3985079AFB3}" presName="middleBoxParent" presStyleLbl="node1" presStyleIdx="1" presStyleCnt="2"/>
      <dgm:spPr/>
      <dgm:t>
        <a:bodyPr/>
        <a:lstStyle/>
        <a:p>
          <a:endParaRPr lang="en-US"/>
        </a:p>
      </dgm:t>
    </dgm:pt>
    <dgm:pt modelId="{12FE9004-B793-4CBB-AFAC-057CB5BCC98A}" type="pres">
      <dgm:prSet presAssocID="{26B62647-9855-466E-9687-F3985079AFB3}" presName="middleBoxChildren" presStyleCnt="0"/>
      <dgm:spPr/>
      <dgm:t>
        <a:bodyPr/>
        <a:lstStyle/>
        <a:p>
          <a:endParaRPr lang="en-US"/>
        </a:p>
      </dgm:t>
    </dgm:pt>
    <dgm:pt modelId="{E83D8004-70E7-4241-A9D0-47C8181CD8A6}" type="pres">
      <dgm:prSet presAssocID="{EDCA98A6-3BDD-4EF9-BFCC-40A42C0B223A}" presName="mChild" presStyleLbl="fgAcc1" presStyleIdx="4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0A5750-2FFE-4AA0-977F-5DB10F67DBF4}" type="pres">
      <dgm:prSet presAssocID="{C40D1AC5-4D47-4511-AC0B-EEF0F56B3C13}" presName="middleSibTrans" presStyleCnt="0"/>
      <dgm:spPr/>
      <dgm:t>
        <a:bodyPr/>
        <a:lstStyle/>
        <a:p>
          <a:endParaRPr lang="en-US"/>
        </a:p>
      </dgm:t>
    </dgm:pt>
    <dgm:pt modelId="{CAC117FC-A4D4-410F-9F7B-F5655D51D0B7}" type="pres">
      <dgm:prSet presAssocID="{BE2C7C37-6CAD-4B3E-A3E8-1732BE0B1F2B}" presName="mChild" presStyleLbl="fgAcc1" presStyleIdx="5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B7838CA-435A-4CA3-A108-1628CA6FE585}" type="pres">
      <dgm:prSet presAssocID="{9CE571B8-6F87-40C9-B46D-2A15DC39C3A1}" presName="middleSibTrans" presStyleCnt="0"/>
      <dgm:spPr/>
      <dgm:t>
        <a:bodyPr/>
        <a:lstStyle/>
        <a:p>
          <a:endParaRPr lang="en-US"/>
        </a:p>
      </dgm:t>
    </dgm:pt>
    <dgm:pt modelId="{A74619EB-575C-4BDD-9E0D-2D46C9BDB922}" type="pres">
      <dgm:prSet presAssocID="{31448C37-DBF2-4B76-9039-1CFBA3515F77}" presName="mChild" presStyleLbl="fgAcc1" presStyleIdx="6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FF33D1-6A26-4ECF-8BFB-72910465F5F6}" type="pres">
      <dgm:prSet presAssocID="{7082847C-CA40-4B34-90CE-9351B019E3FA}" presName="middleSibTrans" presStyleCnt="0"/>
      <dgm:spPr/>
    </dgm:pt>
    <dgm:pt modelId="{5563201E-0DB5-4699-84AE-4B86FF9199BA}" type="pres">
      <dgm:prSet presAssocID="{1A103868-22E5-4CC3-B3CF-19239BEE2570}" presName="mChild" presStyleLbl="fgAcc1" presStyleIdx="7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26447B3-A4FC-4DC5-8B3A-745D96F44546}" srcId="{AFD7ECCD-7CDB-48BB-9C86-C270625A7D2A}" destId="{F98A746D-B6BA-4564-8A4F-8BFE0B4D9247}" srcOrd="2" destOrd="0" parTransId="{FEC2413A-8E39-4380-86E2-D2AC56B251CF}" sibTransId="{B978B944-FD3F-44BC-9EA1-F24CCFFC1514}"/>
    <dgm:cxn modelId="{F4A46B1F-C193-4E52-816D-CCE39F4DBCB3}" srcId="{AFD7ECCD-7CDB-48BB-9C86-C270625A7D2A}" destId="{6B97C19F-4256-4300-8C4A-5A6D252B94E3}" srcOrd="1" destOrd="0" parTransId="{248E780C-AA1B-461F-985C-F1468FB66DA2}" sibTransId="{C7A9DBDD-6D8E-4635-A805-DC87E5894EAE}"/>
    <dgm:cxn modelId="{81915AFF-6A91-4733-820F-90DE56925AF7}" type="presOf" srcId="{6B97C19F-4256-4300-8C4A-5A6D252B94E3}" destId="{E8E8D47F-7316-4D84-9299-8310399B6DB0}" srcOrd="0" destOrd="0" presId="urn:microsoft.com/office/officeart/2005/8/layout/target2"/>
    <dgm:cxn modelId="{C8E557B4-E7C1-4903-B5A6-35C91738512E}" srcId="{5AF63539-40E5-498E-AB0D-232EFBF13126}" destId="{EDCA98A6-3BDD-4EF9-BFCC-40A42C0B223A}" srcOrd="0" destOrd="0" parTransId="{2603D0C3-3007-44D2-BEF7-0A56F45DE93C}" sibTransId="{C40D1AC5-4D47-4511-AC0B-EEF0F56B3C13}"/>
    <dgm:cxn modelId="{263A7776-2C26-4432-AA40-B4D8BF2E7FDD}" srcId="{26B62647-9855-466E-9687-F3985079AFB3}" destId="{AFD7ECCD-7CDB-48BB-9C86-C270625A7D2A}" srcOrd="0" destOrd="0" parTransId="{4C74A118-D417-4F43-B804-7F7892B3B7C7}" sibTransId="{688F401B-1A31-4A14-B4ED-17F50584C36C}"/>
    <dgm:cxn modelId="{EEB3ECAB-C570-43A1-9AE6-66BEDBD44E46}" srcId="{AFD7ECCD-7CDB-48BB-9C86-C270625A7D2A}" destId="{55BEC698-1D39-4D45-9C4E-A5E62D5E13F8}" srcOrd="0" destOrd="0" parTransId="{A86251E2-9D51-414F-9A9A-8CFE77AC958B}" sibTransId="{DB66C7C3-A663-4A91-9355-28CDCF28E8B7}"/>
    <dgm:cxn modelId="{CF41CD4E-F2D6-4AE5-8F46-B3F6A5B51A68}" type="presOf" srcId="{BE2C7C37-6CAD-4B3E-A3E8-1732BE0B1F2B}" destId="{CAC117FC-A4D4-410F-9F7B-F5655D51D0B7}" srcOrd="0" destOrd="0" presId="urn:microsoft.com/office/officeart/2005/8/layout/target2"/>
    <dgm:cxn modelId="{6828DF98-A402-4AAE-87F0-E4ED791071A5}" type="presOf" srcId="{26B62647-9855-466E-9687-F3985079AFB3}" destId="{2D9B4A94-EBAD-4673-B82F-19A81BA82A09}" srcOrd="0" destOrd="0" presId="urn:microsoft.com/office/officeart/2005/8/layout/target2"/>
    <dgm:cxn modelId="{93A07394-69FA-4596-8125-0F0511A017D1}" type="presOf" srcId="{F98A746D-B6BA-4564-8A4F-8BFE0B4D9247}" destId="{F34ED1C0-E3D3-4911-AE50-DDDCC1936E8B}" srcOrd="0" destOrd="0" presId="urn:microsoft.com/office/officeart/2005/8/layout/target2"/>
    <dgm:cxn modelId="{C12D938A-F6B0-4C96-BB5F-215DEAA526E2}" type="presOf" srcId="{1A103868-22E5-4CC3-B3CF-19239BEE2570}" destId="{5563201E-0DB5-4699-84AE-4B86FF9199BA}" srcOrd="0" destOrd="0" presId="urn:microsoft.com/office/officeart/2005/8/layout/target2"/>
    <dgm:cxn modelId="{6BE0C276-1049-4A95-BD9D-0A77125D76E0}" type="presOf" srcId="{65341500-D564-42B2-97FB-FD90E54B78BA}" destId="{DBFA17E6-3128-4316-A4A3-BB931E82891D}" srcOrd="0" destOrd="0" presId="urn:microsoft.com/office/officeart/2005/8/layout/target2"/>
    <dgm:cxn modelId="{BD661210-5187-4109-B373-C99B2BD5357F}" type="presOf" srcId="{AFD7ECCD-7CDB-48BB-9C86-C270625A7D2A}" destId="{C3ADAABC-F15C-4872-B2B5-36F62DD0BEFF}" srcOrd="0" destOrd="0" presId="urn:microsoft.com/office/officeart/2005/8/layout/target2"/>
    <dgm:cxn modelId="{509A829E-877A-4F0D-AF61-D2A776DAFF60}" type="presOf" srcId="{EDCA98A6-3BDD-4EF9-BFCC-40A42C0B223A}" destId="{E83D8004-70E7-4241-A9D0-47C8181CD8A6}" srcOrd="0" destOrd="0" presId="urn:microsoft.com/office/officeart/2005/8/layout/target2"/>
    <dgm:cxn modelId="{2B97AA77-7346-4534-8556-0D939B26905B}" type="presOf" srcId="{31448C37-DBF2-4B76-9039-1CFBA3515F77}" destId="{A74619EB-575C-4BDD-9E0D-2D46C9BDB922}" srcOrd="0" destOrd="0" presId="urn:microsoft.com/office/officeart/2005/8/layout/target2"/>
    <dgm:cxn modelId="{D6FC6B09-CAC8-43A5-A0BE-E7E3750ADA3B}" srcId="{5AF63539-40E5-498E-AB0D-232EFBF13126}" destId="{31448C37-DBF2-4B76-9039-1CFBA3515F77}" srcOrd="2" destOrd="0" parTransId="{83139BEF-CA7D-4EDE-85D8-81740036D82E}" sibTransId="{7082847C-CA40-4B34-90CE-9351B019E3FA}"/>
    <dgm:cxn modelId="{E8D2A946-3BFE-4849-AFC3-816305056F63}" type="presOf" srcId="{5AF63539-40E5-498E-AB0D-232EFBF13126}" destId="{5F4C2FD0-EACE-4DAF-9797-0277BB1554C7}" srcOrd="0" destOrd="0" presId="urn:microsoft.com/office/officeart/2005/8/layout/target2"/>
    <dgm:cxn modelId="{F8F2E455-014A-413E-A9FC-F7E77E3E38D9}" srcId="{5AF63539-40E5-498E-AB0D-232EFBF13126}" destId="{BE2C7C37-6CAD-4B3E-A3E8-1732BE0B1F2B}" srcOrd="1" destOrd="0" parTransId="{47E916A2-C8EC-4889-A5B9-DFD4FD093251}" sibTransId="{9CE571B8-6F87-40C9-B46D-2A15DC39C3A1}"/>
    <dgm:cxn modelId="{5353EDAA-EE8D-4627-A55E-9CBD375D3BC7}" srcId="{AFD7ECCD-7CDB-48BB-9C86-C270625A7D2A}" destId="{65341500-D564-42B2-97FB-FD90E54B78BA}" srcOrd="3" destOrd="0" parTransId="{4EC5B7BB-8C51-4FAC-BD9B-D1BB84A4F989}" sibTransId="{B56186CE-0B87-4EF0-BBDA-1B8CF81F064B}"/>
    <dgm:cxn modelId="{1ABE616A-23FA-48C9-A329-305EE36BC901}" srcId="{5AF63539-40E5-498E-AB0D-232EFBF13126}" destId="{1A103868-22E5-4CC3-B3CF-19239BEE2570}" srcOrd="3" destOrd="0" parTransId="{436B1F19-5C99-4FC6-80A5-86F24509E9DA}" sibTransId="{D275A9CE-F821-49B8-B3A4-76BAA19B8185}"/>
    <dgm:cxn modelId="{453793A2-1618-4BF9-877B-3BE3309A8319}" srcId="{26B62647-9855-466E-9687-F3985079AFB3}" destId="{5AF63539-40E5-498E-AB0D-232EFBF13126}" srcOrd="1" destOrd="0" parTransId="{43C510B4-80C0-4B1C-A537-B6AB8EA6267D}" sibTransId="{BF9BFB8F-857D-404D-A694-A9E63542AE66}"/>
    <dgm:cxn modelId="{D76ED42C-E838-4230-847A-3BF04B1A2DEF}" type="presOf" srcId="{55BEC698-1D39-4D45-9C4E-A5E62D5E13F8}" destId="{C5ABA01B-D877-46A4-BBDA-E2FAA39E46EC}" srcOrd="0" destOrd="0" presId="urn:microsoft.com/office/officeart/2005/8/layout/target2"/>
    <dgm:cxn modelId="{2902B3B9-69B4-4FF6-9A94-5D007F09869A}" type="presParOf" srcId="{2D9B4A94-EBAD-4673-B82F-19A81BA82A09}" destId="{4E9C498A-91BA-4BE8-B8CF-5F0AA350593C}" srcOrd="0" destOrd="0" presId="urn:microsoft.com/office/officeart/2005/8/layout/target2"/>
    <dgm:cxn modelId="{E7C6A8CB-EB22-4A8F-9F5D-D396CAEB070F}" type="presParOf" srcId="{4E9C498A-91BA-4BE8-B8CF-5F0AA350593C}" destId="{C3ADAABC-F15C-4872-B2B5-36F62DD0BEFF}" srcOrd="0" destOrd="0" presId="urn:microsoft.com/office/officeart/2005/8/layout/target2"/>
    <dgm:cxn modelId="{8A9A44F5-B436-4F67-9559-4966F2BA102D}" type="presParOf" srcId="{4E9C498A-91BA-4BE8-B8CF-5F0AA350593C}" destId="{3E588FE2-EDE7-4427-9EA1-F3C32848862E}" srcOrd="1" destOrd="0" presId="urn:microsoft.com/office/officeart/2005/8/layout/target2"/>
    <dgm:cxn modelId="{94751B94-0055-4B5E-8E3A-24F146CE0EC4}" type="presParOf" srcId="{3E588FE2-EDE7-4427-9EA1-F3C32848862E}" destId="{C5ABA01B-D877-46A4-BBDA-E2FAA39E46EC}" srcOrd="0" destOrd="0" presId="urn:microsoft.com/office/officeart/2005/8/layout/target2"/>
    <dgm:cxn modelId="{18A58D2B-911A-4BA9-8175-EE2F1065A0A1}" type="presParOf" srcId="{3E588FE2-EDE7-4427-9EA1-F3C32848862E}" destId="{39AB8643-0A42-43EA-8CC7-68C3A210DDBE}" srcOrd="1" destOrd="0" presId="urn:microsoft.com/office/officeart/2005/8/layout/target2"/>
    <dgm:cxn modelId="{4F3140A4-D20C-44EA-8806-987A0430571B}" type="presParOf" srcId="{3E588FE2-EDE7-4427-9EA1-F3C32848862E}" destId="{E8E8D47F-7316-4D84-9299-8310399B6DB0}" srcOrd="2" destOrd="0" presId="urn:microsoft.com/office/officeart/2005/8/layout/target2"/>
    <dgm:cxn modelId="{4B39E0E6-0EF4-4EE1-84C2-3FC10B3E6C34}" type="presParOf" srcId="{3E588FE2-EDE7-4427-9EA1-F3C32848862E}" destId="{380E6CDA-29BB-40B2-A2A2-2625ED030651}" srcOrd="3" destOrd="0" presId="urn:microsoft.com/office/officeart/2005/8/layout/target2"/>
    <dgm:cxn modelId="{53EF87A8-AA60-496B-8883-F0226FD9D376}" type="presParOf" srcId="{3E588FE2-EDE7-4427-9EA1-F3C32848862E}" destId="{F34ED1C0-E3D3-4911-AE50-DDDCC1936E8B}" srcOrd="4" destOrd="0" presId="urn:microsoft.com/office/officeart/2005/8/layout/target2"/>
    <dgm:cxn modelId="{BF26751C-292D-4FE7-BE9A-8E06578EE1EE}" type="presParOf" srcId="{3E588FE2-EDE7-4427-9EA1-F3C32848862E}" destId="{28A92D53-F112-494F-99BA-8935A159EF98}" srcOrd="5" destOrd="0" presId="urn:microsoft.com/office/officeart/2005/8/layout/target2"/>
    <dgm:cxn modelId="{FC312C5F-0C72-400A-BC91-0F9C364C71EA}" type="presParOf" srcId="{3E588FE2-EDE7-4427-9EA1-F3C32848862E}" destId="{DBFA17E6-3128-4316-A4A3-BB931E82891D}" srcOrd="6" destOrd="0" presId="urn:microsoft.com/office/officeart/2005/8/layout/target2"/>
    <dgm:cxn modelId="{BF00BE37-AA18-4C2A-BD10-390435D92759}" type="presParOf" srcId="{2D9B4A94-EBAD-4673-B82F-19A81BA82A09}" destId="{DD9F9CF0-5947-4811-B129-3C3F4958501D}" srcOrd="1" destOrd="0" presId="urn:microsoft.com/office/officeart/2005/8/layout/target2"/>
    <dgm:cxn modelId="{33EDCDB1-06E2-408B-9A23-B94CAA34485E}" type="presParOf" srcId="{DD9F9CF0-5947-4811-B129-3C3F4958501D}" destId="{5F4C2FD0-EACE-4DAF-9797-0277BB1554C7}" srcOrd="0" destOrd="0" presId="urn:microsoft.com/office/officeart/2005/8/layout/target2"/>
    <dgm:cxn modelId="{7DF27A6F-53DD-47A4-A8E4-D54C9E419D2C}" type="presParOf" srcId="{DD9F9CF0-5947-4811-B129-3C3F4958501D}" destId="{12FE9004-B793-4CBB-AFAC-057CB5BCC98A}" srcOrd="1" destOrd="0" presId="urn:microsoft.com/office/officeart/2005/8/layout/target2"/>
    <dgm:cxn modelId="{5D4FB941-CEB9-4ECC-B150-F3E8791FAC65}" type="presParOf" srcId="{12FE9004-B793-4CBB-AFAC-057CB5BCC98A}" destId="{E83D8004-70E7-4241-A9D0-47C8181CD8A6}" srcOrd="0" destOrd="0" presId="urn:microsoft.com/office/officeart/2005/8/layout/target2"/>
    <dgm:cxn modelId="{0DC9EA13-094D-4C3B-BF3B-F9AB141792CF}" type="presParOf" srcId="{12FE9004-B793-4CBB-AFAC-057CB5BCC98A}" destId="{540A5750-2FFE-4AA0-977F-5DB10F67DBF4}" srcOrd="1" destOrd="0" presId="urn:microsoft.com/office/officeart/2005/8/layout/target2"/>
    <dgm:cxn modelId="{0BCC5C0D-E40C-4233-9B45-2D2A183A1476}" type="presParOf" srcId="{12FE9004-B793-4CBB-AFAC-057CB5BCC98A}" destId="{CAC117FC-A4D4-410F-9F7B-F5655D51D0B7}" srcOrd="2" destOrd="0" presId="urn:microsoft.com/office/officeart/2005/8/layout/target2"/>
    <dgm:cxn modelId="{3D931A5D-DFE4-49E0-ABBF-132DB706F0A2}" type="presParOf" srcId="{12FE9004-B793-4CBB-AFAC-057CB5BCC98A}" destId="{4B7838CA-435A-4CA3-A108-1628CA6FE585}" srcOrd="3" destOrd="0" presId="urn:microsoft.com/office/officeart/2005/8/layout/target2"/>
    <dgm:cxn modelId="{A6BB98B2-F1A8-491E-AACD-06CB9B67B55D}" type="presParOf" srcId="{12FE9004-B793-4CBB-AFAC-057CB5BCC98A}" destId="{A74619EB-575C-4BDD-9E0D-2D46C9BDB922}" srcOrd="4" destOrd="0" presId="urn:microsoft.com/office/officeart/2005/8/layout/target2"/>
    <dgm:cxn modelId="{91FE50C6-FAFC-4A0F-A77E-5A864B48EDE2}" type="presParOf" srcId="{12FE9004-B793-4CBB-AFAC-057CB5BCC98A}" destId="{DCFF33D1-6A26-4ECF-8BFB-72910465F5F6}" srcOrd="5" destOrd="0" presId="urn:microsoft.com/office/officeart/2005/8/layout/target2"/>
    <dgm:cxn modelId="{C90238C1-E373-4E3B-91E8-7FB62D6FEEA7}" type="presParOf" srcId="{12FE9004-B793-4CBB-AFAC-057CB5BCC98A}" destId="{5563201E-0DB5-4699-84AE-4B86FF9199BA}" srcOrd="6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6B62647-9855-466E-9687-F3985079AFB3}" type="doc">
      <dgm:prSet loTypeId="urn:microsoft.com/office/officeart/2005/8/layout/target2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55BEC698-1D39-4D45-9C4E-A5E62D5E13F8}">
      <dgm:prSet phldrT="[Text]"/>
      <dgm:spPr/>
      <dgm:t>
        <a:bodyPr/>
        <a:lstStyle/>
        <a:p>
          <a:r>
            <a:rPr lang="en-US" dirty="0" smtClean="0"/>
            <a:t>Function 1: variable f1a, variable f1b</a:t>
          </a:r>
        </a:p>
        <a:p>
          <a:r>
            <a:rPr lang="en-US" dirty="0" smtClean="0">
              <a:solidFill>
                <a:srgbClr val="C00000"/>
              </a:solidFill>
            </a:rPr>
            <a:t>f1a = n1*2</a:t>
          </a:r>
        </a:p>
      </dgm:t>
    </dgm:pt>
    <dgm:pt modelId="{A86251E2-9D51-414F-9A9A-8CFE77AC958B}" type="parTrans" cxnId="{EEB3ECAB-C570-43A1-9AE6-66BEDBD44E46}">
      <dgm:prSet/>
      <dgm:spPr/>
      <dgm:t>
        <a:bodyPr/>
        <a:lstStyle/>
        <a:p>
          <a:endParaRPr lang="en-US"/>
        </a:p>
      </dgm:t>
    </dgm:pt>
    <dgm:pt modelId="{DB66C7C3-A663-4A91-9355-28CDCF28E8B7}" type="sibTrans" cxnId="{EEB3ECAB-C570-43A1-9AE6-66BEDBD44E46}">
      <dgm:prSet/>
      <dgm:spPr/>
      <dgm:t>
        <a:bodyPr/>
        <a:lstStyle/>
        <a:p>
          <a:endParaRPr lang="en-US"/>
        </a:p>
      </dgm:t>
    </dgm:pt>
    <dgm:pt modelId="{5AF63539-40E5-498E-AB0D-232EFBF13126}">
      <dgm:prSet phldrT="[Text]" custT="1"/>
      <dgm:spPr/>
      <dgm:t>
        <a:bodyPr/>
        <a:lstStyle/>
        <a:p>
          <a:r>
            <a:rPr lang="en-US" sz="2300" dirty="0" smtClean="0"/>
            <a:t>Function 5: variable f3a, variable f3b</a:t>
          </a:r>
        </a:p>
      </dgm:t>
    </dgm:pt>
    <dgm:pt modelId="{BF9BFB8F-857D-404D-A694-A9E63542AE66}" type="sibTrans" cxnId="{453793A2-1618-4BF9-877B-3BE3309A8319}">
      <dgm:prSet/>
      <dgm:spPr/>
      <dgm:t>
        <a:bodyPr/>
        <a:lstStyle/>
        <a:p>
          <a:endParaRPr lang="en-US"/>
        </a:p>
      </dgm:t>
    </dgm:pt>
    <dgm:pt modelId="{43C510B4-80C0-4B1C-A537-B6AB8EA6267D}" type="parTrans" cxnId="{453793A2-1618-4BF9-877B-3BE3309A8319}">
      <dgm:prSet/>
      <dgm:spPr/>
      <dgm:t>
        <a:bodyPr/>
        <a:lstStyle/>
        <a:p>
          <a:endParaRPr lang="en-US"/>
        </a:p>
      </dgm:t>
    </dgm:pt>
    <dgm:pt modelId="{AFD7ECCD-7CDB-48BB-9C86-C270625A7D2A}">
      <dgm:prSet phldrT="[Text]"/>
      <dgm:spPr/>
      <dgm:t>
        <a:bodyPr/>
        <a:lstStyle/>
        <a:p>
          <a:r>
            <a:rPr lang="en-US" dirty="0" smtClean="0"/>
            <a:t>Main Function: variable m1, variable m2</a:t>
          </a:r>
          <a:endParaRPr lang="en-US" dirty="0"/>
        </a:p>
      </dgm:t>
    </dgm:pt>
    <dgm:pt modelId="{688F401B-1A31-4A14-B4ED-17F50584C36C}" type="sibTrans" cxnId="{263A7776-2C26-4432-AA40-B4D8BF2E7FDD}">
      <dgm:prSet/>
      <dgm:spPr/>
      <dgm:t>
        <a:bodyPr/>
        <a:lstStyle/>
        <a:p>
          <a:endParaRPr lang="en-US"/>
        </a:p>
      </dgm:t>
    </dgm:pt>
    <dgm:pt modelId="{4C74A118-D417-4F43-B804-7F7892B3B7C7}" type="parTrans" cxnId="{263A7776-2C26-4432-AA40-B4D8BF2E7FDD}">
      <dgm:prSet/>
      <dgm:spPr/>
      <dgm:t>
        <a:bodyPr/>
        <a:lstStyle/>
        <a:p>
          <a:endParaRPr lang="en-US"/>
        </a:p>
      </dgm:t>
    </dgm:pt>
    <dgm:pt modelId="{65341500-D564-42B2-97FB-FD90E54B78BA}">
      <dgm:prSet phldrT="[Text]"/>
      <dgm:spPr/>
      <dgm:t>
        <a:bodyPr/>
        <a:lstStyle/>
        <a:p>
          <a:r>
            <a:rPr lang="en-US" dirty="0" smtClean="0"/>
            <a:t>Function 4</a:t>
          </a:r>
        </a:p>
        <a:p>
          <a:r>
            <a:rPr lang="en-US" dirty="0" smtClean="0">
              <a:solidFill>
                <a:srgbClr val="C00000"/>
              </a:solidFill>
              <a:latin typeface="Consolas" pitchFamily="49" charset="0"/>
            </a:rPr>
            <a:t>f4a = m1*m1</a:t>
          </a:r>
          <a:endParaRPr lang="en-US" dirty="0"/>
        </a:p>
      </dgm:t>
    </dgm:pt>
    <dgm:pt modelId="{4EC5B7BB-8C51-4FAC-BD9B-D1BB84A4F989}" type="parTrans" cxnId="{5353EDAA-EE8D-4627-A55E-9CBD375D3BC7}">
      <dgm:prSet/>
      <dgm:spPr/>
      <dgm:t>
        <a:bodyPr/>
        <a:lstStyle/>
        <a:p>
          <a:endParaRPr lang="en-US"/>
        </a:p>
      </dgm:t>
    </dgm:pt>
    <dgm:pt modelId="{B56186CE-0B87-4EF0-BBDA-1B8CF81F064B}" type="sibTrans" cxnId="{5353EDAA-EE8D-4627-A55E-9CBD375D3BC7}">
      <dgm:prSet/>
      <dgm:spPr/>
      <dgm:t>
        <a:bodyPr/>
        <a:lstStyle/>
        <a:p>
          <a:endParaRPr lang="en-US"/>
        </a:p>
      </dgm:t>
    </dgm:pt>
    <dgm:pt modelId="{1A103868-22E5-4CC3-B3CF-19239BEE2570}">
      <dgm:prSet phldrT="[Text]"/>
      <dgm:spPr/>
      <dgm:t>
        <a:bodyPr/>
        <a:lstStyle/>
        <a:p>
          <a:r>
            <a:rPr lang="en-US" dirty="0" smtClean="0"/>
            <a:t>Function 4()</a:t>
          </a:r>
          <a:endParaRPr lang="en-US" dirty="0"/>
        </a:p>
      </dgm:t>
    </dgm:pt>
    <dgm:pt modelId="{D275A9CE-F821-49B8-B3A4-76BAA19B8185}" type="sibTrans" cxnId="{1ABE616A-23FA-48C9-A329-305EE36BC901}">
      <dgm:prSet/>
      <dgm:spPr/>
      <dgm:t>
        <a:bodyPr/>
        <a:lstStyle/>
        <a:p>
          <a:endParaRPr lang="en-US"/>
        </a:p>
      </dgm:t>
    </dgm:pt>
    <dgm:pt modelId="{436B1F19-5C99-4FC6-80A5-86F24509E9DA}" type="parTrans" cxnId="{1ABE616A-23FA-48C9-A329-305EE36BC901}">
      <dgm:prSet/>
      <dgm:spPr/>
      <dgm:t>
        <a:bodyPr/>
        <a:lstStyle/>
        <a:p>
          <a:endParaRPr lang="en-US"/>
        </a:p>
      </dgm:t>
    </dgm:pt>
    <dgm:pt modelId="{BE2C7C37-6CAD-4B3E-A3E8-1732BE0B1F2B}">
      <dgm:prSet phldrT="[Text]"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Function 1()</a:t>
          </a:r>
          <a:endParaRPr lang="en-US" dirty="0"/>
        </a:p>
      </dgm:t>
    </dgm:pt>
    <dgm:pt modelId="{9CE571B8-6F87-40C9-B46D-2A15DC39C3A1}" type="sibTrans" cxnId="{F8F2E455-014A-413E-A9FC-F7E77E3E38D9}">
      <dgm:prSet/>
      <dgm:spPr/>
      <dgm:t>
        <a:bodyPr/>
        <a:lstStyle/>
        <a:p>
          <a:endParaRPr lang="en-US"/>
        </a:p>
      </dgm:t>
    </dgm:pt>
    <dgm:pt modelId="{47E916A2-C8EC-4889-A5B9-DFD4FD093251}" type="parTrans" cxnId="{F8F2E455-014A-413E-A9FC-F7E77E3E38D9}">
      <dgm:prSet/>
      <dgm:spPr/>
      <dgm:t>
        <a:bodyPr/>
        <a:lstStyle/>
        <a:p>
          <a:endParaRPr lang="en-US"/>
        </a:p>
      </dgm:t>
    </dgm:pt>
    <dgm:pt modelId="{EDCA98A6-3BDD-4EF9-BFCC-40A42C0B223A}">
      <dgm:prSet phldrT="[Text]">
        <dgm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Function 1()</a:t>
          </a:r>
          <a:endParaRPr lang="en-US" dirty="0"/>
        </a:p>
      </dgm:t>
    </dgm:pt>
    <dgm:pt modelId="{2603D0C3-3007-44D2-BEF7-0A56F45DE93C}" type="parTrans" cxnId="{C8E557B4-E7C1-4903-B5A6-35C91738512E}">
      <dgm:prSet/>
      <dgm:spPr/>
      <dgm:t>
        <a:bodyPr/>
        <a:lstStyle/>
        <a:p>
          <a:endParaRPr lang="en-US"/>
        </a:p>
      </dgm:t>
    </dgm:pt>
    <dgm:pt modelId="{C40D1AC5-4D47-4511-AC0B-EEF0F56B3C13}" type="sibTrans" cxnId="{C8E557B4-E7C1-4903-B5A6-35C91738512E}">
      <dgm:prSet/>
      <dgm:spPr/>
      <dgm:t>
        <a:bodyPr/>
        <a:lstStyle/>
        <a:p>
          <a:endParaRPr lang="en-US"/>
        </a:p>
      </dgm:t>
    </dgm:pt>
    <dgm:pt modelId="{31448C37-DBF2-4B76-9039-1CFBA3515F77}">
      <dgm:prSet phldrT="[Text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Function 3()</a:t>
          </a:r>
          <a:endParaRPr lang="en-US" dirty="0"/>
        </a:p>
      </dgm:t>
    </dgm:pt>
    <dgm:pt modelId="{83139BEF-CA7D-4EDE-85D8-81740036D82E}" type="parTrans" cxnId="{D6FC6B09-CAC8-43A5-A0BE-E7E3750ADA3B}">
      <dgm:prSet/>
      <dgm:spPr/>
      <dgm:t>
        <a:bodyPr/>
        <a:lstStyle/>
        <a:p>
          <a:endParaRPr lang="en-US"/>
        </a:p>
      </dgm:t>
    </dgm:pt>
    <dgm:pt modelId="{7082847C-CA40-4B34-90CE-9351B019E3FA}" type="sibTrans" cxnId="{D6FC6B09-CAC8-43A5-A0BE-E7E3750ADA3B}">
      <dgm:prSet/>
      <dgm:spPr/>
      <dgm:t>
        <a:bodyPr/>
        <a:lstStyle/>
        <a:p>
          <a:endParaRPr lang="en-US"/>
        </a:p>
      </dgm:t>
    </dgm:pt>
    <dgm:pt modelId="{6B97C19F-4256-4300-8C4A-5A6D252B94E3}">
      <dgm:prSet phldrT="[Text]"/>
      <dgm:spPr/>
      <dgm:t>
        <a:bodyPr/>
        <a:lstStyle/>
        <a:p>
          <a:r>
            <a:rPr lang="en-US" dirty="0" smtClean="0"/>
            <a:t>Function 2: variable f2a, variable f2b</a:t>
          </a:r>
        </a:p>
        <a:p>
          <a:r>
            <a:rPr lang="en-US" dirty="0" smtClean="0">
              <a:solidFill>
                <a:srgbClr val="C00000"/>
              </a:solidFill>
            </a:rPr>
            <a:t>f2a = n1/4</a:t>
          </a:r>
        </a:p>
      </dgm:t>
    </dgm:pt>
    <dgm:pt modelId="{248E780C-AA1B-461F-985C-F1468FB66DA2}" type="parTrans" cxnId="{F4A46B1F-C193-4E52-816D-CCE39F4DBCB3}">
      <dgm:prSet/>
      <dgm:spPr/>
      <dgm:t>
        <a:bodyPr/>
        <a:lstStyle/>
        <a:p>
          <a:endParaRPr lang="en-US"/>
        </a:p>
      </dgm:t>
    </dgm:pt>
    <dgm:pt modelId="{C7A9DBDD-6D8E-4635-A805-DC87E5894EAE}" type="sibTrans" cxnId="{F4A46B1F-C193-4E52-816D-CCE39F4DBCB3}">
      <dgm:prSet/>
      <dgm:spPr/>
      <dgm:t>
        <a:bodyPr/>
        <a:lstStyle/>
        <a:p>
          <a:endParaRPr lang="en-US"/>
        </a:p>
      </dgm:t>
    </dgm:pt>
    <dgm:pt modelId="{F98A746D-B6BA-4564-8A4F-8BFE0B4D9247}">
      <dgm:prSet phldrT="[Text]"/>
      <dgm:spPr/>
      <dgm:t>
        <a:bodyPr/>
        <a:lstStyle/>
        <a:p>
          <a:r>
            <a:rPr lang="en-US" dirty="0" smtClean="0"/>
            <a:t>Function 3</a:t>
          </a:r>
        </a:p>
        <a:p>
          <a:r>
            <a:rPr lang="en-US" dirty="0" smtClean="0">
              <a:solidFill>
                <a:srgbClr val="C00000"/>
              </a:solidFill>
            </a:rPr>
            <a:t>m1 = 6</a:t>
          </a:r>
        </a:p>
      </dgm:t>
    </dgm:pt>
    <dgm:pt modelId="{FEC2413A-8E39-4380-86E2-D2AC56B251CF}" type="parTrans" cxnId="{F26447B3-A4FC-4DC5-8B3A-745D96F44546}">
      <dgm:prSet/>
      <dgm:spPr/>
      <dgm:t>
        <a:bodyPr/>
        <a:lstStyle/>
        <a:p>
          <a:endParaRPr lang="en-US"/>
        </a:p>
      </dgm:t>
    </dgm:pt>
    <dgm:pt modelId="{B978B944-FD3F-44BC-9EA1-F24CCFFC1514}" type="sibTrans" cxnId="{F26447B3-A4FC-4DC5-8B3A-745D96F44546}">
      <dgm:prSet/>
      <dgm:spPr/>
      <dgm:t>
        <a:bodyPr/>
        <a:lstStyle/>
        <a:p>
          <a:endParaRPr lang="en-US"/>
        </a:p>
      </dgm:t>
    </dgm:pt>
    <dgm:pt modelId="{2D9B4A94-EBAD-4673-B82F-19A81BA82A09}" type="pres">
      <dgm:prSet presAssocID="{26B62647-9855-466E-9687-F3985079AFB3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E9C498A-91BA-4BE8-B8CF-5F0AA350593C}" type="pres">
      <dgm:prSet presAssocID="{26B62647-9855-466E-9687-F3985079AFB3}" presName="outerBox" presStyleCnt="0"/>
      <dgm:spPr/>
      <dgm:t>
        <a:bodyPr/>
        <a:lstStyle/>
        <a:p>
          <a:endParaRPr lang="en-US"/>
        </a:p>
      </dgm:t>
    </dgm:pt>
    <dgm:pt modelId="{C3ADAABC-F15C-4872-B2B5-36F62DD0BEFF}" type="pres">
      <dgm:prSet presAssocID="{26B62647-9855-466E-9687-F3985079AFB3}" presName="outerBoxParent" presStyleLbl="node1" presStyleIdx="0" presStyleCnt="2"/>
      <dgm:spPr/>
      <dgm:t>
        <a:bodyPr/>
        <a:lstStyle/>
        <a:p>
          <a:endParaRPr lang="en-US"/>
        </a:p>
      </dgm:t>
    </dgm:pt>
    <dgm:pt modelId="{3E588FE2-EDE7-4427-9EA1-F3C32848862E}" type="pres">
      <dgm:prSet presAssocID="{26B62647-9855-466E-9687-F3985079AFB3}" presName="outerBoxChildren" presStyleCnt="0"/>
      <dgm:spPr/>
      <dgm:t>
        <a:bodyPr/>
        <a:lstStyle/>
        <a:p>
          <a:endParaRPr lang="en-US"/>
        </a:p>
      </dgm:t>
    </dgm:pt>
    <dgm:pt modelId="{C5ABA01B-D877-46A4-BBDA-E2FAA39E46EC}" type="pres">
      <dgm:prSet presAssocID="{55BEC698-1D39-4D45-9C4E-A5E62D5E13F8}" presName="oChild" presStyleLbl="fgAcc1" presStyleIdx="0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AB8643-0A42-43EA-8CC7-68C3A210DDBE}" type="pres">
      <dgm:prSet presAssocID="{DB66C7C3-A663-4A91-9355-28CDCF28E8B7}" presName="outerSibTrans" presStyleCnt="0"/>
      <dgm:spPr/>
      <dgm:t>
        <a:bodyPr/>
        <a:lstStyle/>
        <a:p>
          <a:endParaRPr lang="en-US"/>
        </a:p>
      </dgm:t>
    </dgm:pt>
    <dgm:pt modelId="{E8E8D47F-7316-4D84-9299-8310399B6DB0}" type="pres">
      <dgm:prSet presAssocID="{6B97C19F-4256-4300-8C4A-5A6D252B94E3}" presName="oChild" presStyleLbl="fgAcc1" presStyleIdx="1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0E6CDA-29BB-40B2-A2A2-2625ED030651}" type="pres">
      <dgm:prSet presAssocID="{C7A9DBDD-6D8E-4635-A805-DC87E5894EAE}" presName="outerSibTrans" presStyleCnt="0"/>
      <dgm:spPr/>
    </dgm:pt>
    <dgm:pt modelId="{F34ED1C0-E3D3-4911-AE50-DDDCC1936E8B}" type="pres">
      <dgm:prSet presAssocID="{F98A746D-B6BA-4564-8A4F-8BFE0B4D9247}" presName="oChild" presStyleLbl="fgAcc1" presStyleIdx="2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A92D53-F112-494F-99BA-8935A159EF98}" type="pres">
      <dgm:prSet presAssocID="{B978B944-FD3F-44BC-9EA1-F24CCFFC1514}" presName="outerSibTrans" presStyleCnt="0"/>
      <dgm:spPr/>
    </dgm:pt>
    <dgm:pt modelId="{DBFA17E6-3128-4316-A4A3-BB931E82891D}" type="pres">
      <dgm:prSet presAssocID="{65341500-D564-42B2-97FB-FD90E54B78BA}" presName="oChild" presStyleLbl="fgAcc1" presStyleIdx="3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9F9CF0-5947-4811-B129-3C3F4958501D}" type="pres">
      <dgm:prSet presAssocID="{26B62647-9855-466E-9687-F3985079AFB3}" presName="middleBox" presStyleCnt="0"/>
      <dgm:spPr/>
      <dgm:t>
        <a:bodyPr/>
        <a:lstStyle/>
        <a:p>
          <a:endParaRPr lang="en-US"/>
        </a:p>
      </dgm:t>
    </dgm:pt>
    <dgm:pt modelId="{5F4C2FD0-EACE-4DAF-9797-0277BB1554C7}" type="pres">
      <dgm:prSet presAssocID="{26B62647-9855-466E-9687-F3985079AFB3}" presName="middleBoxParent" presStyleLbl="node1" presStyleIdx="1" presStyleCnt="2"/>
      <dgm:spPr/>
      <dgm:t>
        <a:bodyPr/>
        <a:lstStyle/>
        <a:p>
          <a:endParaRPr lang="en-US"/>
        </a:p>
      </dgm:t>
    </dgm:pt>
    <dgm:pt modelId="{12FE9004-B793-4CBB-AFAC-057CB5BCC98A}" type="pres">
      <dgm:prSet presAssocID="{26B62647-9855-466E-9687-F3985079AFB3}" presName="middleBoxChildren" presStyleCnt="0"/>
      <dgm:spPr/>
      <dgm:t>
        <a:bodyPr/>
        <a:lstStyle/>
        <a:p>
          <a:endParaRPr lang="en-US"/>
        </a:p>
      </dgm:t>
    </dgm:pt>
    <dgm:pt modelId="{E83D8004-70E7-4241-A9D0-47C8181CD8A6}" type="pres">
      <dgm:prSet presAssocID="{EDCA98A6-3BDD-4EF9-BFCC-40A42C0B223A}" presName="mChild" presStyleLbl="fgAcc1" presStyleIdx="4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0A5750-2FFE-4AA0-977F-5DB10F67DBF4}" type="pres">
      <dgm:prSet presAssocID="{C40D1AC5-4D47-4511-AC0B-EEF0F56B3C13}" presName="middleSibTrans" presStyleCnt="0"/>
      <dgm:spPr/>
      <dgm:t>
        <a:bodyPr/>
        <a:lstStyle/>
        <a:p>
          <a:endParaRPr lang="en-US"/>
        </a:p>
      </dgm:t>
    </dgm:pt>
    <dgm:pt modelId="{CAC117FC-A4D4-410F-9F7B-F5655D51D0B7}" type="pres">
      <dgm:prSet presAssocID="{BE2C7C37-6CAD-4B3E-A3E8-1732BE0B1F2B}" presName="mChild" presStyleLbl="fgAcc1" presStyleIdx="5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B7838CA-435A-4CA3-A108-1628CA6FE585}" type="pres">
      <dgm:prSet presAssocID="{9CE571B8-6F87-40C9-B46D-2A15DC39C3A1}" presName="middleSibTrans" presStyleCnt="0"/>
      <dgm:spPr/>
      <dgm:t>
        <a:bodyPr/>
        <a:lstStyle/>
        <a:p>
          <a:endParaRPr lang="en-US"/>
        </a:p>
      </dgm:t>
    </dgm:pt>
    <dgm:pt modelId="{A74619EB-575C-4BDD-9E0D-2D46C9BDB922}" type="pres">
      <dgm:prSet presAssocID="{31448C37-DBF2-4B76-9039-1CFBA3515F77}" presName="mChild" presStyleLbl="fgAcc1" presStyleIdx="6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FF33D1-6A26-4ECF-8BFB-72910465F5F6}" type="pres">
      <dgm:prSet presAssocID="{7082847C-CA40-4B34-90CE-9351B019E3FA}" presName="middleSibTrans" presStyleCnt="0"/>
      <dgm:spPr/>
    </dgm:pt>
    <dgm:pt modelId="{5563201E-0DB5-4699-84AE-4B86FF9199BA}" type="pres">
      <dgm:prSet presAssocID="{1A103868-22E5-4CC3-B3CF-19239BEE2570}" presName="mChild" presStyleLbl="fgAcc1" presStyleIdx="7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26447B3-A4FC-4DC5-8B3A-745D96F44546}" srcId="{AFD7ECCD-7CDB-48BB-9C86-C270625A7D2A}" destId="{F98A746D-B6BA-4564-8A4F-8BFE0B4D9247}" srcOrd="2" destOrd="0" parTransId="{FEC2413A-8E39-4380-86E2-D2AC56B251CF}" sibTransId="{B978B944-FD3F-44BC-9EA1-F24CCFFC1514}"/>
    <dgm:cxn modelId="{9E7D6EE8-E544-4BA8-835B-BA2FB6449135}" type="presOf" srcId="{BE2C7C37-6CAD-4B3E-A3E8-1732BE0B1F2B}" destId="{CAC117FC-A4D4-410F-9F7B-F5655D51D0B7}" srcOrd="0" destOrd="0" presId="urn:microsoft.com/office/officeart/2005/8/layout/target2"/>
    <dgm:cxn modelId="{CCEF9A7A-F3C7-4866-AA9E-BAD193D2FD67}" type="presOf" srcId="{EDCA98A6-3BDD-4EF9-BFCC-40A42C0B223A}" destId="{E83D8004-70E7-4241-A9D0-47C8181CD8A6}" srcOrd="0" destOrd="0" presId="urn:microsoft.com/office/officeart/2005/8/layout/target2"/>
    <dgm:cxn modelId="{F4A46B1F-C193-4E52-816D-CCE39F4DBCB3}" srcId="{AFD7ECCD-7CDB-48BB-9C86-C270625A7D2A}" destId="{6B97C19F-4256-4300-8C4A-5A6D252B94E3}" srcOrd="1" destOrd="0" parTransId="{248E780C-AA1B-461F-985C-F1468FB66DA2}" sibTransId="{C7A9DBDD-6D8E-4635-A805-DC87E5894EAE}"/>
    <dgm:cxn modelId="{A68D6922-29F4-4E18-9B80-E157AC3E2182}" type="presOf" srcId="{65341500-D564-42B2-97FB-FD90E54B78BA}" destId="{DBFA17E6-3128-4316-A4A3-BB931E82891D}" srcOrd="0" destOrd="0" presId="urn:microsoft.com/office/officeart/2005/8/layout/target2"/>
    <dgm:cxn modelId="{EB34EBB1-93A3-430A-A2E5-5FB9F39ED461}" type="presOf" srcId="{5AF63539-40E5-498E-AB0D-232EFBF13126}" destId="{5F4C2FD0-EACE-4DAF-9797-0277BB1554C7}" srcOrd="0" destOrd="0" presId="urn:microsoft.com/office/officeart/2005/8/layout/target2"/>
    <dgm:cxn modelId="{E8EE9B38-A6A7-42EC-959C-F36BAAE18C36}" type="presOf" srcId="{31448C37-DBF2-4B76-9039-1CFBA3515F77}" destId="{A74619EB-575C-4BDD-9E0D-2D46C9BDB922}" srcOrd="0" destOrd="0" presId="urn:microsoft.com/office/officeart/2005/8/layout/target2"/>
    <dgm:cxn modelId="{263A7776-2C26-4432-AA40-B4D8BF2E7FDD}" srcId="{26B62647-9855-466E-9687-F3985079AFB3}" destId="{AFD7ECCD-7CDB-48BB-9C86-C270625A7D2A}" srcOrd="0" destOrd="0" parTransId="{4C74A118-D417-4F43-B804-7F7892B3B7C7}" sibTransId="{688F401B-1A31-4A14-B4ED-17F50584C36C}"/>
    <dgm:cxn modelId="{EEB3ECAB-C570-43A1-9AE6-66BEDBD44E46}" srcId="{AFD7ECCD-7CDB-48BB-9C86-C270625A7D2A}" destId="{55BEC698-1D39-4D45-9C4E-A5E62D5E13F8}" srcOrd="0" destOrd="0" parTransId="{A86251E2-9D51-414F-9A9A-8CFE77AC958B}" sibTransId="{DB66C7C3-A663-4A91-9355-28CDCF28E8B7}"/>
    <dgm:cxn modelId="{C8E557B4-E7C1-4903-B5A6-35C91738512E}" srcId="{5AF63539-40E5-498E-AB0D-232EFBF13126}" destId="{EDCA98A6-3BDD-4EF9-BFCC-40A42C0B223A}" srcOrd="0" destOrd="0" parTransId="{2603D0C3-3007-44D2-BEF7-0A56F45DE93C}" sibTransId="{C40D1AC5-4D47-4511-AC0B-EEF0F56B3C13}"/>
    <dgm:cxn modelId="{E9C1D63F-F512-4949-AE68-C29EBAAF61CD}" type="presOf" srcId="{1A103868-22E5-4CC3-B3CF-19239BEE2570}" destId="{5563201E-0DB5-4699-84AE-4B86FF9199BA}" srcOrd="0" destOrd="0" presId="urn:microsoft.com/office/officeart/2005/8/layout/target2"/>
    <dgm:cxn modelId="{D6FC6B09-CAC8-43A5-A0BE-E7E3750ADA3B}" srcId="{5AF63539-40E5-498E-AB0D-232EFBF13126}" destId="{31448C37-DBF2-4B76-9039-1CFBA3515F77}" srcOrd="2" destOrd="0" parTransId="{83139BEF-CA7D-4EDE-85D8-81740036D82E}" sibTransId="{7082847C-CA40-4B34-90CE-9351B019E3FA}"/>
    <dgm:cxn modelId="{6BBCA78F-9830-457D-9BE5-F5360A828F87}" type="presOf" srcId="{6B97C19F-4256-4300-8C4A-5A6D252B94E3}" destId="{E8E8D47F-7316-4D84-9299-8310399B6DB0}" srcOrd="0" destOrd="0" presId="urn:microsoft.com/office/officeart/2005/8/layout/target2"/>
    <dgm:cxn modelId="{F8F2E455-014A-413E-A9FC-F7E77E3E38D9}" srcId="{5AF63539-40E5-498E-AB0D-232EFBF13126}" destId="{BE2C7C37-6CAD-4B3E-A3E8-1732BE0B1F2B}" srcOrd="1" destOrd="0" parTransId="{47E916A2-C8EC-4889-A5B9-DFD4FD093251}" sibTransId="{9CE571B8-6F87-40C9-B46D-2A15DC39C3A1}"/>
    <dgm:cxn modelId="{9DA73866-AFAF-4BA4-9A90-E6A20EFDC292}" type="presOf" srcId="{F98A746D-B6BA-4564-8A4F-8BFE0B4D9247}" destId="{F34ED1C0-E3D3-4911-AE50-DDDCC1936E8B}" srcOrd="0" destOrd="0" presId="urn:microsoft.com/office/officeart/2005/8/layout/target2"/>
    <dgm:cxn modelId="{5353EDAA-EE8D-4627-A55E-9CBD375D3BC7}" srcId="{AFD7ECCD-7CDB-48BB-9C86-C270625A7D2A}" destId="{65341500-D564-42B2-97FB-FD90E54B78BA}" srcOrd="3" destOrd="0" parTransId="{4EC5B7BB-8C51-4FAC-BD9B-D1BB84A4F989}" sibTransId="{B56186CE-0B87-4EF0-BBDA-1B8CF81F064B}"/>
    <dgm:cxn modelId="{1ABE616A-23FA-48C9-A329-305EE36BC901}" srcId="{5AF63539-40E5-498E-AB0D-232EFBF13126}" destId="{1A103868-22E5-4CC3-B3CF-19239BEE2570}" srcOrd="3" destOrd="0" parTransId="{436B1F19-5C99-4FC6-80A5-86F24509E9DA}" sibTransId="{D275A9CE-F821-49B8-B3A4-76BAA19B8185}"/>
    <dgm:cxn modelId="{453793A2-1618-4BF9-877B-3BE3309A8319}" srcId="{26B62647-9855-466E-9687-F3985079AFB3}" destId="{5AF63539-40E5-498E-AB0D-232EFBF13126}" srcOrd="1" destOrd="0" parTransId="{43C510B4-80C0-4B1C-A537-B6AB8EA6267D}" sibTransId="{BF9BFB8F-857D-404D-A694-A9E63542AE66}"/>
    <dgm:cxn modelId="{5CC65A80-2895-4D01-818E-D21778AE32A0}" type="presOf" srcId="{AFD7ECCD-7CDB-48BB-9C86-C270625A7D2A}" destId="{C3ADAABC-F15C-4872-B2B5-36F62DD0BEFF}" srcOrd="0" destOrd="0" presId="urn:microsoft.com/office/officeart/2005/8/layout/target2"/>
    <dgm:cxn modelId="{C66AB1CA-0F64-4EE7-AD4C-1A7F9AD09444}" type="presOf" srcId="{55BEC698-1D39-4D45-9C4E-A5E62D5E13F8}" destId="{C5ABA01B-D877-46A4-BBDA-E2FAA39E46EC}" srcOrd="0" destOrd="0" presId="urn:microsoft.com/office/officeart/2005/8/layout/target2"/>
    <dgm:cxn modelId="{18972D35-F426-4BB9-84A0-081C40C51E59}" type="presOf" srcId="{26B62647-9855-466E-9687-F3985079AFB3}" destId="{2D9B4A94-EBAD-4673-B82F-19A81BA82A09}" srcOrd="0" destOrd="0" presId="urn:microsoft.com/office/officeart/2005/8/layout/target2"/>
    <dgm:cxn modelId="{EADFE1F4-D6F7-4167-89BC-BC27D127F0E6}" type="presParOf" srcId="{2D9B4A94-EBAD-4673-B82F-19A81BA82A09}" destId="{4E9C498A-91BA-4BE8-B8CF-5F0AA350593C}" srcOrd="0" destOrd="0" presId="urn:microsoft.com/office/officeart/2005/8/layout/target2"/>
    <dgm:cxn modelId="{C14BE27A-6F9B-48C0-9D41-45C27AF281CA}" type="presParOf" srcId="{4E9C498A-91BA-4BE8-B8CF-5F0AA350593C}" destId="{C3ADAABC-F15C-4872-B2B5-36F62DD0BEFF}" srcOrd="0" destOrd="0" presId="urn:microsoft.com/office/officeart/2005/8/layout/target2"/>
    <dgm:cxn modelId="{91274693-9F31-4108-B9D5-C4690F635A34}" type="presParOf" srcId="{4E9C498A-91BA-4BE8-B8CF-5F0AA350593C}" destId="{3E588FE2-EDE7-4427-9EA1-F3C32848862E}" srcOrd="1" destOrd="0" presId="urn:microsoft.com/office/officeart/2005/8/layout/target2"/>
    <dgm:cxn modelId="{36826476-2B8B-4A1D-9680-F0C47E10D4DD}" type="presParOf" srcId="{3E588FE2-EDE7-4427-9EA1-F3C32848862E}" destId="{C5ABA01B-D877-46A4-BBDA-E2FAA39E46EC}" srcOrd="0" destOrd="0" presId="urn:microsoft.com/office/officeart/2005/8/layout/target2"/>
    <dgm:cxn modelId="{D010E915-44AF-4E52-8B85-CAEBF114F84B}" type="presParOf" srcId="{3E588FE2-EDE7-4427-9EA1-F3C32848862E}" destId="{39AB8643-0A42-43EA-8CC7-68C3A210DDBE}" srcOrd="1" destOrd="0" presId="urn:microsoft.com/office/officeart/2005/8/layout/target2"/>
    <dgm:cxn modelId="{1661689F-69EC-40C6-8A04-587068F78F6D}" type="presParOf" srcId="{3E588FE2-EDE7-4427-9EA1-F3C32848862E}" destId="{E8E8D47F-7316-4D84-9299-8310399B6DB0}" srcOrd="2" destOrd="0" presId="urn:microsoft.com/office/officeart/2005/8/layout/target2"/>
    <dgm:cxn modelId="{CE301D17-6E7A-4125-8699-D412471A0EDE}" type="presParOf" srcId="{3E588FE2-EDE7-4427-9EA1-F3C32848862E}" destId="{380E6CDA-29BB-40B2-A2A2-2625ED030651}" srcOrd="3" destOrd="0" presId="urn:microsoft.com/office/officeart/2005/8/layout/target2"/>
    <dgm:cxn modelId="{C603354C-3246-42FB-A6D0-C344D6D49B95}" type="presParOf" srcId="{3E588FE2-EDE7-4427-9EA1-F3C32848862E}" destId="{F34ED1C0-E3D3-4911-AE50-DDDCC1936E8B}" srcOrd="4" destOrd="0" presId="urn:microsoft.com/office/officeart/2005/8/layout/target2"/>
    <dgm:cxn modelId="{DA4CC3EB-2B09-4005-BC33-743B83B4BBD8}" type="presParOf" srcId="{3E588FE2-EDE7-4427-9EA1-F3C32848862E}" destId="{28A92D53-F112-494F-99BA-8935A159EF98}" srcOrd="5" destOrd="0" presId="urn:microsoft.com/office/officeart/2005/8/layout/target2"/>
    <dgm:cxn modelId="{2F03024C-4D26-424E-B276-EE56D3D26858}" type="presParOf" srcId="{3E588FE2-EDE7-4427-9EA1-F3C32848862E}" destId="{DBFA17E6-3128-4316-A4A3-BB931E82891D}" srcOrd="6" destOrd="0" presId="urn:microsoft.com/office/officeart/2005/8/layout/target2"/>
    <dgm:cxn modelId="{95495B16-106B-4C93-A078-FD6848DC66E6}" type="presParOf" srcId="{2D9B4A94-EBAD-4673-B82F-19A81BA82A09}" destId="{DD9F9CF0-5947-4811-B129-3C3F4958501D}" srcOrd="1" destOrd="0" presId="urn:microsoft.com/office/officeart/2005/8/layout/target2"/>
    <dgm:cxn modelId="{C8A07D25-7669-44A7-A69D-1A5CAE26F3ED}" type="presParOf" srcId="{DD9F9CF0-5947-4811-B129-3C3F4958501D}" destId="{5F4C2FD0-EACE-4DAF-9797-0277BB1554C7}" srcOrd="0" destOrd="0" presId="urn:microsoft.com/office/officeart/2005/8/layout/target2"/>
    <dgm:cxn modelId="{D015CC35-0A8C-48DB-B454-46FEC7C3E3DA}" type="presParOf" srcId="{DD9F9CF0-5947-4811-B129-3C3F4958501D}" destId="{12FE9004-B793-4CBB-AFAC-057CB5BCC98A}" srcOrd="1" destOrd="0" presId="urn:microsoft.com/office/officeart/2005/8/layout/target2"/>
    <dgm:cxn modelId="{8E26CB02-083D-439A-9D6B-B2DB0A43811F}" type="presParOf" srcId="{12FE9004-B793-4CBB-AFAC-057CB5BCC98A}" destId="{E83D8004-70E7-4241-A9D0-47C8181CD8A6}" srcOrd="0" destOrd="0" presId="urn:microsoft.com/office/officeart/2005/8/layout/target2"/>
    <dgm:cxn modelId="{35660340-5555-4128-B1EF-5CD0421AA4A5}" type="presParOf" srcId="{12FE9004-B793-4CBB-AFAC-057CB5BCC98A}" destId="{540A5750-2FFE-4AA0-977F-5DB10F67DBF4}" srcOrd="1" destOrd="0" presId="urn:microsoft.com/office/officeart/2005/8/layout/target2"/>
    <dgm:cxn modelId="{C8EA7E57-16BA-4899-B55B-75F04878FF8A}" type="presParOf" srcId="{12FE9004-B793-4CBB-AFAC-057CB5BCC98A}" destId="{CAC117FC-A4D4-410F-9F7B-F5655D51D0B7}" srcOrd="2" destOrd="0" presId="urn:microsoft.com/office/officeart/2005/8/layout/target2"/>
    <dgm:cxn modelId="{A70A6603-4B6E-4B7E-B6EE-B23AC5D59F17}" type="presParOf" srcId="{12FE9004-B793-4CBB-AFAC-057CB5BCC98A}" destId="{4B7838CA-435A-4CA3-A108-1628CA6FE585}" srcOrd="3" destOrd="0" presId="urn:microsoft.com/office/officeart/2005/8/layout/target2"/>
    <dgm:cxn modelId="{BC89877F-C845-479F-9709-E7A7936D7585}" type="presParOf" srcId="{12FE9004-B793-4CBB-AFAC-057CB5BCC98A}" destId="{A74619EB-575C-4BDD-9E0D-2D46C9BDB922}" srcOrd="4" destOrd="0" presId="urn:microsoft.com/office/officeart/2005/8/layout/target2"/>
    <dgm:cxn modelId="{52F54C2E-4A07-43A3-82E0-70D53ADF3762}" type="presParOf" srcId="{12FE9004-B793-4CBB-AFAC-057CB5BCC98A}" destId="{DCFF33D1-6A26-4ECF-8BFB-72910465F5F6}" srcOrd="5" destOrd="0" presId="urn:microsoft.com/office/officeart/2005/8/layout/target2"/>
    <dgm:cxn modelId="{E76E8804-DB55-47DC-9FCE-4B170D27EF25}" type="presParOf" srcId="{12FE9004-B793-4CBB-AFAC-057CB5BCC98A}" destId="{5563201E-0DB5-4699-84AE-4B86FF9199BA}" srcOrd="6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6B62647-9855-466E-9687-F3985079AFB3}" type="doc">
      <dgm:prSet loTypeId="urn:microsoft.com/office/officeart/2005/8/layout/target2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55BEC698-1D39-4D45-9C4E-A5E62D5E13F8}">
      <dgm:prSet phldrT="[Text]"/>
      <dgm:spPr/>
      <dgm:t>
        <a:bodyPr/>
        <a:lstStyle/>
        <a:p>
          <a:r>
            <a:rPr lang="en-US" dirty="0" smtClean="0"/>
            <a:t>Function 1: variable f1a, variable f1b</a:t>
          </a:r>
        </a:p>
        <a:p>
          <a:r>
            <a:rPr lang="en-US" dirty="0" smtClean="0">
              <a:solidFill>
                <a:srgbClr val="C00000"/>
              </a:solidFill>
            </a:rPr>
            <a:t>f1a = n1*2</a:t>
          </a:r>
        </a:p>
      </dgm:t>
    </dgm:pt>
    <dgm:pt modelId="{A86251E2-9D51-414F-9A9A-8CFE77AC958B}" type="parTrans" cxnId="{EEB3ECAB-C570-43A1-9AE6-66BEDBD44E46}">
      <dgm:prSet/>
      <dgm:spPr/>
      <dgm:t>
        <a:bodyPr/>
        <a:lstStyle/>
        <a:p>
          <a:endParaRPr lang="en-US"/>
        </a:p>
      </dgm:t>
    </dgm:pt>
    <dgm:pt modelId="{DB66C7C3-A663-4A91-9355-28CDCF28E8B7}" type="sibTrans" cxnId="{EEB3ECAB-C570-43A1-9AE6-66BEDBD44E46}">
      <dgm:prSet/>
      <dgm:spPr/>
      <dgm:t>
        <a:bodyPr/>
        <a:lstStyle/>
        <a:p>
          <a:endParaRPr lang="en-US"/>
        </a:p>
      </dgm:t>
    </dgm:pt>
    <dgm:pt modelId="{5AF63539-40E5-498E-AB0D-232EFBF13126}">
      <dgm:prSet phldrT="[Text]" custT="1"/>
      <dgm:spPr/>
      <dgm:t>
        <a:bodyPr/>
        <a:lstStyle/>
        <a:p>
          <a:r>
            <a:rPr lang="en-US" sz="2300" dirty="0" smtClean="0"/>
            <a:t>Function 5: variable f3a, variable f3b</a:t>
          </a:r>
        </a:p>
      </dgm:t>
    </dgm:pt>
    <dgm:pt modelId="{BF9BFB8F-857D-404D-A694-A9E63542AE66}" type="sibTrans" cxnId="{453793A2-1618-4BF9-877B-3BE3309A8319}">
      <dgm:prSet/>
      <dgm:spPr/>
      <dgm:t>
        <a:bodyPr/>
        <a:lstStyle/>
        <a:p>
          <a:endParaRPr lang="en-US"/>
        </a:p>
      </dgm:t>
    </dgm:pt>
    <dgm:pt modelId="{43C510B4-80C0-4B1C-A537-B6AB8EA6267D}" type="parTrans" cxnId="{453793A2-1618-4BF9-877B-3BE3309A8319}">
      <dgm:prSet/>
      <dgm:spPr/>
      <dgm:t>
        <a:bodyPr/>
        <a:lstStyle/>
        <a:p>
          <a:endParaRPr lang="en-US"/>
        </a:p>
      </dgm:t>
    </dgm:pt>
    <dgm:pt modelId="{AFD7ECCD-7CDB-48BB-9C86-C270625A7D2A}">
      <dgm:prSet phldrT="[Text]"/>
      <dgm:spPr/>
      <dgm:t>
        <a:bodyPr/>
        <a:lstStyle/>
        <a:p>
          <a:r>
            <a:rPr lang="en-US" dirty="0" smtClean="0"/>
            <a:t>Main Function: variable m1, variable m2</a:t>
          </a:r>
          <a:endParaRPr lang="en-US" dirty="0"/>
        </a:p>
      </dgm:t>
    </dgm:pt>
    <dgm:pt modelId="{688F401B-1A31-4A14-B4ED-17F50584C36C}" type="sibTrans" cxnId="{263A7776-2C26-4432-AA40-B4D8BF2E7FDD}">
      <dgm:prSet/>
      <dgm:spPr/>
      <dgm:t>
        <a:bodyPr/>
        <a:lstStyle/>
        <a:p>
          <a:endParaRPr lang="en-US"/>
        </a:p>
      </dgm:t>
    </dgm:pt>
    <dgm:pt modelId="{4C74A118-D417-4F43-B804-7F7892B3B7C7}" type="parTrans" cxnId="{263A7776-2C26-4432-AA40-B4D8BF2E7FDD}">
      <dgm:prSet/>
      <dgm:spPr/>
      <dgm:t>
        <a:bodyPr/>
        <a:lstStyle/>
        <a:p>
          <a:endParaRPr lang="en-US"/>
        </a:p>
      </dgm:t>
    </dgm:pt>
    <dgm:pt modelId="{65341500-D564-42B2-97FB-FD90E54B78BA}">
      <dgm:prSet phldrT="[Text]"/>
      <dgm:spPr/>
      <dgm:t>
        <a:bodyPr/>
        <a:lstStyle/>
        <a:p>
          <a:r>
            <a:rPr lang="en-US" dirty="0" smtClean="0"/>
            <a:t>Function 4</a:t>
          </a:r>
        </a:p>
        <a:p>
          <a:r>
            <a:rPr lang="en-US" dirty="0" smtClean="0">
              <a:solidFill>
                <a:srgbClr val="C00000"/>
              </a:solidFill>
              <a:latin typeface="Consolas" pitchFamily="49" charset="0"/>
            </a:rPr>
            <a:t>f4a = m1*m1</a:t>
          </a:r>
          <a:endParaRPr lang="en-US" dirty="0"/>
        </a:p>
      </dgm:t>
    </dgm:pt>
    <dgm:pt modelId="{4EC5B7BB-8C51-4FAC-BD9B-D1BB84A4F989}" type="parTrans" cxnId="{5353EDAA-EE8D-4627-A55E-9CBD375D3BC7}">
      <dgm:prSet/>
      <dgm:spPr/>
      <dgm:t>
        <a:bodyPr/>
        <a:lstStyle/>
        <a:p>
          <a:endParaRPr lang="en-US"/>
        </a:p>
      </dgm:t>
    </dgm:pt>
    <dgm:pt modelId="{B56186CE-0B87-4EF0-BBDA-1B8CF81F064B}" type="sibTrans" cxnId="{5353EDAA-EE8D-4627-A55E-9CBD375D3BC7}">
      <dgm:prSet/>
      <dgm:spPr/>
      <dgm:t>
        <a:bodyPr/>
        <a:lstStyle/>
        <a:p>
          <a:endParaRPr lang="en-US"/>
        </a:p>
      </dgm:t>
    </dgm:pt>
    <dgm:pt modelId="{1A103868-22E5-4CC3-B3CF-19239BEE2570}">
      <dgm:prSet phldrT="[Text]"/>
      <dgm:spPr/>
      <dgm:t>
        <a:bodyPr/>
        <a:lstStyle/>
        <a:p>
          <a:r>
            <a:rPr lang="en-US" dirty="0" smtClean="0"/>
            <a:t>Function 4()</a:t>
          </a:r>
          <a:endParaRPr lang="en-US" dirty="0"/>
        </a:p>
      </dgm:t>
    </dgm:pt>
    <dgm:pt modelId="{D275A9CE-F821-49B8-B3A4-76BAA19B8185}" type="sibTrans" cxnId="{1ABE616A-23FA-48C9-A329-305EE36BC901}">
      <dgm:prSet/>
      <dgm:spPr/>
      <dgm:t>
        <a:bodyPr/>
        <a:lstStyle/>
        <a:p>
          <a:endParaRPr lang="en-US"/>
        </a:p>
      </dgm:t>
    </dgm:pt>
    <dgm:pt modelId="{436B1F19-5C99-4FC6-80A5-86F24509E9DA}" type="parTrans" cxnId="{1ABE616A-23FA-48C9-A329-305EE36BC901}">
      <dgm:prSet/>
      <dgm:spPr/>
      <dgm:t>
        <a:bodyPr/>
        <a:lstStyle/>
        <a:p>
          <a:endParaRPr lang="en-US"/>
        </a:p>
      </dgm:t>
    </dgm:pt>
    <dgm:pt modelId="{BE2C7C37-6CAD-4B3E-A3E8-1732BE0B1F2B}">
      <dgm:prSet phldrT="[Text]"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Function 1()</a:t>
          </a:r>
          <a:endParaRPr lang="en-US" dirty="0"/>
        </a:p>
      </dgm:t>
    </dgm:pt>
    <dgm:pt modelId="{9CE571B8-6F87-40C9-B46D-2A15DC39C3A1}" type="sibTrans" cxnId="{F8F2E455-014A-413E-A9FC-F7E77E3E38D9}">
      <dgm:prSet/>
      <dgm:spPr/>
      <dgm:t>
        <a:bodyPr/>
        <a:lstStyle/>
        <a:p>
          <a:endParaRPr lang="en-US"/>
        </a:p>
      </dgm:t>
    </dgm:pt>
    <dgm:pt modelId="{47E916A2-C8EC-4889-A5B9-DFD4FD093251}" type="parTrans" cxnId="{F8F2E455-014A-413E-A9FC-F7E77E3E38D9}">
      <dgm:prSet/>
      <dgm:spPr/>
      <dgm:t>
        <a:bodyPr/>
        <a:lstStyle/>
        <a:p>
          <a:endParaRPr lang="en-US"/>
        </a:p>
      </dgm:t>
    </dgm:pt>
    <dgm:pt modelId="{EDCA98A6-3BDD-4EF9-BFCC-40A42C0B223A}">
      <dgm:prSet phldrT="[Text]">
        <dgm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Function 1()</a:t>
          </a:r>
          <a:endParaRPr lang="en-US" dirty="0"/>
        </a:p>
      </dgm:t>
    </dgm:pt>
    <dgm:pt modelId="{2603D0C3-3007-44D2-BEF7-0A56F45DE93C}" type="parTrans" cxnId="{C8E557B4-E7C1-4903-B5A6-35C91738512E}">
      <dgm:prSet/>
      <dgm:spPr/>
      <dgm:t>
        <a:bodyPr/>
        <a:lstStyle/>
        <a:p>
          <a:endParaRPr lang="en-US"/>
        </a:p>
      </dgm:t>
    </dgm:pt>
    <dgm:pt modelId="{C40D1AC5-4D47-4511-AC0B-EEF0F56B3C13}" type="sibTrans" cxnId="{C8E557B4-E7C1-4903-B5A6-35C91738512E}">
      <dgm:prSet/>
      <dgm:spPr/>
      <dgm:t>
        <a:bodyPr/>
        <a:lstStyle/>
        <a:p>
          <a:endParaRPr lang="en-US"/>
        </a:p>
      </dgm:t>
    </dgm:pt>
    <dgm:pt modelId="{31448C37-DBF2-4B76-9039-1CFBA3515F77}">
      <dgm:prSet phldrT="[Text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Function 3()</a:t>
          </a:r>
          <a:endParaRPr lang="en-US" dirty="0"/>
        </a:p>
      </dgm:t>
    </dgm:pt>
    <dgm:pt modelId="{83139BEF-CA7D-4EDE-85D8-81740036D82E}" type="parTrans" cxnId="{D6FC6B09-CAC8-43A5-A0BE-E7E3750ADA3B}">
      <dgm:prSet/>
      <dgm:spPr/>
      <dgm:t>
        <a:bodyPr/>
        <a:lstStyle/>
        <a:p>
          <a:endParaRPr lang="en-US"/>
        </a:p>
      </dgm:t>
    </dgm:pt>
    <dgm:pt modelId="{7082847C-CA40-4B34-90CE-9351B019E3FA}" type="sibTrans" cxnId="{D6FC6B09-CAC8-43A5-A0BE-E7E3750ADA3B}">
      <dgm:prSet/>
      <dgm:spPr/>
      <dgm:t>
        <a:bodyPr/>
        <a:lstStyle/>
        <a:p>
          <a:endParaRPr lang="en-US"/>
        </a:p>
      </dgm:t>
    </dgm:pt>
    <dgm:pt modelId="{6B97C19F-4256-4300-8C4A-5A6D252B94E3}">
      <dgm:prSet phldrT="[Text]"/>
      <dgm:spPr/>
      <dgm:t>
        <a:bodyPr/>
        <a:lstStyle/>
        <a:p>
          <a:r>
            <a:rPr lang="en-US" dirty="0" smtClean="0"/>
            <a:t>Function 2: variable f2a, variable f2b</a:t>
          </a:r>
        </a:p>
        <a:p>
          <a:r>
            <a:rPr lang="en-US" dirty="0" smtClean="0">
              <a:solidFill>
                <a:srgbClr val="C00000"/>
              </a:solidFill>
            </a:rPr>
            <a:t>f2a = n1/4</a:t>
          </a:r>
        </a:p>
      </dgm:t>
    </dgm:pt>
    <dgm:pt modelId="{248E780C-AA1B-461F-985C-F1468FB66DA2}" type="parTrans" cxnId="{F4A46B1F-C193-4E52-816D-CCE39F4DBCB3}">
      <dgm:prSet/>
      <dgm:spPr/>
      <dgm:t>
        <a:bodyPr/>
        <a:lstStyle/>
        <a:p>
          <a:endParaRPr lang="en-US"/>
        </a:p>
      </dgm:t>
    </dgm:pt>
    <dgm:pt modelId="{C7A9DBDD-6D8E-4635-A805-DC87E5894EAE}" type="sibTrans" cxnId="{F4A46B1F-C193-4E52-816D-CCE39F4DBCB3}">
      <dgm:prSet/>
      <dgm:spPr/>
      <dgm:t>
        <a:bodyPr/>
        <a:lstStyle/>
        <a:p>
          <a:endParaRPr lang="en-US"/>
        </a:p>
      </dgm:t>
    </dgm:pt>
    <dgm:pt modelId="{F98A746D-B6BA-4564-8A4F-8BFE0B4D9247}">
      <dgm:prSet phldrT="[Text]"/>
      <dgm:spPr/>
      <dgm:t>
        <a:bodyPr/>
        <a:lstStyle/>
        <a:p>
          <a:r>
            <a:rPr lang="en-US" dirty="0" smtClean="0"/>
            <a:t>Function 3</a:t>
          </a:r>
        </a:p>
        <a:p>
          <a:r>
            <a:rPr lang="en-US" dirty="0" smtClean="0">
              <a:solidFill>
                <a:srgbClr val="C00000"/>
              </a:solidFill>
            </a:rPr>
            <a:t>m1 = 6</a:t>
          </a:r>
        </a:p>
      </dgm:t>
    </dgm:pt>
    <dgm:pt modelId="{FEC2413A-8E39-4380-86E2-D2AC56B251CF}" type="parTrans" cxnId="{F26447B3-A4FC-4DC5-8B3A-745D96F44546}">
      <dgm:prSet/>
      <dgm:spPr/>
      <dgm:t>
        <a:bodyPr/>
        <a:lstStyle/>
        <a:p>
          <a:endParaRPr lang="en-US"/>
        </a:p>
      </dgm:t>
    </dgm:pt>
    <dgm:pt modelId="{B978B944-FD3F-44BC-9EA1-F24CCFFC1514}" type="sibTrans" cxnId="{F26447B3-A4FC-4DC5-8B3A-745D96F44546}">
      <dgm:prSet/>
      <dgm:spPr/>
      <dgm:t>
        <a:bodyPr/>
        <a:lstStyle/>
        <a:p>
          <a:endParaRPr lang="en-US"/>
        </a:p>
      </dgm:t>
    </dgm:pt>
    <dgm:pt modelId="{2D9B4A94-EBAD-4673-B82F-19A81BA82A09}" type="pres">
      <dgm:prSet presAssocID="{26B62647-9855-466E-9687-F3985079AFB3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E9C498A-91BA-4BE8-B8CF-5F0AA350593C}" type="pres">
      <dgm:prSet presAssocID="{26B62647-9855-466E-9687-F3985079AFB3}" presName="outerBox" presStyleCnt="0"/>
      <dgm:spPr/>
      <dgm:t>
        <a:bodyPr/>
        <a:lstStyle/>
        <a:p>
          <a:endParaRPr lang="en-US"/>
        </a:p>
      </dgm:t>
    </dgm:pt>
    <dgm:pt modelId="{C3ADAABC-F15C-4872-B2B5-36F62DD0BEFF}" type="pres">
      <dgm:prSet presAssocID="{26B62647-9855-466E-9687-F3985079AFB3}" presName="outerBoxParent" presStyleLbl="node1" presStyleIdx="0" presStyleCnt="2"/>
      <dgm:spPr/>
      <dgm:t>
        <a:bodyPr/>
        <a:lstStyle/>
        <a:p>
          <a:endParaRPr lang="en-US"/>
        </a:p>
      </dgm:t>
    </dgm:pt>
    <dgm:pt modelId="{3E588FE2-EDE7-4427-9EA1-F3C32848862E}" type="pres">
      <dgm:prSet presAssocID="{26B62647-9855-466E-9687-F3985079AFB3}" presName="outerBoxChildren" presStyleCnt="0"/>
      <dgm:spPr/>
      <dgm:t>
        <a:bodyPr/>
        <a:lstStyle/>
        <a:p>
          <a:endParaRPr lang="en-US"/>
        </a:p>
      </dgm:t>
    </dgm:pt>
    <dgm:pt modelId="{C5ABA01B-D877-46A4-BBDA-E2FAA39E46EC}" type="pres">
      <dgm:prSet presAssocID="{55BEC698-1D39-4D45-9C4E-A5E62D5E13F8}" presName="oChild" presStyleLbl="fgAcc1" presStyleIdx="0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AB8643-0A42-43EA-8CC7-68C3A210DDBE}" type="pres">
      <dgm:prSet presAssocID="{DB66C7C3-A663-4A91-9355-28CDCF28E8B7}" presName="outerSibTrans" presStyleCnt="0"/>
      <dgm:spPr/>
      <dgm:t>
        <a:bodyPr/>
        <a:lstStyle/>
        <a:p>
          <a:endParaRPr lang="en-US"/>
        </a:p>
      </dgm:t>
    </dgm:pt>
    <dgm:pt modelId="{E8E8D47F-7316-4D84-9299-8310399B6DB0}" type="pres">
      <dgm:prSet presAssocID="{6B97C19F-4256-4300-8C4A-5A6D252B94E3}" presName="oChild" presStyleLbl="fgAcc1" presStyleIdx="1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0E6CDA-29BB-40B2-A2A2-2625ED030651}" type="pres">
      <dgm:prSet presAssocID="{C7A9DBDD-6D8E-4635-A805-DC87E5894EAE}" presName="outerSibTrans" presStyleCnt="0"/>
      <dgm:spPr/>
    </dgm:pt>
    <dgm:pt modelId="{F34ED1C0-E3D3-4911-AE50-DDDCC1936E8B}" type="pres">
      <dgm:prSet presAssocID="{F98A746D-B6BA-4564-8A4F-8BFE0B4D9247}" presName="oChild" presStyleLbl="fgAcc1" presStyleIdx="2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A92D53-F112-494F-99BA-8935A159EF98}" type="pres">
      <dgm:prSet presAssocID="{B978B944-FD3F-44BC-9EA1-F24CCFFC1514}" presName="outerSibTrans" presStyleCnt="0"/>
      <dgm:spPr/>
    </dgm:pt>
    <dgm:pt modelId="{DBFA17E6-3128-4316-A4A3-BB931E82891D}" type="pres">
      <dgm:prSet presAssocID="{65341500-D564-42B2-97FB-FD90E54B78BA}" presName="oChild" presStyleLbl="fgAcc1" presStyleIdx="3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9F9CF0-5947-4811-B129-3C3F4958501D}" type="pres">
      <dgm:prSet presAssocID="{26B62647-9855-466E-9687-F3985079AFB3}" presName="middleBox" presStyleCnt="0"/>
      <dgm:spPr/>
      <dgm:t>
        <a:bodyPr/>
        <a:lstStyle/>
        <a:p>
          <a:endParaRPr lang="en-US"/>
        </a:p>
      </dgm:t>
    </dgm:pt>
    <dgm:pt modelId="{5F4C2FD0-EACE-4DAF-9797-0277BB1554C7}" type="pres">
      <dgm:prSet presAssocID="{26B62647-9855-466E-9687-F3985079AFB3}" presName="middleBoxParent" presStyleLbl="node1" presStyleIdx="1" presStyleCnt="2"/>
      <dgm:spPr/>
      <dgm:t>
        <a:bodyPr/>
        <a:lstStyle/>
        <a:p>
          <a:endParaRPr lang="en-US"/>
        </a:p>
      </dgm:t>
    </dgm:pt>
    <dgm:pt modelId="{12FE9004-B793-4CBB-AFAC-057CB5BCC98A}" type="pres">
      <dgm:prSet presAssocID="{26B62647-9855-466E-9687-F3985079AFB3}" presName="middleBoxChildren" presStyleCnt="0"/>
      <dgm:spPr/>
      <dgm:t>
        <a:bodyPr/>
        <a:lstStyle/>
        <a:p>
          <a:endParaRPr lang="en-US"/>
        </a:p>
      </dgm:t>
    </dgm:pt>
    <dgm:pt modelId="{E83D8004-70E7-4241-A9D0-47C8181CD8A6}" type="pres">
      <dgm:prSet presAssocID="{EDCA98A6-3BDD-4EF9-BFCC-40A42C0B223A}" presName="mChild" presStyleLbl="fgAcc1" presStyleIdx="4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0A5750-2FFE-4AA0-977F-5DB10F67DBF4}" type="pres">
      <dgm:prSet presAssocID="{C40D1AC5-4D47-4511-AC0B-EEF0F56B3C13}" presName="middleSibTrans" presStyleCnt="0"/>
      <dgm:spPr/>
      <dgm:t>
        <a:bodyPr/>
        <a:lstStyle/>
        <a:p>
          <a:endParaRPr lang="en-US"/>
        </a:p>
      </dgm:t>
    </dgm:pt>
    <dgm:pt modelId="{CAC117FC-A4D4-410F-9F7B-F5655D51D0B7}" type="pres">
      <dgm:prSet presAssocID="{BE2C7C37-6CAD-4B3E-A3E8-1732BE0B1F2B}" presName="mChild" presStyleLbl="fgAcc1" presStyleIdx="5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B7838CA-435A-4CA3-A108-1628CA6FE585}" type="pres">
      <dgm:prSet presAssocID="{9CE571B8-6F87-40C9-B46D-2A15DC39C3A1}" presName="middleSibTrans" presStyleCnt="0"/>
      <dgm:spPr/>
      <dgm:t>
        <a:bodyPr/>
        <a:lstStyle/>
        <a:p>
          <a:endParaRPr lang="en-US"/>
        </a:p>
      </dgm:t>
    </dgm:pt>
    <dgm:pt modelId="{A74619EB-575C-4BDD-9E0D-2D46C9BDB922}" type="pres">
      <dgm:prSet presAssocID="{31448C37-DBF2-4B76-9039-1CFBA3515F77}" presName="mChild" presStyleLbl="fgAcc1" presStyleIdx="6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FF33D1-6A26-4ECF-8BFB-72910465F5F6}" type="pres">
      <dgm:prSet presAssocID="{7082847C-CA40-4B34-90CE-9351B019E3FA}" presName="middleSibTrans" presStyleCnt="0"/>
      <dgm:spPr/>
    </dgm:pt>
    <dgm:pt modelId="{5563201E-0DB5-4699-84AE-4B86FF9199BA}" type="pres">
      <dgm:prSet presAssocID="{1A103868-22E5-4CC3-B3CF-19239BEE2570}" presName="mChild" presStyleLbl="fgAcc1" presStyleIdx="7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26447B3-A4FC-4DC5-8B3A-745D96F44546}" srcId="{AFD7ECCD-7CDB-48BB-9C86-C270625A7D2A}" destId="{F98A746D-B6BA-4564-8A4F-8BFE0B4D9247}" srcOrd="2" destOrd="0" parTransId="{FEC2413A-8E39-4380-86E2-D2AC56B251CF}" sibTransId="{B978B944-FD3F-44BC-9EA1-F24CCFFC1514}"/>
    <dgm:cxn modelId="{5D1B3C34-FE95-4EDC-939D-AE6F5623EF53}" type="presOf" srcId="{F98A746D-B6BA-4564-8A4F-8BFE0B4D9247}" destId="{F34ED1C0-E3D3-4911-AE50-DDDCC1936E8B}" srcOrd="0" destOrd="0" presId="urn:microsoft.com/office/officeart/2005/8/layout/target2"/>
    <dgm:cxn modelId="{F4A46B1F-C193-4E52-816D-CCE39F4DBCB3}" srcId="{AFD7ECCD-7CDB-48BB-9C86-C270625A7D2A}" destId="{6B97C19F-4256-4300-8C4A-5A6D252B94E3}" srcOrd="1" destOrd="0" parTransId="{248E780C-AA1B-461F-985C-F1468FB66DA2}" sibTransId="{C7A9DBDD-6D8E-4635-A805-DC87E5894EAE}"/>
    <dgm:cxn modelId="{263A7776-2C26-4432-AA40-B4D8BF2E7FDD}" srcId="{26B62647-9855-466E-9687-F3985079AFB3}" destId="{AFD7ECCD-7CDB-48BB-9C86-C270625A7D2A}" srcOrd="0" destOrd="0" parTransId="{4C74A118-D417-4F43-B804-7F7892B3B7C7}" sibTransId="{688F401B-1A31-4A14-B4ED-17F50584C36C}"/>
    <dgm:cxn modelId="{EEB3ECAB-C570-43A1-9AE6-66BEDBD44E46}" srcId="{AFD7ECCD-7CDB-48BB-9C86-C270625A7D2A}" destId="{55BEC698-1D39-4D45-9C4E-A5E62D5E13F8}" srcOrd="0" destOrd="0" parTransId="{A86251E2-9D51-414F-9A9A-8CFE77AC958B}" sibTransId="{DB66C7C3-A663-4A91-9355-28CDCF28E8B7}"/>
    <dgm:cxn modelId="{C8E557B4-E7C1-4903-B5A6-35C91738512E}" srcId="{5AF63539-40E5-498E-AB0D-232EFBF13126}" destId="{EDCA98A6-3BDD-4EF9-BFCC-40A42C0B223A}" srcOrd="0" destOrd="0" parTransId="{2603D0C3-3007-44D2-BEF7-0A56F45DE93C}" sibTransId="{C40D1AC5-4D47-4511-AC0B-EEF0F56B3C13}"/>
    <dgm:cxn modelId="{CDD2D678-A32F-458D-97D5-7FBA29B93E7C}" type="presOf" srcId="{6B97C19F-4256-4300-8C4A-5A6D252B94E3}" destId="{E8E8D47F-7316-4D84-9299-8310399B6DB0}" srcOrd="0" destOrd="0" presId="urn:microsoft.com/office/officeart/2005/8/layout/target2"/>
    <dgm:cxn modelId="{EBC6E456-1283-4185-B63A-75BC6629DC4C}" type="presOf" srcId="{1A103868-22E5-4CC3-B3CF-19239BEE2570}" destId="{5563201E-0DB5-4699-84AE-4B86FF9199BA}" srcOrd="0" destOrd="0" presId="urn:microsoft.com/office/officeart/2005/8/layout/target2"/>
    <dgm:cxn modelId="{A9AD0A2D-F468-4695-9A22-2482D159BC5A}" type="presOf" srcId="{65341500-D564-42B2-97FB-FD90E54B78BA}" destId="{DBFA17E6-3128-4316-A4A3-BB931E82891D}" srcOrd="0" destOrd="0" presId="urn:microsoft.com/office/officeart/2005/8/layout/target2"/>
    <dgm:cxn modelId="{D6FC6B09-CAC8-43A5-A0BE-E7E3750ADA3B}" srcId="{5AF63539-40E5-498E-AB0D-232EFBF13126}" destId="{31448C37-DBF2-4B76-9039-1CFBA3515F77}" srcOrd="2" destOrd="0" parTransId="{83139BEF-CA7D-4EDE-85D8-81740036D82E}" sibTransId="{7082847C-CA40-4B34-90CE-9351B019E3FA}"/>
    <dgm:cxn modelId="{4C2D3AF9-36D1-4DEA-8107-F00D6457E123}" type="presOf" srcId="{5AF63539-40E5-498E-AB0D-232EFBF13126}" destId="{5F4C2FD0-EACE-4DAF-9797-0277BB1554C7}" srcOrd="0" destOrd="0" presId="urn:microsoft.com/office/officeart/2005/8/layout/target2"/>
    <dgm:cxn modelId="{F8F2E455-014A-413E-A9FC-F7E77E3E38D9}" srcId="{5AF63539-40E5-498E-AB0D-232EFBF13126}" destId="{BE2C7C37-6CAD-4B3E-A3E8-1732BE0B1F2B}" srcOrd="1" destOrd="0" parTransId="{47E916A2-C8EC-4889-A5B9-DFD4FD093251}" sibTransId="{9CE571B8-6F87-40C9-B46D-2A15DC39C3A1}"/>
    <dgm:cxn modelId="{AC78BF62-889B-4B82-B3B0-AE233F1A9F02}" type="presOf" srcId="{26B62647-9855-466E-9687-F3985079AFB3}" destId="{2D9B4A94-EBAD-4673-B82F-19A81BA82A09}" srcOrd="0" destOrd="0" presId="urn:microsoft.com/office/officeart/2005/8/layout/target2"/>
    <dgm:cxn modelId="{63DC6AEA-4150-4F6C-B4DE-B539F3B67071}" type="presOf" srcId="{BE2C7C37-6CAD-4B3E-A3E8-1732BE0B1F2B}" destId="{CAC117FC-A4D4-410F-9F7B-F5655D51D0B7}" srcOrd="0" destOrd="0" presId="urn:microsoft.com/office/officeart/2005/8/layout/target2"/>
    <dgm:cxn modelId="{5353EDAA-EE8D-4627-A55E-9CBD375D3BC7}" srcId="{AFD7ECCD-7CDB-48BB-9C86-C270625A7D2A}" destId="{65341500-D564-42B2-97FB-FD90E54B78BA}" srcOrd="3" destOrd="0" parTransId="{4EC5B7BB-8C51-4FAC-BD9B-D1BB84A4F989}" sibTransId="{B56186CE-0B87-4EF0-BBDA-1B8CF81F064B}"/>
    <dgm:cxn modelId="{1ABE616A-23FA-48C9-A329-305EE36BC901}" srcId="{5AF63539-40E5-498E-AB0D-232EFBF13126}" destId="{1A103868-22E5-4CC3-B3CF-19239BEE2570}" srcOrd="3" destOrd="0" parTransId="{436B1F19-5C99-4FC6-80A5-86F24509E9DA}" sibTransId="{D275A9CE-F821-49B8-B3A4-76BAA19B8185}"/>
    <dgm:cxn modelId="{FFB910AB-42A6-46DD-99E9-8A051E22A88E}" type="presOf" srcId="{AFD7ECCD-7CDB-48BB-9C86-C270625A7D2A}" destId="{C3ADAABC-F15C-4872-B2B5-36F62DD0BEFF}" srcOrd="0" destOrd="0" presId="urn:microsoft.com/office/officeart/2005/8/layout/target2"/>
    <dgm:cxn modelId="{B60288ED-759D-488A-A0C9-31D029C6C4FE}" type="presOf" srcId="{EDCA98A6-3BDD-4EF9-BFCC-40A42C0B223A}" destId="{E83D8004-70E7-4241-A9D0-47C8181CD8A6}" srcOrd="0" destOrd="0" presId="urn:microsoft.com/office/officeart/2005/8/layout/target2"/>
    <dgm:cxn modelId="{453793A2-1618-4BF9-877B-3BE3309A8319}" srcId="{26B62647-9855-466E-9687-F3985079AFB3}" destId="{5AF63539-40E5-498E-AB0D-232EFBF13126}" srcOrd="1" destOrd="0" parTransId="{43C510B4-80C0-4B1C-A537-B6AB8EA6267D}" sibTransId="{BF9BFB8F-857D-404D-A694-A9E63542AE66}"/>
    <dgm:cxn modelId="{AAD3D5CD-B85E-4DAD-A761-7FA213FD7216}" type="presOf" srcId="{55BEC698-1D39-4D45-9C4E-A5E62D5E13F8}" destId="{C5ABA01B-D877-46A4-BBDA-E2FAA39E46EC}" srcOrd="0" destOrd="0" presId="urn:microsoft.com/office/officeart/2005/8/layout/target2"/>
    <dgm:cxn modelId="{17260DFC-31EA-4518-A71D-A8D16A699F36}" type="presOf" srcId="{31448C37-DBF2-4B76-9039-1CFBA3515F77}" destId="{A74619EB-575C-4BDD-9E0D-2D46C9BDB922}" srcOrd="0" destOrd="0" presId="urn:microsoft.com/office/officeart/2005/8/layout/target2"/>
    <dgm:cxn modelId="{A1CD6D38-0088-4F17-9994-33B4B95773AA}" type="presParOf" srcId="{2D9B4A94-EBAD-4673-B82F-19A81BA82A09}" destId="{4E9C498A-91BA-4BE8-B8CF-5F0AA350593C}" srcOrd="0" destOrd="0" presId="urn:microsoft.com/office/officeart/2005/8/layout/target2"/>
    <dgm:cxn modelId="{1A466E6F-1B65-470D-A177-41561CF62C26}" type="presParOf" srcId="{4E9C498A-91BA-4BE8-B8CF-5F0AA350593C}" destId="{C3ADAABC-F15C-4872-B2B5-36F62DD0BEFF}" srcOrd="0" destOrd="0" presId="urn:microsoft.com/office/officeart/2005/8/layout/target2"/>
    <dgm:cxn modelId="{AE27CD45-2052-4774-9108-F4C29BB573BD}" type="presParOf" srcId="{4E9C498A-91BA-4BE8-B8CF-5F0AA350593C}" destId="{3E588FE2-EDE7-4427-9EA1-F3C32848862E}" srcOrd="1" destOrd="0" presId="urn:microsoft.com/office/officeart/2005/8/layout/target2"/>
    <dgm:cxn modelId="{EA702107-F5E4-4AF3-80F9-7DD81656429D}" type="presParOf" srcId="{3E588FE2-EDE7-4427-9EA1-F3C32848862E}" destId="{C5ABA01B-D877-46A4-BBDA-E2FAA39E46EC}" srcOrd="0" destOrd="0" presId="urn:microsoft.com/office/officeart/2005/8/layout/target2"/>
    <dgm:cxn modelId="{0D07EC7C-86C0-4A7D-9675-263FF53F0D3E}" type="presParOf" srcId="{3E588FE2-EDE7-4427-9EA1-F3C32848862E}" destId="{39AB8643-0A42-43EA-8CC7-68C3A210DDBE}" srcOrd="1" destOrd="0" presId="urn:microsoft.com/office/officeart/2005/8/layout/target2"/>
    <dgm:cxn modelId="{2BEB4D3C-01E6-4930-AC32-610EAC2B7464}" type="presParOf" srcId="{3E588FE2-EDE7-4427-9EA1-F3C32848862E}" destId="{E8E8D47F-7316-4D84-9299-8310399B6DB0}" srcOrd="2" destOrd="0" presId="urn:microsoft.com/office/officeart/2005/8/layout/target2"/>
    <dgm:cxn modelId="{FA0A28DA-7E21-4533-904A-56FD5ECF17E9}" type="presParOf" srcId="{3E588FE2-EDE7-4427-9EA1-F3C32848862E}" destId="{380E6CDA-29BB-40B2-A2A2-2625ED030651}" srcOrd="3" destOrd="0" presId="urn:microsoft.com/office/officeart/2005/8/layout/target2"/>
    <dgm:cxn modelId="{05E60C8B-E99F-4BFE-BD28-1549C6802C19}" type="presParOf" srcId="{3E588FE2-EDE7-4427-9EA1-F3C32848862E}" destId="{F34ED1C0-E3D3-4911-AE50-DDDCC1936E8B}" srcOrd="4" destOrd="0" presId="urn:microsoft.com/office/officeart/2005/8/layout/target2"/>
    <dgm:cxn modelId="{7617AC75-9471-4300-AFE8-DFC486D64F3C}" type="presParOf" srcId="{3E588FE2-EDE7-4427-9EA1-F3C32848862E}" destId="{28A92D53-F112-494F-99BA-8935A159EF98}" srcOrd="5" destOrd="0" presId="urn:microsoft.com/office/officeart/2005/8/layout/target2"/>
    <dgm:cxn modelId="{D9A9C026-D65E-426E-8A08-A1250ACD8D5C}" type="presParOf" srcId="{3E588FE2-EDE7-4427-9EA1-F3C32848862E}" destId="{DBFA17E6-3128-4316-A4A3-BB931E82891D}" srcOrd="6" destOrd="0" presId="urn:microsoft.com/office/officeart/2005/8/layout/target2"/>
    <dgm:cxn modelId="{20B18126-110C-459B-ACBC-7B4B229D3D5D}" type="presParOf" srcId="{2D9B4A94-EBAD-4673-B82F-19A81BA82A09}" destId="{DD9F9CF0-5947-4811-B129-3C3F4958501D}" srcOrd="1" destOrd="0" presId="urn:microsoft.com/office/officeart/2005/8/layout/target2"/>
    <dgm:cxn modelId="{93A97302-2460-4333-882A-D970E4C4F458}" type="presParOf" srcId="{DD9F9CF0-5947-4811-B129-3C3F4958501D}" destId="{5F4C2FD0-EACE-4DAF-9797-0277BB1554C7}" srcOrd="0" destOrd="0" presId="urn:microsoft.com/office/officeart/2005/8/layout/target2"/>
    <dgm:cxn modelId="{666C244F-FDD9-416B-BEBB-34371FECC887}" type="presParOf" srcId="{DD9F9CF0-5947-4811-B129-3C3F4958501D}" destId="{12FE9004-B793-4CBB-AFAC-057CB5BCC98A}" srcOrd="1" destOrd="0" presId="urn:microsoft.com/office/officeart/2005/8/layout/target2"/>
    <dgm:cxn modelId="{B668DCE6-0583-4008-B776-718370D619B5}" type="presParOf" srcId="{12FE9004-B793-4CBB-AFAC-057CB5BCC98A}" destId="{E83D8004-70E7-4241-A9D0-47C8181CD8A6}" srcOrd="0" destOrd="0" presId="urn:microsoft.com/office/officeart/2005/8/layout/target2"/>
    <dgm:cxn modelId="{37F047E1-D475-4B52-9CCF-03E0A169B9B6}" type="presParOf" srcId="{12FE9004-B793-4CBB-AFAC-057CB5BCC98A}" destId="{540A5750-2FFE-4AA0-977F-5DB10F67DBF4}" srcOrd="1" destOrd="0" presId="urn:microsoft.com/office/officeart/2005/8/layout/target2"/>
    <dgm:cxn modelId="{F7F4610C-7675-4078-BB9C-AB48E9F4636C}" type="presParOf" srcId="{12FE9004-B793-4CBB-AFAC-057CB5BCC98A}" destId="{CAC117FC-A4D4-410F-9F7B-F5655D51D0B7}" srcOrd="2" destOrd="0" presId="urn:microsoft.com/office/officeart/2005/8/layout/target2"/>
    <dgm:cxn modelId="{45B6BE64-AB54-4DCB-BAAF-8FB2DB70AE1D}" type="presParOf" srcId="{12FE9004-B793-4CBB-AFAC-057CB5BCC98A}" destId="{4B7838CA-435A-4CA3-A108-1628CA6FE585}" srcOrd="3" destOrd="0" presId="urn:microsoft.com/office/officeart/2005/8/layout/target2"/>
    <dgm:cxn modelId="{94980738-F7ED-4496-B7B0-090F3AB03DEA}" type="presParOf" srcId="{12FE9004-B793-4CBB-AFAC-057CB5BCC98A}" destId="{A74619EB-575C-4BDD-9E0D-2D46C9BDB922}" srcOrd="4" destOrd="0" presId="urn:microsoft.com/office/officeart/2005/8/layout/target2"/>
    <dgm:cxn modelId="{54CF59A4-FC7A-44AB-ADCC-AFE066F0A737}" type="presParOf" srcId="{12FE9004-B793-4CBB-AFAC-057CB5BCC98A}" destId="{DCFF33D1-6A26-4ECF-8BFB-72910465F5F6}" srcOrd="5" destOrd="0" presId="urn:microsoft.com/office/officeart/2005/8/layout/target2"/>
    <dgm:cxn modelId="{E601D5A3-8677-44F7-9FB0-6C93801C3A5A}" type="presParOf" srcId="{12FE9004-B793-4CBB-AFAC-057CB5BCC98A}" destId="{5563201E-0DB5-4699-84AE-4B86FF9199BA}" srcOrd="6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6B62647-9855-466E-9687-F3985079AFB3}" type="doc">
      <dgm:prSet loTypeId="urn:microsoft.com/office/officeart/2005/8/layout/target2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55BEC698-1D39-4D45-9C4E-A5E62D5E13F8}">
      <dgm:prSet phldrT="[Text]"/>
      <dgm:spPr/>
      <dgm:t>
        <a:bodyPr/>
        <a:lstStyle/>
        <a:p>
          <a:r>
            <a:rPr lang="en-US" dirty="0" smtClean="0"/>
            <a:t>Function 1: variable f1a, variable f1b</a:t>
          </a:r>
        </a:p>
        <a:p>
          <a:r>
            <a:rPr lang="en-US" dirty="0" smtClean="0">
              <a:solidFill>
                <a:srgbClr val="C00000"/>
              </a:solidFill>
            </a:rPr>
            <a:t>f1a = n1*2</a:t>
          </a:r>
        </a:p>
      </dgm:t>
    </dgm:pt>
    <dgm:pt modelId="{A86251E2-9D51-414F-9A9A-8CFE77AC958B}" type="parTrans" cxnId="{EEB3ECAB-C570-43A1-9AE6-66BEDBD44E46}">
      <dgm:prSet/>
      <dgm:spPr/>
      <dgm:t>
        <a:bodyPr/>
        <a:lstStyle/>
        <a:p>
          <a:endParaRPr lang="en-US"/>
        </a:p>
      </dgm:t>
    </dgm:pt>
    <dgm:pt modelId="{DB66C7C3-A663-4A91-9355-28CDCF28E8B7}" type="sibTrans" cxnId="{EEB3ECAB-C570-43A1-9AE6-66BEDBD44E46}">
      <dgm:prSet/>
      <dgm:spPr/>
      <dgm:t>
        <a:bodyPr/>
        <a:lstStyle/>
        <a:p>
          <a:endParaRPr lang="en-US"/>
        </a:p>
      </dgm:t>
    </dgm:pt>
    <dgm:pt modelId="{5AF63539-40E5-498E-AB0D-232EFBF13126}">
      <dgm:prSet phldrT="[Text]" custT="1"/>
      <dgm:spPr/>
      <dgm:t>
        <a:bodyPr/>
        <a:lstStyle/>
        <a:p>
          <a:r>
            <a:rPr lang="en-US" sz="2300" dirty="0" smtClean="0"/>
            <a:t>Function 3: variable f3a, variable f3b</a:t>
          </a:r>
        </a:p>
        <a:p>
          <a:r>
            <a:rPr lang="en-US" sz="2200" b="0" dirty="0" smtClean="0">
              <a:solidFill>
                <a:srgbClr val="C00000"/>
              </a:solidFill>
              <a:latin typeface="Consolas" pitchFamily="49" charset="0"/>
            </a:rPr>
            <a:t>  n1 = 100 // Function’s requirement</a:t>
          </a:r>
          <a:endParaRPr lang="en-US" sz="2200" dirty="0"/>
        </a:p>
      </dgm:t>
    </dgm:pt>
    <dgm:pt modelId="{BF9BFB8F-857D-404D-A694-A9E63542AE66}" type="sibTrans" cxnId="{453793A2-1618-4BF9-877B-3BE3309A8319}">
      <dgm:prSet/>
      <dgm:spPr/>
      <dgm:t>
        <a:bodyPr/>
        <a:lstStyle/>
        <a:p>
          <a:endParaRPr lang="en-US"/>
        </a:p>
      </dgm:t>
    </dgm:pt>
    <dgm:pt modelId="{43C510B4-80C0-4B1C-A537-B6AB8EA6267D}" type="parTrans" cxnId="{453793A2-1618-4BF9-877B-3BE3309A8319}">
      <dgm:prSet/>
      <dgm:spPr/>
      <dgm:t>
        <a:bodyPr/>
        <a:lstStyle/>
        <a:p>
          <a:endParaRPr lang="en-US"/>
        </a:p>
      </dgm:t>
    </dgm:pt>
    <dgm:pt modelId="{AFD7ECCD-7CDB-48BB-9C86-C270625A7D2A}">
      <dgm:prSet phldrT="[Text]"/>
      <dgm:spPr/>
      <dgm:t>
        <a:bodyPr/>
        <a:lstStyle/>
        <a:p>
          <a:r>
            <a:rPr lang="en-US" dirty="0" smtClean="0"/>
            <a:t>Main Function: variable m1, variable m2</a:t>
          </a:r>
          <a:endParaRPr lang="en-US" dirty="0"/>
        </a:p>
      </dgm:t>
    </dgm:pt>
    <dgm:pt modelId="{688F401B-1A31-4A14-B4ED-17F50584C36C}" type="sibTrans" cxnId="{263A7776-2C26-4432-AA40-B4D8BF2E7FDD}">
      <dgm:prSet/>
      <dgm:spPr/>
      <dgm:t>
        <a:bodyPr/>
        <a:lstStyle/>
        <a:p>
          <a:endParaRPr lang="en-US"/>
        </a:p>
      </dgm:t>
    </dgm:pt>
    <dgm:pt modelId="{4C74A118-D417-4F43-B804-7F7892B3B7C7}" type="parTrans" cxnId="{263A7776-2C26-4432-AA40-B4D8BF2E7FDD}">
      <dgm:prSet/>
      <dgm:spPr/>
      <dgm:t>
        <a:bodyPr/>
        <a:lstStyle/>
        <a:p>
          <a:endParaRPr lang="en-US"/>
        </a:p>
      </dgm:t>
    </dgm:pt>
    <dgm:pt modelId="{65341500-D564-42B2-97FB-FD90E54B78BA}">
      <dgm:prSet phldrT="[Text]"/>
      <dgm:spPr/>
      <dgm:t>
        <a:bodyPr/>
        <a:lstStyle/>
        <a:p>
          <a:r>
            <a:rPr lang="en-US" dirty="0" smtClean="0"/>
            <a:t>Function 4</a:t>
          </a:r>
          <a:endParaRPr lang="en-US" dirty="0"/>
        </a:p>
      </dgm:t>
    </dgm:pt>
    <dgm:pt modelId="{4EC5B7BB-8C51-4FAC-BD9B-D1BB84A4F989}" type="parTrans" cxnId="{5353EDAA-EE8D-4627-A55E-9CBD375D3BC7}">
      <dgm:prSet/>
      <dgm:spPr/>
      <dgm:t>
        <a:bodyPr/>
        <a:lstStyle/>
        <a:p>
          <a:endParaRPr lang="en-US"/>
        </a:p>
      </dgm:t>
    </dgm:pt>
    <dgm:pt modelId="{B56186CE-0B87-4EF0-BBDA-1B8CF81F064B}" type="sibTrans" cxnId="{5353EDAA-EE8D-4627-A55E-9CBD375D3BC7}">
      <dgm:prSet/>
      <dgm:spPr/>
      <dgm:t>
        <a:bodyPr/>
        <a:lstStyle/>
        <a:p>
          <a:endParaRPr lang="en-US"/>
        </a:p>
      </dgm:t>
    </dgm:pt>
    <dgm:pt modelId="{1A103868-22E5-4CC3-B3CF-19239BEE2570}">
      <dgm:prSet phldrT="[Text]"/>
      <dgm:spPr/>
      <dgm:t>
        <a:bodyPr/>
        <a:lstStyle/>
        <a:p>
          <a:r>
            <a:rPr lang="en-US" dirty="0" smtClean="0"/>
            <a:t>Function 5()</a:t>
          </a:r>
          <a:endParaRPr lang="en-US" dirty="0"/>
        </a:p>
      </dgm:t>
    </dgm:pt>
    <dgm:pt modelId="{D275A9CE-F821-49B8-B3A4-76BAA19B8185}" type="sibTrans" cxnId="{1ABE616A-23FA-48C9-A329-305EE36BC901}">
      <dgm:prSet/>
      <dgm:spPr/>
      <dgm:t>
        <a:bodyPr/>
        <a:lstStyle/>
        <a:p>
          <a:endParaRPr lang="en-US"/>
        </a:p>
      </dgm:t>
    </dgm:pt>
    <dgm:pt modelId="{436B1F19-5C99-4FC6-80A5-86F24509E9DA}" type="parTrans" cxnId="{1ABE616A-23FA-48C9-A329-305EE36BC901}">
      <dgm:prSet/>
      <dgm:spPr/>
      <dgm:t>
        <a:bodyPr/>
        <a:lstStyle/>
        <a:p>
          <a:endParaRPr lang="en-US"/>
        </a:p>
      </dgm:t>
    </dgm:pt>
    <dgm:pt modelId="{BE2C7C37-6CAD-4B3E-A3E8-1732BE0B1F2B}">
      <dgm:prSet phldrT="[Text]"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Function 1()</a:t>
          </a:r>
          <a:endParaRPr lang="en-US" dirty="0"/>
        </a:p>
      </dgm:t>
    </dgm:pt>
    <dgm:pt modelId="{9CE571B8-6F87-40C9-B46D-2A15DC39C3A1}" type="sibTrans" cxnId="{F8F2E455-014A-413E-A9FC-F7E77E3E38D9}">
      <dgm:prSet/>
      <dgm:spPr/>
      <dgm:t>
        <a:bodyPr/>
        <a:lstStyle/>
        <a:p>
          <a:endParaRPr lang="en-US"/>
        </a:p>
      </dgm:t>
    </dgm:pt>
    <dgm:pt modelId="{47E916A2-C8EC-4889-A5B9-DFD4FD093251}" type="parTrans" cxnId="{F8F2E455-014A-413E-A9FC-F7E77E3E38D9}">
      <dgm:prSet/>
      <dgm:spPr/>
      <dgm:t>
        <a:bodyPr/>
        <a:lstStyle/>
        <a:p>
          <a:endParaRPr lang="en-US"/>
        </a:p>
      </dgm:t>
    </dgm:pt>
    <dgm:pt modelId="{EDCA98A6-3BDD-4EF9-BFCC-40A42C0B223A}">
      <dgm:prSet phldrT="[Text]">
        <dgm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Function 4()</a:t>
          </a:r>
          <a:endParaRPr lang="en-US" dirty="0"/>
        </a:p>
      </dgm:t>
    </dgm:pt>
    <dgm:pt modelId="{2603D0C3-3007-44D2-BEF7-0A56F45DE93C}" type="parTrans" cxnId="{C8E557B4-E7C1-4903-B5A6-35C91738512E}">
      <dgm:prSet/>
      <dgm:spPr/>
      <dgm:t>
        <a:bodyPr/>
        <a:lstStyle/>
        <a:p>
          <a:endParaRPr lang="en-US"/>
        </a:p>
      </dgm:t>
    </dgm:pt>
    <dgm:pt modelId="{C40D1AC5-4D47-4511-AC0B-EEF0F56B3C13}" type="sibTrans" cxnId="{C8E557B4-E7C1-4903-B5A6-35C91738512E}">
      <dgm:prSet/>
      <dgm:spPr/>
      <dgm:t>
        <a:bodyPr/>
        <a:lstStyle/>
        <a:p>
          <a:endParaRPr lang="en-US"/>
        </a:p>
      </dgm:t>
    </dgm:pt>
    <dgm:pt modelId="{31448C37-DBF2-4B76-9039-1CFBA3515F77}">
      <dgm:prSet phldrT="[Text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Function 2()</a:t>
          </a:r>
          <a:endParaRPr lang="en-US" dirty="0"/>
        </a:p>
      </dgm:t>
    </dgm:pt>
    <dgm:pt modelId="{83139BEF-CA7D-4EDE-85D8-81740036D82E}" type="parTrans" cxnId="{D6FC6B09-CAC8-43A5-A0BE-E7E3750ADA3B}">
      <dgm:prSet/>
      <dgm:spPr/>
      <dgm:t>
        <a:bodyPr/>
        <a:lstStyle/>
        <a:p>
          <a:endParaRPr lang="en-US"/>
        </a:p>
      </dgm:t>
    </dgm:pt>
    <dgm:pt modelId="{7082847C-CA40-4B34-90CE-9351B019E3FA}" type="sibTrans" cxnId="{D6FC6B09-CAC8-43A5-A0BE-E7E3750ADA3B}">
      <dgm:prSet/>
      <dgm:spPr/>
      <dgm:t>
        <a:bodyPr/>
        <a:lstStyle/>
        <a:p>
          <a:endParaRPr lang="en-US"/>
        </a:p>
      </dgm:t>
    </dgm:pt>
    <dgm:pt modelId="{6B97C19F-4256-4300-8C4A-5A6D252B94E3}">
      <dgm:prSet phldrT="[Text]"/>
      <dgm:spPr/>
      <dgm:t>
        <a:bodyPr/>
        <a:lstStyle/>
        <a:p>
          <a:r>
            <a:rPr lang="en-US" dirty="0" smtClean="0"/>
            <a:t>Function 2: variable f2a, variable f2b</a:t>
          </a:r>
        </a:p>
        <a:p>
          <a:r>
            <a:rPr lang="en-US" dirty="0" smtClean="0">
              <a:solidFill>
                <a:srgbClr val="C00000"/>
              </a:solidFill>
            </a:rPr>
            <a:t>f2a = n1/4</a:t>
          </a:r>
        </a:p>
      </dgm:t>
    </dgm:pt>
    <dgm:pt modelId="{248E780C-AA1B-461F-985C-F1468FB66DA2}" type="parTrans" cxnId="{F4A46B1F-C193-4E52-816D-CCE39F4DBCB3}">
      <dgm:prSet/>
      <dgm:spPr/>
      <dgm:t>
        <a:bodyPr/>
        <a:lstStyle/>
        <a:p>
          <a:endParaRPr lang="en-US"/>
        </a:p>
      </dgm:t>
    </dgm:pt>
    <dgm:pt modelId="{C7A9DBDD-6D8E-4635-A805-DC87E5894EAE}" type="sibTrans" cxnId="{F4A46B1F-C193-4E52-816D-CCE39F4DBCB3}">
      <dgm:prSet/>
      <dgm:spPr/>
      <dgm:t>
        <a:bodyPr/>
        <a:lstStyle/>
        <a:p>
          <a:endParaRPr lang="en-US"/>
        </a:p>
      </dgm:t>
    </dgm:pt>
    <dgm:pt modelId="{F98A746D-B6BA-4564-8A4F-8BFE0B4D9247}">
      <dgm:prSet phldrT="[Text]"/>
      <dgm:spPr/>
      <dgm:t>
        <a:bodyPr/>
        <a:lstStyle/>
        <a:p>
          <a:r>
            <a:rPr lang="en-US" dirty="0" smtClean="0"/>
            <a:t>Function 3</a:t>
          </a:r>
        </a:p>
        <a:p>
          <a:r>
            <a:rPr lang="en-US" dirty="0" smtClean="0">
              <a:solidFill>
                <a:srgbClr val="C00000"/>
              </a:solidFill>
            </a:rPr>
            <a:t>m1 = 6</a:t>
          </a:r>
        </a:p>
      </dgm:t>
    </dgm:pt>
    <dgm:pt modelId="{FEC2413A-8E39-4380-86E2-D2AC56B251CF}" type="parTrans" cxnId="{F26447B3-A4FC-4DC5-8B3A-745D96F44546}">
      <dgm:prSet/>
      <dgm:spPr/>
      <dgm:t>
        <a:bodyPr/>
        <a:lstStyle/>
        <a:p>
          <a:endParaRPr lang="en-US"/>
        </a:p>
      </dgm:t>
    </dgm:pt>
    <dgm:pt modelId="{B978B944-FD3F-44BC-9EA1-F24CCFFC1514}" type="sibTrans" cxnId="{F26447B3-A4FC-4DC5-8B3A-745D96F44546}">
      <dgm:prSet/>
      <dgm:spPr/>
      <dgm:t>
        <a:bodyPr/>
        <a:lstStyle/>
        <a:p>
          <a:endParaRPr lang="en-US"/>
        </a:p>
      </dgm:t>
    </dgm:pt>
    <dgm:pt modelId="{2D9B4A94-EBAD-4673-B82F-19A81BA82A09}" type="pres">
      <dgm:prSet presAssocID="{26B62647-9855-466E-9687-F3985079AFB3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E9C498A-91BA-4BE8-B8CF-5F0AA350593C}" type="pres">
      <dgm:prSet presAssocID="{26B62647-9855-466E-9687-F3985079AFB3}" presName="outerBox" presStyleCnt="0"/>
      <dgm:spPr/>
      <dgm:t>
        <a:bodyPr/>
        <a:lstStyle/>
        <a:p>
          <a:endParaRPr lang="en-US"/>
        </a:p>
      </dgm:t>
    </dgm:pt>
    <dgm:pt modelId="{C3ADAABC-F15C-4872-B2B5-36F62DD0BEFF}" type="pres">
      <dgm:prSet presAssocID="{26B62647-9855-466E-9687-F3985079AFB3}" presName="outerBoxParent" presStyleLbl="node1" presStyleIdx="0" presStyleCnt="2"/>
      <dgm:spPr/>
      <dgm:t>
        <a:bodyPr/>
        <a:lstStyle/>
        <a:p>
          <a:endParaRPr lang="en-US"/>
        </a:p>
      </dgm:t>
    </dgm:pt>
    <dgm:pt modelId="{3E588FE2-EDE7-4427-9EA1-F3C32848862E}" type="pres">
      <dgm:prSet presAssocID="{26B62647-9855-466E-9687-F3985079AFB3}" presName="outerBoxChildren" presStyleCnt="0"/>
      <dgm:spPr/>
      <dgm:t>
        <a:bodyPr/>
        <a:lstStyle/>
        <a:p>
          <a:endParaRPr lang="en-US"/>
        </a:p>
      </dgm:t>
    </dgm:pt>
    <dgm:pt modelId="{C5ABA01B-D877-46A4-BBDA-E2FAA39E46EC}" type="pres">
      <dgm:prSet presAssocID="{55BEC698-1D39-4D45-9C4E-A5E62D5E13F8}" presName="oChild" presStyleLbl="fgAcc1" presStyleIdx="0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AB8643-0A42-43EA-8CC7-68C3A210DDBE}" type="pres">
      <dgm:prSet presAssocID="{DB66C7C3-A663-4A91-9355-28CDCF28E8B7}" presName="outerSibTrans" presStyleCnt="0"/>
      <dgm:spPr/>
      <dgm:t>
        <a:bodyPr/>
        <a:lstStyle/>
        <a:p>
          <a:endParaRPr lang="en-US"/>
        </a:p>
      </dgm:t>
    </dgm:pt>
    <dgm:pt modelId="{E8E8D47F-7316-4D84-9299-8310399B6DB0}" type="pres">
      <dgm:prSet presAssocID="{6B97C19F-4256-4300-8C4A-5A6D252B94E3}" presName="oChild" presStyleLbl="fgAcc1" presStyleIdx="1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0E6CDA-29BB-40B2-A2A2-2625ED030651}" type="pres">
      <dgm:prSet presAssocID="{C7A9DBDD-6D8E-4635-A805-DC87E5894EAE}" presName="outerSibTrans" presStyleCnt="0"/>
      <dgm:spPr/>
    </dgm:pt>
    <dgm:pt modelId="{F34ED1C0-E3D3-4911-AE50-DDDCC1936E8B}" type="pres">
      <dgm:prSet presAssocID="{F98A746D-B6BA-4564-8A4F-8BFE0B4D9247}" presName="oChild" presStyleLbl="fgAcc1" presStyleIdx="2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A92D53-F112-494F-99BA-8935A159EF98}" type="pres">
      <dgm:prSet presAssocID="{B978B944-FD3F-44BC-9EA1-F24CCFFC1514}" presName="outerSibTrans" presStyleCnt="0"/>
      <dgm:spPr/>
    </dgm:pt>
    <dgm:pt modelId="{DBFA17E6-3128-4316-A4A3-BB931E82891D}" type="pres">
      <dgm:prSet presAssocID="{65341500-D564-42B2-97FB-FD90E54B78BA}" presName="oChild" presStyleLbl="fgAcc1" presStyleIdx="3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9F9CF0-5947-4811-B129-3C3F4958501D}" type="pres">
      <dgm:prSet presAssocID="{26B62647-9855-466E-9687-F3985079AFB3}" presName="middleBox" presStyleCnt="0"/>
      <dgm:spPr/>
      <dgm:t>
        <a:bodyPr/>
        <a:lstStyle/>
        <a:p>
          <a:endParaRPr lang="en-US"/>
        </a:p>
      </dgm:t>
    </dgm:pt>
    <dgm:pt modelId="{5F4C2FD0-EACE-4DAF-9797-0277BB1554C7}" type="pres">
      <dgm:prSet presAssocID="{26B62647-9855-466E-9687-F3985079AFB3}" presName="middleBoxParent" presStyleLbl="node1" presStyleIdx="1" presStyleCnt="2"/>
      <dgm:spPr/>
      <dgm:t>
        <a:bodyPr/>
        <a:lstStyle/>
        <a:p>
          <a:endParaRPr lang="en-US"/>
        </a:p>
      </dgm:t>
    </dgm:pt>
    <dgm:pt modelId="{12FE9004-B793-4CBB-AFAC-057CB5BCC98A}" type="pres">
      <dgm:prSet presAssocID="{26B62647-9855-466E-9687-F3985079AFB3}" presName="middleBoxChildren" presStyleCnt="0"/>
      <dgm:spPr/>
      <dgm:t>
        <a:bodyPr/>
        <a:lstStyle/>
        <a:p>
          <a:endParaRPr lang="en-US"/>
        </a:p>
      </dgm:t>
    </dgm:pt>
    <dgm:pt modelId="{E83D8004-70E7-4241-A9D0-47C8181CD8A6}" type="pres">
      <dgm:prSet presAssocID="{EDCA98A6-3BDD-4EF9-BFCC-40A42C0B223A}" presName="mChild" presStyleLbl="fgAcc1" presStyleIdx="4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0A5750-2FFE-4AA0-977F-5DB10F67DBF4}" type="pres">
      <dgm:prSet presAssocID="{C40D1AC5-4D47-4511-AC0B-EEF0F56B3C13}" presName="middleSibTrans" presStyleCnt="0"/>
      <dgm:spPr/>
      <dgm:t>
        <a:bodyPr/>
        <a:lstStyle/>
        <a:p>
          <a:endParaRPr lang="en-US"/>
        </a:p>
      </dgm:t>
    </dgm:pt>
    <dgm:pt modelId="{CAC117FC-A4D4-410F-9F7B-F5655D51D0B7}" type="pres">
      <dgm:prSet presAssocID="{BE2C7C37-6CAD-4B3E-A3E8-1732BE0B1F2B}" presName="mChild" presStyleLbl="fgAcc1" presStyleIdx="5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B7838CA-435A-4CA3-A108-1628CA6FE585}" type="pres">
      <dgm:prSet presAssocID="{9CE571B8-6F87-40C9-B46D-2A15DC39C3A1}" presName="middleSibTrans" presStyleCnt="0"/>
      <dgm:spPr/>
      <dgm:t>
        <a:bodyPr/>
        <a:lstStyle/>
        <a:p>
          <a:endParaRPr lang="en-US"/>
        </a:p>
      </dgm:t>
    </dgm:pt>
    <dgm:pt modelId="{A74619EB-575C-4BDD-9E0D-2D46C9BDB922}" type="pres">
      <dgm:prSet presAssocID="{31448C37-DBF2-4B76-9039-1CFBA3515F77}" presName="mChild" presStyleLbl="fgAcc1" presStyleIdx="6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FF33D1-6A26-4ECF-8BFB-72910465F5F6}" type="pres">
      <dgm:prSet presAssocID="{7082847C-CA40-4B34-90CE-9351B019E3FA}" presName="middleSibTrans" presStyleCnt="0"/>
      <dgm:spPr/>
    </dgm:pt>
    <dgm:pt modelId="{5563201E-0DB5-4699-84AE-4B86FF9199BA}" type="pres">
      <dgm:prSet presAssocID="{1A103868-22E5-4CC3-B3CF-19239BEE2570}" presName="mChild" presStyleLbl="fgAcc1" presStyleIdx="7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26447B3-A4FC-4DC5-8B3A-745D96F44546}" srcId="{AFD7ECCD-7CDB-48BB-9C86-C270625A7D2A}" destId="{F98A746D-B6BA-4564-8A4F-8BFE0B4D9247}" srcOrd="2" destOrd="0" parTransId="{FEC2413A-8E39-4380-86E2-D2AC56B251CF}" sibTransId="{B978B944-FD3F-44BC-9EA1-F24CCFFC1514}"/>
    <dgm:cxn modelId="{5CEF7B5C-B7A6-4557-83F9-DE34C099CC20}" type="presOf" srcId="{26B62647-9855-466E-9687-F3985079AFB3}" destId="{2D9B4A94-EBAD-4673-B82F-19A81BA82A09}" srcOrd="0" destOrd="0" presId="urn:microsoft.com/office/officeart/2005/8/layout/target2"/>
    <dgm:cxn modelId="{F4A46B1F-C193-4E52-816D-CCE39F4DBCB3}" srcId="{AFD7ECCD-7CDB-48BB-9C86-C270625A7D2A}" destId="{6B97C19F-4256-4300-8C4A-5A6D252B94E3}" srcOrd="1" destOrd="0" parTransId="{248E780C-AA1B-461F-985C-F1468FB66DA2}" sibTransId="{C7A9DBDD-6D8E-4635-A805-DC87E5894EAE}"/>
    <dgm:cxn modelId="{C8E557B4-E7C1-4903-B5A6-35C91738512E}" srcId="{5AF63539-40E5-498E-AB0D-232EFBF13126}" destId="{EDCA98A6-3BDD-4EF9-BFCC-40A42C0B223A}" srcOrd="0" destOrd="0" parTransId="{2603D0C3-3007-44D2-BEF7-0A56F45DE93C}" sibTransId="{C40D1AC5-4D47-4511-AC0B-EEF0F56B3C13}"/>
    <dgm:cxn modelId="{263A7776-2C26-4432-AA40-B4D8BF2E7FDD}" srcId="{26B62647-9855-466E-9687-F3985079AFB3}" destId="{AFD7ECCD-7CDB-48BB-9C86-C270625A7D2A}" srcOrd="0" destOrd="0" parTransId="{4C74A118-D417-4F43-B804-7F7892B3B7C7}" sibTransId="{688F401B-1A31-4A14-B4ED-17F50584C36C}"/>
    <dgm:cxn modelId="{EEB3ECAB-C570-43A1-9AE6-66BEDBD44E46}" srcId="{AFD7ECCD-7CDB-48BB-9C86-C270625A7D2A}" destId="{55BEC698-1D39-4D45-9C4E-A5E62D5E13F8}" srcOrd="0" destOrd="0" parTransId="{A86251E2-9D51-414F-9A9A-8CFE77AC958B}" sibTransId="{DB66C7C3-A663-4A91-9355-28CDCF28E8B7}"/>
    <dgm:cxn modelId="{F9D9500B-C90B-44B3-91B6-4DEFB87F6022}" type="presOf" srcId="{F98A746D-B6BA-4564-8A4F-8BFE0B4D9247}" destId="{F34ED1C0-E3D3-4911-AE50-DDDCC1936E8B}" srcOrd="0" destOrd="0" presId="urn:microsoft.com/office/officeart/2005/8/layout/target2"/>
    <dgm:cxn modelId="{53EF2243-A1C5-4564-BBA9-367FB5516579}" type="presOf" srcId="{65341500-D564-42B2-97FB-FD90E54B78BA}" destId="{DBFA17E6-3128-4316-A4A3-BB931E82891D}" srcOrd="0" destOrd="0" presId="urn:microsoft.com/office/officeart/2005/8/layout/target2"/>
    <dgm:cxn modelId="{096EFE3F-7C28-42FF-B52C-64D858F91CBD}" type="presOf" srcId="{55BEC698-1D39-4D45-9C4E-A5E62D5E13F8}" destId="{C5ABA01B-D877-46A4-BBDA-E2FAA39E46EC}" srcOrd="0" destOrd="0" presId="urn:microsoft.com/office/officeart/2005/8/layout/target2"/>
    <dgm:cxn modelId="{DD498B56-67E1-4A2F-B161-DA916FC989CB}" type="presOf" srcId="{AFD7ECCD-7CDB-48BB-9C86-C270625A7D2A}" destId="{C3ADAABC-F15C-4872-B2B5-36F62DD0BEFF}" srcOrd="0" destOrd="0" presId="urn:microsoft.com/office/officeart/2005/8/layout/target2"/>
    <dgm:cxn modelId="{D6FC6B09-CAC8-43A5-A0BE-E7E3750ADA3B}" srcId="{5AF63539-40E5-498E-AB0D-232EFBF13126}" destId="{31448C37-DBF2-4B76-9039-1CFBA3515F77}" srcOrd="2" destOrd="0" parTransId="{83139BEF-CA7D-4EDE-85D8-81740036D82E}" sibTransId="{7082847C-CA40-4B34-90CE-9351B019E3FA}"/>
    <dgm:cxn modelId="{39290485-4297-4F4E-A91E-EAA121A759A1}" type="presOf" srcId="{31448C37-DBF2-4B76-9039-1CFBA3515F77}" destId="{A74619EB-575C-4BDD-9E0D-2D46C9BDB922}" srcOrd="0" destOrd="0" presId="urn:microsoft.com/office/officeart/2005/8/layout/target2"/>
    <dgm:cxn modelId="{117DAC7C-738E-403D-81D3-C6023AF9BF63}" type="presOf" srcId="{1A103868-22E5-4CC3-B3CF-19239BEE2570}" destId="{5563201E-0DB5-4699-84AE-4B86FF9199BA}" srcOrd="0" destOrd="0" presId="urn:microsoft.com/office/officeart/2005/8/layout/target2"/>
    <dgm:cxn modelId="{F8F2E455-014A-413E-A9FC-F7E77E3E38D9}" srcId="{5AF63539-40E5-498E-AB0D-232EFBF13126}" destId="{BE2C7C37-6CAD-4B3E-A3E8-1732BE0B1F2B}" srcOrd="1" destOrd="0" parTransId="{47E916A2-C8EC-4889-A5B9-DFD4FD093251}" sibTransId="{9CE571B8-6F87-40C9-B46D-2A15DC39C3A1}"/>
    <dgm:cxn modelId="{6D92DF97-DFD9-4ADF-B403-C967468DB2C6}" type="presOf" srcId="{EDCA98A6-3BDD-4EF9-BFCC-40A42C0B223A}" destId="{E83D8004-70E7-4241-A9D0-47C8181CD8A6}" srcOrd="0" destOrd="0" presId="urn:microsoft.com/office/officeart/2005/8/layout/target2"/>
    <dgm:cxn modelId="{BB836639-5C88-433C-AE1C-E232570D1A49}" type="presOf" srcId="{5AF63539-40E5-498E-AB0D-232EFBF13126}" destId="{5F4C2FD0-EACE-4DAF-9797-0277BB1554C7}" srcOrd="0" destOrd="0" presId="urn:microsoft.com/office/officeart/2005/8/layout/target2"/>
    <dgm:cxn modelId="{5353EDAA-EE8D-4627-A55E-9CBD375D3BC7}" srcId="{AFD7ECCD-7CDB-48BB-9C86-C270625A7D2A}" destId="{65341500-D564-42B2-97FB-FD90E54B78BA}" srcOrd="3" destOrd="0" parTransId="{4EC5B7BB-8C51-4FAC-BD9B-D1BB84A4F989}" sibTransId="{B56186CE-0B87-4EF0-BBDA-1B8CF81F064B}"/>
    <dgm:cxn modelId="{39DA2521-47A3-4052-AF78-7C23CCDB3FCC}" type="presOf" srcId="{6B97C19F-4256-4300-8C4A-5A6D252B94E3}" destId="{E8E8D47F-7316-4D84-9299-8310399B6DB0}" srcOrd="0" destOrd="0" presId="urn:microsoft.com/office/officeart/2005/8/layout/target2"/>
    <dgm:cxn modelId="{1ABE616A-23FA-48C9-A329-305EE36BC901}" srcId="{5AF63539-40E5-498E-AB0D-232EFBF13126}" destId="{1A103868-22E5-4CC3-B3CF-19239BEE2570}" srcOrd="3" destOrd="0" parTransId="{436B1F19-5C99-4FC6-80A5-86F24509E9DA}" sibTransId="{D275A9CE-F821-49B8-B3A4-76BAA19B8185}"/>
    <dgm:cxn modelId="{453793A2-1618-4BF9-877B-3BE3309A8319}" srcId="{26B62647-9855-466E-9687-F3985079AFB3}" destId="{5AF63539-40E5-498E-AB0D-232EFBF13126}" srcOrd="1" destOrd="0" parTransId="{43C510B4-80C0-4B1C-A537-B6AB8EA6267D}" sibTransId="{BF9BFB8F-857D-404D-A694-A9E63542AE66}"/>
    <dgm:cxn modelId="{F0F7C5C3-7F85-4EA5-BB9A-287DD7E338A0}" type="presOf" srcId="{BE2C7C37-6CAD-4B3E-A3E8-1732BE0B1F2B}" destId="{CAC117FC-A4D4-410F-9F7B-F5655D51D0B7}" srcOrd="0" destOrd="0" presId="urn:microsoft.com/office/officeart/2005/8/layout/target2"/>
    <dgm:cxn modelId="{19D73D63-05BB-46EA-A544-E41BFF77B8C4}" type="presParOf" srcId="{2D9B4A94-EBAD-4673-B82F-19A81BA82A09}" destId="{4E9C498A-91BA-4BE8-B8CF-5F0AA350593C}" srcOrd="0" destOrd="0" presId="urn:microsoft.com/office/officeart/2005/8/layout/target2"/>
    <dgm:cxn modelId="{22B67163-F0F6-40D8-A179-55B064371726}" type="presParOf" srcId="{4E9C498A-91BA-4BE8-B8CF-5F0AA350593C}" destId="{C3ADAABC-F15C-4872-B2B5-36F62DD0BEFF}" srcOrd="0" destOrd="0" presId="urn:microsoft.com/office/officeart/2005/8/layout/target2"/>
    <dgm:cxn modelId="{7C55A82B-A21C-485D-A37E-D6A4323F30B7}" type="presParOf" srcId="{4E9C498A-91BA-4BE8-B8CF-5F0AA350593C}" destId="{3E588FE2-EDE7-4427-9EA1-F3C32848862E}" srcOrd="1" destOrd="0" presId="urn:microsoft.com/office/officeart/2005/8/layout/target2"/>
    <dgm:cxn modelId="{7E32AACF-D5FD-432D-834B-B6CCEAEF5CE7}" type="presParOf" srcId="{3E588FE2-EDE7-4427-9EA1-F3C32848862E}" destId="{C5ABA01B-D877-46A4-BBDA-E2FAA39E46EC}" srcOrd="0" destOrd="0" presId="urn:microsoft.com/office/officeart/2005/8/layout/target2"/>
    <dgm:cxn modelId="{7151A9D0-885D-4583-B039-7EC9369DC20F}" type="presParOf" srcId="{3E588FE2-EDE7-4427-9EA1-F3C32848862E}" destId="{39AB8643-0A42-43EA-8CC7-68C3A210DDBE}" srcOrd="1" destOrd="0" presId="urn:microsoft.com/office/officeart/2005/8/layout/target2"/>
    <dgm:cxn modelId="{C82EA93F-EE95-443D-B06B-1909E05949A3}" type="presParOf" srcId="{3E588FE2-EDE7-4427-9EA1-F3C32848862E}" destId="{E8E8D47F-7316-4D84-9299-8310399B6DB0}" srcOrd="2" destOrd="0" presId="urn:microsoft.com/office/officeart/2005/8/layout/target2"/>
    <dgm:cxn modelId="{58F9F7E2-81EE-4BB8-B4E7-9CCBD031E31B}" type="presParOf" srcId="{3E588FE2-EDE7-4427-9EA1-F3C32848862E}" destId="{380E6CDA-29BB-40B2-A2A2-2625ED030651}" srcOrd="3" destOrd="0" presId="urn:microsoft.com/office/officeart/2005/8/layout/target2"/>
    <dgm:cxn modelId="{895BE1C3-D5F2-4E06-A7AC-41195027C424}" type="presParOf" srcId="{3E588FE2-EDE7-4427-9EA1-F3C32848862E}" destId="{F34ED1C0-E3D3-4911-AE50-DDDCC1936E8B}" srcOrd="4" destOrd="0" presId="urn:microsoft.com/office/officeart/2005/8/layout/target2"/>
    <dgm:cxn modelId="{26CED923-B792-44A9-A6AD-AD58715E13C4}" type="presParOf" srcId="{3E588FE2-EDE7-4427-9EA1-F3C32848862E}" destId="{28A92D53-F112-494F-99BA-8935A159EF98}" srcOrd="5" destOrd="0" presId="urn:microsoft.com/office/officeart/2005/8/layout/target2"/>
    <dgm:cxn modelId="{43043F1F-7B59-479D-8900-075C9709CAA3}" type="presParOf" srcId="{3E588FE2-EDE7-4427-9EA1-F3C32848862E}" destId="{DBFA17E6-3128-4316-A4A3-BB931E82891D}" srcOrd="6" destOrd="0" presId="urn:microsoft.com/office/officeart/2005/8/layout/target2"/>
    <dgm:cxn modelId="{168B023E-43D1-49BC-831F-CE9FB11EC6BE}" type="presParOf" srcId="{2D9B4A94-EBAD-4673-B82F-19A81BA82A09}" destId="{DD9F9CF0-5947-4811-B129-3C3F4958501D}" srcOrd="1" destOrd="0" presId="urn:microsoft.com/office/officeart/2005/8/layout/target2"/>
    <dgm:cxn modelId="{D2F0AC75-C2FC-4557-B637-ACBB21CAB5C9}" type="presParOf" srcId="{DD9F9CF0-5947-4811-B129-3C3F4958501D}" destId="{5F4C2FD0-EACE-4DAF-9797-0277BB1554C7}" srcOrd="0" destOrd="0" presId="urn:microsoft.com/office/officeart/2005/8/layout/target2"/>
    <dgm:cxn modelId="{ED887A36-477D-42C9-A1A5-8FE59ABF83FB}" type="presParOf" srcId="{DD9F9CF0-5947-4811-B129-3C3F4958501D}" destId="{12FE9004-B793-4CBB-AFAC-057CB5BCC98A}" srcOrd="1" destOrd="0" presId="urn:microsoft.com/office/officeart/2005/8/layout/target2"/>
    <dgm:cxn modelId="{DA785966-7B47-4558-BC6E-751F51BAC8FE}" type="presParOf" srcId="{12FE9004-B793-4CBB-AFAC-057CB5BCC98A}" destId="{E83D8004-70E7-4241-A9D0-47C8181CD8A6}" srcOrd="0" destOrd="0" presId="urn:microsoft.com/office/officeart/2005/8/layout/target2"/>
    <dgm:cxn modelId="{80939FE1-43D0-4856-87B2-E84DDB26EBCE}" type="presParOf" srcId="{12FE9004-B793-4CBB-AFAC-057CB5BCC98A}" destId="{540A5750-2FFE-4AA0-977F-5DB10F67DBF4}" srcOrd="1" destOrd="0" presId="urn:microsoft.com/office/officeart/2005/8/layout/target2"/>
    <dgm:cxn modelId="{B2D18497-0111-46EA-B8B7-E1B8FE389210}" type="presParOf" srcId="{12FE9004-B793-4CBB-AFAC-057CB5BCC98A}" destId="{CAC117FC-A4D4-410F-9F7B-F5655D51D0B7}" srcOrd="2" destOrd="0" presId="urn:microsoft.com/office/officeart/2005/8/layout/target2"/>
    <dgm:cxn modelId="{5304402B-BC01-4EB3-BC34-C0E26E883386}" type="presParOf" srcId="{12FE9004-B793-4CBB-AFAC-057CB5BCC98A}" destId="{4B7838CA-435A-4CA3-A108-1628CA6FE585}" srcOrd="3" destOrd="0" presId="urn:microsoft.com/office/officeart/2005/8/layout/target2"/>
    <dgm:cxn modelId="{78C61B3B-4910-4A06-AE4D-F55D128BE213}" type="presParOf" srcId="{12FE9004-B793-4CBB-AFAC-057CB5BCC98A}" destId="{A74619EB-575C-4BDD-9E0D-2D46C9BDB922}" srcOrd="4" destOrd="0" presId="urn:microsoft.com/office/officeart/2005/8/layout/target2"/>
    <dgm:cxn modelId="{78346DA1-2720-479A-9341-138F3B403B7D}" type="presParOf" srcId="{12FE9004-B793-4CBB-AFAC-057CB5BCC98A}" destId="{DCFF33D1-6A26-4ECF-8BFB-72910465F5F6}" srcOrd="5" destOrd="0" presId="urn:microsoft.com/office/officeart/2005/8/layout/target2"/>
    <dgm:cxn modelId="{413361A2-89A0-4610-8BB5-A4D113D4831A}" type="presParOf" srcId="{12FE9004-B793-4CBB-AFAC-057CB5BCC98A}" destId="{5563201E-0DB5-4699-84AE-4B86FF9199BA}" srcOrd="6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F043B03-3C8A-4855-A35D-0BD78CF9E1DD}">
      <dsp:nvSpPr>
        <dsp:cNvPr id="0" name=""/>
        <dsp:cNvSpPr/>
      </dsp:nvSpPr>
      <dsp:spPr>
        <a:xfrm>
          <a:off x="7233" y="227736"/>
          <a:ext cx="2161877" cy="129712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smtClean="0"/>
            <a:t>Inputs	</a:t>
          </a:r>
          <a:endParaRPr lang="en-US" sz="3500" kern="1200" dirty="0"/>
        </a:p>
      </dsp:txBody>
      <dsp:txXfrm>
        <a:off x="7233" y="227736"/>
        <a:ext cx="2161877" cy="1297126"/>
      </dsp:txXfrm>
    </dsp:sp>
    <dsp:sp modelId="{77B9586B-D975-4F29-B96E-2A4A43500B0A}">
      <dsp:nvSpPr>
        <dsp:cNvPr id="0" name=""/>
        <dsp:cNvSpPr/>
      </dsp:nvSpPr>
      <dsp:spPr>
        <a:xfrm>
          <a:off x="2385298" y="608226"/>
          <a:ext cx="458317" cy="536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300" kern="1200"/>
        </a:p>
      </dsp:txBody>
      <dsp:txXfrm>
        <a:off x="2385298" y="608226"/>
        <a:ext cx="458317" cy="536145"/>
      </dsp:txXfrm>
    </dsp:sp>
    <dsp:sp modelId="{BF12B1FC-BD3C-48FE-B617-AD6FBD3BA958}">
      <dsp:nvSpPr>
        <dsp:cNvPr id="0" name=""/>
        <dsp:cNvSpPr/>
      </dsp:nvSpPr>
      <dsp:spPr>
        <a:xfrm>
          <a:off x="3033861" y="227736"/>
          <a:ext cx="2161877" cy="129712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smtClean="0"/>
            <a:t>Algorithm</a:t>
          </a:r>
          <a:endParaRPr lang="en-US" sz="3500" kern="1200" dirty="0"/>
        </a:p>
      </dsp:txBody>
      <dsp:txXfrm>
        <a:off x="3033861" y="227736"/>
        <a:ext cx="2161877" cy="1297126"/>
      </dsp:txXfrm>
    </dsp:sp>
    <dsp:sp modelId="{4D3CEDF1-F92E-401D-BF67-FD52CBD9794A}">
      <dsp:nvSpPr>
        <dsp:cNvPr id="0" name=""/>
        <dsp:cNvSpPr/>
      </dsp:nvSpPr>
      <dsp:spPr>
        <a:xfrm>
          <a:off x="5411926" y="608226"/>
          <a:ext cx="458317" cy="536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300" kern="1200"/>
        </a:p>
      </dsp:txBody>
      <dsp:txXfrm>
        <a:off x="5411926" y="608226"/>
        <a:ext cx="458317" cy="536145"/>
      </dsp:txXfrm>
    </dsp:sp>
    <dsp:sp modelId="{6E6B1650-C135-4DC4-8BD2-8A61AB111539}">
      <dsp:nvSpPr>
        <dsp:cNvPr id="0" name=""/>
        <dsp:cNvSpPr/>
      </dsp:nvSpPr>
      <dsp:spPr>
        <a:xfrm>
          <a:off x="6060489" y="227736"/>
          <a:ext cx="2161877" cy="12971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Outputs</a:t>
          </a:r>
          <a:endParaRPr lang="en-US" sz="3500" kern="1200" dirty="0"/>
        </a:p>
      </dsp:txBody>
      <dsp:txXfrm>
        <a:off x="6060489" y="227736"/>
        <a:ext cx="2161877" cy="1297126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F043B03-3C8A-4855-A35D-0BD78CF9E1DD}">
      <dsp:nvSpPr>
        <dsp:cNvPr id="0" name=""/>
        <dsp:cNvSpPr/>
      </dsp:nvSpPr>
      <dsp:spPr>
        <a:xfrm>
          <a:off x="7233" y="227736"/>
          <a:ext cx="2161877" cy="129712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Inputs	</a:t>
          </a:r>
          <a:endParaRPr lang="en-US" sz="3400" kern="1200" dirty="0"/>
        </a:p>
      </dsp:txBody>
      <dsp:txXfrm>
        <a:off x="7233" y="227736"/>
        <a:ext cx="2161877" cy="1297126"/>
      </dsp:txXfrm>
    </dsp:sp>
    <dsp:sp modelId="{77B9586B-D975-4F29-B96E-2A4A43500B0A}">
      <dsp:nvSpPr>
        <dsp:cNvPr id="0" name=""/>
        <dsp:cNvSpPr/>
      </dsp:nvSpPr>
      <dsp:spPr>
        <a:xfrm>
          <a:off x="2385298" y="608226"/>
          <a:ext cx="458317" cy="536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300" kern="1200"/>
        </a:p>
      </dsp:txBody>
      <dsp:txXfrm>
        <a:off x="2385298" y="608226"/>
        <a:ext cx="458317" cy="536145"/>
      </dsp:txXfrm>
    </dsp:sp>
    <dsp:sp modelId="{BF12B1FC-BD3C-48FE-B617-AD6FBD3BA958}">
      <dsp:nvSpPr>
        <dsp:cNvPr id="0" name=""/>
        <dsp:cNvSpPr/>
      </dsp:nvSpPr>
      <dsp:spPr>
        <a:xfrm>
          <a:off x="3033861" y="227736"/>
          <a:ext cx="2161877" cy="1297126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5">
                <a:shade val="51000"/>
                <a:satMod val="130000"/>
              </a:schemeClr>
            </a:gs>
            <a:gs pos="80000">
              <a:schemeClr val="accent5">
                <a:shade val="93000"/>
                <a:satMod val="130000"/>
              </a:schemeClr>
            </a:gs>
            <a:gs pos="100000">
              <a:schemeClr val="accent5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5"/>
        </a:lnRef>
        <a:fillRef idx="3">
          <a:schemeClr val="accent5"/>
        </a:fillRef>
        <a:effectRef idx="2">
          <a:schemeClr val="accent5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Main Function</a:t>
          </a:r>
          <a:endParaRPr lang="en-US" sz="3400" kern="1200" dirty="0"/>
        </a:p>
      </dsp:txBody>
      <dsp:txXfrm>
        <a:off x="3033861" y="227736"/>
        <a:ext cx="2161877" cy="1297126"/>
      </dsp:txXfrm>
    </dsp:sp>
    <dsp:sp modelId="{4D3CEDF1-F92E-401D-BF67-FD52CBD9794A}">
      <dsp:nvSpPr>
        <dsp:cNvPr id="0" name=""/>
        <dsp:cNvSpPr/>
      </dsp:nvSpPr>
      <dsp:spPr>
        <a:xfrm>
          <a:off x="5411926" y="608226"/>
          <a:ext cx="458317" cy="536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300" kern="1200"/>
        </a:p>
      </dsp:txBody>
      <dsp:txXfrm>
        <a:off x="5411926" y="608226"/>
        <a:ext cx="458317" cy="536145"/>
      </dsp:txXfrm>
    </dsp:sp>
    <dsp:sp modelId="{6E6B1650-C135-4DC4-8BD2-8A61AB111539}">
      <dsp:nvSpPr>
        <dsp:cNvPr id="0" name=""/>
        <dsp:cNvSpPr/>
      </dsp:nvSpPr>
      <dsp:spPr>
        <a:xfrm>
          <a:off x="6060489" y="227736"/>
          <a:ext cx="2161877" cy="12971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Outputs</a:t>
          </a:r>
          <a:endParaRPr lang="en-US" sz="3400" kern="1200" dirty="0"/>
        </a:p>
      </dsp:txBody>
      <dsp:txXfrm>
        <a:off x="6060489" y="227736"/>
        <a:ext cx="2161877" cy="1297126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F043B03-3C8A-4855-A35D-0BD78CF9E1DD}">
      <dsp:nvSpPr>
        <dsp:cNvPr id="0" name=""/>
        <dsp:cNvSpPr/>
      </dsp:nvSpPr>
      <dsp:spPr>
        <a:xfrm>
          <a:off x="7166" y="233741"/>
          <a:ext cx="2141859" cy="128511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Inputs	</a:t>
          </a:r>
          <a:endParaRPr lang="en-US" sz="3400" kern="1200" dirty="0"/>
        </a:p>
      </dsp:txBody>
      <dsp:txXfrm>
        <a:off x="7166" y="233741"/>
        <a:ext cx="2141859" cy="1285115"/>
      </dsp:txXfrm>
    </dsp:sp>
    <dsp:sp modelId="{77B9586B-D975-4F29-B96E-2A4A43500B0A}">
      <dsp:nvSpPr>
        <dsp:cNvPr id="0" name=""/>
        <dsp:cNvSpPr/>
      </dsp:nvSpPr>
      <dsp:spPr>
        <a:xfrm>
          <a:off x="2363212" y="610708"/>
          <a:ext cx="454074" cy="5311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200" kern="1200"/>
        </a:p>
      </dsp:txBody>
      <dsp:txXfrm>
        <a:off x="2363212" y="610708"/>
        <a:ext cx="454074" cy="531181"/>
      </dsp:txXfrm>
    </dsp:sp>
    <dsp:sp modelId="{BF12B1FC-BD3C-48FE-B617-AD6FBD3BA958}">
      <dsp:nvSpPr>
        <dsp:cNvPr id="0" name=""/>
        <dsp:cNvSpPr/>
      </dsp:nvSpPr>
      <dsp:spPr>
        <a:xfrm>
          <a:off x="3005770" y="233741"/>
          <a:ext cx="2141859" cy="1285115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5">
                <a:shade val="51000"/>
                <a:satMod val="130000"/>
              </a:schemeClr>
            </a:gs>
            <a:gs pos="80000">
              <a:schemeClr val="accent5">
                <a:shade val="93000"/>
                <a:satMod val="130000"/>
              </a:schemeClr>
            </a:gs>
            <a:gs pos="100000">
              <a:schemeClr val="accent5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5"/>
        </a:lnRef>
        <a:fillRef idx="3">
          <a:schemeClr val="accent5"/>
        </a:fillRef>
        <a:effectRef idx="2">
          <a:schemeClr val="accent5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Main Function</a:t>
          </a:r>
          <a:endParaRPr lang="en-US" sz="3400" kern="1200" dirty="0"/>
        </a:p>
      </dsp:txBody>
      <dsp:txXfrm>
        <a:off x="3005770" y="233741"/>
        <a:ext cx="2141859" cy="1285115"/>
      </dsp:txXfrm>
    </dsp:sp>
    <dsp:sp modelId="{4D3CEDF1-F92E-401D-BF67-FD52CBD9794A}">
      <dsp:nvSpPr>
        <dsp:cNvPr id="0" name=""/>
        <dsp:cNvSpPr/>
      </dsp:nvSpPr>
      <dsp:spPr>
        <a:xfrm>
          <a:off x="5361815" y="610708"/>
          <a:ext cx="454074" cy="5311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200" kern="1200"/>
        </a:p>
      </dsp:txBody>
      <dsp:txXfrm>
        <a:off x="5361815" y="610708"/>
        <a:ext cx="454074" cy="531181"/>
      </dsp:txXfrm>
    </dsp:sp>
    <dsp:sp modelId="{6E6B1650-C135-4DC4-8BD2-8A61AB111539}">
      <dsp:nvSpPr>
        <dsp:cNvPr id="0" name=""/>
        <dsp:cNvSpPr/>
      </dsp:nvSpPr>
      <dsp:spPr>
        <a:xfrm>
          <a:off x="6004373" y="233741"/>
          <a:ext cx="2141859" cy="128511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Outputs</a:t>
          </a:r>
          <a:endParaRPr lang="en-US" sz="3400" kern="1200" dirty="0"/>
        </a:p>
      </dsp:txBody>
      <dsp:txXfrm>
        <a:off x="6004373" y="233741"/>
        <a:ext cx="2141859" cy="1285115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3ADAABC-F15C-4872-B2B5-36F62DD0BEFF}">
      <dsp:nvSpPr>
        <dsp:cNvPr id="0" name=""/>
        <dsp:cNvSpPr/>
      </dsp:nvSpPr>
      <dsp:spPr>
        <a:xfrm>
          <a:off x="0" y="0"/>
          <a:ext cx="8001000" cy="2895600"/>
        </a:xfrm>
        <a:prstGeom prst="roundRect">
          <a:avLst>
            <a:gd name="adj" fmla="val 85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2247307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Main Function: variable m1, variable m2</a:t>
          </a:r>
          <a:endParaRPr lang="en-US" sz="2800" kern="1200" dirty="0"/>
        </a:p>
      </dsp:txBody>
      <dsp:txXfrm>
        <a:off x="0" y="0"/>
        <a:ext cx="8001000" cy="2895600"/>
      </dsp:txXfrm>
    </dsp:sp>
    <dsp:sp modelId="{C5ABA01B-D877-46A4-BBDA-E2FAA39E46EC}">
      <dsp:nvSpPr>
        <dsp:cNvPr id="0" name=""/>
        <dsp:cNvSpPr/>
      </dsp:nvSpPr>
      <dsp:spPr>
        <a:xfrm>
          <a:off x="200025" y="723900"/>
          <a:ext cx="1200150" cy="484956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Function 1: variable f1a, variable f1b</a:t>
          </a:r>
        </a:p>
      </dsp:txBody>
      <dsp:txXfrm>
        <a:off x="200025" y="723900"/>
        <a:ext cx="1200150" cy="484956"/>
      </dsp:txXfrm>
    </dsp:sp>
    <dsp:sp modelId="{E8E8D47F-7316-4D84-9299-8310399B6DB0}">
      <dsp:nvSpPr>
        <dsp:cNvPr id="0" name=""/>
        <dsp:cNvSpPr/>
      </dsp:nvSpPr>
      <dsp:spPr>
        <a:xfrm>
          <a:off x="200025" y="1237570"/>
          <a:ext cx="1200150" cy="484956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607181"/>
              <a:satOff val="-2411"/>
              <a:lumOff val="-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Function 2: variable f2a, variable f2b</a:t>
          </a:r>
        </a:p>
      </dsp:txBody>
      <dsp:txXfrm>
        <a:off x="200025" y="1237570"/>
        <a:ext cx="1200150" cy="484956"/>
      </dsp:txXfrm>
    </dsp:sp>
    <dsp:sp modelId="{F34ED1C0-E3D3-4911-AE50-DDDCC1936E8B}">
      <dsp:nvSpPr>
        <dsp:cNvPr id="0" name=""/>
        <dsp:cNvSpPr/>
      </dsp:nvSpPr>
      <dsp:spPr>
        <a:xfrm>
          <a:off x="200025" y="1751241"/>
          <a:ext cx="1200150" cy="484956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3214361"/>
              <a:satOff val="-4823"/>
              <a:lumOff val="-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Function 3</a:t>
          </a:r>
        </a:p>
      </dsp:txBody>
      <dsp:txXfrm>
        <a:off x="200025" y="1751241"/>
        <a:ext cx="1200150" cy="484956"/>
      </dsp:txXfrm>
    </dsp:sp>
    <dsp:sp modelId="{DBFA17E6-3128-4316-A4A3-BB931E82891D}">
      <dsp:nvSpPr>
        <dsp:cNvPr id="0" name=""/>
        <dsp:cNvSpPr/>
      </dsp:nvSpPr>
      <dsp:spPr>
        <a:xfrm>
          <a:off x="200025" y="2264912"/>
          <a:ext cx="1200150" cy="484956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4821541"/>
              <a:satOff val="-7234"/>
              <a:lumOff val="-11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Function 4</a:t>
          </a:r>
          <a:endParaRPr lang="en-US" sz="1000" kern="1200" dirty="0"/>
        </a:p>
      </dsp:txBody>
      <dsp:txXfrm>
        <a:off x="200025" y="2264912"/>
        <a:ext cx="1200150" cy="484956"/>
      </dsp:txXfrm>
    </dsp:sp>
    <dsp:sp modelId="{5F4C2FD0-EACE-4DAF-9797-0277BB1554C7}">
      <dsp:nvSpPr>
        <dsp:cNvPr id="0" name=""/>
        <dsp:cNvSpPr/>
      </dsp:nvSpPr>
      <dsp:spPr>
        <a:xfrm>
          <a:off x="1600200" y="723900"/>
          <a:ext cx="6200775" cy="2026920"/>
        </a:xfrm>
        <a:prstGeom prst="roundRect">
          <a:avLst>
            <a:gd name="adj" fmla="val 10500"/>
          </a:avLst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287094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Function 5: variable f5a, variable f5b</a:t>
          </a:r>
          <a:endParaRPr lang="en-US" sz="2800" kern="1200" dirty="0"/>
        </a:p>
      </dsp:txBody>
      <dsp:txXfrm>
        <a:off x="1600200" y="723900"/>
        <a:ext cx="6200775" cy="2026920"/>
      </dsp:txXfrm>
    </dsp:sp>
    <dsp:sp modelId="{E83D8004-70E7-4241-A9D0-47C8181CD8A6}">
      <dsp:nvSpPr>
        <dsp:cNvPr id="0" name=""/>
        <dsp:cNvSpPr/>
      </dsp:nvSpPr>
      <dsp:spPr>
        <a:xfrm>
          <a:off x="1755219" y="1636014"/>
          <a:ext cx="1449673" cy="912114"/>
        </a:xfrm>
        <a:prstGeom prst="roundRect">
          <a:avLst>
            <a:gd name="adj" fmla="val 10500"/>
          </a:avLst>
        </a:prstGeom>
        <a:gradFill rotWithShape="1">
          <a:gsLst>
            <a:gs pos="0">
              <a:schemeClr val="accent5">
                <a:shade val="51000"/>
                <a:satMod val="130000"/>
              </a:schemeClr>
            </a:gs>
            <a:gs pos="80000">
              <a:schemeClr val="accent5">
                <a:shade val="93000"/>
                <a:satMod val="130000"/>
              </a:schemeClr>
            </a:gs>
            <a:gs pos="100000">
              <a:schemeClr val="accent5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Function 1()</a:t>
          </a:r>
          <a:endParaRPr lang="en-US" sz="1000" kern="1200" dirty="0"/>
        </a:p>
      </dsp:txBody>
      <dsp:txXfrm>
        <a:off x="1755219" y="1636014"/>
        <a:ext cx="1449673" cy="912114"/>
      </dsp:txXfrm>
    </dsp:sp>
    <dsp:sp modelId="{CAC117FC-A4D4-410F-9F7B-F5655D51D0B7}">
      <dsp:nvSpPr>
        <dsp:cNvPr id="0" name=""/>
        <dsp:cNvSpPr/>
      </dsp:nvSpPr>
      <dsp:spPr>
        <a:xfrm>
          <a:off x="3234427" y="1636014"/>
          <a:ext cx="1449673" cy="912114"/>
        </a:xfrm>
        <a:prstGeom prst="roundRect">
          <a:avLst>
            <a:gd name="adj" fmla="val 10500"/>
          </a:avLst>
        </a:prstGeom>
        <a:gradFill rotWithShape="1">
          <a:gsLst>
            <a:gs pos="0">
              <a:schemeClr val="accent5">
                <a:shade val="51000"/>
                <a:satMod val="130000"/>
              </a:schemeClr>
            </a:gs>
            <a:gs pos="80000">
              <a:schemeClr val="accent5">
                <a:shade val="93000"/>
                <a:satMod val="130000"/>
              </a:schemeClr>
            </a:gs>
            <a:gs pos="100000">
              <a:schemeClr val="accent5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Function 2()</a:t>
          </a:r>
          <a:endParaRPr lang="en-US" sz="1000" kern="1200" dirty="0"/>
        </a:p>
      </dsp:txBody>
      <dsp:txXfrm>
        <a:off x="3234427" y="1636014"/>
        <a:ext cx="1449673" cy="912114"/>
      </dsp:txXfrm>
    </dsp:sp>
    <dsp:sp modelId="{A74619EB-575C-4BDD-9E0D-2D46C9BDB922}">
      <dsp:nvSpPr>
        <dsp:cNvPr id="0" name=""/>
        <dsp:cNvSpPr/>
      </dsp:nvSpPr>
      <dsp:spPr>
        <a:xfrm>
          <a:off x="4713636" y="1636014"/>
          <a:ext cx="1449673" cy="912114"/>
        </a:xfrm>
        <a:prstGeom prst="roundRect">
          <a:avLst>
            <a:gd name="adj" fmla="val 10500"/>
          </a:avLst>
        </a:prstGeom>
        <a:gradFill rotWithShape="1">
          <a:gsLst>
            <a:gs pos="0">
              <a:schemeClr val="accent5">
                <a:shade val="51000"/>
                <a:satMod val="130000"/>
              </a:schemeClr>
            </a:gs>
            <a:gs pos="80000">
              <a:schemeClr val="accent5">
                <a:shade val="93000"/>
                <a:satMod val="130000"/>
              </a:schemeClr>
            </a:gs>
            <a:gs pos="100000">
              <a:schemeClr val="accent5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Function 3()</a:t>
          </a:r>
          <a:endParaRPr lang="en-US" sz="1000" kern="1200" dirty="0"/>
        </a:p>
      </dsp:txBody>
      <dsp:txXfrm>
        <a:off x="4713636" y="1636014"/>
        <a:ext cx="1449673" cy="912114"/>
      </dsp:txXfrm>
    </dsp:sp>
    <dsp:sp modelId="{5563201E-0DB5-4699-84AE-4B86FF9199BA}">
      <dsp:nvSpPr>
        <dsp:cNvPr id="0" name=""/>
        <dsp:cNvSpPr/>
      </dsp:nvSpPr>
      <dsp:spPr>
        <a:xfrm>
          <a:off x="6192844" y="1636014"/>
          <a:ext cx="1449673" cy="912114"/>
        </a:xfrm>
        <a:prstGeom prst="roundRect">
          <a:avLst>
            <a:gd name="adj" fmla="val 10500"/>
          </a:avLst>
        </a:prstGeom>
        <a:gradFill rotWithShape="1">
          <a:gsLst>
            <a:gs pos="0">
              <a:schemeClr val="accent5">
                <a:shade val="51000"/>
                <a:satMod val="130000"/>
              </a:schemeClr>
            </a:gs>
            <a:gs pos="80000">
              <a:schemeClr val="accent5">
                <a:shade val="93000"/>
                <a:satMod val="130000"/>
              </a:schemeClr>
            </a:gs>
            <a:gs pos="100000">
              <a:schemeClr val="accent5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Function 4()</a:t>
          </a:r>
          <a:endParaRPr lang="en-US" sz="1000" kern="1200" dirty="0"/>
        </a:p>
      </dsp:txBody>
      <dsp:txXfrm>
        <a:off x="6192844" y="1636014"/>
        <a:ext cx="1449673" cy="912114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3ADAABC-F15C-4872-B2B5-36F62DD0BEFF}">
      <dsp:nvSpPr>
        <dsp:cNvPr id="0" name=""/>
        <dsp:cNvSpPr/>
      </dsp:nvSpPr>
      <dsp:spPr>
        <a:xfrm>
          <a:off x="0" y="0"/>
          <a:ext cx="8001000" cy="4876800"/>
        </a:xfrm>
        <a:prstGeom prst="roundRect">
          <a:avLst>
            <a:gd name="adj" fmla="val 85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3784939" numCol="1" spcCol="1270" anchor="t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Main Function: variable m1, variable m2</a:t>
          </a:r>
          <a:endParaRPr lang="en-US" sz="3600" kern="1200" dirty="0"/>
        </a:p>
      </dsp:txBody>
      <dsp:txXfrm>
        <a:off x="0" y="0"/>
        <a:ext cx="8001000" cy="4876800"/>
      </dsp:txXfrm>
    </dsp:sp>
    <dsp:sp modelId="{C5ABA01B-D877-46A4-BBDA-E2FAA39E46EC}">
      <dsp:nvSpPr>
        <dsp:cNvPr id="0" name=""/>
        <dsp:cNvSpPr/>
      </dsp:nvSpPr>
      <dsp:spPr>
        <a:xfrm>
          <a:off x="200025" y="1219200"/>
          <a:ext cx="1200150" cy="830937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Function 1: variable f1a, variable f1b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C00000"/>
              </a:solidFill>
              <a:latin typeface="Consolas" pitchFamily="49" charset="0"/>
            </a:rPr>
            <a:t>f1a = m1*2</a:t>
          </a:r>
        </a:p>
      </dsp:txBody>
      <dsp:txXfrm>
        <a:off x="200025" y="1219200"/>
        <a:ext cx="1200150" cy="830937"/>
      </dsp:txXfrm>
    </dsp:sp>
    <dsp:sp modelId="{E8E8D47F-7316-4D84-9299-8310399B6DB0}">
      <dsp:nvSpPr>
        <dsp:cNvPr id="0" name=""/>
        <dsp:cNvSpPr/>
      </dsp:nvSpPr>
      <dsp:spPr>
        <a:xfrm>
          <a:off x="200025" y="2079349"/>
          <a:ext cx="1200150" cy="830937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607181"/>
              <a:satOff val="-2411"/>
              <a:lumOff val="-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Function 2: variable f2a, variable f2b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C00000"/>
              </a:solidFill>
              <a:latin typeface="Consolas" pitchFamily="49" charset="0"/>
            </a:rPr>
            <a:t>f2a = m1/4</a:t>
          </a:r>
        </a:p>
      </dsp:txBody>
      <dsp:txXfrm>
        <a:off x="200025" y="2079349"/>
        <a:ext cx="1200150" cy="830937"/>
      </dsp:txXfrm>
    </dsp:sp>
    <dsp:sp modelId="{F34ED1C0-E3D3-4911-AE50-DDDCC1936E8B}">
      <dsp:nvSpPr>
        <dsp:cNvPr id="0" name=""/>
        <dsp:cNvSpPr/>
      </dsp:nvSpPr>
      <dsp:spPr>
        <a:xfrm>
          <a:off x="200025" y="2939499"/>
          <a:ext cx="1200150" cy="830937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3214361"/>
              <a:satOff val="-4823"/>
              <a:lumOff val="-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Function 3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C00000"/>
              </a:solidFill>
              <a:latin typeface="Consolas" pitchFamily="49" charset="0"/>
            </a:rPr>
            <a:t>m1 = 6</a:t>
          </a:r>
        </a:p>
      </dsp:txBody>
      <dsp:txXfrm>
        <a:off x="200025" y="2939499"/>
        <a:ext cx="1200150" cy="830937"/>
      </dsp:txXfrm>
    </dsp:sp>
    <dsp:sp modelId="{DBFA17E6-3128-4316-A4A3-BB931E82891D}">
      <dsp:nvSpPr>
        <dsp:cNvPr id="0" name=""/>
        <dsp:cNvSpPr/>
      </dsp:nvSpPr>
      <dsp:spPr>
        <a:xfrm>
          <a:off x="200025" y="3799649"/>
          <a:ext cx="1200150" cy="830937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4821541"/>
              <a:satOff val="-7234"/>
              <a:lumOff val="-11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Function 4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C00000"/>
              </a:solidFill>
              <a:latin typeface="Consolas" pitchFamily="49" charset="0"/>
            </a:rPr>
            <a:t>f4a = m1*m1</a:t>
          </a:r>
          <a:endParaRPr lang="en-US" sz="1100" kern="1200" dirty="0"/>
        </a:p>
      </dsp:txBody>
      <dsp:txXfrm>
        <a:off x="200025" y="3799649"/>
        <a:ext cx="1200150" cy="830937"/>
      </dsp:txXfrm>
    </dsp:sp>
    <dsp:sp modelId="{5F4C2FD0-EACE-4DAF-9797-0277BB1554C7}">
      <dsp:nvSpPr>
        <dsp:cNvPr id="0" name=""/>
        <dsp:cNvSpPr/>
      </dsp:nvSpPr>
      <dsp:spPr>
        <a:xfrm>
          <a:off x="1600200" y="1219200"/>
          <a:ext cx="6200775" cy="3413760"/>
        </a:xfrm>
        <a:prstGeom prst="roundRect">
          <a:avLst>
            <a:gd name="adj" fmla="val 10500"/>
          </a:avLst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2167738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Function 5: variable f5a, variable f5b</a:t>
          </a:r>
        </a:p>
      </dsp:txBody>
      <dsp:txXfrm>
        <a:off x="1600200" y="1219200"/>
        <a:ext cx="6200775" cy="3413760"/>
      </dsp:txXfrm>
    </dsp:sp>
    <dsp:sp modelId="{E83D8004-70E7-4241-A9D0-47C8181CD8A6}">
      <dsp:nvSpPr>
        <dsp:cNvPr id="0" name=""/>
        <dsp:cNvSpPr/>
      </dsp:nvSpPr>
      <dsp:spPr>
        <a:xfrm>
          <a:off x="1755219" y="2755392"/>
          <a:ext cx="1449673" cy="1536192"/>
        </a:xfrm>
        <a:prstGeom prst="roundRect">
          <a:avLst>
            <a:gd name="adj" fmla="val 10500"/>
          </a:avLst>
        </a:prstGeom>
        <a:solidFill>
          <a:schemeClr val="accent5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5"/>
        </a:fillRef>
        <a:effectRef idx="1">
          <a:schemeClr val="accent5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Function 1()</a:t>
          </a:r>
        </a:p>
      </dsp:txBody>
      <dsp:txXfrm>
        <a:off x="1755219" y="2755392"/>
        <a:ext cx="1449673" cy="1536192"/>
      </dsp:txXfrm>
    </dsp:sp>
    <dsp:sp modelId="{CAC117FC-A4D4-410F-9F7B-F5655D51D0B7}">
      <dsp:nvSpPr>
        <dsp:cNvPr id="0" name=""/>
        <dsp:cNvSpPr/>
      </dsp:nvSpPr>
      <dsp:spPr>
        <a:xfrm>
          <a:off x="3234427" y="2755392"/>
          <a:ext cx="1449673" cy="1536192"/>
        </a:xfrm>
        <a:prstGeom prst="roundRect">
          <a:avLst>
            <a:gd name="adj" fmla="val 10500"/>
          </a:avLst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Function 2()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// Function2 can only be called after Function1 is finished.</a:t>
          </a:r>
          <a:endParaRPr lang="en-US" sz="1100" kern="1200" dirty="0"/>
        </a:p>
      </dsp:txBody>
      <dsp:txXfrm>
        <a:off x="3234427" y="2755392"/>
        <a:ext cx="1449673" cy="1536192"/>
      </dsp:txXfrm>
    </dsp:sp>
    <dsp:sp modelId="{A74619EB-575C-4BDD-9E0D-2D46C9BDB922}">
      <dsp:nvSpPr>
        <dsp:cNvPr id="0" name=""/>
        <dsp:cNvSpPr/>
      </dsp:nvSpPr>
      <dsp:spPr>
        <a:xfrm>
          <a:off x="4713636" y="2755392"/>
          <a:ext cx="1449673" cy="1536192"/>
        </a:xfrm>
        <a:prstGeom prst="roundRect">
          <a:avLst>
            <a:gd name="adj" fmla="val 10500"/>
          </a:avLst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Function 3()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// This function modifies m1 and it affects Function 4</a:t>
          </a:r>
          <a:endParaRPr lang="en-US" sz="1100" kern="1200" dirty="0"/>
        </a:p>
      </dsp:txBody>
      <dsp:txXfrm>
        <a:off x="4713636" y="2755392"/>
        <a:ext cx="1449673" cy="1536192"/>
      </dsp:txXfrm>
    </dsp:sp>
    <dsp:sp modelId="{5563201E-0DB5-4699-84AE-4B86FF9199BA}">
      <dsp:nvSpPr>
        <dsp:cNvPr id="0" name=""/>
        <dsp:cNvSpPr/>
      </dsp:nvSpPr>
      <dsp:spPr>
        <a:xfrm>
          <a:off x="6192844" y="2755392"/>
          <a:ext cx="1449673" cy="1536192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Function 4()</a:t>
          </a:r>
          <a:endParaRPr lang="en-US" sz="1100" kern="1200" dirty="0"/>
        </a:p>
      </dsp:txBody>
      <dsp:txXfrm>
        <a:off x="6192844" y="2755392"/>
        <a:ext cx="1449673" cy="1536192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3ADAABC-F15C-4872-B2B5-36F62DD0BEFF}">
      <dsp:nvSpPr>
        <dsp:cNvPr id="0" name=""/>
        <dsp:cNvSpPr/>
      </dsp:nvSpPr>
      <dsp:spPr>
        <a:xfrm>
          <a:off x="0" y="0"/>
          <a:ext cx="8001000" cy="4876800"/>
        </a:xfrm>
        <a:prstGeom prst="roundRect">
          <a:avLst>
            <a:gd name="adj" fmla="val 85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3784939" numCol="1" spcCol="1270" anchor="t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Main Function: variable m1, variable m2</a:t>
          </a:r>
          <a:endParaRPr lang="en-US" sz="3600" kern="1200" dirty="0"/>
        </a:p>
      </dsp:txBody>
      <dsp:txXfrm>
        <a:off x="0" y="0"/>
        <a:ext cx="8001000" cy="4876800"/>
      </dsp:txXfrm>
    </dsp:sp>
    <dsp:sp modelId="{C5ABA01B-D877-46A4-BBDA-E2FAA39E46EC}">
      <dsp:nvSpPr>
        <dsp:cNvPr id="0" name=""/>
        <dsp:cNvSpPr/>
      </dsp:nvSpPr>
      <dsp:spPr>
        <a:xfrm>
          <a:off x="200025" y="1219200"/>
          <a:ext cx="1200150" cy="830937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Function 1: variable f1a, variable f1b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C00000"/>
              </a:solidFill>
            </a:rPr>
            <a:t>f1a = n1*2</a:t>
          </a:r>
        </a:p>
      </dsp:txBody>
      <dsp:txXfrm>
        <a:off x="200025" y="1219200"/>
        <a:ext cx="1200150" cy="830937"/>
      </dsp:txXfrm>
    </dsp:sp>
    <dsp:sp modelId="{E8E8D47F-7316-4D84-9299-8310399B6DB0}">
      <dsp:nvSpPr>
        <dsp:cNvPr id="0" name=""/>
        <dsp:cNvSpPr/>
      </dsp:nvSpPr>
      <dsp:spPr>
        <a:xfrm>
          <a:off x="200025" y="2079349"/>
          <a:ext cx="1200150" cy="830937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607181"/>
              <a:satOff val="-2411"/>
              <a:lumOff val="-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Function 2: variable f2a, variable f2b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C00000"/>
              </a:solidFill>
            </a:rPr>
            <a:t>f2a = n1/4</a:t>
          </a:r>
        </a:p>
      </dsp:txBody>
      <dsp:txXfrm>
        <a:off x="200025" y="2079349"/>
        <a:ext cx="1200150" cy="830937"/>
      </dsp:txXfrm>
    </dsp:sp>
    <dsp:sp modelId="{F34ED1C0-E3D3-4911-AE50-DDDCC1936E8B}">
      <dsp:nvSpPr>
        <dsp:cNvPr id="0" name=""/>
        <dsp:cNvSpPr/>
      </dsp:nvSpPr>
      <dsp:spPr>
        <a:xfrm>
          <a:off x="200025" y="2939499"/>
          <a:ext cx="1200150" cy="830937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3214361"/>
              <a:satOff val="-4823"/>
              <a:lumOff val="-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Function 3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C00000"/>
              </a:solidFill>
            </a:rPr>
            <a:t>m1 = 6</a:t>
          </a:r>
        </a:p>
      </dsp:txBody>
      <dsp:txXfrm>
        <a:off x="200025" y="2939499"/>
        <a:ext cx="1200150" cy="830937"/>
      </dsp:txXfrm>
    </dsp:sp>
    <dsp:sp modelId="{DBFA17E6-3128-4316-A4A3-BB931E82891D}">
      <dsp:nvSpPr>
        <dsp:cNvPr id="0" name=""/>
        <dsp:cNvSpPr/>
      </dsp:nvSpPr>
      <dsp:spPr>
        <a:xfrm>
          <a:off x="200025" y="3799649"/>
          <a:ext cx="1200150" cy="830937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4821541"/>
              <a:satOff val="-7234"/>
              <a:lumOff val="-11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Function 4</a:t>
          </a:r>
          <a:endParaRPr lang="en-US" sz="1100" kern="1200" dirty="0"/>
        </a:p>
      </dsp:txBody>
      <dsp:txXfrm>
        <a:off x="200025" y="3799649"/>
        <a:ext cx="1200150" cy="830937"/>
      </dsp:txXfrm>
    </dsp:sp>
    <dsp:sp modelId="{5F4C2FD0-EACE-4DAF-9797-0277BB1554C7}">
      <dsp:nvSpPr>
        <dsp:cNvPr id="0" name=""/>
        <dsp:cNvSpPr/>
      </dsp:nvSpPr>
      <dsp:spPr>
        <a:xfrm>
          <a:off x="1600200" y="1219200"/>
          <a:ext cx="6200775" cy="3413760"/>
        </a:xfrm>
        <a:prstGeom prst="roundRect">
          <a:avLst>
            <a:gd name="adj" fmla="val 10500"/>
          </a:avLst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2167738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Function 5: variable f3a, variable f3b</a:t>
          </a:r>
        </a:p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0" kern="1200" dirty="0" smtClean="0">
              <a:solidFill>
                <a:srgbClr val="C00000"/>
              </a:solidFill>
              <a:latin typeface="Consolas" pitchFamily="49" charset="0"/>
            </a:rPr>
            <a:t>  </a:t>
          </a:r>
          <a:endParaRPr lang="en-US" sz="2200" kern="1200" dirty="0">
            <a:solidFill>
              <a:schemeClr val="tx1"/>
            </a:solidFill>
          </a:endParaRPr>
        </a:p>
      </dsp:txBody>
      <dsp:txXfrm>
        <a:off x="1600200" y="1219200"/>
        <a:ext cx="6200775" cy="3413760"/>
      </dsp:txXfrm>
    </dsp:sp>
    <dsp:sp modelId="{E83D8004-70E7-4241-A9D0-47C8181CD8A6}">
      <dsp:nvSpPr>
        <dsp:cNvPr id="0" name=""/>
        <dsp:cNvSpPr/>
      </dsp:nvSpPr>
      <dsp:spPr>
        <a:xfrm>
          <a:off x="1755219" y="2755392"/>
          <a:ext cx="1449673" cy="1536192"/>
        </a:xfrm>
        <a:prstGeom prst="roundRect">
          <a:avLst>
            <a:gd name="adj" fmla="val 10500"/>
          </a:avLst>
        </a:prstGeom>
        <a:solidFill>
          <a:schemeClr val="accent5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5"/>
        </a:fillRef>
        <a:effectRef idx="1">
          <a:schemeClr val="accent5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Function 1()</a:t>
          </a:r>
          <a:endParaRPr lang="en-US" sz="1100" kern="1200" dirty="0"/>
        </a:p>
      </dsp:txBody>
      <dsp:txXfrm>
        <a:off x="1755219" y="2755392"/>
        <a:ext cx="1449673" cy="1536192"/>
      </dsp:txXfrm>
    </dsp:sp>
    <dsp:sp modelId="{CAC117FC-A4D4-410F-9F7B-F5655D51D0B7}">
      <dsp:nvSpPr>
        <dsp:cNvPr id="0" name=""/>
        <dsp:cNvSpPr/>
      </dsp:nvSpPr>
      <dsp:spPr>
        <a:xfrm>
          <a:off x="3234427" y="2755392"/>
          <a:ext cx="1449673" cy="1536192"/>
        </a:xfrm>
        <a:prstGeom prst="roundRect">
          <a:avLst>
            <a:gd name="adj" fmla="val 10500"/>
          </a:avLst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Function 2()</a:t>
          </a:r>
          <a:endParaRPr lang="en-US" sz="1100" kern="1200" dirty="0"/>
        </a:p>
      </dsp:txBody>
      <dsp:txXfrm>
        <a:off x="3234427" y="2755392"/>
        <a:ext cx="1449673" cy="1536192"/>
      </dsp:txXfrm>
    </dsp:sp>
    <dsp:sp modelId="{A74619EB-575C-4BDD-9E0D-2D46C9BDB922}">
      <dsp:nvSpPr>
        <dsp:cNvPr id="0" name=""/>
        <dsp:cNvSpPr/>
      </dsp:nvSpPr>
      <dsp:spPr>
        <a:xfrm>
          <a:off x="4713636" y="2755392"/>
          <a:ext cx="1449673" cy="1536192"/>
        </a:xfrm>
        <a:prstGeom prst="roundRect">
          <a:avLst>
            <a:gd name="adj" fmla="val 10500"/>
          </a:avLst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Function 3(m1)</a:t>
          </a:r>
          <a:endParaRPr lang="en-US" sz="1100" kern="1200" dirty="0"/>
        </a:p>
      </dsp:txBody>
      <dsp:txXfrm>
        <a:off x="4713636" y="2755392"/>
        <a:ext cx="1449673" cy="1536192"/>
      </dsp:txXfrm>
    </dsp:sp>
    <dsp:sp modelId="{5563201E-0DB5-4699-84AE-4B86FF9199BA}">
      <dsp:nvSpPr>
        <dsp:cNvPr id="0" name=""/>
        <dsp:cNvSpPr/>
      </dsp:nvSpPr>
      <dsp:spPr>
        <a:xfrm>
          <a:off x="6192844" y="2755392"/>
          <a:ext cx="1449673" cy="1536192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Function 4(m1)</a:t>
          </a:r>
          <a:endParaRPr lang="en-US" sz="1100" kern="1200" dirty="0"/>
        </a:p>
      </dsp:txBody>
      <dsp:txXfrm>
        <a:off x="6192844" y="2755392"/>
        <a:ext cx="1449673" cy="1536192"/>
      </dsp:txXfrm>
    </dsp:sp>
  </dsp:spTree>
</dsp:drawing>
</file>

<file path=ppt/diagrams/drawing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F043B03-3C8A-4855-A35D-0BD78CF9E1DD}">
      <dsp:nvSpPr>
        <dsp:cNvPr id="0" name=""/>
        <dsp:cNvSpPr/>
      </dsp:nvSpPr>
      <dsp:spPr>
        <a:xfrm>
          <a:off x="7166" y="233741"/>
          <a:ext cx="2141859" cy="128511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Inputs	</a:t>
          </a:r>
          <a:endParaRPr lang="en-US" sz="3400" kern="1200" dirty="0"/>
        </a:p>
      </dsp:txBody>
      <dsp:txXfrm>
        <a:off x="7166" y="233741"/>
        <a:ext cx="2141859" cy="1285115"/>
      </dsp:txXfrm>
    </dsp:sp>
    <dsp:sp modelId="{77B9586B-D975-4F29-B96E-2A4A43500B0A}">
      <dsp:nvSpPr>
        <dsp:cNvPr id="0" name=""/>
        <dsp:cNvSpPr/>
      </dsp:nvSpPr>
      <dsp:spPr>
        <a:xfrm>
          <a:off x="2363212" y="610708"/>
          <a:ext cx="454074" cy="5311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200" kern="1200"/>
        </a:p>
      </dsp:txBody>
      <dsp:txXfrm>
        <a:off x="2363212" y="610708"/>
        <a:ext cx="454074" cy="531181"/>
      </dsp:txXfrm>
    </dsp:sp>
    <dsp:sp modelId="{BF12B1FC-BD3C-48FE-B617-AD6FBD3BA958}">
      <dsp:nvSpPr>
        <dsp:cNvPr id="0" name=""/>
        <dsp:cNvSpPr/>
      </dsp:nvSpPr>
      <dsp:spPr>
        <a:xfrm>
          <a:off x="3005770" y="233741"/>
          <a:ext cx="2141859" cy="1285115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5">
                <a:shade val="51000"/>
                <a:satMod val="130000"/>
              </a:schemeClr>
            </a:gs>
            <a:gs pos="80000">
              <a:schemeClr val="accent5">
                <a:shade val="93000"/>
                <a:satMod val="130000"/>
              </a:schemeClr>
            </a:gs>
            <a:gs pos="100000">
              <a:schemeClr val="accent5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5"/>
        </a:lnRef>
        <a:fillRef idx="3">
          <a:schemeClr val="accent5"/>
        </a:fillRef>
        <a:effectRef idx="2">
          <a:schemeClr val="accent5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Main Function</a:t>
          </a:r>
          <a:endParaRPr lang="en-US" sz="3400" kern="1200" dirty="0"/>
        </a:p>
      </dsp:txBody>
      <dsp:txXfrm>
        <a:off x="3005770" y="233741"/>
        <a:ext cx="2141859" cy="1285115"/>
      </dsp:txXfrm>
    </dsp:sp>
    <dsp:sp modelId="{4D3CEDF1-F92E-401D-BF67-FD52CBD9794A}">
      <dsp:nvSpPr>
        <dsp:cNvPr id="0" name=""/>
        <dsp:cNvSpPr/>
      </dsp:nvSpPr>
      <dsp:spPr>
        <a:xfrm>
          <a:off x="5361815" y="610708"/>
          <a:ext cx="454074" cy="5311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200" kern="1200"/>
        </a:p>
      </dsp:txBody>
      <dsp:txXfrm>
        <a:off x="5361815" y="610708"/>
        <a:ext cx="454074" cy="531181"/>
      </dsp:txXfrm>
    </dsp:sp>
    <dsp:sp modelId="{6E6B1650-C135-4DC4-8BD2-8A61AB111539}">
      <dsp:nvSpPr>
        <dsp:cNvPr id="0" name=""/>
        <dsp:cNvSpPr/>
      </dsp:nvSpPr>
      <dsp:spPr>
        <a:xfrm>
          <a:off x="6004373" y="233741"/>
          <a:ext cx="2141859" cy="128511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Outputs</a:t>
          </a:r>
          <a:endParaRPr lang="en-US" sz="3400" kern="1200" dirty="0"/>
        </a:p>
      </dsp:txBody>
      <dsp:txXfrm>
        <a:off x="6004373" y="233741"/>
        <a:ext cx="2141859" cy="1285115"/>
      </dsp:txXfrm>
    </dsp:sp>
  </dsp:spTree>
</dsp:drawing>
</file>

<file path=ppt/diagrams/drawing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3ADAABC-F15C-4872-B2B5-36F62DD0BEFF}">
      <dsp:nvSpPr>
        <dsp:cNvPr id="0" name=""/>
        <dsp:cNvSpPr/>
      </dsp:nvSpPr>
      <dsp:spPr>
        <a:xfrm>
          <a:off x="0" y="0"/>
          <a:ext cx="8001000" cy="2895600"/>
        </a:xfrm>
        <a:prstGeom prst="roundRect">
          <a:avLst>
            <a:gd name="adj" fmla="val 85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2247307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Main Function: variable m1, variable m2</a:t>
          </a:r>
          <a:endParaRPr lang="en-US" sz="2800" kern="1200" dirty="0"/>
        </a:p>
      </dsp:txBody>
      <dsp:txXfrm>
        <a:off x="0" y="0"/>
        <a:ext cx="8001000" cy="2895600"/>
      </dsp:txXfrm>
    </dsp:sp>
    <dsp:sp modelId="{C5ABA01B-D877-46A4-BBDA-E2FAA39E46EC}">
      <dsp:nvSpPr>
        <dsp:cNvPr id="0" name=""/>
        <dsp:cNvSpPr/>
      </dsp:nvSpPr>
      <dsp:spPr>
        <a:xfrm>
          <a:off x="200025" y="723900"/>
          <a:ext cx="1200150" cy="484956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Function 1: variable f1a, variable f1b</a:t>
          </a:r>
        </a:p>
      </dsp:txBody>
      <dsp:txXfrm>
        <a:off x="200025" y="723900"/>
        <a:ext cx="1200150" cy="484956"/>
      </dsp:txXfrm>
    </dsp:sp>
    <dsp:sp modelId="{E8E8D47F-7316-4D84-9299-8310399B6DB0}">
      <dsp:nvSpPr>
        <dsp:cNvPr id="0" name=""/>
        <dsp:cNvSpPr/>
      </dsp:nvSpPr>
      <dsp:spPr>
        <a:xfrm>
          <a:off x="200025" y="1237570"/>
          <a:ext cx="1200150" cy="484956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607181"/>
              <a:satOff val="-2411"/>
              <a:lumOff val="-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Function 2: variable f2a, variable f2b</a:t>
          </a:r>
        </a:p>
      </dsp:txBody>
      <dsp:txXfrm>
        <a:off x="200025" y="1237570"/>
        <a:ext cx="1200150" cy="484956"/>
      </dsp:txXfrm>
    </dsp:sp>
    <dsp:sp modelId="{F34ED1C0-E3D3-4911-AE50-DDDCC1936E8B}">
      <dsp:nvSpPr>
        <dsp:cNvPr id="0" name=""/>
        <dsp:cNvSpPr/>
      </dsp:nvSpPr>
      <dsp:spPr>
        <a:xfrm>
          <a:off x="200025" y="1751241"/>
          <a:ext cx="1200150" cy="484956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3214361"/>
              <a:satOff val="-4823"/>
              <a:lumOff val="-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Function 3</a:t>
          </a:r>
        </a:p>
      </dsp:txBody>
      <dsp:txXfrm>
        <a:off x="200025" y="1751241"/>
        <a:ext cx="1200150" cy="484956"/>
      </dsp:txXfrm>
    </dsp:sp>
    <dsp:sp modelId="{DBFA17E6-3128-4316-A4A3-BB931E82891D}">
      <dsp:nvSpPr>
        <dsp:cNvPr id="0" name=""/>
        <dsp:cNvSpPr/>
      </dsp:nvSpPr>
      <dsp:spPr>
        <a:xfrm>
          <a:off x="200025" y="2264912"/>
          <a:ext cx="1200150" cy="484956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4821541"/>
              <a:satOff val="-7234"/>
              <a:lumOff val="-11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Function 4</a:t>
          </a:r>
          <a:endParaRPr lang="en-US" sz="1000" kern="1200" dirty="0"/>
        </a:p>
      </dsp:txBody>
      <dsp:txXfrm>
        <a:off x="200025" y="2264912"/>
        <a:ext cx="1200150" cy="484956"/>
      </dsp:txXfrm>
    </dsp:sp>
    <dsp:sp modelId="{5F4C2FD0-EACE-4DAF-9797-0277BB1554C7}">
      <dsp:nvSpPr>
        <dsp:cNvPr id="0" name=""/>
        <dsp:cNvSpPr/>
      </dsp:nvSpPr>
      <dsp:spPr>
        <a:xfrm>
          <a:off x="1600200" y="723900"/>
          <a:ext cx="6200775" cy="2026920"/>
        </a:xfrm>
        <a:prstGeom prst="roundRect">
          <a:avLst>
            <a:gd name="adj" fmla="val 10500"/>
          </a:avLst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287094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Function 5: variable f5a, variable f5b</a:t>
          </a:r>
          <a:endParaRPr lang="en-US" sz="2800" kern="1200" dirty="0"/>
        </a:p>
      </dsp:txBody>
      <dsp:txXfrm>
        <a:off x="1600200" y="723900"/>
        <a:ext cx="6200775" cy="2026920"/>
      </dsp:txXfrm>
    </dsp:sp>
    <dsp:sp modelId="{E83D8004-70E7-4241-A9D0-47C8181CD8A6}">
      <dsp:nvSpPr>
        <dsp:cNvPr id="0" name=""/>
        <dsp:cNvSpPr/>
      </dsp:nvSpPr>
      <dsp:spPr>
        <a:xfrm>
          <a:off x="1755219" y="1636014"/>
          <a:ext cx="1449673" cy="912114"/>
        </a:xfrm>
        <a:prstGeom prst="roundRect">
          <a:avLst>
            <a:gd name="adj" fmla="val 10500"/>
          </a:avLst>
        </a:prstGeom>
        <a:gradFill rotWithShape="1">
          <a:gsLst>
            <a:gs pos="0">
              <a:schemeClr val="accent5">
                <a:shade val="51000"/>
                <a:satMod val="130000"/>
              </a:schemeClr>
            </a:gs>
            <a:gs pos="80000">
              <a:schemeClr val="accent5">
                <a:shade val="93000"/>
                <a:satMod val="130000"/>
              </a:schemeClr>
            </a:gs>
            <a:gs pos="100000">
              <a:schemeClr val="accent5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Function 1()</a:t>
          </a:r>
          <a:endParaRPr lang="en-US" sz="1000" kern="1200" dirty="0"/>
        </a:p>
      </dsp:txBody>
      <dsp:txXfrm>
        <a:off x="1755219" y="1636014"/>
        <a:ext cx="1449673" cy="912114"/>
      </dsp:txXfrm>
    </dsp:sp>
    <dsp:sp modelId="{CAC117FC-A4D4-410F-9F7B-F5655D51D0B7}">
      <dsp:nvSpPr>
        <dsp:cNvPr id="0" name=""/>
        <dsp:cNvSpPr/>
      </dsp:nvSpPr>
      <dsp:spPr>
        <a:xfrm>
          <a:off x="3234427" y="1636014"/>
          <a:ext cx="1449673" cy="912114"/>
        </a:xfrm>
        <a:prstGeom prst="roundRect">
          <a:avLst>
            <a:gd name="adj" fmla="val 10500"/>
          </a:avLst>
        </a:prstGeom>
        <a:gradFill rotWithShape="1">
          <a:gsLst>
            <a:gs pos="0">
              <a:schemeClr val="accent5">
                <a:shade val="51000"/>
                <a:satMod val="130000"/>
              </a:schemeClr>
            </a:gs>
            <a:gs pos="80000">
              <a:schemeClr val="accent5">
                <a:shade val="93000"/>
                <a:satMod val="130000"/>
              </a:schemeClr>
            </a:gs>
            <a:gs pos="100000">
              <a:schemeClr val="accent5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Function 2()</a:t>
          </a:r>
          <a:endParaRPr lang="en-US" sz="1000" kern="1200" dirty="0"/>
        </a:p>
      </dsp:txBody>
      <dsp:txXfrm>
        <a:off x="3234427" y="1636014"/>
        <a:ext cx="1449673" cy="912114"/>
      </dsp:txXfrm>
    </dsp:sp>
    <dsp:sp modelId="{A74619EB-575C-4BDD-9E0D-2D46C9BDB922}">
      <dsp:nvSpPr>
        <dsp:cNvPr id="0" name=""/>
        <dsp:cNvSpPr/>
      </dsp:nvSpPr>
      <dsp:spPr>
        <a:xfrm>
          <a:off x="4713636" y="1636014"/>
          <a:ext cx="1449673" cy="912114"/>
        </a:xfrm>
        <a:prstGeom prst="roundRect">
          <a:avLst>
            <a:gd name="adj" fmla="val 10500"/>
          </a:avLst>
        </a:prstGeom>
        <a:gradFill rotWithShape="1">
          <a:gsLst>
            <a:gs pos="0">
              <a:schemeClr val="accent5">
                <a:shade val="51000"/>
                <a:satMod val="130000"/>
              </a:schemeClr>
            </a:gs>
            <a:gs pos="80000">
              <a:schemeClr val="accent5">
                <a:shade val="93000"/>
                <a:satMod val="130000"/>
              </a:schemeClr>
            </a:gs>
            <a:gs pos="100000">
              <a:schemeClr val="accent5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Function3()</a:t>
          </a:r>
          <a:endParaRPr lang="en-US" sz="1000" kern="1200" dirty="0"/>
        </a:p>
      </dsp:txBody>
      <dsp:txXfrm>
        <a:off x="4713636" y="1636014"/>
        <a:ext cx="1449673" cy="912114"/>
      </dsp:txXfrm>
    </dsp:sp>
    <dsp:sp modelId="{5563201E-0DB5-4699-84AE-4B86FF9199BA}">
      <dsp:nvSpPr>
        <dsp:cNvPr id="0" name=""/>
        <dsp:cNvSpPr/>
      </dsp:nvSpPr>
      <dsp:spPr>
        <a:xfrm>
          <a:off x="6192844" y="1636014"/>
          <a:ext cx="1449673" cy="912114"/>
        </a:xfrm>
        <a:prstGeom prst="roundRect">
          <a:avLst>
            <a:gd name="adj" fmla="val 10500"/>
          </a:avLst>
        </a:prstGeom>
        <a:gradFill rotWithShape="1">
          <a:gsLst>
            <a:gs pos="0">
              <a:schemeClr val="accent5">
                <a:shade val="51000"/>
                <a:satMod val="130000"/>
              </a:schemeClr>
            </a:gs>
            <a:gs pos="80000">
              <a:schemeClr val="accent5">
                <a:shade val="93000"/>
                <a:satMod val="130000"/>
              </a:schemeClr>
            </a:gs>
            <a:gs pos="100000">
              <a:schemeClr val="accent5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Function 4()</a:t>
          </a:r>
          <a:endParaRPr lang="en-US" sz="1000" kern="1200" dirty="0"/>
        </a:p>
      </dsp:txBody>
      <dsp:txXfrm>
        <a:off x="6192844" y="1636014"/>
        <a:ext cx="1449673" cy="912114"/>
      </dsp:txXfrm>
    </dsp:sp>
  </dsp:spTree>
</dsp:drawing>
</file>

<file path=ppt/diagrams/drawing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3ADAABC-F15C-4872-B2B5-36F62DD0BEFF}">
      <dsp:nvSpPr>
        <dsp:cNvPr id="0" name=""/>
        <dsp:cNvSpPr/>
      </dsp:nvSpPr>
      <dsp:spPr>
        <a:xfrm>
          <a:off x="0" y="0"/>
          <a:ext cx="8001000" cy="4876800"/>
        </a:xfrm>
        <a:prstGeom prst="roundRect">
          <a:avLst>
            <a:gd name="adj" fmla="val 85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3784939" numCol="1" spcCol="1270" anchor="t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Main Function: variable m1, variable m2</a:t>
          </a:r>
          <a:endParaRPr lang="en-US" sz="3600" kern="1200" dirty="0"/>
        </a:p>
      </dsp:txBody>
      <dsp:txXfrm>
        <a:off x="0" y="0"/>
        <a:ext cx="8001000" cy="4876800"/>
      </dsp:txXfrm>
    </dsp:sp>
    <dsp:sp modelId="{C5ABA01B-D877-46A4-BBDA-E2FAA39E46EC}">
      <dsp:nvSpPr>
        <dsp:cNvPr id="0" name=""/>
        <dsp:cNvSpPr/>
      </dsp:nvSpPr>
      <dsp:spPr>
        <a:xfrm>
          <a:off x="200025" y="1219200"/>
          <a:ext cx="1200150" cy="830937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Function 1: variable f1a, variable f1b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C00000"/>
              </a:solidFill>
            </a:rPr>
            <a:t>f1a = n1*2</a:t>
          </a:r>
        </a:p>
      </dsp:txBody>
      <dsp:txXfrm>
        <a:off x="200025" y="1219200"/>
        <a:ext cx="1200150" cy="830937"/>
      </dsp:txXfrm>
    </dsp:sp>
    <dsp:sp modelId="{E8E8D47F-7316-4D84-9299-8310399B6DB0}">
      <dsp:nvSpPr>
        <dsp:cNvPr id="0" name=""/>
        <dsp:cNvSpPr/>
      </dsp:nvSpPr>
      <dsp:spPr>
        <a:xfrm>
          <a:off x="200025" y="2079349"/>
          <a:ext cx="1200150" cy="830937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607181"/>
              <a:satOff val="-2411"/>
              <a:lumOff val="-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Function 2: variable f2a, variable f2b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C00000"/>
              </a:solidFill>
            </a:rPr>
            <a:t>f2a = n1/4</a:t>
          </a:r>
        </a:p>
      </dsp:txBody>
      <dsp:txXfrm>
        <a:off x="200025" y="2079349"/>
        <a:ext cx="1200150" cy="830937"/>
      </dsp:txXfrm>
    </dsp:sp>
    <dsp:sp modelId="{F34ED1C0-E3D3-4911-AE50-DDDCC1936E8B}">
      <dsp:nvSpPr>
        <dsp:cNvPr id="0" name=""/>
        <dsp:cNvSpPr/>
      </dsp:nvSpPr>
      <dsp:spPr>
        <a:xfrm>
          <a:off x="200025" y="2939499"/>
          <a:ext cx="1200150" cy="830937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3214361"/>
              <a:satOff val="-4823"/>
              <a:lumOff val="-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Function 3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C00000"/>
              </a:solidFill>
            </a:rPr>
            <a:t>m1 = 6</a:t>
          </a:r>
        </a:p>
      </dsp:txBody>
      <dsp:txXfrm>
        <a:off x="200025" y="2939499"/>
        <a:ext cx="1200150" cy="830937"/>
      </dsp:txXfrm>
    </dsp:sp>
    <dsp:sp modelId="{DBFA17E6-3128-4316-A4A3-BB931E82891D}">
      <dsp:nvSpPr>
        <dsp:cNvPr id="0" name=""/>
        <dsp:cNvSpPr/>
      </dsp:nvSpPr>
      <dsp:spPr>
        <a:xfrm>
          <a:off x="200025" y="3799649"/>
          <a:ext cx="1200150" cy="830937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4821541"/>
              <a:satOff val="-7234"/>
              <a:lumOff val="-11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Function 4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C00000"/>
              </a:solidFill>
              <a:latin typeface="Consolas" pitchFamily="49" charset="0"/>
            </a:rPr>
            <a:t>f4a = m1*m1</a:t>
          </a:r>
          <a:endParaRPr lang="en-US" sz="1100" kern="1200" dirty="0"/>
        </a:p>
      </dsp:txBody>
      <dsp:txXfrm>
        <a:off x="200025" y="3799649"/>
        <a:ext cx="1200150" cy="830937"/>
      </dsp:txXfrm>
    </dsp:sp>
    <dsp:sp modelId="{5F4C2FD0-EACE-4DAF-9797-0277BB1554C7}">
      <dsp:nvSpPr>
        <dsp:cNvPr id="0" name=""/>
        <dsp:cNvSpPr/>
      </dsp:nvSpPr>
      <dsp:spPr>
        <a:xfrm>
          <a:off x="1600200" y="1219200"/>
          <a:ext cx="6200775" cy="3413760"/>
        </a:xfrm>
        <a:prstGeom prst="roundRect">
          <a:avLst>
            <a:gd name="adj" fmla="val 10500"/>
          </a:avLst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2167738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Function 5: variable f3a, variable f3b</a:t>
          </a:r>
        </a:p>
      </dsp:txBody>
      <dsp:txXfrm>
        <a:off x="1600200" y="1219200"/>
        <a:ext cx="6200775" cy="3413760"/>
      </dsp:txXfrm>
    </dsp:sp>
    <dsp:sp modelId="{E83D8004-70E7-4241-A9D0-47C8181CD8A6}">
      <dsp:nvSpPr>
        <dsp:cNvPr id="0" name=""/>
        <dsp:cNvSpPr/>
      </dsp:nvSpPr>
      <dsp:spPr>
        <a:xfrm>
          <a:off x="1755219" y="2755392"/>
          <a:ext cx="1449673" cy="1536192"/>
        </a:xfrm>
        <a:prstGeom prst="roundRect">
          <a:avLst>
            <a:gd name="adj" fmla="val 10500"/>
          </a:avLst>
        </a:prstGeom>
        <a:solidFill>
          <a:schemeClr val="accent5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5"/>
        </a:fillRef>
        <a:effectRef idx="1">
          <a:schemeClr val="accent5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Function 1()</a:t>
          </a:r>
          <a:endParaRPr lang="en-US" sz="1100" kern="1200" dirty="0"/>
        </a:p>
      </dsp:txBody>
      <dsp:txXfrm>
        <a:off x="1755219" y="2755392"/>
        <a:ext cx="1449673" cy="1536192"/>
      </dsp:txXfrm>
    </dsp:sp>
    <dsp:sp modelId="{CAC117FC-A4D4-410F-9F7B-F5655D51D0B7}">
      <dsp:nvSpPr>
        <dsp:cNvPr id="0" name=""/>
        <dsp:cNvSpPr/>
      </dsp:nvSpPr>
      <dsp:spPr>
        <a:xfrm>
          <a:off x="3234427" y="2755392"/>
          <a:ext cx="1449673" cy="1536192"/>
        </a:xfrm>
        <a:prstGeom prst="roundRect">
          <a:avLst>
            <a:gd name="adj" fmla="val 10500"/>
          </a:avLst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Function 1()</a:t>
          </a:r>
          <a:endParaRPr lang="en-US" sz="1100" kern="1200" dirty="0"/>
        </a:p>
      </dsp:txBody>
      <dsp:txXfrm>
        <a:off x="3234427" y="2755392"/>
        <a:ext cx="1449673" cy="1536192"/>
      </dsp:txXfrm>
    </dsp:sp>
    <dsp:sp modelId="{A74619EB-575C-4BDD-9E0D-2D46C9BDB922}">
      <dsp:nvSpPr>
        <dsp:cNvPr id="0" name=""/>
        <dsp:cNvSpPr/>
      </dsp:nvSpPr>
      <dsp:spPr>
        <a:xfrm>
          <a:off x="4713636" y="2755392"/>
          <a:ext cx="1449673" cy="1536192"/>
        </a:xfrm>
        <a:prstGeom prst="roundRect">
          <a:avLst>
            <a:gd name="adj" fmla="val 10500"/>
          </a:avLst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Function 3()</a:t>
          </a:r>
          <a:endParaRPr lang="en-US" sz="1100" kern="1200" dirty="0"/>
        </a:p>
      </dsp:txBody>
      <dsp:txXfrm>
        <a:off x="4713636" y="2755392"/>
        <a:ext cx="1449673" cy="1536192"/>
      </dsp:txXfrm>
    </dsp:sp>
    <dsp:sp modelId="{5563201E-0DB5-4699-84AE-4B86FF9199BA}">
      <dsp:nvSpPr>
        <dsp:cNvPr id="0" name=""/>
        <dsp:cNvSpPr/>
      </dsp:nvSpPr>
      <dsp:spPr>
        <a:xfrm>
          <a:off x="6192844" y="2755392"/>
          <a:ext cx="1449673" cy="1536192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Function 4()</a:t>
          </a:r>
          <a:endParaRPr lang="en-US" sz="1100" kern="1200" dirty="0"/>
        </a:p>
      </dsp:txBody>
      <dsp:txXfrm>
        <a:off x="6192844" y="2755392"/>
        <a:ext cx="1449673" cy="1536192"/>
      </dsp:txXfrm>
    </dsp:sp>
  </dsp:spTree>
</dsp:drawing>
</file>

<file path=ppt/diagrams/drawing10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image" Target="../media/image58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image" Target="../media/image6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D1EC15-BB68-45D6-A1EE-0FC2AA80B1DF}" type="datetimeFigureOut">
              <a:rPr lang="en-US" smtClean="0"/>
              <a:pPr/>
              <a:t>8/2/2024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1A428-2A02-4A1D-AF71-DD6DD96EBC4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4B6F60-D87C-4BB6-A52C-EF5947C97D4D}" type="datetimeFigureOut">
              <a:rPr lang="en-US" smtClean="0"/>
              <a:pPr/>
              <a:t>8/2/2024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EE79F-354E-4B4F-AB16-CF861A5623D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34D400-6504-413F-B54E-738978C9D58D}" type="datetimeFigureOut">
              <a:rPr lang="en-US"/>
              <a:pPr>
                <a:defRPr/>
              </a:pPr>
              <a:t>8/2/2024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C1B037-3188-409D-8585-0062FF378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50246-B75B-4111-A4E3-17CED8183F51}" type="datetimeFigureOut">
              <a:rPr lang="en-US"/>
              <a:pPr>
                <a:defRPr/>
              </a:pPr>
              <a:t>8/2/2024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13B35-0DC7-41A1-836F-F07E105F7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B62FE-A4BA-4F3B-8724-099A9867E83E}" type="datetimeFigureOut">
              <a:rPr lang="en-US"/>
              <a:pPr>
                <a:defRPr/>
              </a:pPr>
              <a:t>8/2/2024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2A0DB-97FF-4E2D-961A-53A8B3E81C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FBCD77-DB7E-410F-8346-A9CE932D0AC1}" type="datetimeFigureOut">
              <a:rPr lang="en-US"/>
              <a:pPr>
                <a:defRPr/>
              </a:pPr>
              <a:t>8/2/2024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B3858F-6EED-4FD9-B63D-3FB7FC26C9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FD8737-39E6-4861-92A8-89AC4192A622}" type="datetimeFigureOut">
              <a:rPr lang="en-US"/>
              <a:pPr>
                <a:defRPr/>
              </a:pPr>
              <a:t>8/2/2024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11265-6FEF-4F82-B77F-9478A26020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7D96A-39D8-4C6D-B965-8C8786F338A6}" type="datetimeFigureOut">
              <a:rPr lang="en-US"/>
              <a:pPr>
                <a:defRPr/>
              </a:pPr>
              <a:t>8/2/2024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4D288-D738-45D0-B23A-7E0F18151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036EE-19ED-4D9D-B088-EAFD7232ED0E}" type="datetimeFigureOut">
              <a:rPr lang="en-US"/>
              <a:pPr>
                <a:defRPr/>
              </a:pPr>
              <a:t>8/2/2024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7035E6-112E-46D6-92D2-F2905FE7F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544F72-AE66-47B5-B42F-4F292EBF18C0}" type="datetimeFigureOut">
              <a:rPr lang="en-US"/>
              <a:pPr>
                <a:defRPr/>
              </a:pPr>
              <a:t>8/2/2024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26D519-0129-40C9-A8E0-4AA1DED683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8D7A31-5AF7-4205-933F-65E4A1293711}" type="datetimeFigureOut">
              <a:rPr lang="en-US"/>
              <a:pPr>
                <a:defRPr/>
              </a:pPr>
              <a:t>8/2/2024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4CC8C2-CC74-4F74-BCEB-5B4FD5CCA7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80A20E-8178-48FA-A129-AAB02AB6D639}" type="datetimeFigureOut">
              <a:rPr lang="en-US"/>
              <a:pPr>
                <a:defRPr/>
              </a:pPr>
              <a:t>8/2/2024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71C3DA-7D2B-4D47-80E5-C045B94A7C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6E936-9FA0-4541-B442-5A2338068559}" type="datetimeFigureOut">
              <a:rPr lang="en-US"/>
              <a:pPr>
                <a:defRPr/>
              </a:pPr>
              <a:t>8/2/2024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867D3-01D4-40D3-B6DA-7869D49FDF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55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C091D18-0586-4BD9-8B7F-38B22B7AB35F}" type="datetimeFigureOut">
              <a:rPr lang="en-US"/>
              <a:pPr>
                <a:defRPr/>
              </a:pPr>
              <a:t>8/2/2024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ED71EDE-E083-416B-A0EA-2AE6A7CEE3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12" Type="http://schemas.openxmlformats.org/officeDocument/2006/relationships/image" Target="../media/image8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package" Target="../embeddings/Microsoft_Office_Word_Document2.docx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package" Target="../embeddings/Microsoft_Office_Word_Document5.docx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package" Target="../embeddings/Microsoft_Office_Word_Document9.docx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dotnet/csharp/programming-guide/classes-and-structs/auto-implemented-properties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package" Target="../embeddings/Microsoft_Office_Word_Document11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gi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5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1.png"/><Relationship Id="rId5" Type="http://schemas.openxmlformats.org/officeDocument/2006/relationships/package" Target="../embeddings/Microsoft_Office_Word_Document19.docx"/><Relationship Id="rId4" Type="http://schemas.openxmlformats.org/officeDocument/2006/relationships/image" Target="../media/image6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2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64.png"/><Relationship Id="rId4" Type="http://schemas.openxmlformats.org/officeDocument/2006/relationships/package" Target="../embeddings/Microsoft_Office_Word_Document21.docx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Object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7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hlinkClick r:id="rId2"/>
              </a:rPr>
              <a:t>nhbien@fit.hcmus.edu.vn</a:t>
            </a:r>
            <a:endParaRPr lang="en-US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5626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200" dirty="0" smtClean="0"/>
              <a:t>To present </a:t>
            </a:r>
            <a:r>
              <a:rPr lang="en-US" sz="2200" i="1" dirty="0" smtClean="0">
                <a:solidFill>
                  <a:srgbClr val="C00000"/>
                </a:solidFill>
              </a:rPr>
              <a:t>what</a:t>
            </a:r>
            <a:r>
              <a:rPr lang="en-US" sz="2200" dirty="0" smtClean="0"/>
              <a:t> is an object.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To </a:t>
            </a:r>
            <a:r>
              <a:rPr lang="en-US" sz="2200" i="1" dirty="0" smtClean="0">
                <a:solidFill>
                  <a:srgbClr val="C00000"/>
                </a:solidFill>
              </a:rPr>
              <a:t>identify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describe</a:t>
            </a:r>
            <a:r>
              <a:rPr lang="en-US" sz="2200" dirty="0" smtClean="0"/>
              <a:t> objects.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To create </a:t>
            </a:r>
            <a:r>
              <a:rPr lang="en-US" sz="2200" i="1" dirty="0" smtClean="0">
                <a:solidFill>
                  <a:srgbClr val="C00000"/>
                </a:solidFill>
              </a:rPr>
              <a:t>classes</a:t>
            </a:r>
            <a:r>
              <a:rPr lang="en-US" sz="2200" dirty="0" smtClean="0"/>
              <a:t>, </a:t>
            </a:r>
            <a:r>
              <a:rPr lang="en-US" sz="2200" i="1" dirty="0" smtClean="0">
                <a:solidFill>
                  <a:srgbClr val="C00000"/>
                </a:solidFill>
              </a:rPr>
              <a:t>attributes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methods</a:t>
            </a:r>
            <a:r>
              <a:rPr lang="en-US" sz="22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To create </a:t>
            </a:r>
            <a:r>
              <a:rPr lang="en-US" sz="2200" i="1" dirty="0" smtClean="0">
                <a:solidFill>
                  <a:srgbClr val="C00000"/>
                </a:solidFill>
              </a:rPr>
              <a:t>objects</a:t>
            </a:r>
            <a:r>
              <a:rPr lang="en-US" sz="2200" dirty="0" smtClean="0"/>
              <a:t> (instances).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To present </a:t>
            </a:r>
            <a:r>
              <a:rPr lang="en-US" sz="2200" i="1" dirty="0" smtClean="0">
                <a:solidFill>
                  <a:srgbClr val="C00000"/>
                </a:solidFill>
              </a:rPr>
              <a:t>why</a:t>
            </a:r>
            <a:r>
              <a:rPr lang="en-US" sz="2200" dirty="0" smtClean="0"/>
              <a:t> use objects.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To present </a:t>
            </a:r>
            <a:r>
              <a:rPr lang="en-US" sz="2200" i="1" dirty="0" smtClean="0">
                <a:solidFill>
                  <a:srgbClr val="C00000"/>
                </a:solidFill>
              </a:rPr>
              <a:t>what</a:t>
            </a:r>
            <a:r>
              <a:rPr lang="en-US" sz="2200" dirty="0" smtClean="0"/>
              <a:t> is abstraction.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To present </a:t>
            </a:r>
            <a:r>
              <a:rPr lang="en-US" sz="2200" i="1" dirty="0" smtClean="0">
                <a:solidFill>
                  <a:srgbClr val="C00000"/>
                </a:solidFill>
              </a:rPr>
              <a:t>why</a:t>
            </a:r>
            <a:r>
              <a:rPr lang="en-US" sz="2200" dirty="0" smtClean="0"/>
              <a:t> use abstraction.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To create </a:t>
            </a:r>
            <a:r>
              <a:rPr lang="en-US" sz="2200" i="1" dirty="0" smtClean="0">
                <a:solidFill>
                  <a:srgbClr val="C00000"/>
                </a:solidFill>
              </a:rPr>
              <a:t>static</a:t>
            </a:r>
            <a:r>
              <a:rPr lang="en-US" sz="2200" dirty="0" smtClean="0"/>
              <a:t> classes, attributes and methods.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To store and retrieve object data using </a:t>
            </a:r>
            <a:r>
              <a:rPr lang="en-US" sz="2200" i="1" dirty="0" smtClean="0">
                <a:solidFill>
                  <a:srgbClr val="C00000"/>
                </a:solidFill>
              </a:rPr>
              <a:t>files</a:t>
            </a:r>
            <a:r>
              <a:rPr lang="en-US" sz="22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Jim Keogh and Mario </a:t>
            </a:r>
            <a:r>
              <a:rPr lang="en-US" sz="2000" dirty="0" err="1" smtClean="0"/>
              <a:t>Giannini</a:t>
            </a:r>
            <a:r>
              <a:rPr lang="en-US" sz="2000" dirty="0" smtClean="0"/>
              <a:t>. OOP Demystified: A Self-Teaching Guide. 2005.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Tom Archer and Andrew </a:t>
            </a:r>
            <a:r>
              <a:rPr lang="en-US" sz="2000" dirty="0" err="1" smtClean="0"/>
              <a:t>Whitechapel</a:t>
            </a:r>
            <a:r>
              <a:rPr lang="en-US" sz="2000" dirty="0" smtClean="0"/>
              <a:t> . Inside C#. 2002.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Matt </a:t>
            </a:r>
            <a:r>
              <a:rPr lang="en-US" sz="2000" dirty="0" err="1" smtClean="0"/>
              <a:t>Weisfeld</a:t>
            </a:r>
            <a:r>
              <a:rPr lang="en-US" sz="2000" dirty="0" smtClean="0"/>
              <a:t> (2013). The Object-Oriented Thought Process. Pearson Education.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Stephen </a:t>
            </a:r>
            <a:r>
              <a:rPr lang="en-US" sz="2000" dirty="0" err="1" smtClean="0"/>
              <a:t>Prata</a:t>
            </a:r>
            <a:r>
              <a:rPr lang="en-US" sz="2000" dirty="0" smtClean="0"/>
              <a:t>. C++ Primer Plus. 6th Edition. 2012.</a:t>
            </a:r>
          </a:p>
          <a:p>
            <a:pPr marL="457200" indent="-457200">
              <a:buFont typeface="+mj-lt"/>
              <a:buAutoNum type="arabicPeriod"/>
            </a:pPr>
            <a:r>
              <a:rPr lang="sv-SE" sz="2000" dirty="0" smtClean="0"/>
              <a:t>Stephen Prata. C Primer Plus. 2014.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S. George and C. V. </a:t>
            </a:r>
            <a:r>
              <a:rPr lang="en-US" sz="2000" dirty="0" err="1" smtClean="0"/>
              <a:t>Quarman</a:t>
            </a:r>
            <a:r>
              <a:rPr lang="en-US" sz="2000" dirty="0" smtClean="0"/>
              <a:t>. Java Programming. 2011.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Bertrand Meyer. Object Oriented Software Construction 2nd Ed. 1997.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Grady </a:t>
            </a:r>
            <a:r>
              <a:rPr lang="en-US" sz="2000" dirty="0" err="1" smtClean="0"/>
              <a:t>Booch</a:t>
            </a:r>
            <a:r>
              <a:rPr lang="en-US" sz="2000" dirty="0" smtClean="0"/>
              <a:t> et al. Object Oriented Analysis and Design with Application. 3rd Edition. 2007.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 We Write a Program?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828802"/>
          <a:ext cx="8229600" cy="1752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457200" y="4114801"/>
          <a:ext cx="8229600" cy="1752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Main Function is Too Big</a:t>
            </a:r>
            <a:endParaRPr lang="en-US" dirty="0"/>
          </a:p>
        </p:txBody>
      </p:sp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457200" y="1676400"/>
          <a:ext cx="8153400" cy="1752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/>
          <p:cNvGraphicFramePr/>
          <p:nvPr/>
        </p:nvGraphicFramePr>
        <p:xfrm>
          <a:off x="533400" y="3581400"/>
          <a:ext cx="8001000" cy="2895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So, What are the Problems?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533400" y="1600200"/>
          <a:ext cx="80010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Okay, We Can Fix It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533400" y="1600200"/>
          <a:ext cx="80010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Oval 3"/>
          <p:cNvSpPr/>
          <p:nvPr/>
        </p:nvSpPr>
        <p:spPr>
          <a:xfrm>
            <a:off x="228600" y="2743200"/>
            <a:ext cx="2286000" cy="1905000"/>
          </a:xfrm>
          <a:prstGeom prst="ellipse">
            <a:avLst/>
          </a:prstGeom>
          <a:solidFill>
            <a:schemeClr val="lt1">
              <a:alpha val="75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Function12(n1)</a:t>
            </a:r>
            <a:endParaRPr lang="en-US" sz="1600" dirty="0"/>
          </a:p>
        </p:txBody>
      </p:sp>
      <p:sp>
        <p:nvSpPr>
          <p:cNvPr id="5" name="Oval 4"/>
          <p:cNvSpPr/>
          <p:nvPr/>
        </p:nvSpPr>
        <p:spPr>
          <a:xfrm>
            <a:off x="2057400" y="4267200"/>
            <a:ext cx="3124200" cy="1676400"/>
          </a:xfrm>
          <a:prstGeom prst="ellipse">
            <a:avLst/>
          </a:prstGeom>
          <a:solidFill>
            <a:schemeClr val="lt1">
              <a:alpha val="75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Function12(m1)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304800" y="5334000"/>
            <a:ext cx="1981200" cy="1066800"/>
          </a:xfrm>
          <a:prstGeom prst="ellipse">
            <a:avLst/>
          </a:prstGeom>
          <a:solidFill>
            <a:schemeClr val="lt1">
              <a:alpha val="75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Function4 (n3)</a:t>
            </a:r>
            <a:endParaRPr lang="en-US" sz="1600" dirty="0"/>
          </a:p>
        </p:txBody>
      </p:sp>
      <p:sp>
        <p:nvSpPr>
          <p:cNvPr id="11" name="Oval 10"/>
          <p:cNvSpPr/>
          <p:nvPr/>
        </p:nvSpPr>
        <p:spPr>
          <a:xfrm>
            <a:off x="304800" y="4495800"/>
            <a:ext cx="1981200" cy="1066800"/>
          </a:xfrm>
          <a:prstGeom prst="ellipse">
            <a:avLst/>
          </a:prstGeom>
          <a:solidFill>
            <a:schemeClr val="lt1">
              <a:alpha val="75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Function3 (n2)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Have We Done? [3]</a:t>
            </a:r>
            <a:endParaRPr lang="en-US" dirty="0"/>
          </a:p>
        </p:txBody>
      </p:sp>
      <p:pic>
        <p:nvPicPr>
          <p:cNvPr id="6349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00200"/>
            <a:ext cx="3314700" cy="474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38600" y="1600200"/>
            <a:ext cx="4714875" cy="469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[1]</a:t>
            </a:r>
          </a:p>
        </p:txBody>
      </p:sp>
      <p:sp>
        <p:nvSpPr>
          <p:cNvPr id="74755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066800"/>
          </a:xfrm>
        </p:spPr>
        <p:txBody>
          <a:bodyPr/>
          <a:lstStyle/>
          <a:p>
            <a:r>
              <a:rPr lang="en-US" i="1" dirty="0" smtClean="0">
                <a:solidFill>
                  <a:srgbClr val="C00000"/>
                </a:solidFill>
              </a:rPr>
              <a:t>What is</a:t>
            </a:r>
            <a:r>
              <a:rPr lang="en-US" dirty="0" smtClean="0"/>
              <a:t> an object? – </a:t>
            </a:r>
            <a:r>
              <a:rPr lang="en-US" i="1" dirty="0" smtClean="0">
                <a:solidFill>
                  <a:srgbClr val="C00000"/>
                </a:solidFill>
              </a:rPr>
              <a:t>Independent entity</a:t>
            </a:r>
            <a:r>
              <a:rPr lang="en-US" dirty="0" smtClean="0"/>
              <a:t> which can be treated in isolation of all other objects.</a:t>
            </a:r>
          </a:p>
        </p:txBody>
      </p:sp>
      <p:pic>
        <p:nvPicPr>
          <p:cNvPr id="7475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743200"/>
            <a:ext cx="3124200" cy="398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52400" y="5638800"/>
            <a:ext cx="1336675" cy="9239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i="1" dirty="0" smtClean="0">
                <a:solidFill>
                  <a:srgbClr val="C00000"/>
                </a:solidFill>
                <a:latin typeface="+mj-lt"/>
              </a:rPr>
              <a:t>Data</a:t>
            </a:r>
            <a:endParaRPr lang="en-US" i="1" dirty="0">
              <a:solidFill>
                <a:srgbClr val="C00000"/>
              </a:solidFill>
              <a:latin typeface="+mj-lt"/>
            </a:endParaRPr>
          </a:p>
          <a:p>
            <a:pPr>
              <a:defRPr/>
            </a:pPr>
            <a:r>
              <a:rPr lang="en-US" dirty="0">
                <a:latin typeface="+mj-lt"/>
              </a:rPr>
              <a:t>– First name</a:t>
            </a:r>
          </a:p>
          <a:p>
            <a:pPr>
              <a:defRPr/>
            </a:pPr>
            <a:r>
              <a:rPr lang="en-US" dirty="0">
                <a:latin typeface="+mj-lt"/>
              </a:rPr>
              <a:t>– Last name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5486400"/>
            <a:ext cx="1098550" cy="12001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i="1" dirty="0">
                <a:solidFill>
                  <a:srgbClr val="C00000"/>
                </a:solidFill>
                <a:latin typeface="+mj-lt"/>
              </a:rPr>
              <a:t>Behaviors</a:t>
            </a:r>
          </a:p>
          <a:p>
            <a:pPr>
              <a:defRPr/>
            </a:pPr>
            <a:r>
              <a:rPr lang="en-US" dirty="0">
                <a:latin typeface="+mj-lt"/>
              </a:rPr>
              <a:t>– Eat</a:t>
            </a:r>
          </a:p>
          <a:p>
            <a:pPr>
              <a:defRPr/>
            </a:pPr>
            <a:r>
              <a:rPr lang="en-US" dirty="0">
                <a:latin typeface="+mj-lt"/>
              </a:rPr>
              <a:t>– Breath</a:t>
            </a:r>
          </a:p>
          <a:p>
            <a:pPr>
              <a:defRPr/>
            </a:pPr>
            <a:r>
              <a:rPr lang="en-US" dirty="0">
                <a:latin typeface="+mj-lt"/>
              </a:rPr>
              <a:t>– Walk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971800"/>
            <a:ext cx="1466850" cy="9239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i="1" dirty="0">
                <a:solidFill>
                  <a:srgbClr val="C00000"/>
                </a:solidFill>
                <a:latin typeface="+mj-lt"/>
              </a:rPr>
              <a:t>States</a:t>
            </a:r>
          </a:p>
          <a:p>
            <a:pPr>
              <a:defRPr/>
            </a:pPr>
            <a:r>
              <a:rPr lang="en-US" dirty="0">
                <a:latin typeface="+mj-lt"/>
              </a:rPr>
              <a:t>– Good mood</a:t>
            </a:r>
          </a:p>
          <a:p>
            <a:pPr>
              <a:defRPr/>
            </a:pPr>
            <a:r>
              <a:rPr lang="en-US" dirty="0">
                <a:latin typeface="+mj-lt"/>
              </a:rPr>
              <a:t>– Asleep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1295400" cy="9239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i="1" dirty="0">
                <a:solidFill>
                  <a:srgbClr val="C00000"/>
                </a:solidFill>
                <a:latin typeface="+mj-lt"/>
              </a:rPr>
              <a:t>Attributes</a:t>
            </a:r>
            <a:r>
              <a:rPr lang="en-US" dirty="0">
                <a:latin typeface="+mj-lt"/>
              </a:rPr>
              <a:t>:</a:t>
            </a:r>
          </a:p>
          <a:p>
            <a:pPr>
              <a:defRPr/>
            </a:pPr>
            <a:r>
              <a:rPr lang="en-US" dirty="0">
                <a:latin typeface="+mj-lt"/>
              </a:rPr>
              <a:t>– Full name</a:t>
            </a:r>
          </a:p>
          <a:p>
            <a:pPr>
              <a:defRPr/>
            </a:pPr>
            <a:r>
              <a:rPr lang="en-US" dirty="0">
                <a:latin typeface="+mj-lt"/>
              </a:rPr>
              <a:t>– Age</a:t>
            </a:r>
          </a:p>
        </p:txBody>
      </p:sp>
      <p:pic>
        <p:nvPicPr>
          <p:cNvPr id="7476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3500" y="2743200"/>
            <a:ext cx="4000500" cy="386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So, How Do We Write a Program?</a:t>
            </a:r>
            <a:endParaRPr lang="en-US" dirty="0"/>
          </a:p>
        </p:txBody>
      </p:sp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457200" y="1676400"/>
          <a:ext cx="8153400" cy="1752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/>
          <p:cNvGraphicFramePr/>
          <p:nvPr/>
        </p:nvGraphicFramePr>
        <p:xfrm>
          <a:off x="533400" y="3581400"/>
          <a:ext cx="8001000" cy="2895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95239" name="Picture 7" descr="http://icdn.pro/images/fr/f/e/fermer-croix-supprimer-erreurs-sortie-icone-4368-128.pn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581400" y="1676400"/>
            <a:ext cx="1219200" cy="1219201"/>
          </a:xfrm>
          <a:prstGeom prst="rect">
            <a:avLst/>
          </a:prstGeom>
          <a:noFill/>
        </p:spPr>
      </p:pic>
      <p:pic>
        <p:nvPicPr>
          <p:cNvPr id="95241" name="Picture 9" descr="http://icdn.pro/images/fr/f/e/fermer-croix-supprimer-erreurs-sortie-icone-4368-128.pn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057400" y="3733800"/>
            <a:ext cx="1219200" cy="12192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8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362200"/>
            <a:ext cx="2125980" cy="3291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57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Identifying and Describing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7290" y="1657290"/>
            <a:ext cx="6208110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i="1" dirty="0">
                <a:solidFill>
                  <a:schemeClr val="bg1"/>
                </a:solidFill>
                <a:latin typeface="+mj-lt"/>
              </a:rPr>
              <a:t>Identifying </a:t>
            </a:r>
            <a:r>
              <a:rPr lang="en-US" sz="2000" i="1" u="sng" dirty="0">
                <a:solidFill>
                  <a:schemeClr val="bg1"/>
                </a:solidFill>
                <a:latin typeface="+mj-lt"/>
              </a:rPr>
              <a:t>attributes</a:t>
            </a:r>
            <a:r>
              <a:rPr lang="en-US" sz="2000" i="1" dirty="0">
                <a:solidFill>
                  <a:schemeClr val="bg1"/>
                </a:solidFill>
                <a:latin typeface="+mj-lt"/>
              </a:rPr>
              <a:t>: name, address, telephone number…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3182" y="2190690"/>
            <a:ext cx="5992218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i="1" u="sng" dirty="0">
                <a:solidFill>
                  <a:schemeClr val="bg1"/>
                </a:solidFill>
                <a:latin typeface="+mj-lt"/>
              </a:rPr>
              <a:t>Describing</a:t>
            </a:r>
            <a:r>
              <a:rPr lang="en-US" sz="2000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an attribute</a:t>
            </a:r>
            <a:r>
              <a:rPr lang="en-US" sz="2000" i="1" dirty="0">
                <a:solidFill>
                  <a:schemeClr val="bg1"/>
                </a:solidFill>
                <a:latin typeface="+mj-lt"/>
              </a:rPr>
              <a:t>: name and value of 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the attribute</a:t>
            </a:r>
            <a:endParaRPr lang="en-US" sz="2000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81400" y="2721114"/>
            <a:ext cx="5334000" cy="707886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000" i="1" dirty="0">
                <a:solidFill>
                  <a:schemeClr val="bg1"/>
                </a:solidFill>
                <a:latin typeface="+mj-lt"/>
              </a:rPr>
              <a:t>Decomposing 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the attribute </a:t>
            </a:r>
            <a:r>
              <a:rPr lang="en-US" sz="2000" i="1" dirty="0">
                <a:solidFill>
                  <a:schemeClr val="bg1"/>
                </a:solidFill>
                <a:latin typeface="+mj-lt"/>
              </a:rPr>
              <a:t>to </a:t>
            </a:r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data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: </a:t>
            </a:r>
            <a:r>
              <a:rPr lang="en-US" sz="2000" i="1" dirty="0">
                <a:solidFill>
                  <a:schemeClr val="bg1"/>
                </a:solidFill>
                <a:latin typeface="+mj-lt"/>
              </a:rPr>
              <a:t>first name, last name, street address, city…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3110" y="3581400"/>
            <a:ext cx="4852290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i="1" dirty="0">
                <a:solidFill>
                  <a:schemeClr val="bg1"/>
                </a:solidFill>
                <a:latin typeface="+mj-lt"/>
              </a:rPr>
              <a:t>Identifying </a:t>
            </a:r>
            <a:r>
              <a:rPr lang="en-US" sz="2000" i="1" u="sng" dirty="0">
                <a:solidFill>
                  <a:schemeClr val="bg1"/>
                </a:solidFill>
                <a:latin typeface="+mj-lt"/>
              </a:rPr>
              <a:t>behaviors</a:t>
            </a:r>
            <a:r>
              <a:rPr lang="en-US" sz="2000" i="1" dirty="0">
                <a:solidFill>
                  <a:schemeClr val="bg1"/>
                </a:solidFill>
                <a:latin typeface="+mj-lt"/>
              </a:rPr>
              <a:t>: study, take exam, eat…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6600" y="4103688"/>
            <a:ext cx="5625707" cy="2554545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i="1" u="sng" dirty="0">
                <a:solidFill>
                  <a:schemeClr val="bg1"/>
                </a:solidFill>
                <a:latin typeface="+mj-lt"/>
              </a:rPr>
              <a:t>Describing</a:t>
            </a:r>
            <a:r>
              <a:rPr lang="en-US" sz="2000" i="1" dirty="0">
                <a:solidFill>
                  <a:schemeClr val="bg1"/>
                </a:solidFill>
                <a:latin typeface="+mj-lt"/>
              </a:rPr>
              <a:t> behavior: input data, steps, output data…</a:t>
            </a:r>
          </a:p>
          <a:p>
            <a:pPr>
              <a:defRPr/>
            </a:pPr>
            <a:r>
              <a:rPr lang="en-US" sz="2000" i="1" dirty="0">
                <a:solidFill>
                  <a:schemeClr val="bg1"/>
                </a:solidFill>
                <a:latin typeface="+mj-lt"/>
              </a:rPr>
              <a:t>– Name: Study</a:t>
            </a:r>
          </a:p>
          <a:p>
            <a:pPr>
              <a:defRPr/>
            </a:pPr>
            <a:r>
              <a:rPr lang="en-US" sz="2000" i="1" dirty="0">
                <a:solidFill>
                  <a:schemeClr val="bg1"/>
                </a:solidFill>
                <a:latin typeface="+mj-lt"/>
              </a:rPr>
              <a:t>– Input data: course name</a:t>
            </a:r>
          </a:p>
          <a:p>
            <a:pPr>
              <a:defRPr/>
            </a:pPr>
            <a:r>
              <a:rPr lang="en-US" sz="2000" i="1" dirty="0">
                <a:solidFill>
                  <a:schemeClr val="bg1"/>
                </a:solidFill>
                <a:latin typeface="+mj-lt"/>
              </a:rPr>
              <a:t>– Step 1: attend class, record lecture.</a:t>
            </a:r>
          </a:p>
          <a:p>
            <a:pPr>
              <a:defRPr/>
            </a:pPr>
            <a:r>
              <a:rPr lang="en-US" sz="2000" i="1" dirty="0">
                <a:solidFill>
                  <a:schemeClr val="bg1"/>
                </a:solidFill>
                <a:latin typeface="+mj-lt"/>
              </a:rPr>
              <a:t>– Step 2: read books at home</a:t>
            </a:r>
          </a:p>
          <a:p>
            <a:pPr>
              <a:defRPr/>
            </a:pPr>
            <a:r>
              <a:rPr lang="en-US" sz="2000" i="1" dirty="0">
                <a:solidFill>
                  <a:schemeClr val="bg1"/>
                </a:solidFill>
                <a:latin typeface="+mj-lt"/>
              </a:rPr>
              <a:t>– Step 3: do exercises</a:t>
            </a:r>
          </a:p>
          <a:p>
            <a:pPr>
              <a:defRPr/>
            </a:pPr>
            <a:r>
              <a:rPr lang="en-US" sz="2000" i="1" dirty="0">
                <a:solidFill>
                  <a:schemeClr val="bg1"/>
                </a:solidFill>
                <a:latin typeface="+mj-lt"/>
              </a:rPr>
              <a:t>– …</a:t>
            </a:r>
          </a:p>
          <a:p>
            <a:pPr>
              <a:defRPr/>
            </a:pPr>
            <a:r>
              <a:rPr lang="en-US" sz="2000" i="1" dirty="0">
                <a:solidFill>
                  <a:schemeClr val="bg1"/>
                </a:solidFill>
                <a:latin typeface="+mj-lt"/>
              </a:rPr>
              <a:t>– Output data: good, normal, bad result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2400" y="1447800"/>
            <a:ext cx="1273105" cy="17851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i="1" dirty="0" smtClean="0">
                <a:latin typeface="Consolas" pitchFamily="49" charset="0"/>
              </a:rPr>
              <a:t>Again,</a:t>
            </a:r>
          </a:p>
          <a:p>
            <a:r>
              <a:rPr lang="en-US" sz="2200" b="1" i="1" dirty="0" smtClean="0">
                <a:latin typeface="Consolas" pitchFamily="49" charset="0"/>
              </a:rPr>
              <a:t>What</a:t>
            </a:r>
          </a:p>
          <a:p>
            <a:r>
              <a:rPr lang="en-US" sz="2200" b="1" i="1" dirty="0" smtClean="0">
                <a:latin typeface="Consolas" pitchFamily="49" charset="0"/>
              </a:rPr>
              <a:t>Are</a:t>
            </a:r>
          </a:p>
          <a:p>
            <a:r>
              <a:rPr lang="en-US" sz="2200" b="1" i="1" dirty="0" smtClean="0">
                <a:latin typeface="Consolas" pitchFamily="49" charset="0"/>
              </a:rPr>
              <a:t>The </a:t>
            </a:r>
          </a:p>
          <a:p>
            <a:r>
              <a:rPr lang="en-US" sz="2200" b="1" i="1" dirty="0" smtClean="0">
                <a:latin typeface="Consolas" pitchFamily="49" charset="0"/>
              </a:rPr>
              <a:t>Inputs?</a:t>
            </a:r>
            <a:endParaRPr lang="en-US" sz="2200" b="1" i="1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 We Describe An Object Formally? – Use a 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</a:rPr>
              <a:t>Class</a:t>
            </a:r>
            <a:r>
              <a:rPr lang="en-US" dirty="0" smtClean="0"/>
              <a:t> [2]</a:t>
            </a:r>
          </a:p>
        </p:txBody>
      </p:sp>
      <p:graphicFrame>
        <p:nvGraphicFramePr>
          <p:cNvPr id="15362" name="Object 2"/>
          <p:cNvGraphicFramePr>
            <a:graphicFrameLocks/>
          </p:cNvGraphicFramePr>
          <p:nvPr/>
        </p:nvGraphicFramePr>
        <p:xfrm>
          <a:off x="382588" y="1609725"/>
          <a:ext cx="7294562" cy="3573463"/>
        </p:xfrm>
        <a:graphic>
          <a:graphicData uri="http://schemas.openxmlformats.org/presentationml/2006/ole">
            <p:oleObj spid="_x0000_s15362" name="Document" r:id="rId3" imgW="6225117" imgH="3586414" progId="Word.Document.12">
              <p:embed/>
            </p:oleObj>
          </a:graphicData>
        </a:graphic>
      </p:graphicFrame>
      <p:sp>
        <p:nvSpPr>
          <p:cNvPr id="5" name="Rectangle 4"/>
          <p:cNvSpPr/>
          <p:nvPr/>
        </p:nvSpPr>
        <p:spPr>
          <a:xfrm>
            <a:off x="3810000" y="1676400"/>
            <a:ext cx="5181600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What is a class? – Template for object creation.</a:t>
            </a:r>
          </a:p>
        </p:txBody>
      </p:sp>
      <p:pic>
        <p:nvPicPr>
          <p:cNvPr id="15366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10475" y="2362200"/>
            <a:ext cx="1381125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2362200" y="1828800"/>
            <a:ext cx="1219200" cy="369888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i="1" dirty="0">
                <a:solidFill>
                  <a:schemeClr val="bg1"/>
                </a:solidFill>
                <a:latin typeface="+mj-lt"/>
              </a:rPr>
              <a:t>Attributes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81400" y="2438400"/>
            <a:ext cx="1219200" cy="369888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i="1" dirty="0">
                <a:solidFill>
                  <a:schemeClr val="bg1"/>
                </a:solidFill>
                <a:latin typeface="+mj-lt"/>
              </a:rPr>
              <a:t>Method</a:t>
            </a:r>
          </a:p>
        </p:txBody>
      </p:sp>
      <p:graphicFrame>
        <p:nvGraphicFramePr>
          <p:cNvPr id="15363" name="Object 6"/>
          <p:cNvGraphicFramePr>
            <a:graphicFrameLocks/>
          </p:cNvGraphicFramePr>
          <p:nvPr/>
        </p:nvGraphicFramePr>
        <p:xfrm>
          <a:off x="361950" y="5334000"/>
          <a:ext cx="3463925" cy="557213"/>
        </p:xfrm>
        <a:graphic>
          <a:graphicData uri="http://schemas.openxmlformats.org/presentationml/2006/ole">
            <p:oleObj spid="_x0000_s15363" name="Document" r:id="rId5" imgW="3460517" imgH="560963" progId="Word.Document.12">
              <p:embed/>
            </p:oleObj>
          </a:graphicData>
        </a:graphic>
      </p:graphicFrame>
      <p:sp>
        <p:nvSpPr>
          <p:cNvPr id="13" name="Rectangle 12"/>
          <p:cNvSpPr/>
          <p:nvPr/>
        </p:nvSpPr>
        <p:spPr>
          <a:xfrm>
            <a:off x="2895600" y="3657600"/>
            <a:ext cx="1447800" cy="369888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i="1" dirty="0">
                <a:solidFill>
                  <a:schemeClr val="bg1"/>
                </a:solidFill>
                <a:latin typeface="+mj-lt"/>
              </a:rPr>
              <a:t>Constructor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1400" y="5181600"/>
            <a:ext cx="2819400" cy="369888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i="1" dirty="0">
                <a:solidFill>
                  <a:schemeClr val="bg1"/>
                </a:solidFill>
                <a:latin typeface="+mj-lt"/>
              </a:rPr>
              <a:t>Instance – Runtime 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000" y="5867400"/>
            <a:ext cx="3581400" cy="369888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i="1" dirty="0">
                <a:solidFill>
                  <a:schemeClr val="bg1"/>
                </a:solidFill>
                <a:latin typeface="+mj-lt"/>
              </a:rPr>
              <a:t>Access members - dot notation (.)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19600" y="5638800"/>
            <a:ext cx="2819400" cy="64633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i="1" dirty="0" smtClean="0">
                <a:solidFill>
                  <a:schemeClr val="bg1"/>
                </a:solidFill>
                <a:latin typeface="+mj-lt"/>
              </a:rPr>
              <a:t>Message – communication mechanism between objects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Complete Program</a:t>
            </a:r>
          </a:p>
        </p:txBody>
      </p:sp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531813" y="1296988"/>
          <a:ext cx="7861300" cy="6305550"/>
        </p:xfrm>
        <a:graphic>
          <a:graphicData uri="http://schemas.openxmlformats.org/presentationml/2006/ole">
            <p:oleObj spid="_x0000_s16386" name="Document" r:id="rId3" imgW="7976426" imgH="6386183" progId="Word.Document.12">
              <p:embed/>
            </p:oleObj>
          </a:graphicData>
        </a:graphic>
      </p:graphicFrame>
      <p:sp>
        <p:nvSpPr>
          <p:cNvPr id="5" name="Rectangle 4"/>
          <p:cNvSpPr/>
          <p:nvPr/>
        </p:nvSpPr>
        <p:spPr>
          <a:xfrm>
            <a:off x="2209800" y="1219200"/>
            <a:ext cx="685800" cy="369888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i="1" dirty="0">
                <a:solidFill>
                  <a:schemeClr val="bg1"/>
                </a:solidFill>
                <a:latin typeface="+mj-lt"/>
              </a:rPr>
              <a:t>Class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5486400"/>
            <a:ext cx="1219200" cy="369888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i="1" dirty="0" smtClean="0">
                <a:solidFill>
                  <a:schemeClr val="bg1"/>
                </a:solidFill>
                <a:latin typeface="+mj-lt"/>
              </a:rPr>
              <a:t>Instance</a:t>
            </a:r>
            <a:endParaRPr lang="en-US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52800" y="5029200"/>
            <a:ext cx="1219200" cy="369888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i="1" dirty="0">
                <a:solidFill>
                  <a:schemeClr val="bg1"/>
                </a:solidFill>
                <a:latin typeface="+mj-lt"/>
              </a:rPr>
              <a:t>Entry point</a:t>
            </a:r>
          </a:p>
        </p:txBody>
      </p:sp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9800" y="4419600"/>
            <a:ext cx="267652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3124200" y="5867400"/>
            <a:ext cx="10668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i="1" dirty="0" smtClean="0">
                <a:solidFill>
                  <a:schemeClr val="bg1"/>
                </a:solidFill>
                <a:latin typeface="+mj-lt"/>
              </a:rPr>
              <a:t>Message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14"/>
          <p:cNvGraphicFramePr>
            <a:graphicFrameLocks noChangeAspect="1"/>
          </p:cNvGraphicFramePr>
          <p:nvPr/>
        </p:nvGraphicFramePr>
        <p:xfrm>
          <a:off x="0" y="1905000"/>
          <a:ext cx="5156200" cy="4743450"/>
        </p:xfrm>
        <a:graphic>
          <a:graphicData uri="http://schemas.openxmlformats.org/presentationml/2006/ole">
            <p:oleObj spid="_x0000_s17410" name="Document" r:id="rId3" imgW="5154612" imgH="4756650" progId="Word.Document.12">
              <p:embed/>
            </p:oleObj>
          </a:graphicData>
        </a:graphic>
      </p:graphicFrame>
      <p:sp>
        <p:nvSpPr>
          <p:cNvPr id="174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1676400" y="1219200"/>
            <a:ext cx="70104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i="1" dirty="0">
                <a:solidFill>
                  <a:schemeClr val="bg1"/>
                </a:solidFill>
                <a:latin typeface="+mj-lt"/>
              </a:rPr>
              <a:t>Special method that is called whenever an instance of the class is </a:t>
            </a:r>
            <a:r>
              <a:rPr lang="en-US" i="1" dirty="0" smtClean="0">
                <a:solidFill>
                  <a:schemeClr val="bg1"/>
                </a:solidFill>
                <a:latin typeface="+mj-lt"/>
              </a:rPr>
              <a:t>created.</a:t>
            </a:r>
            <a:endParaRPr lang="en-US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6122313"/>
            <a:ext cx="8001000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bg1"/>
                </a:solidFill>
                <a:latin typeface="Consolas" pitchFamily="49" charset="0"/>
              </a:rPr>
              <a:t>&lt;class&gt; &lt;object&gt; = </a:t>
            </a:r>
            <a:r>
              <a:rPr lang="en-US" sz="2000" b="1" dirty="0">
                <a:solidFill>
                  <a:schemeClr val="bg1"/>
                </a:solidFill>
                <a:latin typeface="Consolas" pitchFamily="49" charset="0"/>
              </a:rPr>
              <a:t>new</a:t>
            </a:r>
            <a:r>
              <a:rPr lang="en-US" sz="2000" dirty="0">
                <a:solidFill>
                  <a:schemeClr val="bg1"/>
                </a:solidFill>
                <a:latin typeface="Consolas" pitchFamily="49" charset="0"/>
              </a:rPr>
              <a:t> &lt;class&gt;(constructor arguments)</a:t>
            </a:r>
          </a:p>
        </p:txBody>
      </p:sp>
      <p:pic>
        <p:nvPicPr>
          <p:cNvPr id="17418" name="Picture 1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62600" y="3810000"/>
            <a:ext cx="2867025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" name="Object 14"/>
          <p:cNvGraphicFramePr>
            <a:graphicFrameLocks noChangeAspect="1"/>
          </p:cNvGraphicFramePr>
          <p:nvPr/>
        </p:nvGraphicFramePr>
        <p:xfrm>
          <a:off x="4191000" y="1752600"/>
          <a:ext cx="4794250" cy="2032000"/>
        </p:xfrm>
        <a:graphic>
          <a:graphicData uri="http://schemas.openxmlformats.org/presentationml/2006/ole">
            <p:oleObj spid="_x0000_s17412" name="Document" r:id="rId5" imgW="4792620" imgH="2034393" progId="Word.Document.12">
              <p:embed/>
            </p:oleObj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Destructor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1295400"/>
            <a:ext cx="7620000" cy="40011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i="1" dirty="0">
                <a:solidFill>
                  <a:schemeClr val="bg1"/>
                </a:solidFill>
                <a:latin typeface="+mj-lt"/>
              </a:rPr>
              <a:t>A method that’s called when an object is destroyed or goes out of scope.</a:t>
            </a:r>
          </a:p>
        </p:txBody>
      </p:sp>
      <p:graphicFrame>
        <p:nvGraphicFramePr>
          <p:cNvPr id="18434" name="Object 6"/>
          <p:cNvGraphicFramePr>
            <a:graphicFrameLocks noChangeAspect="1"/>
          </p:cNvGraphicFramePr>
          <p:nvPr/>
        </p:nvGraphicFramePr>
        <p:xfrm>
          <a:off x="781050" y="1905000"/>
          <a:ext cx="6153150" cy="4965700"/>
        </p:xfrm>
        <a:graphic>
          <a:graphicData uri="http://schemas.openxmlformats.org/presentationml/2006/ole">
            <p:oleObj spid="_x0000_s18434" name="Document" r:id="rId3" imgW="6149552" imgH="4979088" progId="Word.Document.12">
              <p:embed/>
            </p:oleObj>
          </a:graphicData>
        </a:graphic>
      </p:graphicFrame>
      <p:pic>
        <p:nvPicPr>
          <p:cNvPr id="18437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91200" y="1981200"/>
            <a:ext cx="303847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Field and Method</a:t>
            </a:r>
          </a:p>
        </p:txBody>
      </p:sp>
      <p:graphicFrame>
        <p:nvGraphicFramePr>
          <p:cNvPr id="19458" name="Object 1"/>
          <p:cNvGraphicFramePr>
            <a:graphicFrameLocks noChangeAspect="1"/>
          </p:cNvGraphicFramePr>
          <p:nvPr/>
        </p:nvGraphicFramePr>
        <p:xfrm>
          <a:off x="533400" y="1295400"/>
          <a:ext cx="5943600" cy="5683250"/>
        </p:xfrm>
        <a:graphic>
          <a:graphicData uri="http://schemas.openxmlformats.org/presentationml/2006/ole">
            <p:oleObj spid="_x0000_s19458" name="Document" r:id="rId3" imgW="5940848" imgH="5702644" progId="Word.Document.12">
              <p:embed/>
            </p:oleObj>
          </a:graphicData>
        </a:graphic>
      </p:graphicFrame>
      <p:sp>
        <p:nvSpPr>
          <p:cNvPr id="5" name="Rectangle 4"/>
          <p:cNvSpPr/>
          <p:nvPr/>
        </p:nvSpPr>
        <p:spPr>
          <a:xfrm>
            <a:off x="3352800" y="1371600"/>
            <a:ext cx="5257800" cy="40011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i="1" dirty="0">
                <a:solidFill>
                  <a:schemeClr val="bg1"/>
                </a:solidFill>
                <a:latin typeface="+mj-lt"/>
              </a:rPr>
              <a:t>A field is a member variable used to hold a value.</a:t>
            </a:r>
          </a:p>
        </p:txBody>
      </p:sp>
      <p:pic>
        <p:nvPicPr>
          <p:cNvPr id="19461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29200" y="5105400"/>
            <a:ext cx="3476625" cy="127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6172200" y="2286000"/>
            <a:ext cx="2743200" cy="1323439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i="1" dirty="0">
                <a:solidFill>
                  <a:schemeClr val="bg1"/>
                </a:solidFill>
                <a:latin typeface="+mj-lt"/>
              </a:rPr>
              <a:t>A method is the actual code that acts on the object’s data (or field values).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2819400" y="2438400"/>
            <a:ext cx="32766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Property – Aka Smart Field</a:t>
            </a:r>
          </a:p>
        </p:txBody>
      </p:sp>
      <p:graphicFrame>
        <p:nvGraphicFramePr>
          <p:cNvPr id="23554" name="Object 2"/>
          <p:cNvGraphicFramePr>
            <a:graphicFrameLocks noChangeAspect="1"/>
          </p:cNvGraphicFramePr>
          <p:nvPr/>
        </p:nvGraphicFramePr>
        <p:xfrm>
          <a:off x="381000" y="1752600"/>
          <a:ext cx="5943600" cy="4464050"/>
        </p:xfrm>
        <a:graphic>
          <a:graphicData uri="http://schemas.openxmlformats.org/presentationml/2006/ole">
            <p:oleObj spid="_x0000_s75778" name="Document" r:id="rId3" imgW="5943600" imgH="4464558" progId="Word.Document.12">
              <p:embed/>
            </p:oleObj>
          </a:graphicData>
        </a:graphic>
      </p:graphicFrame>
      <p:graphicFrame>
        <p:nvGraphicFramePr>
          <p:cNvPr id="23555" name="Object 3"/>
          <p:cNvGraphicFramePr>
            <a:graphicFrameLocks noChangeAspect="1"/>
          </p:cNvGraphicFramePr>
          <p:nvPr/>
        </p:nvGraphicFramePr>
        <p:xfrm>
          <a:off x="4343400" y="1752600"/>
          <a:ext cx="5943600" cy="4895850"/>
        </p:xfrm>
        <a:graphic>
          <a:graphicData uri="http://schemas.openxmlformats.org/presentationml/2006/ole">
            <p:oleObj spid="_x0000_s75779" name="Document" r:id="rId4" imgW="5943600" imgH="4896231" progId="Word.Document.12">
              <p:embed/>
            </p:oleObj>
          </a:graphicData>
        </a:graphic>
      </p:graphicFrame>
      <p:sp>
        <p:nvSpPr>
          <p:cNvPr id="5" name="Rectangle 4"/>
          <p:cNvSpPr/>
          <p:nvPr/>
        </p:nvSpPr>
        <p:spPr>
          <a:xfrm>
            <a:off x="381000" y="1295400"/>
            <a:ext cx="8458200" cy="369888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US" i="1" dirty="0">
                <a:solidFill>
                  <a:schemeClr val="bg1"/>
                </a:solidFill>
                <a:latin typeface="+mj-lt"/>
              </a:rPr>
              <a:t>A property consists of a field declaration and </a:t>
            </a:r>
            <a:r>
              <a:rPr lang="en-US" i="1" dirty="0" err="1">
                <a:solidFill>
                  <a:schemeClr val="bg1"/>
                </a:solidFill>
                <a:latin typeface="+mj-lt"/>
              </a:rPr>
              <a:t>accessors</a:t>
            </a:r>
            <a:r>
              <a:rPr lang="en-US" i="1" dirty="0">
                <a:solidFill>
                  <a:schemeClr val="bg1"/>
                </a:solidFill>
                <a:latin typeface="+mj-lt"/>
              </a:rPr>
              <a:t> used to modify that field’s value.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743200" y="2514600"/>
            <a:ext cx="2362200" cy="381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657600" y="3124200"/>
            <a:ext cx="1447800" cy="228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114800" y="5562600"/>
            <a:ext cx="990600" cy="381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429000" y="5867400"/>
            <a:ext cx="1752600" cy="304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Auto-Implemented 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https://learn.microsoft.com/en-us/dotnet/csharp/programming-guide/classes-and-structs/auto-implemented-properties</a:t>
            </a:r>
            <a:endParaRPr lang="en-US" sz="2200" dirty="0" smtClean="0"/>
          </a:p>
          <a:p>
            <a:r>
              <a:rPr lang="en-US" sz="2000" dirty="0" smtClean="0">
                <a:latin typeface="Consolas" pitchFamily="49" charset="0"/>
              </a:rPr>
              <a:t>public string </a:t>
            </a:r>
            <a:r>
              <a:rPr lang="en-US" sz="2000" dirty="0" err="1" smtClean="0">
                <a:latin typeface="Consolas" pitchFamily="49" charset="0"/>
              </a:rPr>
              <a:t>FirstName</a:t>
            </a:r>
            <a:r>
              <a:rPr lang="en-US" sz="2000" dirty="0" smtClean="0">
                <a:latin typeface="Consolas" pitchFamily="49" charset="0"/>
              </a:rPr>
              <a:t> { get; set; } = "Jane</a:t>
            </a:r>
            <a:r>
              <a:rPr lang="en-US" sz="2000" dirty="0" smtClean="0">
                <a:latin typeface="Consolas" pitchFamily="49" charset="0"/>
              </a:rPr>
              <a:t>";</a:t>
            </a:r>
          </a:p>
          <a:p>
            <a:r>
              <a:rPr lang="en-US" sz="2000" dirty="0" smtClean="0">
                <a:latin typeface="Consolas" pitchFamily="49" charset="0"/>
              </a:rPr>
              <a:t>public </a:t>
            </a:r>
            <a:r>
              <a:rPr lang="en-US" sz="2000" dirty="0" err="1" smtClean="0">
                <a:latin typeface="Consolas" pitchFamily="49" charset="0"/>
              </a:rPr>
              <a:t>int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DeleteFileAfter</a:t>
            </a:r>
            <a:r>
              <a:rPr lang="en-US" sz="2000" dirty="0" smtClean="0">
                <a:latin typeface="Consolas" pitchFamily="49" charset="0"/>
              </a:rPr>
              <a:t> { get; set; } = (</a:t>
            </a:r>
            <a:r>
              <a:rPr lang="en-US" sz="2000" dirty="0" err="1" smtClean="0">
                <a:latin typeface="Consolas" pitchFamily="49" charset="0"/>
              </a:rPr>
              <a:t>int</a:t>
            </a:r>
            <a:r>
              <a:rPr lang="en-US" sz="2000" dirty="0" smtClean="0">
                <a:latin typeface="Consolas" pitchFamily="49" charset="0"/>
              </a:rPr>
              <a:t>)30</a:t>
            </a:r>
            <a:r>
              <a:rPr lang="en-US" sz="2000" dirty="0" smtClean="0">
                <a:latin typeface="Consolas" pitchFamily="49" charset="0"/>
              </a:rPr>
              <a:t>;</a:t>
            </a:r>
          </a:p>
          <a:p>
            <a:r>
              <a:rPr lang="en-US" sz="2000" dirty="0" smtClean="0">
                <a:latin typeface="Consolas" pitchFamily="49" charset="0"/>
              </a:rPr>
              <a:t>public </a:t>
            </a:r>
            <a:r>
              <a:rPr lang="en-US" sz="2000" dirty="0" err="1" smtClean="0">
                <a:latin typeface="Consolas" pitchFamily="49" charset="0"/>
              </a:rPr>
              <a:t>bool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EnableDeletion</a:t>
            </a:r>
            <a:r>
              <a:rPr lang="en-US" sz="2000" dirty="0" smtClean="0">
                <a:latin typeface="Consolas" pitchFamily="49" charset="0"/>
              </a:rPr>
              <a:t> { get; set; } = false;</a:t>
            </a:r>
            <a:endParaRPr lang="en-US" sz="20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4191000" y="1828800"/>
          <a:ext cx="5940425" cy="3317875"/>
        </p:xfrm>
        <a:graphic>
          <a:graphicData uri="http://schemas.openxmlformats.org/presentationml/2006/ole">
            <p:oleObj spid="_x0000_s76803" name="Document" r:id="rId3" imgW="5940848" imgH="3318551" progId="Word.Document.12">
              <p:embed/>
            </p:oleObj>
          </a:graphicData>
        </a:graphic>
      </p:graphicFrame>
      <p:sp>
        <p:nvSpPr>
          <p:cNvPr id="2457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Self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24200" y="1295400"/>
            <a:ext cx="5638800" cy="369888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US" i="1" dirty="0">
                <a:solidFill>
                  <a:schemeClr val="bg1"/>
                </a:solidFill>
                <a:latin typeface="+mj-lt"/>
              </a:rPr>
              <a:t>The this keyword refers to the current instance of the class.</a:t>
            </a:r>
          </a:p>
        </p:txBody>
      </p:sp>
      <p:graphicFrame>
        <p:nvGraphicFramePr>
          <p:cNvPr id="24578" name="Object 7"/>
          <p:cNvGraphicFramePr>
            <a:graphicFrameLocks noChangeAspect="1"/>
          </p:cNvGraphicFramePr>
          <p:nvPr/>
        </p:nvGraphicFramePr>
        <p:xfrm>
          <a:off x="0" y="1295400"/>
          <a:ext cx="6153150" cy="4033838"/>
        </p:xfrm>
        <a:graphic>
          <a:graphicData uri="http://schemas.openxmlformats.org/presentationml/2006/ole">
            <p:oleObj spid="_x0000_s76802" name="Document" r:id="rId4" imgW="6149552" imgH="4039583" progId="Word.Document.12">
              <p:embed/>
            </p:oleObj>
          </a:graphicData>
        </a:graphic>
      </p:graphicFrame>
      <p:pic>
        <p:nvPicPr>
          <p:cNvPr id="24581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14400" y="5029200"/>
            <a:ext cx="3457575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486400" y="5181600"/>
            <a:ext cx="2647950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Again, Why Use Objects?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533400" y="1600200"/>
          <a:ext cx="80010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Oval 4"/>
          <p:cNvSpPr/>
          <p:nvPr/>
        </p:nvSpPr>
        <p:spPr>
          <a:xfrm>
            <a:off x="2209800" y="4343400"/>
            <a:ext cx="3124200" cy="1676400"/>
          </a:xfrm>
          <a:prstGeom prst="ellipse">
            <a:avLst/>
          </a:prstGeom>
          <a:solidFill>
            <a:schemeClr val="lt1">
              <a:alpha val="75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Consolas" pitchFamily="49" charset="0"/>
              </a:rPr>
              <a:t>c1.A1 = 100</a:t>
            </a:r>
          </a:p>
          <a:p>
            <a:pPr algn="ctr"/>
            <a:r>
              <a:rPr lang="en-US" dirty="0" smtClean="0">
                <a:latin typeface="Consolas" pitchFamily="49" charset="0"/>
              </a:rPr>
              <a:t>c1.Function()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304800" y="2743200"/>
            <a:ext cx="2057400" cy="1905000"/>
          </a:xfrm>
          <a:prstGeom prst="ellipse">
            <a:avLst/>
          </a:prstGeom>
          <a:solidFill>
            <a:schemeClr val="lt1">
              <a:alpha val="75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Consolas" pitchFamily="49" charset="0"/>
              </a:rPr>
              <a:t>Class C {</a:t>
            </a:r>
          </a:p>
          <a:p>
            <a:pPr algn="ctr"/>
            <a:r>
              <a:rPr lang="en-US" sz="1600" dirty="0" smtClean="0">
                <a:latin typeface="Consolas" pitchFamily="49" charset="0"/>
              </a:rPr>
              <a:t>A1</a:t>
            </a:r>
          </a:p>
          <a:p>
            <a:pPr algn="ctr"/>
            <a:r>
              <a:rPr lang="en-US" sz="1600" dirty="0" smtClean="0">
                <a:latin typeface="Consolas" pitchFamily="49" charset="0"/>
              </a:rPr>
              <a:t>Function () }</a:t>
            </a:r>
            <a:endParaRPr lang="en-US" sz="16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Solution for Complexity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76399"/>
          </a:xfrm>
        </p:spPr>
        <p:txBody>
          <a:bodyPr/>
          <a:lstStyle/>
          <a:p>
            <a:r>
              <a:rPr lang="en-US" sz="2400" dirty="0" smtClean="0"/>
              <a:t>They allow us to break down our system into </a:t>
            </a:r>
            <a:r>
              <a:rPr lang="en-US" sz="2400" i="1" dirty="0" smtClean="0">
                <a:solidFill>
                  <a:srgbClr val="C00000"/>
                </a:solidFill>
              </a:rPr>
              <a:t>granular</a:t>
            </a:r>
            <a:r>
              <a:rPr lang="en-US" sz="2400" dirty="0" smtClean="0"/>
              <a:t> boxes, no matter </a:t>
            </a:r>
            <a:r>
              <a:rPr lang="en-US" sz="2400" u="sng" dirty="0" smtClean="0"/>
              <a:t>how big</a:t>
            </a:r>
            <a:r>
              <a:rPr lang="en-US" sz="2400" dirty="0" smtClean="0"/>
              <a:t> our system is.</a:t>
            </a:r>
          </a:p>
          <a:p>
            <a:r>
              <a:rPr lang="en-US" sz="2400" dirty="0" smtClean="0"/>
              <a:t>When we declare a class, we </a:t>
            </a:r>
            <a:r>
              <a:rPr lang="en-US" sz="2400" u="sng" dirty="0" smtClean="0"/>
              <a:t>automatically</a:t>
            </a:r>
            <a:r>
              <a:rPr lang="en-US" sz="2400" dirty="0" smtClean="0"/>
              <a:t> create an </a:t>
            </a:r>
            <a:r>
              <a:rPr lang="en-US" sz="2400" i="1" dirty="0" smtClean="0">
                <a:solidFill>
                  <a:srgbClr val="C00000"/>
                </a:solidFill>
              </a:rPr>
              <a:t>abstraction</a:t>
            </a:r>
            <a:r>
              <a:rPr lang="en-US" sz="2400" dirty="0" smtClean="0"/>
              <a:t> layer.</a:t>
            </a:r>
            <a:endParaRPr lang="en-US" sz="2400" dirty="0"/>
          </a:p>
        </p:txBody>
      </p:sp>
      <p:pic>
        <p:nvPicPr>
          <p:cNvPr id="5734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5225" y="3352800"/>
            <a:ext cx="4981575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32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3524250"/>
            <a:ext cx="1660525" cy="235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Abstraction? [8]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16559"/>
            <a:ext cx="8077200" cy="1015663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An </a:t>
            </a:r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abstraction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 denotes the </a:t>
            </a:r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essential characteristics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 of an object that </a:t>
            </a:r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distinguish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 it from all other kinds of objects and thus provide crisply defined conceptual boundaries, relative to the perspective of the </a:t>
            </a:r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viewer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.</a:t>
            </a:r>
            <a:endParaRPr lang="en-US" sz="2000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" y="5769114"/>
            <a:ext cx="8610600" cy="707886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Abstraction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 is a </a:t>
            </a:r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simplified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 description, or specification, of a system that </a:t>
            </a:r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emphasizes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 some of the system’s details or properties while </a:t>
            </a:r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suppressing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 others.</a:t>
            </a:r>
            <a:endParaRPr lang="en-US" sz="2000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905000" y="5162490"/>
            <a:ext cx="5715000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The </a:t>
            </a:r>
            <a:r>
              <a:rPr lang="en-US" sz="2000" b="1" i="1" dirty="0">
                <a:latin typeface="+mj-lt"/>
              </a:rPr>
              <a:t>selection</a:t>
            </a:r>
            <a:r>
              <a:rPr lang="en-US" sz="2000" i="1" dirty="0">
                <a:latin typeface="+mj-lt"/>
              </a:rPr>
              <a:t> of significant attributes is abstraction.</a:t>
            </a:r>
          </a:p>
        </p:txBody>
      </p:sp>
      <p:pic>
        <p:nvPicPr>
          <p:cNvPr id="139268" name="Picture 4" descr="http://blog.evanweinberg.org/wp-content/uploads/2014/08/Picasso-The-Bull-Lithographs-1-1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708453"/>
            <a:ext cx="8229600" cy="232074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of Abstraction</a:t>
            </a:r>
            <a:endParaRPr lang="en-US" dirty="0"/>
          </a:p>
        </p:txBody>
      </p:sp>
      <p:pic>
        <p:nvPicPr>
          <p:cNvPr id="145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1828800"/>
            <a:ext cx="3447288" cy="1961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54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4038600"/>
            <a:ext cx="3936492" cy="2363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81000" y="1828800"/>
            <a:ext cx="4114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How the Active Temperature Sensor carries out its responsibilities is a function of its inside view and is of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no concern</a:t>
            </a:r>
            <a:r>
              <a:rPr lang="en-US" sz="2400" dirty="0" smtClean="0">
                <a:latin typeface="+mj-lt"/>
              </a:rPr>
              <a:t> to outside clients.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These then are the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secrets</a:t>
            </a:r>
            <a:r>
              <a:rPr lang="en-US" sz="2400" dirty="0" smtClean="0">
                <a:latin typeface="+mj-lt"/>
              </a:rPr>
              <a:t> of the class, which are implemented by the class’s private parts together with the definition of its member functions.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Abstraction?</a:t>
            </a:r>
            <a:endParaRPr lang="en-US" dirty="0"/>
          </a:p>
        </p:txBody>
      </p:sp>
      <p:pic>
        <p:nvPicPr>
          <p:cNvPr id="146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1905000"/>
            <a:ext cx="4505325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457200" y="2057400"/>
            <a:ext cx="2286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+mj-lt"/>
              </a:rPr>
              <a:t>Abstraction is one of the fundamental ways that we as humans </a:t>
            </a:r>
            <a:r>
              <a:rPr lang="en-US" sz="2400" b="1" i="1" dirty="0" smtClean="0">
                <a:solidFill>
                  <a:srgbClr val="C00000"/>
                </a:solidFill>
                <a:latin typeface="+mj-lt"/>
              </a:rPr>
              <a:t>cope</a:t>
            </a:r>
            <a:r>
              <a:rPr lang="en-US" sz="2400" b="1" dirty="0" smtClean="0">
                <a:latin typeface="+mj-lt"/>
              </a:rPr>
              <a:t> with </a:t>
            </a:r>
            <a:r>
              <a:rPr lang="en-US" sz="2400" b="1" u="sng" dirty="0" smtClean="0">
                <a:latin typeface="+mj-lt"/>
              </a:rPr>
              <a:t>complexity</a:t>
            </a:r>
            <a:r>
              <a:rPr lang="en-US" sz="2400" b="1" dirty="0" smtClean="0">
                <a:latin typeface="+mj-lt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5288340"/>
            <a:ext cx="5715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The task of the software development team is to engineer the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illusion</a:t>
            </a:r>
            <a:r>
              <a:rPr lang="en-US" sz="2400" dirty="0" smtClean="0">
                <a:latin typeface="+mj-lt"/>
              </a:rPr>
              <a:t> of </a:t>
            </a:r>
            <a:r>
              <a:rPr lang="en-US" sz="2400" u="sng" dirty="0" smtClean="0">
                <a:latin typeface="+mj-lt"/>
              </a:rPr>
              <a:t>simplicity</a:t>
            </a:r>
            <a:r>
              <a:rPr lang="en-US" sz="2400" dirty="0" smtClean="0">
                <a:latin typeface="+mj-lt"/>
              </a:rPr>
              <a:t>.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But, Why Don’t We Just Use Libraries?</a:t>
            </a:r>
            <a:endParaRPr lang="en-US" sz="4000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533400" y="1600200"/>
          <a:ext cx="80010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Oval 7"/>
          <p:cNvSpPr/>
          <p:nvPr/>
        </p:nvSpPr>
        <p:spPr>
          <a:xfrm>
            <a:off x="304800" y="2743200"/>
            <a:ext cx="2057400" cy="1905000"/>
          </a:xfrm>
          <a:prstGeom prst="ellipse">
            <a:avLst/>
          </a:prstGeom>
          <a:solidFill>
            <a:schemeClr val="lt1">
              <a:alpha val="75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Consolas" pitchFamily="49" charset="0"/>
              </a:rPr>
              <a:t>Library L {</a:t>
            </a:r>
          </a:p>
          <a:p>
            <a:pPr algn="ctr"/>
            <a:r>
              <a:rPr lang="en-US" sz="1600" dirty="0" err="1" smtClean="0">
                <a:latin typeface="Consolas" pitchFamily="49" charset="0"/>
              </a:rPr>
              <a:t>Struct</a:t>
            </a:r>
            <a:r>
              <a:rPr lang="en-US" sz="1600" dirty="0" smtClean="0">
                <a:latin typeface="Consolas" pitchFamily="49" charset="0"/>
              </a:rPr>
              <a:t> S1</a:t>
            </a:r>
          </a:p>
          <a:p>
            <a:pPr algn="ctr"/>
            <a:r>
              <a:rPr lang="en-US" sz="1600" dirty="0" smtClean="0">
                <a:latin typeface="Consolas" pitchFamily="49" charset="0"/>
              </a:rPr>
              <a:t>Function () }</a:t>
            </a:r>
            <a:endParaRPr lang="en-US" sz="1600" dirty="0">
              <a:latin typeface="Consolas" pitchFamily="49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2209800" y="4267200"/>
            <a:ext cx="3124200" cy="1676400"/>
          </a:xfrm>
          <a:prstGeom prst="ellipse">
            <a:avLst/>
          </a:prstGeom>
          <a:solidFill>
            <a:schemeClr val="lt1">
              <a:alpha val="75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Consolas" pitchFamily="49" charset="0"/>
              </a:rPr>
              <a:t>S1 </a:t>
            </a:r>
            <a:r>
              <a:rPr lang="en-US" dirty="0" err="1" smtClean="0">
                <a:latin typeface="Consolas" pitchFamily="49" charset="0"/>
              </a:rPr>
              <a:t>s1</a:t>
            </a:r>
            <a:r>
              <a:rPr lang="en-US" dirty="0" smtClean="0">
                <a:latin typeface="Consolas" pitchFamily="49" charset="0"/>
              </a:rPr>
              <a:t>;</a:t>
            </a:r>
          </a:p>
          <a:p>
            <a:pPr algn="ctr"/>
            <a:r>
              <a:rPr lang="en-US" dirty="0" smtClean="0">
                <a:latin typeface="Consolas" pitchFamily="49" charset="0"/>
              </a:rPr>
              <a:t>s1.x = 100;</a:t>
            </a:r>
          </a:p>
          <a:p>
            <a:pPr algn="ctr"/>
            <a:r>
              <a:rPr lang="en-US" dirty="0" smtClean="0">
                <a:latin typeface="Consolas" pitchFamily="49" charset="0"/>
              </a:rPr>
              <a:t>Function(s1);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4000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533400" y="1600200"/>
          <a:ext cx="80010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 Library Example [4]</a:t>
            </a:r>
            <a:endParaRPr lang="en-US" dirty="0"/>
          </a:p>
        </p:txBody>
      </p:sp>
      <p:pic>
        <p:nvPicPr>
          <p:cNvPr id="6451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524000"/>
            <a:ext cx="300037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18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1600200"/>
            <a:ext cx="3038475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19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24200" y="3962400"/>
            <a:ext cx="3009900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0897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81800" y="4495800"/>
            <a:ext cx="16002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 smtClean="0"/>
              <a:t>Another Reason: Bottom-up Development [7]</a:t>
            </a:r>
            <a:endParaRPr lang="en-US" sz="3400" dirty="0"/>
          </a:p>
        </p:txBody>
      </p:sp>
      <p:pic>
        <p:nvPicPr>
          <p:cNvPr id="50178" name="Picture 2" descr="http://www.admnetwork.it/wp-content/uploads/2013/07/Natural-design-thinkin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86200" y="1905000"/>
            <a:ext cx="3543300" cy="2354580"/>
          </a:xfrm>
          <a:prstGeom prst="rect">
            <a:avLst/>
          </a:prstGeom>
          <a:noFill/>
        </p:spPr>
      </p:pic>
      <p:pic>
        <p:nvPicPr>
          <p:cNvPr id="50180" name="Picture 4" descr="http://thumbs.dreamstime.com/t/young-programmer-thinking-to-right-procedure-portrait-be-implemented-4450234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2743200"/>
            <a:ext cx="2219325" cy="1524001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228600" y="1905000"/>
            <a:ext cx="28956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top-down</a:t>
            </a:r>
            <a:r>
              <a:rPr lang="en-US" sz="2400" dirty="0" smtClean="0"/>
              <a:t> process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2743200" y="4572000"/>
            <a:ext cx="6019800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bottom-up</a:t>
            </a:r>
            <a:r>
              <a:rPr lang="en-US" sz="2400" dirty="0" smtClean="0"/>
              <a:t> process of building robust and extendible solutions to </a:t>
            </a:r>
            <a:r>
              <a:rPr lang="en-US" sz="2400" u="sng" dirty="0" smtClean="0"/>
              <a:t>parts</a:t>
            </a:r>
            <a:r>
              <a:rPr lang="en-US" sz="2400" dirty="0" smtClean="0"/>
              <a:t> of the problem, and </a:t>
            </a:r>
            <a:r>
              <a:rPr lang="en-US" sz="2400" u="sng" dirty="0" smtClean="0"/>
              <a:t>combining</a:t>
            </a:r>
            <a:r>
              <a:rPr lang="en-US" sz="2400" dirty="0" smtClean="0"/>
              <a:t> them into more and more powerful assemblies — until the final assembly which yields a </a:t>
            </a:r>
            <a:r>
              <a:rPr lang="en-US" sz="2400" u="sng" dirty="0" smtClean="0"/>
              <a:t>solution</a:t>
            </a:r>
            <a:r>
              <a:rPr lang="en-US" sz="2400" dirty="0" smtClean="0"/>
              <a:t> of the original problem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635000"/>
            <a:ext cx="4371975" cy="180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76" name="Picture 1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2549525"/>
            <a:ext cx="7699375" cy="423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72" name="Picture 12" descr="http://www.printactivities.com/Paper-Games/Hangman-Word-Game/HangmanExample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91200" y="838200"/>
            <a:ext cx="2857500" cy="3486151"/>
          </a:xfrm>
          <a:prstGeom prst="rect">
            <a:avLst/>
          </a:prstGeom>
          <a:noFill/>
        </p:spPr>
      </p:pic>
      <p:sp>
        <p:nvSpPr>
          <p:cNvPr id="2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 smtClean="0"/>
              <a:t>An Example</a:t>
            </a:r>
            <a:endParaRPr lang="en-US" dirty="0"/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32250" y="4724400"/>
            <a:ext cx="4959350" cy="160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1" name="Object 12"/>
          <p:cNvGraphicFramePr>
            <a:graphicFrameLocks noChangeAspect="1"/>
          </p:cNvGraphicFramePr>
          <p:nvPr/>
        </p:nvGraphicFramePr>
        <p:xfrm>
          <a:off x="533400" y="1752600"/>
          <a:ext cx="7797800" cy="3676650"/>
        </p:xfrm>
        <a:graphic>
          <a:graphicData uri="http://schemas.openxmlformats.org/presentationml/2006/ole">
            <p:oleObj spid="_x0000_s65539" name="Document" r:id="rId3" imgW="7797228" imgH="4155669" progId="Word.Document.12">
              <p:embed/>
            </p:oleObj>
          </a:graphicData>
        </a:graphic>
      </p:graphicFrame>
      <p:sp>
        <p:nvSpPr>
          <p:cNvPr id="174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 Constructor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5116512"/>
            <a:ext cx="3657600" cy="369888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i="1" dirty="0">
                <a:solidFill>
                  <a:schemeClr val="bg1"/>
                </a:solidFill>
                <a:latin typeface="+mj-lt"/>
              </a:rPr>
              <a:t>Static constructor is called only </a:t>
            </a:r>
            <a:r>
              <a:rPr lang="en-US" i="1" dirty="0" smtClean="0">
                <a:solidFill>
                  <a:schemeClr val="bg1"/>
                </a:solidFill>
                <a:latin typeface="+mj-lt"/>
              </a:rPr>
              <a:t>once</a:t>
            </a:r>
            <a:endParaRPr lang="en-US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76600" y="1778000"/>
            <a:ext cx="56388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i="1" dirty="0" smtClean="0">
                <a:solidFill>
                  <a:schemeClr val="bg1"/>
                </a:solidFill>
                <a:latin typeface="+mj-lt"/>
              </a:rPr>
              <a:t>Static constructor cannot take arguments, cannot be public</a:t>
            </a:r>
            <a:endParaRPr lang="en-US" i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7417" name="Picture 1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52800" y="5715000"/>
            <a:ext cx="2667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 Field</a:t>
            </a:r>
          </a:p>
        </p:txBody>
      </p:sp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304800" y="1292225"/>
          <a:ext cx="5943600" cy="5330825"/>
        </p:xfrm>
        <a:graphic>
          <a:graphicData uri="http://schemas.openxmlformats.org/presentationml/2006/ole">
            <p:oleObj spid="_x0000_s52226" name="Document" r:id="rId3" imgW="5940848" imgH="5173046" progId="Word.Document.12">
              <p:embed/>
            </p:oleObj>
          </a:graphicData>
        </a:graphic>
      </p:graphicFrame>
      <p:sp>
        <p:nvSpPr>
          <p:cNvPr id="5" name="Rectangle 4"/>
          <p:cNvSpPr/>
          <p:nvPr/>
        </p:nvSpPr>
        <p:spPr>
          <a:xfrm>
            <a:off x="4114800" y="1371600"/>
            <a:ext cx="4724400" cy="101566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i="1" dirty="0">
                <a:solidFill>
                  <a:schemeClr val="bg1"/>
                </a:solidFill>
                <a:latin typeface="+mj-lt"/>
              </a:rPr>
              <a:t>A static field is a field that exists in a class as </a:t>
            </a:r>
            <a:r>
              <a:rPr lang="en-US" sz="2000" i="1" u="sng" dirty="0">
                <a:solidFill>
                  <a:schemeClr val="bg1"/>
                </a:solidFill>
                <a:latin typeface="+mj-lt"/>
              </a:rPr>
              <a:t>a whole</a:t>
            </a:r>
            <a:r>
              <a:rPr lang="en-US" sz="2000" i="1" dirty="0">
                <a:solidFill>
                  <a:schemeClr val="bg1"/>
                </a:solidFill>
                <a:latin typeface="+mj-lt"/>
              </a:rPr>
              <a:t>, rather than in a specific instance of the class.</a:t>
            </a:r>
          </a:p>
        </p:txBody>
      </p:sp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5000" y="3505200"/>
            <a:ext cx="2354580" cy="2777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 Method</a:t>
            </a:r>
          </a:p>
        </p:txBody>
      </p:sp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50800" y="1219200"/>
          <a:ext cx="6273800" cy="5994400"/>
        </p:xfrm>
        <a:graphic>
          <a:graphicData uri="http://schemas.openxmlformats.org/presentationml/2006/ole">
            <p:oleObj spid="_x0000_s90114" name="Document" r:id="rId3" imgW="6270816" imgH="6010885" progId="Word.Document.12">
              <p:embed/>
            </p:oleObj>
          </a:graphicData>
        </a:graphic>
      </p:graphicFrame>
      <p:sp>
        <p:nvSpPr>
          <p:cNvPr id="6" name="Rectangle 5"/>
          <p:cNvSpPr/>
          <p:nvPr/>
        </p:nvSpPr>
        <p:spPr>
          <a:xfrm>
            <a:off x="4495800" y="1371600"/>
            <a:ext cx="4419600" cy="101566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i="1" dirty="0">
                <a:solidFill>
                  <a:schemeClr val="bg1"/>
                </a:solidFill>
                <a:latin typeface="+mj-lt"/>
              </a:rPr>
              <a:t>A static method is a method that exists in a class as a whole, rather than in a specific instance of the class.</a:t>
            </a:r>
          </a:p>
        </p:txBody>
      </p:sp>
      <p:pic>
        <p:nvPicPr>
          <p:cNvPr id="9011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86400" y="3810000"/>
            <a:ext cx="2234565" cy="2406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 Class</a:t>
            </a:r>
          </a:p>
        </p:txBody>
      </p:sp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304800" y="1809750"/>
          <a:ext cx="6254750" cy="5791200"/>
        </p:xfrm>
        <a:graphic>
          <a:graphicData uri="http://schemas.openxmlformats.org/presentationml/2006/ole">
            <p:oleObj spid="_x0000_s89090" name="Document" r:id="rId3" imgW="6251744" imgH="5799262" progId="Word.Document.12">
              <p:embed/>
            </p:oleObj>
          </a:graphicData>
        </a:graphic>
      </p:graphicFrame>
      <p:sp>
        <p:nvSpPr>
          <p:cNvPr id="5" name="Rectangle 4"/>
          <p:cNvSpPr/>
          <p:nvPr/>
        </p:nvSpPr>
        <p:spPr>
          <a:xfrm>
            <a:off x="609600" y="1295400"/>
            <a:ext cx="8077200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 smtClean="0">
                <a:solidFill>
                  <a:schemeClr val="bg1"/>
                </a:solidFill>
                <a:latin typeface="+mj-lt"/>
              </a:rPr>
              <a:t>Class that is used simply to group together a collection of utility methods.</a:t>
            </a:r>
            <a:endParaRPr 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267200" y="2209800"/>
            <a:ext cx="4419600" cy="707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 smtClean="0">
                <a:solidFill>
                  <a:schemeClr val="bg1"/>
                </a:solidFill>
                <a:latin typeface="+mj-lt"/>
              </a:rPr>
              <a:t>The class </a:t>
            </a:r>
            <a:r>
              <a:rPr lang="en-US" sz="2000" u="sng" dirty="0" smtClean="0">
                <a:solidFill>
                  <a:schemeClr val="bg1"/>
                </a:solidFill>
                <a:latin typeface="+mj-lt"/>
              </a:rPr>
              <a:t>cannot</a:t>
            </a:r>
            <a:r>
              <a:rPr lang="en-US" sz="2000" dirty="0" smtClean="0">
                <a:solidFill>
                  <a:schemeClr val="bg1"/>
                </a:solidFill>
                <a:latin typeface="+mj-lt"/>
              </a:rPr>
              <a:t> have instance variables or methods.</a:t>
            </a:r>
            <a:endParaRPr lang="en-US" sz="20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8909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05400" y="3933825"/>
            <a:ext cx="3200400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 Static “Bad”?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 static field bad?</a:t>
            </a:r>
          </a:p>
          <a:p>
            <a:pPr lvl="1"/>
            <a:r>
              <a:rPr lang="en-US" dirty="0" smtClean="0"/>
              <a:t>Static variables represent </a:t>
            </a:r>
            <a:r>
              <a:rPr lang="en-US" i="1" dirty="0" smtClean="0">
                <a:solidFill>
                  <a:srgbClr val="C00000"/>
                </a:solidFill>
              </a:rPr>
              <a:t>global state</a:t>
            </a:r>
            <a:r>
              <a:rPr lang="en-US" dirty="0" smtClean="0"/>
              <a:t>. So…</a:t>
            </a:r>
          </a:p>
          <a:p>
            <a:r>
              <a:rPr lang="en-US" dirty="0" smtClean="0"/>
              <a:t>Is static method bad?</a:t>
            </a:r>
          </a:p>
          <a:p>
            <a:pPr lvl="1"/>
            <a:r>
              <a:rPr lang="en-US" dirty="0" smtClean="0"/>
              <a:t>Static method can only access </a:t>
            </a:r>
            <a:r>
              <a:rPr lang="en-US" i="1" dirty="0" smtClean="0">
                <a:solidFill>
                  <a:srgbClr val="C00000"/>
                </a:solidFill>
              </a:rPr>
              <a:t>static fields</a:t>
            </a:r>
            <a:r>
              <a:rPr lang="en-US" dirty="0" smtClean="0"/>
              <a:t>. So…</a:t>
            </a:r>
          </a:p>
          <a:p>
            <a:pPr lvl="1"/>
            <a:r>
              <a:rPr lang="en-US" dirty="0" smtClean="0"/>
              <a:t>What if I don’t use static fields in my static method? – Okay, then…</a:t>
            </a:r>
          </a:p>
          <a:p>
            <a:r>
              <a:rPr lang="en-US" dirty="0" smtClean="0"/>
              <a:t>Is static class bad?</a:t>
            </a:r>
          </a:p>
          <a:p>
            <a:pPr lvl="1"/>
            <a:r>
              <a:rPr lang="en-US" dirty="0" smtClean="0"/>
              <a:t>A static class is just a </a:t>
            </a:r>
            <a:r>
              <a:rPr lang="en-US" i="1" dirty="0" smtClean="0">
                <a:solidFill>
                  <a:srgbClr val="C00000"/>
                </a:solidFill>
              </a:rPr>
              <a:t>group of methods</a:t>
            </a:r>
            <a:r>
              <a:rPr lang="en-US" dirty="0" smtClean="0"/>
              <a:t>. So…</a:t>
            </a:r>
          </a:p>
          <a:p>
            <a:pPr lvl="1"/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[6]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81200"/>
          </a:xfrm>
        </p:spPr>
        <p:txBody>
          <a:bodyPr/>
          <a:lstStyle/>
          <a:p>
            <a:r>
              <a:rPr lang="en-US" sz="2200" dirty="0" smtClean="0"/>
              <a:t>Say you have a farm and keep </a:t>
            </a:r>
            <a:r>
              <a:rPr lang="en-US" sz="2200" i="1" dirty="0" smtClean="0">
                <a:solidFill>
                  <a:srgbClr val="C00000"/>
                </a:solidFill>
              </a:rPr>
              <a:t>sheep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You have several pens in which the sheep are kept so each sheep is assigned a </a:t>
            </a:r>
            <a:r>
              <a:rPr lang="en-US" sz="2200" i="1" dirty="0" smtClean="0">
                <a:solidFill>
                  <a:srgbClr val="C00000"/>
                </a:solidFill>
              </a:rPr>
              <a:t>pen number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You may wish to </a:t>
            </a:r>
            <a:r>
              <a:rPr lang="en-US" sz="2200" i="1" dirty="0" smtClean="0">
                <a:solidFill>
                  <a:srgbClr val="C00000"/>
                </a:solidFill>
              </a:rPr>
              <a:t>find</a:t>
            </a:r>
            <a:r>
              <a:rPr lang="en-US" sz="2200" dirty="0" smtClean="0"/>
              <a:t> out which pen a sheep is in, </a:t>
            </a:r>
            <a:r>
              <a:rPr lang="en-US" sz="2200" i="1" dirty="0" smtClean="0">
                <a:solidFill>
                  <a:srgbClr val="C00000"/>
                </a:solidFill>
              </a:rPr>
              <a:t>move</a:t>
            </a:r>
            <a:r>
              <a:rPr lang="en-US" sz="2200" dirty="0" smtClean="0"/>
              <a:t> it to another pen, or </a:t>
            </a:r>
            <a:r>
              <a:rPr lang="en-US" sz="2200" i="1" dirty="0" smtClean="0">
                <a:solidFill>
                  <a:srgbClr val="C00000"/>
                </a:solidFill>
              </a:rPr>
              <a:t>count</a:t>
            </a:r>
            <a:r>
              <a:rPr lang="en-US" sz="2200" dirty="0" smtClean="0"/>
              <a:t> the </a:t>
            </a:r>
            <a:r>
              <a:rPr lang="en-US" sz="2200" u="sng" dirty="0" smtClean="0"/>
              <a:t>total number</a:t>
            </a:r>
            <a:r>
              <a:rPr lang="en-US" sz="2200" dirty="0" smtClean="0"/>
              <a:t> of sheep that you own.</a:t>
            </a:r>
            <a:endParaRPr lang="en-US" sz="2200" dirty="0"/>
          </a:p>
        </p:txBody>
      </p:sp>
      <p:pic>
        <p:nvPicPr>
          <p:cNvPr id="942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14525" y="3870325"/>
            <a:ext cx="5314950" cy="275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Static Read Only 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2800" y="3657600"/>
            <a:ext cx="5486400" cy="76944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i="1" dirty="0">
                <a:solidFill>
                  <a:schemeClr val="bg1"/>
                </a:solidFill>
                <a:latin typeface="+mj-lt"/>
              </a:rPr>
              <a:t>A static </a:t>
            </a:r>
            <a:r>
              <a:rPr lang="en-US" sz="2200" i="1" dirty="0" err="1">
                <a:solidFill>
                  <a:schemeClr val="bg1"/>
                </a:solidFill>
                <a:latin typeface="+mj-lt"/>
              </a:rPr>
              <a:t>readonly</a:t>
            </a:r>
            <a:r>
              <a:rPr lang="en-US" sz="2200" i="1" dirty="0">
                <a:solidFill>
                  <a:schemeClr val="bg1"/>
                </a:solidFill>
                <a:latin typeface="+mj-lt"/>
              </a:rPr>
              <a:t> field can be assigned to only in a static constructor or a variable </a:t>
            </a:r>
            <a:r>
              <a:rPr lang="en-US" sz="2200" i="1" dirty="0" err="1">
                <a:solidFill>
                  <a:schemeClr val="bg1"/>
                </a:solidFill>
                <a:latin typeface="+mj-lt"/>
              </a:rPr>
              <a:t>initializer</a:t>
            </a:r>
            <a:r>
              <a:rPr lang="en-US" sz="2200" i="1" dirty="0">
                <a:solidFill>
                  <a:schemeClr val="bg1"/>
                </a:solidFill>
                <a:latin typeface="+mj-lt"/>
              </a:rPr>
              <a:t>.</a:t>
            </a:r>
          </a:p>
        </p:txBody>
      </p:sp>
      <p:graphicFrame>
        <p:nvGraphicFramePr>
          <p:cNvPr id="22530" name="Object 2"/>
          <p:cNvGraphicFramePr>
            <a:graphicFrameLocks noChangeAspect="1"/>
          </p:cNvGraphicFramePr>
          <p:nvPr/>
        </p:nvGraphicFramePr>
        <p:xfrm>
          <a:off x="381000" y="1447800"/>
          <a:ext cx="7283450" cy="5251450"/>
        </p:xfrm>
        <a:graphic>
          <a:graphicData uri="http://schemas.openxmlformats.org/presentationml/2006/ole">
            <p:oleObj spid="_x0000_s53250" name="Document" r:id="rId3" imgW="7283386" imgH="5265338" progId="Word.Document.12">
              <p:embed/>
            </p:oleObj>
          </a:graphicData>
        </a:graphic>
      </p:graphicFrame>
      <p:pic>
        <p:nvPicPr>
          <p:cNvPr id="2253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24400" y="2590800"/>
            <a:ext cx="3019425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Indexers</a:t>
            </a:r>
          </a:p>
        </p:txBody>
      </p:sp>
      <p:graphicFrame>
        <p:nvGraphicFramePr>
          <p:cNvPr id="25602" name="Object 5"/>
          <p:cNvGraphicFramePr>
            <a:graphicFrameLocks noChangeAspect="1"/>
          </p:cNvGraphicFramePr>
          <p:nvPr/>
        </p:nvGraphicFramePr>
        <p:xfrm>
          <a:off x="457200" y="1295400"/>
          <a:ext cx="8312150" cy="7200900"/>
        </p:xfrm>
        <a:graphic>
          <a:graphicData uri="http://schemas.openxmlformats.org/presentationml/2006/ole">
            <p:oleObj spid="_x0000_s25602" name="Document" r:id="rId3" imgW="8311430" imgH="7210683" progId="Word.Document.12">
              <p:embed/>
            </p:oleObj>
          </a:graphicData>
        </a:graphic>
      </p:graphicFrame>
      <p:sp>
        <p:nvSpPr>
          <p:cNvPr id="10" name="Rectangle 9"/>
          <p:cNvSpPr/>
          <p:nvPr/>
        </p:nvSpPr>
        <p:spPr>
          <a:xfrm>
            <a:off x="4800600" y="1371600"/>
            <a:ext cx="4114800" cy="101566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i="1" dirty="0" smtClean="0">
                <a:solidFill>
                  <a:schemeClr val="bg1"/>
                </a:solidFill>
              </a:rPr>
              <a:t>How to </a:t>
            </a:r>
            <a:r>
              <a:rPr lang="en-US" sz="2000" i="1" u="sng" dirty="0" smtClean="0">
                <a:solidFill>
                  <a:schemeClr val="bg1"/>
                </a:solidFill>
              </a:rPr>
              <a:t>quickly</a:t>
            </a:r>
            <a:r>
              <a:rPr lang="en-US" sz="2000" i="1" dirty="0" smtClean="0">
                <a:solidFill>
                  <a:schemeClr val="bg1"/>
                </a:solidFill>
              </a:rPr>
              <a:t> access an element of an array inside an object?</a:t>
            </a:r>
          </a:p>
          <a:p>
            <a:pPr>
              <a:defRPr/>
            </a:pPr>
            <a:r>
              <a:rPr lang="en-US" sz="2000" dirty="0" smtClean="0"/>
              <a:t>– </a:t>
            </a:r>
            <a:r>
              <a:rPr lang="en-US" sz="2000" i="1" dirty="0" smtClean="0">
                <a:solidFill>
                  <a:schemeClr val="bg1"/>
                </a:solidFill>
              </a:rPr>
              <a:t>Treat </a:t>
            </a:r>
            <a:r>
              <a:rPr lang="en-US" sz="2000" i="1" dirty="0">
                <a:solidFill>
                  <a:schemeClr val="bg1"/>
                </a:solidFill>
              </a:rPr>
              <a:t>an object like an </a:t>
            </a:r>
            <a:r>
              <a:rPr lang="en-US" sz="2000" i="1" dirty="0" smtClean="0">
                <a:solidFill>
                  <a:schemeClr val="bg1"/>
                </a:solidFill>
              </a:rPr>
              <a:t>array.</a:t>
            </a:r>
            <a:endParaRPr lang="en-US" sz="2000" i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86400" y="4886325"/>
            <a:ext cx="276225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4800600" y="2590800"/>
            <a:ext cx="4114800" cy="163121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i="1" dirty="0" smtClean="0"/>
              <a:t>An </a:t>
            </a:r>
            <a:r>
              <a:rPr lang="en-US" sz="2000" i="1" u="sng" dirty="0" smtClean="0"/>
              <a:t>indexer</a:t>
            </a:r>
            <a:r>
              <a:rPr lang="en-US" sz="2000" i="1" dirty="0" smtClean="0"/>
              <a:t> is a </a:t>
            </a:r>
            <a:r>
              <a:rPr lang="en-US" sz="2000" i="1" u="sng" dirty="0" smtClean="0"/>
              <a:t>member</a:t>
            </a:r>
            <a:r>
              <a:rPr lang="en-US" sz="2000" i="1" dirty="0" smtClean="0"/>
              <a:t> that enables an object to be indexed in the same way as an array.</a:t>
            </a:r>
          </a:p>
          <a:p>
            <a:pPr algn="ctr"/>
            <a:r>
              <a:rPr lang="en-US" sz="2000" i="1" dirty="0" smtClean="0"/>
              <a:t>Defining a C# indexer is much like defining properties.</a:t>
            </a:r>
            <a:endParaRPr lang="en-US" sz="2000" i="1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Immutable and Mutable Object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3505200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Internal state of immutable object </a:t>
            </a:r>
            <a:r>
              <a:rPr lang="en-US" u="sng" dirty="0" smtClean="0">
                <a:solidFill>
                  <a:schemeClr val="bg1"/>
                </a:solidFill>
                <a:latin typeface="+mj-lt"/>
              </a:rPr>
              <a:t>cannot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 be changed.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05400" y="1563469"/>
            <a:ext cx="3505200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Internal state of mutable object </a:t>
            </a:r>
            <a:r>
              <a:rPr lang="en-US" u="sng" dirty="0" smtClean="0">
                <a:solidFill>
                  <a:schemeClr val="bg1"/>
                </a:solidFill>
                <a:latin typeface="+mj-lt"/>
              </a:rPr>
              <a:t>can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 be changed.</a:t>
            </a:r>
          </a:p>
        </p:txBody>
      </p:sp>
      <p:graphicFrame>
        <p:nvGraphicFramePr>
          <p:cNvPr id="90114" name="Object 2"/>
          <p:cNvGraphicFramePr>
            <a:graphicFrameLocks noChangeAspect="1"/>
          </p:cNvGraphicFramePr>
          <p:nvPr/>
        </p:nvGraphicFramePr>
        <p:xfrm>
          <a:off x="-457200" y="2590800"/>
          <a:ext cx="5943600" cy="1746250"/>
        </p:xfrm>
        <a:graphic>
          <a:graphicData uri="http://schemas.openxmlformats.org/presentationml/2006/ole">
            <p:oleObj spid="_x0000_s43010" name="Document" r:id="rId3" imgW="5940848" imgH="1748503" progId="Word.Document.12">
              <p:embed/>
            </p:oleObj>
          </a:graphicData>
        </a:graphic>
      </p:graphicFrame>
      <p:pic>
        <p:nvPicPr>
          <p:cNvPr id="9011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4914900"/>
            <a:ext cx="2686050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90116" name="Object 4"/>
          <p:cNvGraphicFramePr>
            <a:graphicFrameLocks noChangeAspect="1"/>
          </p:cNvGraphicFramePr>
          <p:nvPr/>
        </p:nvGraphicFramePr>
        <p:xfrm>
          <a:off x="3886200" y="2673350"/>
          <a:ext cx="5943600" cy="1136650"/>
        </p:xfrm>
        <a:graphic>
          <a:graphicData uri="http://schemas.openxmlformats.org/presentationml/2006/ole">
            <p:oleObj spid="_x0000_s43011" name="Document" r:id="rId5" imgW="5940848" imgH="1137789" progId="Word.Document.12">
              <p:embed/>
            </p:oleObj>
          </a:graphicData>
        </a:graphic>
      </p:graphicFrame>
      <p:pic>
        <p:nvPicPr>
          <p:cNvPr id="90117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791200" y="4953000"/>
            <a:ext cx="253365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using</a:t>
            </a:r>
            <a:r>
              <a:rPr lang="en-US" dirty="0" smtClean="0"/>
              <a:t> Statement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04800" y="1371600"/>
            <a:ext cx="8458200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i="1" dirty="0" smtClean="0">
                <a:solidFill>
                  <a:schemeClr val="bg1"/>
                </a:solidFill>
                <a:latin typeface="+mj-lt"/>
              </a:rPr>
              <a:t>The using statement obtains the resource specified, executes the statements and finally calls the Dispose method of the object to clean up the object.</a:t>
            </a:r>
            <a:endParaRPr lang="en-US" i="1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63493" name="Object 5"/>
          <p:cNvGraphicFramePr>
            <a:graphicFrameLocks/>
          </p:cNvGraphicFramePr>
          <p:nvPr/>
        </p:nvGraphicFramePr>
        <p:xfrm>
          <a:off x="-76200" y="2209800"/>
          <a:ext cx="5842000" cy="3371850"/>
        </p:xfrm>
        <a:graphic>
          <a:graphicData uri="http://schemas.openxmlformats.org/presentationml/2006/ole">
            <p:oleObj spid="_x0000_s47106" name="Document" r:id="rId3" imgW="5940848" imgH="3437161" progId="Word.Document.12">
              <p:embed/>
            </p:oleObj>
          </a:graphicData>
        </a:graphic>
      </p:graphicFrame>
      <p:graphicFrame>
        <p:nvGraphicFramePr>
          <p:cNvPr id="63494" name="Object 6"/>
          <p:cNvGraphicFramePr>
            <a:graphicFrameLocks/>
          </p:cNvGraphicFramePr>
          <p:nvPr/>
        </p:nvGraphicFramePr>
        <p:xfrm>
          <a:off x="3810000" y="2195513"/>
          <a:ext cx="5922962" cy="4579937"/>
        </p:xfrm>
        <a:graphic>
          <a:graphicData uri="http://schemas.openxmlformats.org/presentationml/2006/ole">
            <p:oleObj spid="_x0000_s47107" name="Document" r:id="rId4" imgW="5940848" imgH="4600907" progId="Word.Document.12">
              <p:embed/>
            </p:oleObj>
          </a:graphicData>
        </a:graphic>
      </p:graphicFrame>
      <p:pic>
        <p:nvPicPr>
          <p:cNvPr id="63495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5800" y="5334000"/>
            <a:ext cx="2962275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</a:t>
            </a:r>
            <a:r>
              <a:rPr lang="en-US" dirty="0" err="1" smtClean="0"/>
              <a:t>Initializers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400" dirty="0" smtClean="0">
                <a:solidFill>
                  <a:srgbClr val="0000FF"/>
                </a:solidFill>
                <a:latin typeface="Cascadia Mono"/>
              </a:rPr>
              <a:t>public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400" dirty="0" smtClean="0">
                <a:solidFill>
                  <a:srgbClr val="0000FF"/>
                </a:solidFill>
                <a:latin typeface="Cascadia Mono"/>
              </a:rPr>
              <a:t>class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400" dirty="0" err="1" smtClean="0">
                <a:solidFill>
                  <a:srgbClr val="2B91AF"/>
                </a:solidFill>
                <a:latin typeface="Cascadia Mono"/>
              </a:rPr>
              <a:t>WidgetRecipient</a:t>
            </a:r>
            <a:endParaRPr lang="en-US" sz="1400" dirty="0" smtClean="0">
              <a:solidFill>
                <a:srgbClr val="000000"/>
              </a:solidFill>
              <a:latin typeface="Cascadia Mono"/>
            </a:endParaRPr>
          </a:p>
          <a:p>
            <a:pPr>
              <a:buNone/>
            </a:pP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        {</a:t>
            </a:r>
          </a:p>
          <a:p>
            <a:pPr>
              <a:buNone/>
            </a:pP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            </a:t>
            </a:r>
            <a:r>
              <a:rPr lang="en-US" sz="1400" dirty="0" smtClean="0">
                <a:solidFill>
                  <a:srgbClr val="0000FF"/>
                </a:solidFill>
                <a:latin typeface="Cascadia Mono"/>
              </a:rPr>
              <a:t>public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400" dirty="0" smtClean="0">
                <a:solidFill>
                  <a:srgbClr val="2B91AF"/>
                </a:solidFill>
                <a:latin typeface="Cascadia Mono"/>
              </a:rPr>
              <a:t>String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 Name { </a:t>
            </a:r>
            <a:r>
              <a:rPr lang="en-US" sz="1400" dirty="0" smtClean="0">
                <a:solidFill>
                  <a:srgbClr val="0000FF"/>
                </a:solidFill>
                <a:latin typeface="Cascadia Mono"/>
              </a:rPr>
              <a:t>get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; </a:t>
            </a:r>
            <a:r>
              <a:rPr lang="en-US" sz="1400" dirty="0" smtClean="0">
                <a:solidFill>
                  <a:srgbClr val="0000FF"/>
                </a:solidFill>
                <a:latin typeface="Cascadia Mono"/>
              </a:rPr>
              <a:t>set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; }</a:t>
            </a:r>
          </a:p>
          <a:p>
            <a:pPr>
              <a:buNone/>
            </a:pP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            </a:t>
            </a:r>
            <a:r>
              <a:rPr lang="en-US" sz="1400" dirty="0" smtClean="0">
                <a:solidFill>
                  <a:srgbClr val="0000FF"/>
                </a:solidFill>
                <a:latin typeface="Cascadia Mono"/>
              </a:rPr>
              <a:t>public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400" dirty="0" smtClean="0">
                <a:solidFill>
                  <a:srgbClr val="2B91AF"/>
                </a:solidFill>
                <a:latin typeface="Cascadia Mono"/>
              </a:rPr>
              <a:t>String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 Email { </a:t>
            </a:r>
            <a:r>
              <a:rPr lang="en-US" sz="1400" dirty="0" smtClean="0">
                <a:solidFill>
                  <a:srgbClr val="0000FF"/>
                </a:solidFill>
                <a:latin typeface="Cascadia Mono"/>
              </a:rPr>
              <a:t>get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; </a:t>
            </a:r>
            <a:r>
              <a:rPr lang="en-US" sz="1400" dirty="0" smtClean="0">
                <a:solidFill>
                  <a:srgbClr val="0000FF"/>
                </a:solidFill>
                <a:latin typeface="Cascadia Mono"/>
              </a:rPr>
              <a:t>set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; }</a:t>
            </a:r>
          </a:p>
          <a:p>
            <a:pPr>
              <a:buNone/>
            </a:pP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        }</a:t>
            </a:r>
          </a:p>
          <a:p>
            <a:pPr>
              <a:buNone/>
            </a:pPr>
            <a:endParaRPr lang="en-US" sz="1400" dirty="0" smtClean="0">
              <a:solidFill>
                <a:srgbClr val="000000"/>
              </a:solidFill>
              <a:latin typeface="Cascadia Mono"/>
            </a:endParaRPr>
          </a:p>
          <a:p>
            <a:pPr>
              <a:buNone/>
            </a:pPr>
            <a:r>
              <a:rPr lang="en-US" sz="1400" dirty="0" err="1" smtClean="0">
                <a:solidFill>
                  <a:srgbClr val="2B91AF"/>
                </a:solidFill>
                <a:latin typeface="Cascadia Mono"/>
              </a:rPr>
              <a:t>IList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&lt;</a:t>
            </a:r>
            <a:r>
              <a:rPr lang="en-US" sz="1400" dirty="0" err="1" smtClean="0">
                <a:solidFill>
                  <a:srgbClr val="2B91AF"/>
                </a:solidFill>
                <a:latin typeface="Cascadia Mono"/>
              </a:rPr>
              <a:t>WidgetRecipient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&gt; recipients = </a:t>
            </a:r>
            <a:r>
              <a:rPr lang="en-US" sz="1400" dirty="0" smtClean="0">
                <a:solidFill>
                  <a:srgbClr val="0000FF"/>
                </a:solidFill>
                <a:latin typeface="Cascadia Mono"/>
              </a:rPr>
              <a:t>new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400" dirty="0" smtClean="0">
                <a:solidFill>
                  <a:srgbClr val="2B91AF"/>
                </a:solidFill>
                <a:latin typeface="Cascadia Mono"/>
              </a:rPr>
              <a:t>List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&lt;</a:t>
            </a:r>
            <a:r>
              <a:rPr lang="en-US" sz="1400" dirty="0" err="1" smtClean="0">
                <a:solidFill>
                  <a:srgbClr val="2B91AF"/>
                </a:solidFill>
                <a:latin typeface="Cascadia Mono"/>
              </a:rPr>
              <a:t>WidgetRecipient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&gt;();</a:t>
            </a:r>
          </a:p>
          <a:p>
            <a:pPr>
              <a:buNone/>
            </a:pP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                </a:t>
            </a:r>
            <a:r>
              <a:rPr lang="en-US" sz="1400" dirty="0" err="1" smtClean="0">
                <a:solidFill>
                  <a:srgbClr val="000000"/>
                </a:solidFill>
                <a:latin typeface="Cascadia Mono"/>
              </a:rPr>
              <a:t>recipients.Add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(</a:t>
            </a:r>
            <a:r>
              <a:rPr lang="en-US" sz="1400" dirty="0" smtClean="0">
                <a:solidFill>
                  <a:srgbClr val="0000FF"/>
                </a:solidFill>
                <a:latin typeface="Cascadia Mono"/>
              </a:rPr>
              <a:t>new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400" dirty="0" err="1" smtClean="0">
                <a:solidFill>
                  <a:srgbClr val="2B91AF"/>
                </a:solidFill>
                <a:latin typeface="Cascadia Mono"/>
              </a:rPr>
              <a:t>WidgetRecipient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 { Name = </a:t>
            </a:r>
            <a:r>
              <a:rPr lang="en-US" sz="1400" dirty="0" smtClean="0">
                <a:solidFill>
                  <a:srgbClr val="A31515"/>
                </a:solidFill>
                <a:latin typeface="Cascadia Mono"/>
              </a:rPr>
              <a:t>"--Select Recipient--"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, Email = </a:t>
            </a:r>
            <a:r>
              <a:rPr lang="en-US" sz="1400" dirty="0" err="1" smtClean="0">
                <a:solidFill>
                  <a:srgbClr val="2B91AF"/>
                </a:solidFill>
                <a:latin typeface="Cascadia Mono"/>
              </a:rPr>
              <a:t>String</a:t>
            </a:r>
            <a:r>
              <a:rPr lang="en-US" sz="1400" dirty="0" err="1" smtClean="0">
                <a:solidFill>
                  <a:srgbClr val="000000"/>
                </a:solidFill>
                <a:latin typeface="Cascadia Mono"/>
              </a:rPr>
              <a:t>.Empty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 });</a:t>
            </a:r>
          </a:p>
          <a:p>
            <a:pPr>
              <a:buNone/>
            </a:pP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                </a:t>
            </a:r>
            <a:r>
              <a:rPr lang="en-US" sz="1400" dirty="0" smtClean="0">
                <a:solidFill>
                  <a:srgbClr val="0000FF"/>
                </a:solidFill>
                <a:latin typeface="Cascadia Mono"/>
              </a:rPr>
              <a:t>if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 (!</a:t>
            </a:r>
            <a:r>
              <a:rPr lang="en-US" sz="1400" dirty="0" err="1" smtClean="0">
                <a:solidFill>
                  <a:srgbClr val="2B91AF"/>
                </a:solidFill>
                <a:latin typeface="Cascadia Mono"/>
              </a:rPr>
              <a:t>String</a:t>
            </a:r>
            <a:r>
              <a:rPr lang="en-US" sz="1400" dirty="0" err="1" smtClean="0">
                <a:solidFill>
                  <a:srgbClr val="000000"/>
                </a:solidFill>
                <a:latin typeface="Cascadia Mono"/>
              </a:rPr>
              <a:t>.IsNullOrEmpty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(</a:t>
            </a:r>
            <a:r>
              <a:rPr lang="en-US" sz="1400" dirty="0" err="1" smtClean="0">
                <a:solidFill>
                  <a:srgbClr val="0000FF"/>
                </a:solidFill>
                <a:latin typeface="Cascadia Mono"/>
              </a:rPr>
              <a:t>this</a:t>
            </a:r>
            <a:r>
              <a:rPr lang="en-US" sz="1400" dirty="0" err="1" smtClean="0">
                <a:solidFill>
                  <a:srgbClr val="000000"/>
                </a:solidFill>
                <a:latin typeface="Cascadia Mono"/>
              </a:rPr>
              <a:t>.GeneralEmail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))</a:t>
            </a:r>
          </a:p>
          <a:p>
            <a:pPr>
              <a:buNone/>
            </a:pP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                {</a:t>
            </a:r>
          </a:p>
          <a:p>
            <a:pPr>
              <a:buNone/>
            </a:pP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                    </a:t>
            </a:r>
            <a:r>
              <a:rPr lang="en-US" sz="1400" dirty="0" err="1" smtClean="0">
                <a:solidFill>
                  <a:srgbClr val="000000"/>
                </a:solidFill>
                <a:latin typeface="Cascadia Mono"/>
              </a:rPr>
              <a:t>recipients.Add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(</a:t>
            </a:r>
            <a:r>
              <a:rPr lang="en-US" sz="1400" dirty="0" smtClean="0">
                <a:solidFill>
                  <a:srgbClr val="0000FF"/>
                </a:solidFill>
                <a:latin typeface="Cascadia Mono"/>
              </a:rPr>
              <a:t>new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400" dirty="0" err="1" smtClean="0">
                <a:solidFill>
                  <a:srgbClr val="2B91AF"/>
                </a:solidFill>
                <a:latin typeface="Cascadia Mono"/>
              </a:rPr>
              <a:t>WidgetRecipient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 { Name = </a:t>
            </a:r>
            <a:r>
              <a:rPr lang="en-US" sz="1400" dirty="0" err="1" smtClean="0">
                <a:solidFill>
                  <a:srgbClr val="0000FF"/>
                </a:solidFill>
                <a:latin typeface="Cascadia Mono"/>
              </a:rPr>
              <a:t>this</a:t>
            </a:r>
            <a:r>
              <a:rPr lang="en-US" sz="1400" dirty="0" err="1" smtClean="0">
                <a:solidFill>
                  <a:srgbClr val="000000"/>
                </a:solidFill>
                <a:latin typeface="Cascadia Mono"/>
              </a:rPr>
              <a:t>.GeneralEmailLabel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, Email = </a:t>
            </a:r>
            <a:r>
              <a:rPr lang="en-US" sz="1400" dirty="0" err="1" smtClean="0">
                <a:solidFill>
                  <a:srgbClr val="0000FF"/>
                </a:solidFill>
                <a:latin typeface="Cascadia Mono"/>
              </a:rPr>
              <a:t>this</a:t>
            </a:r>
            <a:r>
              <a:rPr lang="en-US" sz="1400" dirty="0" err="1" smtClean="0">
                <a:solidFill>
                  <a:srgbClr val="000000"/>
                </a:solidFill>
                <a:latin typeface="Cascadia Mono"/>
              </a:rPr>
              <a:t>.GeneralEmail</a:t>
            </a: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 });</a:t>
            </a:r>
          </a:p>
          <a:p>
            <a:pPr>
              <a:buNone/>
            </a:pPr>
            <a:r>
              <a:rPr lang="en-US" sz="1400" dirty="0" smtClean="0">
                <a:solidFill>
                  <a:srgbClr val="000000"/>
                </a:solidFill>
                <a:latin typeface="Cascadia Mono"/>
              </a:rPr>
              <a:t>                }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How To Store And Retrieve Object Data?</a:t>
            </a:r>
            <a:endParaRPr lang="en-US" sz="3800" dirty="0"/>
          </a:p>
        </p:txBody>
      </p:sp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524000"/>
            <a:ext cx="427355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3" name="Picture 5" descr="https://support.clever.com/hc/en-us/article_attachments/202277108/Screenshot_2015-06-24_13.11.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4086225"/>
            <a:ext cx="7781925" cy="25431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.NET File I/O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72000" cy="4525963"/>
          </a:xfrm>
        </p:spPr>
        <p:txBody>
          <a:bodyPr/>
          <a:lstStyle/>
          <a:p>
            <a:r>
              <a:rPr lang="en-US" i="1" dirty="0" smtClean="0">
                <a:solidFill>
                  <a:srgbClr val="C00000"/>
                </a:solidFill>
              </a:rPr>
              <a:t>Create</a:t>
            </a:r>
            <a:r>
              <a:rPr lang="en-US" dirty="0" smtClean="0"/>
              <a:t> a file</a:t>
            </a:r>
          </a:p>
          <a:p>
            <a:r>
              <a:rPr lang="en-US" i="1" dirty="0" smtClean="0">
                <a:solidFill>
                  <a:srgbClr val="C00000"/>
                </a:solidFill>
              </a:rPr>
              <a:t>Write out</a:t>
            </a:r>
            <a:r>
              <a:rPr lang="en-US" dirty="0" smtClean="0"/>
              <a:t> an array of bytes</a:t>
            </a:r>
          </a:p>
          <a:p>
            <a:r>
              <a:rPr lang="en-US" i="1" dirty="0" smtClean="0">
                <a:solidFill>
                  <a:srgbClr val="C00000"/>
                </a:solidFill>
              </a:rPr>
              <a:t>Read</a:t>
            </a:r>
            <a:r>
              <a:rPr lang="en-US" dirty="0" smtClean="0"/>
              <a:t> an array of bytes</a:t>
            </a:r>
          </a:p>
          <a:p>
            <a:r>
              <a:rPr lang="en-US" i="1" dirty="0" smtClean="0">
                <a:solidFill>
                  <a:srgbClr val="C00000"/>
                </a:solidFill>
              </a:rPr>
              <a:t>Close</a:t>
            </a:r>
            <a:r>
              <a:rPr lang="en-US" dirty="0" smtClean="0"/>
              <a:t> the file</a:t>
            </a:r>
          </a:p>
        </p:txBody>
      </p:sp>
      <p:pic>
        <p:nvPicPr>
          <p:cNvPr id="1026" name="Picture 2" descr="http://icongal.com/gallery/image/9172/document_text_file_tx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1524000"/>
            <a:ext cx="3676650" cy="4743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cs typeface="Courier New" pitchFamily="49" charset="0"/>
              </a:rPr>
              <a:t>Creating a File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953000"/>
          </a:xfrm>
          <a:solidFill>
            <a:schemeClr val="bg2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/>
          <a:lstStyle/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public static void Main(string[] </a:t>
            </a:r>
            <a:r>
              <a:rPr lang="en-US" sz="24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byte[] buffer = new Byte[]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{76,101,116,32,116,104,101,114,101,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32,98,101,32,108,105,103,104,116};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FileStream</a:t>
            </a: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fileStream</a:t>
            </a: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4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4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FileStream</a:t>
            </a: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("Foo.txt", </a:t>
            </a:r>
            <a:r>
              <a:rPr lang="en-US" sz="24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FileMode.</a:t>
            </a:r>
            <a:r>
              <a:rPr lang="en-US" sz="24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Create</a:t>
            </a: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fileStream.</a:t>
            </a:r>
            <a:r>
              <a:rPr lang="en-US" sz="24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Write</a:t>
            </a: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(buffer, 0, </a:t>
            </a:r>
            <a:r>
              <a:rPr lang="en-US" sz="24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buffer.Length</a:t>
            </a: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fileStream.</a:t>
            </a:r>
            <a:r>
              <a:rPr lang="en-US" sz="24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Close</a:t>
            </a: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2400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cs typeface="Courier New" pitchFamily="49" charset="0"/>
              </a:rPr>
              <a:t>Writing a String To a File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953000"/>
          </a:xfrm>
          <a:solidFill>
            <a:schemeClr val="bg2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/>
          <a:lstStyle/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public static void Main(string[] </a:t>
            </a:r>
            <a:r>
              <a:rPr lang="en-US" sz="24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String name = "Ngo Huy Bien";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byte[] buffer = </a:t>
            </a:r>
            <a:r>
              <a:rPr lang="en-US" sz="24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Encoding.ASCII.</a:t>
            </a:r>
            <a:r>
              <a:rPr lang="en-US" sz="24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GetBytes</a:t>
            </a: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name.ToCharArray</a:t>
            </a: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FileStream</a:t>
            </a: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fileStream</a:t>
            </a: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sz="24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FileStream</a:t>
            </a: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("Foo.txt", </a:t>
            </a:r>
            <a:r>
              <a:rPr lang="en-US" sz="24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FileMode.Create</a:t>
            </a: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fileStream.</a:t>
            </a:r>
            <a:r>
              <a:rPr lang="en-US" sz="24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Write</a:t>
            </a: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(buffer, 0, </a:t>
            </a:r>
            <a:r>
              <a:rPr lang="en-US" sz="24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buffer.Length</a:t>
            </a: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fileStream.</a:t>
            </a:r>
            <a:r>
              <a:rPr lang="en-US" sz="24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Close</a:t>
            </a: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2400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cs typeface="Courier New" pitchFamily="49" charset="0"/>
              </a:rPr>
              <a:t>Reading a File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953000"/>
          </a:xfrm>
          <a:solidFill>
            <a:schemeClr val="bg2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/>
          <a:lstStyle/>
          <a:p>
            <a:pPr>
              <a:buNone/>
            </a:pPr>
            <a:r>
              <a:rPr lang="en-US" sz="16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public static void Main(string[] </a:t>
            </a:r>
            <a:r>
              <a:rPr lang="en-US" sz="16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6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16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16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FileStream</a:t>
            </a:r>
            <a:r>
              <a:rPr lang="en-US" sz="16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fileStream</a:t>
            </a:r>
            <a:r>
              <a:rPr lang="en-US" sz="16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new </a:t>
            </a:r>
            <a:r>
              <a:rPr lang="en-US" sz="16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FileStream</a:t>
            </a:r>
            <a:r>
              <a:rPr lang="en-US" sz="16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("Foo.txt", 						</a:t>
            </a:r>
            <a:r>
              <a:rPr lang="en-US" sz="16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FileMode.Open</a:t>
            </a:r>
            <a:r>
              <a:rPr lang="en-US" sz="16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16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count; string content = "";</a:t>
            </a:r>
          </a:p>
          <a:p>
            <a:pPr>
              <a:buNone/>
            </a:pPr>
            <a:r>
              <a:rPr lang="en-US" sz="16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if (</a:t>
            </a:r>
            <a:r>
              <a:rPr lang="en-US" sz="16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fileStream.</a:t>
            </a:r>
            <a:r>
              <a:rPr lang="en-US" sz="16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CanRead</a:t>
            </a:r>
            <a:r>
              <a:rPr lang="en-US" sz="16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16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US" sz="16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	for (count = 0; (count = </a:t>
            </a:r>
            <a:r>
              <a:rPr lang="en-US" sz="16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fileStream.</a:t>
            </a:r>
            <a:r>
              <a:rPr lang="en-US" sz="16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ReadByte</a:t>
            </a:r>
            <a:r>
              <a:rPr lang="en-US" sz="16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()) != -1;count++)</a:t>
            </a:r>
          </a:p>
          <a:p>
            <a:pPr>
              <a:buNone/>
            </a:pPr>
            <a:r>
              <a:rPr lang="en-US" sz="16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	{ </a:t>
            </a:r>
          </a:p>
          <a:p>
            <a:pPr>
              <a:buNone/>
            </a:pPr>
            <a:r>
              <a:rPr lang="en-US" sz="16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		content += (char)count; </a:t>
            </a:r>
          </a:p>
          <a:p>
            <a:pPr>
              <a:buNone/>
            </a:pPr>
            <a:r>
              <a:rPr lang="en-US" sz="16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	}</a:t>
            </a:r>
          </a:p>
          <a:p>
            <a:pPr>
              <a:buNone/>
            </a:pPr>
            <a:r>
              <a:rPr lang="en-US" sz="16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</a:pPr>
            <a:r>
              <a:rPr lang="en-US" sz="16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fileStream.</a:t>
            </a:r>
            <a:r>
              <a:rPr lang="en-US" sz="16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Close</a:t>
            </a:r>
            <a:r>
              <a:rPr lang="en-US" sz="16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sz="16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16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(content);</a:t>
            </a:r>
          </a:p>
          <a:p>
            <a:pPr>
              <a:buNone/>
            </a:pPr>
            <a:r>
              <a:rPr lang="en-US" sz="16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1600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</a:t>
            </a:r>
            <a:r>
              <a:rPr lang="en-US" smtClean="0"/>
              <a:t>You &amp; See 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11176</TotalTime>
  <Words>1849</Words>
  <Application>Microsoft Office PowerPoint</Application>
  <PresentationFormat>On-screen Show (4:3)</PresentationFormat>
  <Paragraphs>324</Paragraphs>
  <Slides>49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1" baseType="lpstr">
      <vt:lpstr>Office Theme</vt:lpstr>
      <vt:lpstr>Document</vt:lpstr>
      <vt:lpstr>Object</vt:lpstr>
      <vt:lpstr>Objectives</vt:lpstr>
      <vt:lpstr>Contents</vt:lpstr>
      <vt:lpstr>References</vt:lpstr>
      <vt:lpstr>How Do We Write a Program?</vt:lpstr>
      <vt:lpstr>Our Main Function is Too Big</vt:lpstr>
      <vt:lpstr>So, What are the Problems?</vt:lpstr>
      <vt:lpstr>Okay, We Can Fix It</vt:lpstr>
      <vt:lpstr>What Have We Done? [3]</vt:lpstr>
      <vt:lpstr>Object [1]</vt:lpstr>
      <vt:lpstr>So, How Do We Write a Program?</vt:lpstr>
      <vt:lpstr>Identifying and Describing Objects</vt:lpstr>
      <vt:lpstr>How Do We Describe An Object Formally? – Use a Class [2]</vt:lpstr>
      <vt:lpstr>A Complete Program</vt:lpstr>
      <vt:lpstr>Constructor</vt:lpstr>
      <vt:lpstr>Destructor</vt:lpstr>
      <vt:lpstr>Field and Method</vt:lpstr>
      <vt:lpstr>Property – Aka Smart Field</vt:lpstr>
      <vt:lpstr>Auto-Implemented Properties</vt:lpstr>
      <vt:lpstr>Self Reference</vt:lpstr>
      <vt:lpstr>Again, Why Use Objects?</vt:lpstr>
      <vt:lpstr>A Solution for Complexity</vt:lpstr>
      <vt:lpstr>What is Abstraction? [8]</vt:lpstr>
      <vt:lpstr>Examples of Abstraction</vt:lpstr>
      <vt:lpstr>Why Abstraction?</vt:lpstr>
      <vt:lpstr>But, Why Don’t We Just Use Libraries?</vt:lpstr>
      <vt:lpstr>Slide 27</vt:lpstr>
      <vt:lpstr>C Library Example [4]</vt:lpstr>
      <vt:lpstr>Another Reason: Bottom-up Development [7]</vt:lpstr>
      <vt:lpstr>An Example</vt:lpstr>
      <vt:lpstr>Slide 31</vt:lpstr>
      <vt:lpstr>Static Constructor</vt:lpstr>
      <vt:lpstr>Static Field</vt:lpstr>
      <vt:lpstr>Static Method</vt:lpstr>
      <vt:lpstr>Static Class</vt:lpstr>
      <vt:lpstr>Is Static “Bad”?</vt:lpstr>
      <vt:lpstr>Exercise [6]</vt:lpstr>
      <vt:lpstr>Static Read Only Field</vt:lpstr>
      <vt:lpstr>Indexers</vt:lpstr>
      <vt:lpstr>Immutable and Mutable Object</vt:lpstr>
      <vt:lpstr>using Statement</vt:lpstr>
      <vt:lpstr>Object Initializers</vt:lpstr>
      <vt:lpstr>Slide 43</vt:lpstr>
      <vt:lpstr>How To Store And Retrieve Object Data?</vt:lpstr>
      <vt:lpstr>.NET File I/O</vt:lpstr>
      <vt:lpstr>Creating a File</vt:lpstr>
      <vt:lpstr>Writing a String To a File</vt:lpstr>
      <vt:lpstr>Reading a File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4665</cp:revision>
  <dcterms:created xsi:type="dcterms:W3CDTF">2007-10-06T08:25:13Z</dcterms:created>
  <dcterms:modified xsi:type="dcterms:W3CDTF">2024-08-02T18:47:11Z</dcterms:modified>
</cp:coreProperties>
</file>