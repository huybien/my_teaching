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584" r:id="rId2"/>
    <p:sldId id="585" r:id="rId3"/>
    <p:sldId id="586" r:id="rId4"/>
    <p:sldId id="587" r:id="rId5"/>
    <p:sldId id="610" r:id="rId6"/>
    <p:sldId id="611" r:id="rId7"/>
    <p:sldId id="603" r:id="rId8"/>
    <p:sldId id="612" r:id="rId9"/>
    <p:sldId id="602" r:id="rId10"/>
    <p:sldId id="605" r:id="rId11"/>
    <p:sldId id="606" r:id="rId12"/>
    <p:sldId id="607" r:id="rId13"/>
    <p:sldId id="608" r:id="rId14"/>
    <p:sldId id="609" r:id="rId15"/>
    <p:sldId id="613" r:id="rId16"/>
    <p:sldId id="614" r:id="rId17"/>
    <p:sldId id="615" r:id="rId18"/>
    <p:sldId id="616" r:id="rId19"/>
    <p:sldId id="440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2" autoAdjust="0"/>
    <p:restoredTop sz="83941" autoAdjust="0"/>
  </p:normalViewPr>
  <p:slideViewPr>
    <p:cSldViewPr>
      <p:cViewPr>
        <p:scale>
          <a:sx n="50" d="100"/>
          <a:sy n="50" d="100"/>
        </p:scale>
        <p:origin x="-1652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amplify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i.docs.amplify.aws/react/connected-components/authenticato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Amplify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Amplify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https://aws.amazon.com/amplify/</a:t>
            </a:r>
            <a:endParaRPr lang="en-US" sz="2400" dirty="0" smtClean="0"/>
          </a:p>
          <a:p>
            <a:r>
              <a:rPr lang="en-US" sz="2400" dirty="0" smtClean="0"/>
              <a:t>Amplify is everything you need to build full-stack web and mobile apps on AWS.</a:t>
            </a:r>
          </a:p>
          <a:p>
            <a:r>
              <a:rPr lang="en-US" sz="2400" dirty="0" smtClean="0"/>
              <a:t>Build and host your frontend, add features like auth and storage, connect to real-time data sources, deploy, and scale to millions of users.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AWS Amplify?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Build cloud-connected UI</a:t>
            </a:r>
          </a:p>
          <a:p>
            <a:r>
              <a:rPr lang="en-US" sz="2400" dirty="0" smtClean="0"/>
              <a:t>Connect your app to data</a:t>
            </a:r>
          </a:p>
          <a:p>
            <a:r>
              <a:rPr lang="en-US" sz="2400" dirty="0" smtClean="0"/>
              <a:t>Add Authentication and Authorization</a:t>
            </a:r>
          </a:p>
          <a:p>
            <a:r>
              <a:rPr lang="en-US" sz="2400" dirty="0" smtClean="0"/>
              <a:t>Store and manage app content and data</a:t>
            </a:r>
          </a:p>
          <a:p>
            <a:r>
              <a:rPr lang="en-US" sz="2400" dirty="0" smtClean="0"/>
              <a:t>Fully managed CI/CD and hosting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Amplify Framework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Amplify Framework is a combination of four things: CLI, client library, </a:t>
            </a:r>
            <a:r>
              <a:rPr lang="en-US" sz="2800" dirty="0" err="1" smtClean="0"/>
              <a:t>toolchain</a:t>
            </a:r>
            <a:r>
              <a:rPr lang="en-US" sz="2800" dirty="0" smtClean="0"/>
              <a:t>, and web-hosting platform.</a:t>
            </a:r>
          </a:p>
          <a:p>
            <a:r>
              <a:rPr lang="en-US" sz="2800" dirty="0" err="1" smtClean="0"/>
              <a:t>Amplify’s</a:t>
            </a:r>
            <a:r>
              <a:rPr lang="en-US" sz="2800" dirty="0" smtClean="0"/>
              <a:t> purpose is to provide an easy way for developers to build and deploy full stack web and mobile applications that leverage the cloud.</a:t>
            </a:r>
          </a:p>
          <a:p>
            <a:r>
              <a:rPr lang="en-US" sz="2800" dirty="0" smtClean="0"/>
              <a:t>It enables not only features such as </a:t>
            </a:r>
            <a:r>
              <a:rPr lang="en-US" sz="2800" dirty="0" err="1" smtClean="0"/>
              <a:t>serverless</a:t>
            </a:r>
            <a:r>
              <a:rPr lang="en-US" sz="2800" dirty="0" smtClean="0"/>
              <a:t> functions and authentication, but also </a:t>
            </a:r>
            <a:r>
              <a:rPr lang="en-US" sz="2800" dirty="0" err="1" smtClean="0"/>
              <a:t>GraphQL</a:t>
            </a:r>
            <a:r>
              <a:rPr lang="en-US" sz="2800" dirty="0" smtClean="0"/>
              <a:t> APIs, machine learning (ML), storage, analytics, push notifications, and more.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AWS Amplify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https://ui.docs.amplify.aws/react/connected-components/authenticator</a:t>
            </a:r>
            <a:endParaRPr lang="en-US" sz="2400" dirty="0" smtClean="0"/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-g @</a:t>
            </a:r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-amplify/</a:t>
            </a:r>
            <a:r>
              <a:rPr lang="en-US" sz="2400" dirty="0" err="1" smtClean="0">
                <a:latin typeface="Consolas" pitchFamily="49" charset="0"/>
              </a:rPr>
              <a:t>cli@latest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581400"/>
            <a:ext cx="5567998" cy="1968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the Amplify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amplify configure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7225" y="2695575"/>
            <a:ext cx="52895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IAM User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81200"/>
            <a:ext cx="7775099" cy="3516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Policy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135035"/>
            <a:ext cx="7666782" cy="3275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Access Key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4394" y="2362200"/>
            <a:ext cx="7441406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Enter the Access Key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4213" y="2152650"/>
            <a:ext cx="52355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</a:t>
            </a:r>
            <a:r>
              <a:rPr lang="en-US" dirty="0" smtClean="0"/>
              <a:t>. Helo Amplify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latin typeface="Consolas" pitchFamily="49" charset="0"/>
              </a:rPr>
              <a:t>amplify init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675" y="2667000"/>
            <a:ext cx="6978650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Set Up </a:t>
            </a:r>
            <a:r>
              <a:rPr lang="en-US" dirty="0" smtClean="0"/>
              <a:t>the </a:t>
            </a:r>
            <a:r>
              <a:rPr lang="en-US" dirty="0" smtClean="0"/>
              <a:t>Project Info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675" y="2274888"/>
            <a:ext cx="697865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Add App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amplify add hosting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6488" y="2832100"/>
            <a:ext cx="6931025" cy="20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Publish </a:t>
            </a:r>
            <a:r>
              <a:rPr lang="en-US" dirty="0" smtClean="0"/>
              <a:t>the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amplify publish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19133</TotalTime>
  <Words>265</Words>
  <Application>Microsoft Office PowerPoint</Application>
  <PresentationFormat>On-screen Show (4:3)</PresentationFormat>
  <Paragraphs>42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AWS Amplify</vt:lpstr>
      <vt:lpstr>Objectives</vt:lpstr>
      <vt:lpstr>Contents</vt:lpstr>
      <vt:lpstr>References</vt:lpstr>
      <vt:lpstr>AWS Amplify</vt:lpstr>
      <vt:lpstr>Why AWS Amplify?</vt:lpstr>
      <vt:lpstr>Amplify Framework [1]</vt:lpstr>
      <vt:lpstr>1. Install AWS Amplify CLI</vt:lpstr>
      <vt:lpstr>2. Configure the Amplify CLI</vt:lpstr>
      <vt:lpstr>3. Create IAM User</vt:lpstr>
      <vt:lpstr>4. Select Policy</vt:lpstr>
      <vt:lpstr>5. Create Access Key</vt:lpstr>
      <vt:lpstr>6. Enter the Access Key</vt:lpstr>
      <vt:lpstr>Slide 14</vt:lpstr>
      <vt:lpstr>1. Helo Amplify</vt:lpstr>
      <vt:lpstr>2. Set Up the Project Info</vt:lpstr>
      <vt:lpstr>3. Add App Hosting</vt:lpstr>
      <vt:lpstr>4. Publish the App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5523</cp:revision>
  <dcterms:created xsi:type="dcterms:W3CDTF">2007-10-06T08:25:13Z</dcterms:created>
  <dcterms:modified xsi:type="dcterms:W3CDTF">2025-12-08T17:45:25Z</dcterms:modified>
</cp:coreProperties>
</file>