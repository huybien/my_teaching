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5"/>
  </p:notesMasterIdLst>
  <p:sldIdLst>
    <p:sldId id="570" r:id="rId2"/>
    <p:sldId id="571" r:id="rId3"/>
    <p:sldId id="572" r:id="rId4"/>
    <p:sldId id="573" r:id="rId5"/>
    <p:sldId id="574" r:id="rId6"/>
    <p:sldId id="575" r:id="rId7"/>
    <p:sldId id="584" r:id="rId8"/>
    <p:sldId id="613" r:id="rId9"/>
    <p:sldId id="614" r:id="rId10"/>
    <p:sldId id="615" r:id="rId11"/>
    <p:sldId id="617" r:id="rId12"/>
    <p:sldId id="616" r:id="rId13"/>
    <p:sldId id="440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12/30/2024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12/30/2024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Software-Defined Storage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err="1" smtClean="0"/>
              <a:t>Eno</a:t>
            </a:r>
            <a:r>
              <a:rPr lang="en-US" sz="2400" dirty="0" smtClean="0"/>
              <a:t> </a:t>
            </a:r>
            <a:r>
              <a:rPr lang="en-US" sz="2400" dirty="0" err="1" smtClean="0"/>
              <a:t>Thereska</a:t>
            </a:r>
            <a:r>
              <a:rPr lang="en-US" sz="2400" dirty="0" smtClean="0"/>
              <a:t> et al. (2013). </a:t>
            </a:r>
            <a:r>
              <a:rPr lang="en-US" sz="2400" dirty="0" err="1" smtClean="0"/>
              <a:t>IOFlow</a:t>
            </a:r>
            <a:r>
              <a:rPr lang="en-US" sz="2400" dirty="0" smtClean="0"/>
              <a:t>: </a:t>
            </a:r>
            <a:r>
              <a:rPr lang="en-US" sz="2400" dirty="0" smtClean="0"/>
              <a:t>A Software-Defined Storage </a:t>
            </a:r>
            <a:r>
              <a:rPr lang="en-US" sz="2400" dirty="0" smtClean="0"/>
              <a:t>Architecture.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IO </a:t>
            </a:r>
            <a:r>
              <a:rPr lang="en-US" smtClean="0"/>
              <a:t>Request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path of an IO request from a VM to a storage back-end is complex, traversing many layers.</a:t>
            </a:r>
          </a:p>
          <a:p>
            <a:r>
              <a:rPr lang="en-US" sz="2400" dirty="0" smtClean="0"/>
              <a:t>A request also appears differently at each layer. For example, a file IO request like a read, write, create in a VM results in a block IO request in the hypervisor. This, in turn, results in Ethernet packets across the network, and finally another file IO request and block device request at the storage server.</a:t>
            </a:r>
          </a:p>
          <a:p>
            <a:r>
              <a:rPr lang="en-US" sz="2400" dirty="0" smtClean="0"/>
              <a:t>Requests may traverse many other layers; for the Windows I/O stack there are over 18 stackable layer classes with functionality such as compression, replication, </a:t>
            </a:r>
            <a:r>
              <a:rPr lang="en-US" sz="2400" dirty="0" err="1" smtClean="0"/>
              <a:t>deduplication</a:t>
            </a:r>
            <a:r>
              <a:rPr lang="en-US" sz="2400" dirty="0" smtClean="0"/>
              <a:t>, virus checking.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End-to-end Policies (SLA)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Such complexity means that enforcing end-to-end (e2e) policies is hard.</a:t>
            </a:r>
          </a:p>
          <a:p>
            <a:r>
              <a:rPr lang="en-US" sz="2400" dirty="0" smtClean="0"/>
              <a:t>It requires layers along the IO path to treat requests differently based on their contents.</a:t>
            </a:r>
          </a:p>
          <a:p>
            <a:r>
              <a:rPr lang="en-US" sz="2400" dirty="0" smtClean="0"/>
              <a:t>Further, policies may need to be enforced at one or more or all layers along the path.</a:t>
            </a:r>
          </a:p>
          <a:p>
            <a:r>
              <a:rPr lang="en-US" sz="2400" dirty="0" smtClean="0"/>
              <a:t>For example, prioritizing IOs from a VM to storage requires configuring all layers along the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Policies for IO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policies specify the treatment of IO flows from virtual machines to shared storage.</a:t>
            </a:r>
          </a:p>
          <a:p>
            <a:r>
              <a:rPr lang="en-US" sz="2400" dirty="0" smtClean="0"/>
              <a:t>Flows are named using a four-</a:t>
            </a:r>
            <a:r>
              <a:rPr lang="en-US" sz="2400" dirty="0" err="1" smtClean="0"/>
              <a:t>tuple</a:t>
            </a:r>
            <a:r>
              <a:rPr lang="en-US" sz="2400" dirty="0" smtClean="0"/>
              <a:t> comprising human-friendly high-level identifiers: {VMs, operations, files, shares}.</a:t>
            </a:r>
          </a:p>
          <a:p>
            <a:r>
              <a:rPr lang="en-US" sz="2400" dirty="0" smtClean="0"/>
              <a:t>For example, if a tenant with 100 VMs that perform data mining on files in “dataset A” is to be given high priority, the policy can be written as </a:t>
            </a:r>
          </a:p>
          <a:p>
            <a:pPr>
              <a:buNone/>
            </a:pPr>
            <a:r>
              <a:rPr lang="en-US" sz="2400" dirty="0" smtClean="0"/>
              <a:t>	{VM 1-100, *, *, “dataset A”}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High Priority.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76600" cy="4525963"/>
          </a:xfrm>
        </p:spPr>
        <p:txBody>
          <a:bodyPr/>
          <a:lstStyle/>
          <a:p>
            <a:r>
              <a:rPr lang="en-US" sz="2200" dirty="0" err="1" smtClean="0"/>
              <a:t>IOFlow</a:t>
            </a:r>
            <a:r>
              <a:rPr lang="en-US" sz="2200" dirty="0" smtClean="0"/>
              <a:t> is a software-defined storage architecture that enables IO flow policies in multi-tenant data centers.</a:t>
            </a:r>
          </a:p>
          <a:p>
            <a:r>
              <a:rPr lang="en-US" sz="2200" dirty="0" err="1" smtClean="0"/>
              <a:t>IOFlow</a:t>
            </a:r>
            <a:r>
              <a:rPr lang="en-US" sz="2200" dirty="0" smtClean="0"/>
              <a:t> brings several IO stack stages (shaded) under unified control.</a:t>
            </a:r>
          </a:p>
          <a:p>
            <a:r>
              <a:rPr lang="en-US" sz="2200" dirty="0" smtClean="0"/>
              <a:t>Each stage implements queues and queuing rules.</a:t>
            </a:r>
            <a:endParaRPr lang="en-US" sz="2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70300" y="1676400"/>
            <a:ext cx="5016500" cy="415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791200" y="6019800"/>
            <a:ext cx="9366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latin typeface="+mj-lt"/>
              </a:rPr>
              <a:t>Figure 1</a:t>
            </a:r>
            <a:endParaRPr lang="en-US" b="1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Figure 1 shows key layers along the IO stack in a typical data center. Any of these can serve as stages.</a:t>
            </a:r>
          </a:p>
          <a:p>
            <a:r>
              <a:rPr lang="en-US" sz="2400" dirty="0" smtClean="0"/>
              <a:t>In our prototype, we have implemented the SMB client (</a:t>
            </a:r>
            <a:r>
              <a:rPr lang="en-US" sz="2400" dirty="0" err="1" smtClean="0"/>
              <a:t>SMBc</a:t>
            </a:r>
            <a:r>
              <a:rPr lang="en-US" sz="2400" dirty="0" smtClean="0"/>
              <a:t> at the hypervisor) and the SMB server (SMBs at the storage server) as stages for enforcing performance policies.</a:t>
            </a:r>
          </a:p>
          <a:p>
            <a:r>
              <a:rPr lang="en-US" sz="2400" dirty="0" smtClean="0"/>
              <a:t>SMB is a distributed IO protocol that can run over RDMA.</a:t>
            </a:r>
          </a:p>
          <a:p>
            <a:r>
              <a:rPr lang="en-US" sz="2400" dirty="0" smtClean="0"/>
              <a:t>We have also implemented the network drivers as </a:t>
            </a:r>
            <a:r>
              <a:rPr lang="en-US" sz="2400" dirty="0" err="1" smtClean="0"/>
              <a:t>IOFlow</a:t>
            </a:r>
            <a:r>
              <a:rPr lang="en-US" sz="2400" dirty="0" smtClean="0"/>
              <a:t> stages.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logically centralized data center controller discovers and interacts with the stages in servers across the data center to maintain a topology graph.</a:t>
            </a:r>
          </a:p>
          <a:p>
            <a:r>
              <a:rPr lang="en-US" sz="2400" dirty="0" smtClean="0"/>
              <a:t>It exposes this topology and information about individual stages to </a:t>
            </a:r>
            <a:r>
              <a:rPr lang="en-US" sz="2400" b="1" dirty="0" smtClean="0"/>
              <a:t>control applications</a:t>
            </a:r>
            <a:r>
              <a:rPr lang="en-US" sz="2400" dirty="0" smtClean="0"/>
              <a:t> built on top.</a:t>
            </a:r>
          </a:p>
          <a:p>
            <a:r>
              <a:rPr lang="en-US" sz="2400" dirty="0" smtClean="0"/>
              <a:t>These control applications translate high-level flow policies into stage-specific configuration, namely queuing rules for assigning packets to queues and the queue properties.</a:t>
            </a:r>
          </a:p>
          <a:p>
            <a:r>
              <a:rPr lang="en-US" sz="2400" dirty="0" smtClean="0"/>
              <a:t>Such translation may be done proactively when the tenant specifies a policy or reactively when a stage receives an IO request that does not match any existing queues and contacts the controller.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IOFlow's</a:t>
            </a:r>
            <a:r>
              <a:rPr lang="en-US" dirty="0" smtClean="0"/>
              <a:t> API for data-plane stages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4713" y="1908175"/>
            <a:ext cx="4854575" cy="380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 implemented </a:t>
            </a:r>
            <a:r>
              <a:rPr lang="en-US" sz="2400" dirty="0" err="1" smtClean="0"/>
              <a:t>IOFlow</a:t>
            </a:r>
            <a:r>
              <a:rPr lang="en-US" sz="2400" dirty="0" smtClean="0"/>
              <a:t> on a Windows-based IO stack.</a:t>
            </a:r>
          </a:p>
          <a:p>
            <a:r>
              <a:rPr lang="en-US" sz="2400" dirty="0" smtClean="0"/>
              <a:t>We implemented two kernel drivers that intercept storage IO traffic and each serves as an </a:t>
            </a:r>
            <a:r>
              <a:rPr lang="en-US" sz="2400" dirty="0" err="1" smtClean="0"/>
              <a:t>IOFlow</a:t>
            </a:r>
            <a:r>
              <a:rPr lang="en-US" sz="2400" dirty="0" smtClean="0"/>
              <a:t> stage: a storage driver that resides on top of the </a:t>
            </a:r>
            <a:r>
              <a:rPr lang="en-US" sz="2400" dirty="0" err="1" smtClean="0"/>
              <a:t>SMBc</a:t>
            </a:r>
            <a:r>
              <a:rPr lang="en-US" sz="2400" dirty="0" smtClean="0"/>
              <a:t> driver, and a storage driver below the SMBs driver.</a:t>
            </a:r>
          </a:p>
          <a:p>
            <a:r>
              <a:rPr lang="en-US" sz="2400" dirty="0" smtClean="0"/>
              <a:t>We rely on the Windows storage IO and network IO stacks for supporting the injection of our storage and network drivers.</a:t>
            </a:r>
          </a:p>
          <a:p>
            <a:r>
              <a:rPr lang="en-US" sz="2400" dirty="0" smtClean="0"/>
              <a:t>We have also added similar control to other optional stages along the IO path: a malware scanning </a:t>
            </a:r>
            <a:r>
              <a:rPr lang="en-US" sz="2400" smtClean="0"/>
              <a:t>device driver; </a:t>
            </a:r>
            <a:r>
              <a:rPr lang="en-US" sz="2400" dirty="0" smtClean="0"/>
              <a:t>a driver on top </a:t>
            </a:r>
            <a:r>
              <a:rPr lang="en-US" sz="2400" smtClean="0"/>
              <a:t>of the guest </a:t>
            </a:r>
            <a:r>
              <a:rPr lang="en-US" sz="2400" dirty="0" smtClean="0"/>
              <a:t>OS file system (NTFS) that allows for IO </a:t>
            </a:r>
            <a:r>
              <a:rPr lang="en-US" sz="2400" smtClean="0"/>
              <a:t>flow differentiation within </a:t>
            </a:r>
            <a:r>
              <a:rPr lang="en-US" sz="2400" dirty="0" smtClean="0"/>
              <a:t>a VM; network drivers in </a:t>
            </a:r>
            <a:r>
              <a:rPr lang="en-US" sz="2400" smtClean="0"/>
              <a:t>the hypervisor that </a:t>
            </a:r>
            <a:r>
              <a:rPr lang="en-US" sz="2400" dirty="0" smtClean="0"/>
              <a:t>allow for control of VM-to-VM traffic.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17449</TotalTime>
  <Words>665</Words>
  <Application>Microsoft Office PowerPoint</Application>
  <PresentationFormat>On-screen Show (4:3)</PresentationFormat>
  <Paragraphs>48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Software-Defined Storage</vt:lpstr>
      <vt:lpstr>Objectives</vt:lpstr>
      <vt:lpstr>Contents</vt:lpstr>
      <vt:lpstr>References</vt:lpstr>
      <vt:lpstr>IO Request [1]</vt:lpstr>
      <vt:lpstr>End-to-end Policies (SLA)</vt:lpstr>
      <vt:lpstr>Policies for IO Flows</vt:lpstr>
      <vt:lpstr>IOFlow</vt:lpstr>
      <vt:lpstr>Stages</vt:lpstr>
      <vt:lpstr>Controller</vt:lpstr>
      <vt:lpstr>IOFlow's API for data-plane stages</vt:lpstr>
      <vt:lpstr>Implementation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5209</cp:revision>
  <dcterms:created xsi:type="dcterms:W3CDTF">2007-10-06T08:25:13Z</dcterms:created>
  <dcterms:modified xsi:type="dcterms:W3CDTF">2024-12-29T17:40:54Z</dcterms:modified>
</cp:coreProperties>
</file>