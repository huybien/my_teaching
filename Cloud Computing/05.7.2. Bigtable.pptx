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8"/>
  </p:notesMasterIdLst>
  <p:sldIdLst>
    <p:sldId id="570" r:id="rId2"/>
    <p:sldId id="571" r:id="rId3"/>
    <p:sldId id="572" r:id="rId4"/>
    <p:sldId id="573" r:id="rId5"/>
    <p:sldId id="574" r:id="rId6"/>
    <p:sldId id="44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0" autoAdjust="0"/>
    <p:restoredTop sz="94765" autoAdjust="0"/>
  </p:normalViewPr>
  <p:slideViewPr>
    <p:cSldViewPr>
      <p:cViewPr>
        <p:scale>
          <a:sx n="50" d="100"/>
          <a:sy n="50" d="100"/>
        </p:scale>
        <p:origin x="-1648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2/2/2023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6000" dirty="0" err="1" smtClean="0"/>
              <a:t>Bigtable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explain how </a:t>
            </a:r>
            <a:r>
              <a:rPr lang="en-US" sz="2400" dirty="0" err="1" smtClean="0"/>
              <a:t>Bigtable</a:t>
            </a:r>
            <a:r>
              <a:rPr lang="en-US" sz="2400" dirty="0" smtClean="0"/>
              <a:t> </a:t>
            </a:r>
            <a:r>
              <a:rPr lang="en-US" sz="2400" dirty="0" smtClean="0"/>
              <a:t>works.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867400" cy="4191000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</a:pPr>
            <a:r>
              <a:rPr lang="en-US" sz="2400" dirty="0" smtClean="0"/>
              <a:t>Fay Chang et al. (2006). </a:t>
            </a:r>
            <a:r>
              <a:rPr lang="en-US" sz="2400" dirty="0" err="1" smtClean="0"/>
              <a:t>Bigtable</a:t>
            </a:r>
            <a:r>
              <a:rPr lang="en-US" sz="2400" dirty="0" smtClean="0"/>
              <a:t>: </a:t>
            </a:r>
            <a:r>
              <a:rPr lang="en-US" sz="2400" dirty="0" smtClean="0"/>
              <a:t>A Distributed Storage System for Structured </a:t>
            </a:r>
            <a:r>
              <a:rPr lang="en-US" sz="2400" dirty="0" smtClean="0"/>
              <a:t>Data.</a:t>
            </a:r>
            <a:endParaRPr lang="en-US" sz="2400" dirty="0" smtClean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6745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Google Needs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16803</TotalTime>
  <Words>59</Words>
  <Application>Microsoft Office PowerPoint</Application>
  <PresentationFormat>On-screen Show (4:3)</PresentationFormat>
  <Paragraphs>15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Bigtable</vt:lpstr>
      <vt:lpstr>Objectives</vt:lpstr>
      <vt:lpstr>Contents</vt:lpstr>
      <vt:lpstr>References</vt:lpstr>
      <vt:lpstr>Google Needs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4838</cp:revision>
  <dcterms:created xsi:type="dcterms:W3CDTF">2007-10-06T08:25:13Z</dcterms:created>
  <dcterms:modified xsi:type="dcterms:W3CDTF">2023-02-02T14:22:42Z</dcterms:modified>
</cp:coreProperties>
</file>