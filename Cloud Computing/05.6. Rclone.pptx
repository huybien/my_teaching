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0"/>
  </p:notesMasterIdLst>
  <p:sldIdLst>
    <p:sldId id="407" r:id="rId2"/>
    <p:sldId id="408" r:id="rId3"/>
    <p:sldId id="409" r:id="rId4"/>
    <p:sldId id="410" r:id="rId5"/>
    <p:sldId id="491" r:id="rId6"/>
    <p:sldId id="499" r:id="rId7"/>
    <p:sldId id="524" r:id="rId8"/>
    <p:sldId id="508" r:id="rId9"/>
    <p:sldId id="509" r:id="rId10"/>
    <p:sldId id="510" r:id="rId11"/>
    <p:sldId id="496" r:id="rId12"/>
    <p:sldId id="525" r:id="rId13"/>
    <p:sldId id="527" r:id="rId14"/>
    <p:sldId id="498" r:id="rId15"/>
    <p:sldId id="500" r:id="rId16"/>
    <p:sldId id="511" r:id="rId17"/>
    <p:sldId id="528" r:id="rId18"/>
    <p:sldId id="369" r:id="rId19"/>
    <p:sldId id="501" r:id="rId20"/>
    <p:sldId id="513" r:id="rId21"/>
    <p:sldId id="514" r:id="rId22"/>
    <p:sldId id="503" r:id="rId23"/>
    <p:sldId id="504" r:id="rId24"/>
    <p:sldId id="515" r:id="rId25"/>
    <p:sldId id="512" r:id="rId26"/>
    <p:sldId id="526" r:id="rId27"/>
    <p:sldId id="516" r:id="rId28"/>
    <p:sldId id="359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7" autoAdjust="0"/>
  </p:normalViewPr>
  <p:slideViewPr>
    <p:cSldViewPr>
      <p:cViewPr>
        <p:scale>
          <a:sx n="50" d="100"/>
          <a:sy n="50" d="100"/>
        </p:scale>
        <p:origin x="-157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clone.org/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s.rclone.org/rclone-current-linux-amd64.zi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nsole.cloud.google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clone.org/download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clone.org/onedriv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clone.org/download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Rclone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Rclone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https://rclone.org/</a:t>
            </a: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Rclone</a:t>
            </a:r>
            <a:r>
              <a:rPr lang="en-US" sz="2400" dirty="0" smtClean="0"/>
              <a:t> is a command-line program to </a:t>
            </a:r>
            <a:r>
              <a:rPr lang="en-US" sz="2400" u="sng" dirty="0" smtClean="0"/>
              <a:t>manage files on cloud storage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Rclone</a:t>
            </a:r>
            <a:r>
              <a:rPr lang="en-US" sz="2400" dirty="0" smtClean="0"/>
              <a:t> helps you:</a:t>
            </a:r>
          </a:p>
          <a:p>
            <a:pPr lvl="1"/>
            <a:r>
              <a:rPr lang="en-US" sz="2000" dirty="0" smtClean="0"/>
              <a:t>Backup (and encrypt) files to cloud storage</a:t>
            </a:r>
          </a:p>
          <a:p>
            <a:pPr lvl="1"/>
            <a:r>
              <a:rPr lang="en-US" sz="2000" dirty="0" smtClean="0"/>
              <a:t>Restore (and decrypt) files from cloud storage</a:t>
            </a:r>
          </a:p>
          <a:p>
            <a:pPr lvl="1"/>
            <a:r>
              <a:rPr lang="en-US" sz="2000" dirty="0" smtClean="0"/>
              <a:t>Mirror cloud data to other cloud services or locally</a:t>
            </a:r>
          </a:p>
          <a:p>
            <a:r>
              <a:rPr lang="en-US" sz="2400" dirty="0" smtClean="0">
                <a:hlinkClick r:id="rId2"/>
              </a:rPr>
              <a:t>https://rclone.org/install/</a:t>
            </a:r>
            <a:endParaRPr lang="en-US" sz="2400" dirty="0" smtClean="0"/>
          </a:p>
          <a:p>
            <a:r>
              <a:rPr lang="en-US" sz="2200" dirty="0" smtClean="0">
                <a:latin typeface="+mj-lt"/>
              </a:rPr>
              <a:t># </a:t>
            </a:r>
            <a:r>
              <a:rPr lang="en-US" sz="2200" dirty="0" err="1" smtClean="0">
                <a:latin typeface="+mj-lt"/>
              </a:rPr>
              <a:t>Rclone</a:t>
            </a:r>
            <a:r>
              <a:rPr lang="en-US" sz="2200" dirty="0" smtClean="0">
                <a:latin typeface="+mj-lt"/>
              </a:rPr>
              <a:t> is a Go program and comes as a single binary file.</a:t>
            </a:r>
          </a:p>
          <a:p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Install </a:t>
            </a:r>
            <a:r>
              <a:rPr lang="en-US" sz="4200" dirty="0" err="1" smtClean="0"/>
              <a:t>Rclone</a:t>
            </a:r>
            <a:r>
              <a:rPr lang="en-US" sz="4200" dirty="0" smtClean="0"/>
              <a:t> Manually on </a:t>
            </a:r>
            <a:r>
              <a:rPr lang="en-US" sz="4200" dirty="0" err="1" smtClean="0"/>
              <a:t>Ubuntu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curl -O </a:t>
            </a:r>
            <a:r>
              <a:rPr lang="en-US" sz="2200" dirty="0" smtClean="0">
                <a:latin typeface="Consolas" pitchFamily="49" charset="0"/>
                <a:hlinkClick r:id="rId2"/>
              </a:rPr>
              <a:t>https://downloads.rclone.org/rclone-current-linux-amd64.zip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unzip rclone-current-linux-amd64.zip</a:t>
            </a: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-*-linux-amd64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cp </a:t>
            </a:r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/bin/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chown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root:root</a:t>
            </a:r>
            <a:r>
              <a:rPr lang="en-US" sz="2200" dirty="0" smtClean="0">
                <a:latin typeface="Consolas" pitchFamily="49" charset="0"/>
              </a:rPr>
              <a:t>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/bin/</a:t>
            </a:r>
            <a:r>
              <a:rPr lang="en-US" sz="2200" dirty="0" err="1" smtClean="0">
                <a:latin typeface="Consolas" pitchFamily="49" charset="0"/>
              </a:rPr>
              <a:t>rclone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chmod</a:t>
            </a:r>
            <a:r>
              <a:rPr lang="en-US" sz="2200" dirty="0" smtClean="0">
                <a:latin typeface="Consolas" pitchFamily="49" charset="0"/>
              </a:rPr>
              <a:t> 755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/bin/</a:t>
            </a:r>
            <a:r>
              <a:rPr lang="en-US" sz="2200" dirty="0" err="1" smtClean="0">
                <a:latin typeface="Consolas" pitchFamily="49" charset="0"/>
              </a:rPr>
              <a:t>rclone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-p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/local/share/man/man1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cp rclone.1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/local/share/man/man1/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mandb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Update </a:t>
            </a:r>
            <a:r>
              <a:rPr lang="en-US" sz="4200" dirty="0" err="1" smtClean="0"/>
              <a:t>Rclone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selfupdate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</a:t>
            </a:r>
            <a:r>
              <a:rPr lang="en-US" sz="2200" dirty="0" err="1" smtClean="0">
                <a:latin typeface="Consolas" pitchFamily="49" charset="0"/>
              </a:rPr>
              <a:t>clone</a:t>
            </a:r>
            <a:r>
              <a:rPr lang="en-US" sz="2200" dirty="0" smtClean="0">
                <a:latin typeface="Consolas" pitchFamily="49" charset="0"/>
              </a:rPr>
              <a:t> version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4638" y="3295650"/>
            <a:ext cx="60547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Go to Google Drive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https://console.cloud.google.com</a:t>
            </a:r>
            <a:endParaRPr lang="en-US" sz="2400" dirty="0" smtClean="0"/>
          </a:p>
          <a:p>
            <a:r>
              <a:rPr lang="en-US" sz="2400" b="1" dirty="0" smtClean="0">
                <a:latin typeface="Consolas" pitchFamily="49" charset="0"/>
              </a:rPr>
              <a:t>(Any account can be used. It need not be the same account as the Google Drive you want to access)</a:t>
            </a:r>
            <a:endParaRPr lang="en-US" sz="2000" b="1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2950" y="3644900"/>
            <a:ext cx="5118100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Create </a:t>
            </a:r>
            <a:r>
              <a:rPr lang="en-US" dirty="0" err="1" smtClean="0"/>
              <a:t>OAuth</a:t>
            </a:r>
            <a:r>
              <a:rPr lang="en-US" dirty="0" smtClean="0"/>
              <a:t> client ID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525" y="1885950"/>
            <a:ext cx="76009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</a:t>
            </a:r>
            <a:r>
              <a:rPr lang="en-US" dirty="0" smtClean="0"/>
              <a:t>Download Credentials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133600"/>
            <a:ext cx="3850641" cy="3897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</a:t>
            </a:r>
            <a:r>
              <a:rPr lang="en-US" sz="3800" dirty="0" smtClean="0"/>
              <a:t>Configure </a:t>
            </a:r>
            <a:r>
              <a:rPr lang="en-US" sz="3800" dirty="0" err="1" smtClean="0"/>
              <a:t>Rclone</a:t>
            </a:r>
            <a:r>
              <a:rPr lang="en-US" sz="3800" dirty="0" smtClean="0"/>
              <a:t> for Google Drive on </a:t>
            </a:r>
            <a:r>
              <a:rPr lang="en-US" sz="3800" dirty="0" err="1" smtClean="0"/>
              <a:t>Ubuntu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rclone</a:t>
            </a:r>
            <a:r>
              <a:rPr lang="en-US" sz="2400" b="1" dirty="0" smtClean="0">
                <a:latin typeface="Consolas" pitchFamily="49" charset="0"/>
              </a:rPr>
              <a:t> </a:t>
            </a:r>
            <a:r>
              <a:rPr lang="en-US" sz="2400" b="1" dirty="0" err="1" smtClean="0">
                <a:latin typeface="Consolas" pitchFamily="49" charset="0"/>
              </a:rPr>
              <a:t>config</a:t>
            </a:r>
            <a:endParaRPr lang="en-US" sz="2400" b="1" dirty="0" smtClean="0">
              <a:latin typeface="Consolas" pitchFamily="49" charset="0"/>
            </a:endParaRPr>
          </a:p>
          <a:p>
            <a:r>
              <a:rPr lang="en-US" sz="2200" i="1" dirty="0" smtClean="0">
                <a:latin typeface="Consolas" pitchFamily="49" charset="0"/>
              </a:rPr>
              <a:t># Select n, enter "</a:t>
            </a:r>
            <a:r>
              <a:rPr lang="en-US" sz="2200" i="1" dirty="0" err="1" smtClean="0">
                <a:latin typeface="Consolas" pitchFamily="49" charset="0"/>
              </a:rPr>
              <a:t>gdrive</a:t>
            </a:r>
            <a:r>
              <a:rPr lang="en-US" sz="2200" i="1" dirty="0" smtClean="0">
                <a:latin typeface="Consolas" pitchFamily="49" charset="0"/>
              </a:rPr>
              <a:t>", select </a:t>
            </a:r>
            <a:r>
              <a:rPr lang="en-US" sz="2200" b="1" i="1" dirty="0" smtClean="0">
                <a:latin typeface="Consolas" pitchFamily="49" charset="0"/>
              </a:rPr>
              <a:t>24</a:t>
            </a:r>
            <a:endParaRPr lang="en-US" sz="2200" b="1" i="1" dirty="0" smtClean="0">
              <a:latin typeface="Consolas" pitchFamily="49" charset="0"/>
            </a:endParaRPr>
          </a:p>
          <a:p>
            <a:r>
              <a:rPr lang="en-US" sz="2200" i="1" dirty="0" smtClean="0">
                <a:latin typeface="Consolas" pitchFamily="49" charset="0"/>
              </a:rPr>
              <a:t># Select 1/ Full access all files,</a:t>
            </a:r>
          </a:p>
          <a:p>
            <a:r>
              <a:rPr lang="en-US" sz="2200" i="1" dirty="0" smtClean="0">
                <a:latin typeface="Consolas" pitchFamily="49" charset="0"/>
              </a:rPr>
              <a:t># Press Enter for "</a:t>
            </a:r>
            <a:r>
              <a:rPr lang="en-US" sz="2200" i="1" dirty="0" err="1" smtClean="0">
                <a:latin typeface="Consolas" pitchFamily="49" charset="0"/>
              </a:rPr>
              <a:t>service_account_file</a:t>
            </a:r>
            <a:r>
              <a:rPr lang="en-US" sz="2200" i="1" dirty="0" smtClean="0">
                <a:latin typeface="Consolas" pitchFamily="49" charset="0"/>
              </a:rPr>
              <a:t>"</a:t>
            </a:r>
          </a:p>
          <a:p>
            <a:r>
              <a:rPr lang="en-US" sz="2200" i="1" dirty="0" smtClean="0">
                <a:latin typeface="Consolas" pitchFamily="49" charset="0"/>
              </a:rPr>
              <a:t># Select n for "Edit advanced </a:t>
            </a:r>
            <a:r>
              <a:rPr lang="en-US" sz="2200" i="1" dirty="0" err="1" smtClean="0">
                <a:latin typeface="Consolas" pitchFamily="49" charset="0"/>
              </a:rPr>
              <a:t>config</a:t>
            </a:r>
            <a:r>
              <a:rPr lang="en-US" sz="2200" i="1" dirty="0" smtClean="0">
                <a:latin typeface="Consolas" pitchFamily="49" charset="0"/>
              </a:rPr>
              <a:t>?"</a:t>
            </a:r>
          </a:p>
          <a:p>
            <a:r>
              <a:rPr lang="en-US" sz="2200" i="1" dirty="0" smtClean="0">
                <a:latin typeface="Consolas" pitchFamily="49" charset="0"/>
              </a:rPr>
              <a:t># Select n for "Use web browser..."</a:t>
            </a:r>
          </a:p>
          <a:p>
            <a:r>
              <a:rPr lang="en-US" sz="2200" i="1" dirty="0" smtClean="0">
                <a:latin typeface="Consolas" pitchFamily="49" charset="0"/>
              </a:rPr>
              <a:t># Copy command to retrieve </a:t>
            </a:r>
            <a:r>
              <a:rPr lang="en-US" sz="2200" i="1" dirty="0" err="1" smtClean="0">
                <a:latin typeface="Consolas" pitchFamily="49" charset="0"/>
              </a:rPr>
              <a:t>config_token</a:t>
            </a:r>
            <a:r>
              <a:rPr lang="en-US" sz="2200" i="1" dirty="0" smtClean="0">
                <a:latin typeface="Consolas" pitchFamily="49" charset="0"/>
              </a:rPr>
              <a:t>.</a:t>
            </a:r>
            <a:endParaRPr lang="en-US" sz="22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</a:t>
            </a:r>
            <a:r>
              <a:rPr lang="en-US" dirty="0" smtClean="0"/>
              <a:t>Download </a:t>
            </a:r>
            <a:r>
              <a:rPr lang="en-US" dirty="0" err="1" smtClean="0"/>
              <a:t>rclone</a:t>
            </a:r>
            <a:r>
              <a:rPr lang="en-US" dirty="0" smtClean="0"/>
              <a:t>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https://rclone.org/downloads/</a:t>
            </a:r>
            <a:endParaRPr lang="en-US" sz="2400" dirty="0" smtClean="0"/>
          </a:p>
          <a:p>
            <a:r>
              <a:rPr lang="en-US" sz="2400" dirty="0" smtClean="0"/>
              <a:t>Select the same </a:t>
            </a:r>
            <a:r>
              <a:rPr lang="en-US" sz="2400" dirty="0" err="1" smtClean="0"/>
              <a:t>rclone</a:t>
            </a:r>
            <a:r>
              <a:rPr lang="en-US" sz="2400" dirty="0" smtClean="0"/>
              <a:t> version, i.e. </a:t>
            </a:r>
            <a:r>
              <a:rPr lang="en-US" sz="2400" b="1" dirty="0" smtClean="0"/>
              <a:t>1.73.1</a:t>
            </a:r>
            <a:endParaRPr lang="en-US" sz="2400" b="1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3188" y="2759075"/>
            <a:ext cx="6397625" cy="341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</a:t>
            </a:r>
            <a:r>
              <a:rPr lang="en-US" dirty="0" smtClean="0"/>
              <a:t>Generate Token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authorize "drive" "eyJzY29wZSI6ImRyaXZlIn0</a:t>
            </a:r>
            <a:r>
              <a:rPr lang="en-US" sz="2200" dirty="0" smtClean="0">
                <a:latin typeface="Consolas" pitchFamily="49" charset="0"/>
              </a:rPr>
              <a:t>"</a:t>
            </a: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850" y="3095625"/>
            <a:ext cx="722630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</a:t>
            </a:r>
            <a:r>
              <a:rPr lang="en-US" dirty="0" smtClean="0"/>
              <a:t>Paste </a:t>
            </a:r>
            <a:r>
              <a:rPr lang="en-US" dirty="0" err="1" smtClean="0"/>
              <a:t>config_token</a:t>
            </a:r>
            <a:endParaRPr lang="en-US" sz="4000" b="1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085975"/>
            <a:ext cx="62833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</a:t>
            </a:r>
            <a:r>
              <a:rPr lang="en-US" dirty="0" smtClean="0"/>
              <a:t>Upload File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gdrive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err="1" smtClean="0">
                <a:latin typeface="Consolas" pitchFamily="49" charset="0"/>
              </a:rPr>
              <a:t>ls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copy wp.zip </a:t>
            </a:r>
            <a:r>
              <a:rPr lang="en-US" sz="2200" dirty="0" err="1" smtClean="0">
                <a:latin typeface="Consolas" pitchFamily="49" charset="0"/>
              </a:rPr>
              <a:t>gdrive:rclone</a:t>
            </a:r>
            <a:r>
              <a:rPr lang="en-US" sz="2200" dirty="0" smtClean="0">
                <a:latin typeface="Consolas" pitchFamily="49" charset="0"/>
              </a:rPr>
              <a:t> --progress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Consolas" pitchFamily="49" charset="0"/>
              </a:rPr>
              <a:t># Upload fails when copying 15Gb file!!!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Consolas" pitchFamily="49" charset="0"/>
              </a:rPr>
              <a:t># Error: your computer or network may be sending automated queries.</a:t>
            </a: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copy copg.zip </a:t>
            </a:r>
            <a:r>
              <a:rPr lang="en-US" sz="2200" dirty="0" err="1" smtClean="0">
                <a:latin typeface="Consolas" pitchFamily="49" charset="0"/>
              </a:rPr>
              <a:t>gdrive:rclone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400" dirty="0" smtClean="0"/>
              <a:t>--</a:t>
            </a:r>
            <a:r>
              <a:rPr lang="en-US" sz="2400" dirty="0" err="1" smtClean="0"/>
              <a:t>bwlimit</a:t>
            </a:r>
            <a:r>
              <a:rPr lang="en-US" sz="2400" dirty="0" smtClean="0"/>
              <a:t> 10M</a:t>
            </a:r>
            <a:r>
              <a:rPr lang="en-US" sz="2200" dirty="0" smtClean="0">
                <a:latin typeface="Consolas" pitchFamily="49" charset="0"/>
              </a:rPr>
              <a:t> --progress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</a:t>
            </a:r>
            <a:r>
              <a:rPr lang="en-US" dirty="0" smtClean="0"/>
              <a:t>Download </a:t>
            </a:r>
            <a:r>
              <a:rPr lang="en-US" dirty="0" smtClean="0"/>
              <a:t>File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gdrive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copy -P </a:t>
            </a:r>
            <a:r>
              <a:rPr lang="en-US" sz="2200" dirty="0" err="1" smtClean="0">
                <a:latin typeface="Consolas" pitchFamily="49" charset="0"/>
              </a:rPr>
              <a:t>gdrive:rclone</a:t>
            </a:r>
            <a:r>
              <a:rPr lang="en-US" sz="2200" dirty="0" smtClean="0">
                <a:latin typeface="Consolas" pitchFamily="49" charset="0"/>
              </a:rPr>
              <a:t>/wp.zip /home/</a:t>
            </a:r>
            <a:r>
              <a:rPr lang="en-US" sz="2200" dirty="0" err="1" smtClean="0">
                <a:latin typeface="Consolas" pitchFamily="49" charset="0"/>
              </a:rPr>
              <a:t>ubuntu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Download File </a:t>
            </a:r>
            <a:r>
              <a:rPr lang="en-US" dirty="0" smtClean="0"/>
              <a:t>on </a:t>
            </a:r>
            <a:r>
              <a:rPr lang="en-US" dirty="0" smtClean="0"/>
              <a:t>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gdrive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400" dirty="0" err="1" smtClean="0">
                <a:latin typeface="Consolas" pitchFamily="49" charset="0"/>
              </a:rPr>
              <a:t>rclone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lsf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gdrive:rclone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copy -P </a:t>
            </a:r>
            <a:r>
              <a:rPr lang="en-US" sz="2200" dirty="0" err="1" smtClean="0">
                <a:latin typeface="Consolas" pitchFamily="49" charset="0"/>
              </a:rPr>
              <a:t>gdrive:rclone</a:t>
            </a:r>
            <a:r>
              <a:rPr lang="en-US" sz="2200" smtClean="0">
                <a:latin typeface="Consolas" pitchFamily="49" charset="0"/>
              </a:rPr>
              <a:t>/codebase.zip </a:t>
            </a:r>
            <a:r>
              <a:rPr lang="en-US" sz="2200" dirty="0" smtClean="0">
                <a:latin typeface="Consolas" pitchFamily="49" charset="0"/>
              </a:rPr>
              <a:t>./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733800"/>
            <a:ext cx="7449820" cy="1591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Configure </a:t>
            </a:r>
            <a:r>
              <a:rPr lang="en-US" dirty="0" err="1" smtClean="0"/>
              <a:t>Rclone</a:t>
            </a:r>
            <a:r>
              <a:rPr lang="en-US" dirty="0" smtClean="0"/>
              <a:t> for One Drive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https://rclone.org/onedrive/</a:t>
            </a:r>
            <a:endParaRPr lang="en-US" sz="2400" dirty="0" smtClean="0">
              <a:latin typeface="+mj-lt"/>
            </a:endParaRPr>
          </a:p>
          <a:p>
            <a:r>
              <a:rPr lang="en-US" sz="2400" b="1" dirty="0" err="1" smtClean="0">
                <a:latin typeface="Consolas" pitchFamily="49" charset="0"/>
              </a:rPr>
              <a:t>rclone</a:t>
            </a:r>
            <a:r>
              <a:rPr lang="en-US" sz="2400" b="1" dirty="0" smtClean="0">
                <a:latin typeface="Consolas" pitchFamily="49" charset="0"/>
              </a:rPr>
              <a:t> </a:t>
            </a:r>
            <a:r>
              <a:rPr lang="en-US" sz="2400" b="1" dirty="0" err="1" smtClean="0">
                <a:latin typeface="Consolas" pitchFamily="49" charset="0"/>
              </a:rPr>
              <a:t>config</a:t>
            </a:r>
            <a:endParaRPr lang="en-US" sz="2400" b="1" dirty="0" smtClean="0">
              <a:latin typeface="Consolas" pitchFamily="49" charset="0"/>
            </a:endParaRPr>
          </a:p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n</a:t>
            </a:r>
            <a:r>
              <a:rPr lang="en-US" sz="2200" i="1" dirty="0" smtClean="0">
                <a:latin typeface="Consolas" pitchFamily="49" charset="0"/>
              </a:rPr>
              <a:t>, enter "</a:t>
            </a:r>
            <a:r>
              <a:rPr lang="en-US" sz="2200" b="1" i="1" dirty="0" err="1" smtClean="0">
                <a:latin typeface="Consolas" pitchFamily="49" charset="0"/>
              </a:rPr>
              <a:t>odrive</a:t>
            </a:r>
            <a:r>
              <a:rPr lang="en-US" sz="2200" i="1" dirty="0" smtClean="0">
                <a:latin typeface="Consolas" pitchFamily="49" charset="0"/>
              </a:rPr>
              <a:t>", select </a:t>
            </a:r>
            <a:r>
              <a:rPr lang="en-US" sz="2200" b="1" i="1" dirty="0" smtClean="0">
                <a:latin typeface="Consolas" pitchFamily="49" charset="0"/>
              </a:rPr>
              <a:t>41</a:t>
            </a:r>
            <a:endParaRPr lang="en-US" sz="2200" b="1" i="1" dirty="0" smtClean="0">
              <a:latin typeface="Consolas" pitchFamily="49" charset="0"/>
            </a:endParaRPr>
          </a:p>
          <a:p>
            <a:r>
              <a:rPr lang="en-US" sz="2200" i="1" dirty="0" smtClean="0">
                <a:latin typeface="Consolas" pitchFamily="49" charset="0"/>
              </a:rPr>
              <a:t># Leave </a:t>
            </a:r>
            <a:r>
              <a:rPr lang="en-US" sz="2200" i="1" dirty="0" err="1" smtClean="0">
                <a:latin typeface="Consolas" pitchFamily="49" charset="0"/>
              </a:rPr>
              <a:t>client_id</a:t>
            </a:r>
            <a:r>
              <a:rPr lang="en-US" sz="2200" i="1" dirty="0" smtClean="0">
                <a:latin typeface="Consolas" pitchFamily="49" charset="0"/>
              </a:rPr>
              <a:t> and </a:t>
            </a:r>
            <a:r>
              <a:rPr lang="en-US" sz="2200" i="1" dirty="0" err="1" smtClean="0">
                <a:latin typeface="Consolas" pitchFamily="49" charset="0"/>
              </a:rPr>
              <a:t>client_secret</a:t>
            </a:r>
            <a:r>
              <a:rPr lang="en-US" sz="2200" i="1" dirty="0" smtClean="0">
                <a:latin typeface="Consolas" pitchFamily="49" charset="0"/>
              </a:rPr>
              <a:t> empty.</a:t>
            </a:r>
          </a:p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1/ Microsoft Cloud Global</a:t>
            </a:r>
            <a:r>
              <a:rPr lang="en-US" sz="2200" i="1" dirty="0" smtClean="0">
                <a:latin typeface="Consolas" pitchFamily="49" charset="0"/>
              </a:rPr>
              <a:t>,</a:t>
            </a:r>
          </a:p>
          <a:p>
            <a:r>
              <a:rPr lang="en-US" sz="2200" i="1" dirty="0" smtClean="0">
                <a:latin typeface="Consolas" pitchFamily="49" charset="0"/>
              </a:rPr>
              <a:t># Leave tenant empty.</a:t>
            </a:r>
          </a:p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n</a:t>
            </a:r>
            <a:r>
              <a:rPr lang="en-US" sz="2200" i="1" dirty="0" smtClean="0">
                <a:latin typeface="Consolas" pitchFamily="49" charset="0"/>
              </a:rPr>
              <a:t> for "</a:t>
            </a:r>
            <a:r>
              <a:rPr lang="en-US" sz="2200" b="1" i="1" dirty="0" smtClean="0">
                <a:latin typeface="Consolas" pitchFamily="49" charset="0"/>
              </a:rPr>
              <a:t>Edit advanced </a:t>
            </a:r>
            <a:r>
              <a:rPr lang="en-US" sz="2200" b="1" i="1" dirty="0" err="1" smtClean="0">
                <a:latin typeface="Consolas" pitchFamily="49" charset="0"/>
              </a:rPr>
              <a:t>config</a:t>
            </a:r>
            <a:r>
              <a:rPr lang="en-US" sz="2200" b="1" i="1" dirty="0" smtClean="0">
                <a:latin typeface="Consolas" pitchFamily="49" charset="0"/>
              </a:rPr>
              <a:t>?</a:t>
            </a:r>
            <a:r>
              <a:rPr lang="en-US" sz="2200" i="1" dirty="0" smtClean="0">
                <a:latin typeface="Consolas" pitchFamily="49" charset="0"/>
              </a:rPr>
              <a:t>"</a:t>
            </a:r>
          </a:p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n</a:t>
            </a:r>
            <a:r>
              <a:rPr lang="en-US" sz="2200" i="1" dirty="0" smtClean="0">
                <a:latin typeface="Consolas" pitchFamily="49" charset="0"/>
              </a:rPr>
              <a:t> for "</a:t>
            </a:r>
            <a:r>
              <a:rPr lang="en-US" sz="2200" b="1" i="1" dirty="0" smtClean="0">
                <a:latin typeface="Consolas" pitchFamily="49" charset="0"/>
              </a:rPr>
              <a:t>Use web browser...</a:t>
            </a:r>
            <a:r>
              <a:rPr lang="en-US" sz="2200" i="1" dirty="0" smtClean="0">
                <a:latin typeface="Consolas" pitchFamily="49" charset="0"/>
              </a:rPr>
              <a:t>"</a:t>
            </a:r>
          </a:p>
          <a:p>
            <a:r>
              <a:rPr lang="en-US" sz="2200" i="1" dirty="0" smtClean="0">
                <a:latin typeface="Consolas" pitchFamily="49" charset="0"/>
              </a:rPr>
              <a:t># Copy command to retrieve </a:t>
            </a:r>
            <a:r>
              <a:rPr lang="en-US" sz="2200" i="1" dirty="0" err="1" smtClean="0">
                <a:latin typeface="Consolas" pitchFamily="49" charset="0"/>
              </a:rPr>
              <a:t>config_token</a:t>
            </a:r>
            <a:r>
              <a:rPr lang="en-US" sz="2200" i="1" dirty="0" smtClean="0">
                <a:latin typeface="Consolas" pitchFamily="49" charset="0"/>
              </a:rPr>
              <a:t>.</a:t>
            </a:r>
            <a:endParaRPr lang="en-US" sz="22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Download </a:t>
            </a:r>
            <a:r>
              <a:rPr lang="en-US" dirty="0" err="1" smtClean="0"/>
              <a:t>rclone</a:t>
            </a:r>
            <a:r>
              <a:rPr lang="en-US" dirty="0" smtClean="0"/>
              <a:t>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https://rclone.org/downloads/</a:t>
            </a:r>
            <a:endParaRPr lang="en-US" sz="2400" dirty="0" smtClean="0"/>
          </a:p>
          <a:p>
            <a:r>
              <a:rPr lang="en-US" sz="2400" dirty="0" smtClean="0"/>
              <a:t>Select the same </a:t>
            </a:r>
            <a:r>
              <a:rPr lang="en-US" sz="2400" dirty="0" err="1" smtClean="0"/>
              <a:t>rclone</a:t>
            </a:r>
            <a:r>
              <a:rPr lang="en-US" sz="2400" dirty="0" smtClean="0"/>
              <a:t> version, i.e. </a:t>
            </a:r>
            <a:r>
              <a:rPr lang="en-US" sz="2400" b="1" dirty="0" smtClean="0"/>
              <a:t>1.73.1</a:t>
            </a:r>
            <a:endParaRPr lang="en-US" sz="2400" b="1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3188" y="2759075"/>
            <a:ext cx="6397625" cy="341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Generate Token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rclone</a:t>
            </a:r>
            <a:r>
              <a:rPr lang="en-US" sz="2400" dirty="0" smtClean="0">
                <a:latin typeface="Consolas" pitchFamily="49" charset="0"/>
              </a:rPr>
              <a:t> authorize "</a:t>
            </a:r>
            <a:r>
              <a:rPr lang="en-US" sz="2400" dirty="0" err="1" smtClean="0">
                <a:latin typeface="Consolas" pitchFamily="49" charset="0"/>
              </a:rPr>
              <a:t>onedrive</a:t>
            </a:r>
            <a:r>
              <a:rPr lang="en-US" sz="2400" dirty="0" smtClean="0">
                <a:latin typeface="Consolas" pitchFamily="49" charset="0"/>
              </a:rPr>
              <a:t>"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" y="2536825"/>
            <a:ext cx="7658100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Paste </a:t>
            </a:r>
            <a:r>
              <a:rPr lang="en-US" dirty="0" err="1" smtClean="0"/>
              <a:t>config_token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sz="4000" b="1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076450"/>
            <a:ext cx="628332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Complete Configuration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1</a:t>
            </a:r>
            <a:r>
              <a:rPr lang="en-US" sz="2200" i="1" dirty="0" smtClean="0">
                <a:latin typeface="Consolas" pitchFamily="49" charset="0"/>
              </a:rPr>
              <a:t> for </a:t>
            </a:r>
            <a:r>
              <a:rPr lang="en-US" sz="2200" i="1" dirty="0" err="1" smtClean="0">
                <a:latin typeface="Consolas" pitchFamily="49" charset="0"/>
              </a:rPr>
              <a:t>config_type</a:t>
            </a:r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endParaRPr lang="en-US" sz="2200" i="1" dirty="0" smtClean="0">
              <a:latin typeface="Consolas" pitchFamily="49" charset="0"/>
            </a:endParaRPr>
          </a:p>
          <a:p>
            <a:r>
              <a:rPr lang="en-US" sz="2200" i="1" dirty="0" smtClean="0">
                <a:latin typeface="Consolas" pitchFamily="49" charset="0"/>
              </a:rPr>
              <a:t># Select </a:t>
            </a:r>
            <a:r>
              <a:rPr lang="en-US" sz="2200" b="1" i="1" dirty="0" smtClean="0">
                <a:latin typeface="Consolas" pitchFamily="49" charset="0"/>
              </a:rPr>
              <a:t>default</a:t>
            </a:r>
            <a:r>
              <a:rPr lang="en-US" sz="2200" i="1" dirty="0" smtClean="0">
                <a:latin typeface="Consolas" pitchFamily="49" charset="0"/>
              </a:rPr>
              <a:t> for everything else.</a:t>
            </a:r>
          </a:p>
          <a:p>
            <a:endParaRPr lang="en-US" sz="2200" i="1" dirty="0" smtClean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41935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Upload File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odrive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err="1" smtClean="0">
                <a:latin typeface="Consolas" pitchFamily="49" charset="0"/>
              </a:rPr>
              <a:t>ls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copy wp.zip </a:t>
            </a:r>
            <a:r>
              <a:rPr lang="en-US" sz="2200" dirty="0" err="1" smtClean="0">
                <a:latin typeface="Consolas" pitchFamily="49" charset="0"/>
              </a:rPr>
              <a:t>odrive:rclone</a:t>
            </a:r>
            <a:r>
              <a:rPr lang="en-US" sz="2200" dirty="0" smtClean="0">
                <a:latin typeface="Consolas" pitchFamily="49" charset="0"/>
              </a:rPr>
              <a:t> --progress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352800"/>
            <a:ext cx="7252018" cy="1634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Download </a:t>
            </a:r>
            <a:r>
              <a:rPr lang="en-US" dirty="0" smtClean="0"/>
              <a:t>File to </a:t>
            </a:r>
            <a:r>
              <a:rPr lang="en-US" dirty="0" err="1" smtClean="0"/>
              <a:t>Ubuntu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odrive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copy -P </a:t>
            </a:r>
            <a:r>
              <a:rPr lang="en-US" sz="2200" dirty="0" err="1" smtClean="0">
                <a:latin typeface="Consolas" pitchFamily="49" charset="0"/>
              </a:rPr>
              <a:t>odrive:rclone</a:t>
            </a:r>
            <a:r>
              <a:rPr lang="en-US" sz="2200" dirty="0" smtClean="0">
                <a:latin typeface="Consolas" pitchFamily="49" charset="0"/>
              </a:rPr>
              <a:t>/wp.zip /home/</a:t>
            </a:r>
            <a:r>
              <a:rPr lang="en-US" sz="2200" dirty="0" err="1" smtClean="0">
                <a:latin typeface="Consolas" pitchFamily="49" charset="0"/>
              </a:rPr>
              <a:t>ubuntu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</a:t>
            </a:r>
            <a:r>
              <a:rPr lang="en-US" dirty="0" smtClean="0"/>
              <a:t>Download </a:t>
            </a:r>
            <a:r>
              <a:rPr lang="en-US" dirty="0" smtClean="0"/>
              <a:t>File to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odrive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err="1" smtClean="0">
                <a:latin typeface="Consolas" pitchFamily="49" charset="0"/>
              </a:rPr>
              <a:t>rclone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copy -P </a:t>
            </a:r>
            <a:r>
              <a:rPr lang="en-US" sz="2200" dirty="0" err="1" smtClean="0">
                <a:latin typeface="Consolas" pitchFamily="49" charset="0"/>
              </a:rPr>
              <a:t>odrive:rclone</a:t>
            </a:r>
            <a:r>
              <a:rPr lang="en-US" sz="2200" dirty="0" smtClean="0">
                <a:latin typeface="Consolas" pitchFamily="49" charset="0"/>
              </a:rPr>
              <a:t>/db_2025-12-19.zip </a:t>
            </a:r>
            <a:r>
              <a:rPr lang="en-US" sz="2200" dirty="0" smtClean="0">
                <a:latin typeface="Consolas" pitchFamily="49" charset="0"/>
              </a:rPr>
              <a:t>./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</a:t>
            </a:r>
            <a:r>
              <a:rPr lang="en-US" dirty="0" smtClean="0"/>
              <a:t>Refresh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 smtClean="0">
                <a:solidFill>
                  <a:srgbClr val="C00000"/>
                </a:solidFill>
                <a:latin typeface="+mj-lt"/>
              </a:rPr>
              <a:t>Delete the existing remote storage</a:t>
            </a:r>
            <a:r>
              <a:rPr lang="en-US" sz="2600" b="1" smtClean="0">
                <a:solidFill>
                  <a:srgbClr val="C00000"/>
                </a:solidFill>
                <a:latin typeface="+mj-lt"/>
              </a:rPr>
              <a:t>, then create </a:t>
            </a:r>
            <a:r>
              <a:rPr lang="en-US" sz="2600" b="1" dirty="0" smtClean="0">
                <a:solidFill>
                  <a:srgbClr val="C00000"/>
                </a:solidFill>
                <a:latin typeface="+mj-lt"/>
              </a:rPr>
              <a:t>a new 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10804</TotalTime>
  <Words>574</Words>
  <Application>Microsoft Office PowerPoint</Application>
  <PresentationFormat>On-screen Show (4:3)</PresentationFormat>
  <Paragraphs>106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Rclone</vt:lpstr>
      <vt:lpstr>Objectives</vt:lpstr>
      <vt:lpstr>Contents</vt:lpstr>
      <vt:lpstr>References</vt:lpstr>
      <vt:lpstr>Rclone</vt:lpstr>
      <vt:lpstr>1. Install Rclone Manually on Ubuntu</vt:lpstr>
      <vt:lpstr>2. Update Rclone</vt:lpstr>
      <vt:lpstr>3. Go to Google Drive API</vt:lpstr>
      <vt:lpstr>4. Create OAuth client ID</vt:lpstr>
      <vt:lpstr>5. Download Credentials</vt:lpstr>
      <vt:lpstr>6. Configure Rclone for Google Drive on Ubuntu</vt:lpstr>
      <vt:lpstr>7. Download rclone on Windows</vt:lpstr>
      <vt:lpstr>8. Generate Token on Windows</vt:lpstr>
      <vt:lpstr>9. Paste config_token</vt:lpstr>
      <vt:lpstr>10. Upload File on Ubuntu</vt:lpstr>
      <vt:lpstr>11. Download File on Ubuntu</vt:lpstr>
      <vt:lpstr>12. Download File on Windows</vt:lpstr>
      <vt:lpstr>Slide 18</vt:lpstr>
      <vt:lpstr>1. Configure Rclone for One Drive</vt:lpstr>
      <vt:lpstr>2. Download rclone on Windows</vt:lpstr>
      <vt:lpstr>3. Generate Token on Windows</vt:lpstr>
      <vt:lpstr>4. Paste config_token on Ubuntu</vt:lpstr>
      <vt:lpstr>5. Complete Configuration Process</vt:lpstr>
      <vt:lpstr>6. Upload File on Ubuntu</vt:lpstr>
      <vt:lpstr>7. Download File to Ubuntu Server</vt:lpstr>
      <vt:lpstr>8. Download File to Windows</vt:lpstr>
      <vt:lpstr>9. Refresh Token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4292</cp:revision>
  <dcterms:created xsi:type="dcterms:W3CDTF">2007-10-06T08:25:13Z</dcterms:created>
  <dcterms:modified xsi:type="dcterms:W3CDTF">2026-03-04T19:07:40Z</dcterms:modified>
</cp:coreProperties>
</file>