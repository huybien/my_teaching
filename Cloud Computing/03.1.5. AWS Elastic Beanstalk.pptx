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584" r:id="rId2"/>
    <p:sldId id="585" r:id="rId3"/>
    <p:sldId id="586" r:id="rId4"/>
    <p:sldId id="587" r:id="rId5"/>
    <p:sldId id="589" r:id="rId6"/>
    <p:sldId id="593" r:id="rId7"/>
    <p:sldId id="592" r:id="rId8"/>
    <p:sldId id="591" r:id="rId9"/>
    <p:sldId id="44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lasticbeanstalk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lasticbeanstalk/getting-started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Elastic Beanstalk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AWS Elastic Beanstalk?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https://aws.amazon.com/elasticbeanstalk/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AWS Elastic Beanstalk</a:t>
            </a:r>
            <a:r>
              <a:rPr lang="en-US" sz="2400" dirty="0" smtClean="0"/>
              <a:t> enables customers to easily migrate, deploy, and scale </a:t>
            </a:r>
            <a:r>
              <a:rPr lang="en-US" sz="2400" u="sng" dirty="0" smtClean="0"/>
              <a:t>full-stack </a:t>
            </a:r>
            <a:r>
              <a:rPr lang="en-US" sz="2400" u="sng" dirty="0" smtClean="0"/>
              <a:t>applications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manages application and infrastructure operations, letting developers focus on business logic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</a:t>
            </a:r>
            <a:r>
              <a:rPr lang="en-US" dirty="0" smtClean="0"/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Many large enterprises need to migrate their existing </a:t>
            </a:r>
            <a:r>
              <a:rPr lang="en-US" sz="2200" i="1" dirty="0" smtClean="0">
                <a:solidFill>
                  <a:srgbClr val="C00000"/>
                </a:solidFill>
              </a:rPr>
              <a:t>monolithic applications</a:t>
            </a:r>
            <a:r>
              <a:rPr lang="en-US" sz="2200" dirty="0" smtClean="0"/>
              <a:t> such as .NET applications, Java applications, or PHP web services, from on-premises data centers or competitor platforms to the cloud without breaking apart or re-architecting their code. AWS Elastic Beanstalk provides a straightforward "lift and shift" path for these traditional applications, offering wide instance type support and customization options to integrate with other AWS services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Organizations running </a:t>
            </a:r>
            <a:r>
              <a:rPr lang="en-US" sz="2200" i="1" dirty="0" smtClean="0">
                <a:solidFill>
                  <a:srgbClr val="C00000"/>
                </a:solidFill>
              </a:rPr>
              <a:t>individual containers</a:t>
            </a:r>
            <a:r>
              <a:rPr lang="en-US" sz="2200" dirty="0" smtClean="0"/>
              <a:t> need simple deployment and management without complex container orchestration. AWS Elastic Beanstalk provides teams with the ability to run </a:t>
            </a:r>
            <a:r>
              <a:rPr lang="en-US" sz="2200" dirty="0" err="1" smtClean="0"/>
              <a:t>Docker</a:t>
            </a:r>
            <a:r>
              <a:rPr lang="en-US" sz="2200" dirty="0" smtClean="0"/>
              <a:t> containers on EC2 instances with built-in scaling and infrastructure management.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https://aws.amazon.com/elasticbeanstalk/getting-started/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18831</TotalTime>
  <Words>192</Words>
  <Application>Microsoft Office PowerPoint</Application>
  <PresentationFormat>On-screen Show (4:3)</PresentationFormat>
  <Paragraphs>21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AWS Elastic Beanstalk</vt:lpstr>
      <vt:lpstr>Objectives</vt:lpstr>
      <vt:lpstr>Contents</vt:lpstr>
      <vt:lpstr>References</vt:lpstr>
      <vt:lpstr>Why AWS Elastic Beanstalk?</vt:lpstr>
      <vt:lpstr>Use Cases</vt:lpstr>
      <vt:lpstr>Getting Started</vt:lpstr>
      <vt:lpstr>Slide 8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5362</cp:revision>
  <dcterms:created xsi:type="dcterms:W3CDTF">2007-10-06T08:25:13Z</dcterms:created>
  <dcterms:modified xsi:type="dcterms:W3CDTF">2025-08-28T18:41:19Z</dcterms:modified>
</cp:coreProperties>
</file>