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584" r:id="rId2"/>
    <p:sldId id="585" r:id="rId3"/>
    <p:sldId id="586" r:id="rId4"/>
    <p:sldId id="587" r:id="rId5"/>
    <p:sldId id="588" r:id="rId6"/>
    <p:sldId id="589" r:id="rId7"/>
    <p:sldId id="590" r:id="rId8"/>
    <p:sldId id="591" r:id="rId9"/>
    <p:sldId id="593" r:id="rId10"/>
    <p:sldId id="592" r:id="rId11"/>
    <p:sldId id="594" r:id="rId12"/>
    <p:sldId id="595" r:id="rId13"/>
    <p:sldId id="596" r:id="rId14"/>
    <p:sldId id="597" r:id="rId15"/>
    <p:sldId id="598" r:id="rId16"/>
    <p:sldId id="599" r:id="rId17"/>
    <p:sldId id="600" r:id="rId18"/>
    <p:sldId id="603" r:id="rId19"/>
    <p:sldId id="602" r:id="rId20"/>
    <p:sldId id="604" r:id="rId21"/>
    <p:sldId id="440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>
        <p:scale>
          <a:sx n="50" d="100"/>
          <a:sy n="50" d="100"/>
        </p:scale>
        <p:origin x="-1648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tep-function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AWS Step Functions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Step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https://aws.amazon.com/step-functions/</a:t>
            </a:r>
            <a:endParaRPr lang="en-US" sz="2200" dirty="0" smtClean="0"/>
          </a:p>
          <a:p>
            <a:r>
              <a:rPr lang="en-US" sz="2400" dirty="0" smtClean="0"/>
              <a:t>AWS Step Functions is a visual workflow service that helps developers use AWS services to build distributed applications, automate processes, orchestrate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, and create data and machine learning (ML) pipelines.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AWS Step Functions?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Ensure that multiple long-running ETL jobs run in order and complete successfully, without the need for manual orchestration.</a:t>
            </a:r>
          </a:p>
          <a:p>
            <a:r>
              <a:rPr lang="en-US" sz="2400" dirty="0" smtClean="0"/>
              <a:t>Iterate over and process large data-sets such as security logs, transaction data, or image and video files.</a:t>
            </a:r>
          </a:p>
          <a:p>
            <a:r>
              <a:rPr lang="en-US" sz="2400" dirty="0" smtClean="0"/>
              <a:t>Combine multiple AWS Lambda functions into responsive </a:t>
            </a:r>
            <a:r>
              <a:rPr lang="en-US" sz="2400" dirty="0" err="1" smtClean="0"/>
              <a:t>serverless</a:t>
            </a:r>
            <a:r>
              <a:rPr lang="en-US" sz="2400" dirty="0" smtClean="0"/>
              <a:t> applications and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.</a:t>
            </a:r>
          </a:p>
          <a:p>
            <a:r>
              <a:rPr lang="en-US" sz="2400" smtClean="0"/>
              <a:t>Create automated workflows, including manual approval steps, for security incident response.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With AWS Step Functions, you design your workflow as a state </a:t>
            </a:r>
            <a:r>
              <a:rPr lang="en-US" sz="2400" dirty="0" smtClean="0"/>
              <a:t>machine.</a:t>
            </a:r>
          </a:p>
          <a:p>
            <a:r>
              <a:rPr lang="en-US" sz="2400" dirty="0" smtClean="0"/>
              <a:t>State </a:t>
            </a:r>
            <a:r>
              <a:rPr lang="en-US" sz="2400" dirty="0" smtClean="0"/>
              <a:t>machines are defined with Amazon States Language in a JSON format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state machine contains multiple states. Here’s a review of the different states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b="1" dirty="0" smtClean="0"/>
              <a:t>Task:</a:t>
            </a:r>
            <a:r>
              <a:rPr lang="en-US" sz="2000" dirty="0" smtClean="0"/>
              <a:t> Performs some </a:t>
            </a:r>
            <a:r>
              <a:rPr lang="en-US" sz="2000" dirty="0" smtClean="0"/>
              <a:t>work.</a:t>
            </a:r>
          </a:p>
          <a:p>
            <a:pPr lvl="1"/>
            <a:r>
              <a:rPr lang="en-US" sz="2000" b="1" dirty="0" smtClean="0"/>
              <a:t>Choice:</a:t>
            </a:r>
            <a:r>
              <a:rPr lang="en-US" sz="2000" dirty="0" smtClean="0"/>
              <a:t> Makes a decision for the next branch of execution.</a:t>
            </a:r>
          </a:p>
          <a:p>
            <a:pPr lvl="1"/>
            <a:r>
              <a:rPr lang="en-US" sz="2000" b="1" dirty="0" smtClean="0"/>
              <a:t>Succeed </a:t>
            </a:r>
            <a:r>
              <a:rPr lang="en-US" sz="2000" dirty="0" smtClean="0"/>
              <a:t>or </a:t>
            </a:r>
            <a:r>
              <a:rPr lang="en-US" sz="2000" b="1" dirty="0" smtClean="0"/>
              <a:t>Fail:</a:t>
            </a:r>
            <a:r>
              <a:rPr lang="en-US" sz="2000" dirty="0" smtClean="0"/>
              <a:t> Ends the execution.</a:t>
            </a:r>
          </a:p>
          <a:p>
            <a:pPr lvl="1"/>
            <a:r>
              <a:rPr lang="en-US" sz="2000" b="1" dirty="0" smtClean="0"/>
              <a:t>Pass:</a:t>
            </a:r>
            <a:r>
              <a:rPr lang="en-US" sz="2000" dirty="0" smtClean="0"/>
              <a:t> Passes input to output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b="1" dirty="0" smtClean="0"/>
              <a:t>Parallel:</a:t>
            </a:r>
            <a:r>
              <a:rPr lang="en-US" sz="2000" dirty="0" smtClean="0"/>
              <a:t> Creates multiple branches of execution.</a:t>
            </a:r>
          </a:p>
          <a:p>
            <a:pPr lvl="1"/>
            <a:r>
              <a:rPr lang="en-US" sz="2000" b="1" dirty="0" smtClean="0"/>
              <a:t>Map:</a:t>
            </a:r>
            <a:r>
              <a:rPr lang="en-US" sz="2000" dirty="0" smtClean="0"/>
              <a:t> Runs tasks in parallel on the items in a dataset.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Lambda Function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413" y="1981200"/>
            <a:ext cx="7900987" cy="3776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Copy 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arn:aws:lambda:us-east-1:135319629286:function:helloLambda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971800"/>
            <a:ext cx="7885833" cy="1936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Enter Code and Deploy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export const handler = </a:t>
            </a:r>
            <a:r>
              <a:rPr lang="en-US" sz="2400" dirty="0" err="1" smtClean="0">
                <a:latin typeface="Consolas" pitchFamily="49" charset="0"/>
              </a:rPr>
              <a:t>async</a:t>
            </a:r>
            <a:r>
              <a:rPr lang="en-US" sz="2400" dirty="0" smtClean="0">
                <a:latin typeface="Consolas" pitchFamily="49" charset="0"/>
              </a:rPr>
              <a:t>(event, context, callback) =&gt; {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    callback(null, "Hello from " + </a:t>
            </a:r>
            <a:r>
              <a:rPr lang="en-US" sz="2400" dirty="0" err="1" smtClean="0">
                <a:latin typeface="Consolas" pitchFamily="49" charset="0"/>
              </a:rPr>
              <a:t>event.who</a:t>
            </a:r>
            <a:r>
              <a:rPr lang="en-US" sz="2400" dirty="0" smtClean="0">
                <a:latin typeface="Consolas" pitchFamily="49" charset="0"/>
              </a:rPr>
              <a:t> + "!");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};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581400"/>
            <a:ext cx="70104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Test the Lambda </a:t>
            </a:r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    "who": "AWS Step Functions"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}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819400"/>
            <a:ext cx="594741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220021" cy="301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State Machine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Select Blank Template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7026" y="2209800"/>
            <a:ext cx="7937374" cy="3059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Select Blank Template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209800"/>
            <a:ext cx="6853342" cy="343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Select Lambda Function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013" y="1663700"/>
            <a:ext cx="6911975" cy="450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Confirm Role Creation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8053758" cy="4041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Run State Machine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33600"/>
            <a:ext cx="7663815" cy="33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Start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  "who": </a:t>
            </a:r>
            <a:r>
              <a:rPr lang="en-US" sz="2000" dirty="0" smtClean="0">
                <a:latin typeface="Consolas" pitchFamily="49" charset="0"/>
              </a:rPr>
              <a:t>"AWS Step Functions"</a:t>
            </a:r>
            <a:endParaRPr lang="en-US" sz="20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}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819400"/>
            <a:ext cx="6496709" cy="332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Review Output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514600"/>
            <a:ext cx="7404918" cy="2496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13. Modify </a:t>
            </a:r>
            <a:r>
              <a:rPr lang="en-US" smtClean="0"/>
              <a:t>Execution Permissions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05000"/>
            <a:ext cx="7684655" cy="3405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18885</TotalTime>
  <Words>358</Words>
  <Application>Microsoft Office PowerPoint</Application>
  <PresentationFormat>On-screen Show (4:3)</PresentationFormat>
  <Paragraphs>53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AWS Step Functions</vt:lpstr>
      <vt:lpstr>Objectives</vt:lpstr>
      <vt:lpstr>Contents</vt:lpstr>
      <vt:lpstr>References</vt:lpstr>
      <vt:lpstr>AWS Step Functions</vt:lpstr>
      <vt:lpstr>Why AWS Step Functions?</vt:lpstr>
      <vt:lpstr>State Machines</vt:lpstr>
      <vt:lpstr>1. Create Lambda Function</vt:lpstr>
      <vt:lpstr>2. Copy ARN</vt:lpstr>
      <vt:lpstr>3. Enter Code and Deploy</vt:lpstr>
      <vt:lpstr>4. Test the Lambda Function</vt:lpstr>
      <vt:lpstr>5. Create State Machine</vt:lpstr>
      <vt:lpstr>6. Select Blank Template</vt:lpstr>
      <vt:lpstr>6. Select Blank Template</vt:lpstr>
      <vt:lpstr>7. Select Lambda Function</vt:lpstr>
      <vt:lpstr>8. Confirm Role Creation</vt:lpstr>
      <vt:lpstr>9. Run State Machine</vt:lpstr>
      <vt:lpstr>10. Start Execution</vt:lpstr>
      <vt:lpstr>11. Review Output</vt:lpstr>
      <vt:lpstr>13. Modify Execution Permissions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5457</cp:revision>
  <dcterms:created xsi:type="dcterms:W3CDTF">2007-10-06T08:25:13Z</dcterms:created>
  <dcterms:modified xsi:type="dcterms:W3CDTF">2024-01-19T20:24:42Z</dcterms:modified>
</cp:coreProperties>
</file>