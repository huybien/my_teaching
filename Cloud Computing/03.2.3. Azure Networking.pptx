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441" r:id="rId2"/>
    <p:sldId id="442" r:id="rId3"/>
    <p:sldId id="443" r:id="rId4"/>
    <p:sldId id="444" r:id="rId5"/>
    <p:sldId id="445" r:id="rId6"/>
    <p:sldId id="446" r:id="rId7"/>
    <p:sldId id="447" r:id="rId8"/>
    <p:sldId id="440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3" autoAdjust="0"/>
    <p:restoredTop sz="94765" autoAdjust="0"/>
  </p:normalViewPr>
  <p:slideViewPr>
    <p:cSldViewPr>
      <p:cViewPr>
        <p:scale>
          <a:sx n="50" d="100"/>
          <a:sy n="50" d="100"/>
        </p:scale>
        <p:origin x="-164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Azure Networking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Review Service Security Group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05" y="2080511"/>
            <a:ext cx="8052595" cy="3405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</a:t>
            </a:r>
            <a:r>
              <a:rPr lang="en-US" dirty="0" smtClean="0"/>
              <a:t>. Review Client Security Group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366264"/>
            <a:ext cx="7597648" cy="3043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Review Virtual Network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362200"/>
            <a:ext cx="7569269" cy="3360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18145</TotalTime>
  <Words>53</Words>
  <Application>Microsoft Office PowerPoint</Application>
  <PresentationFormat>On-screen Show (4:3)</PresentationFormat>
  <Paragraphs>15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Azure Networking</vt:lpstr>
      <vt:lpstr>Objectives</vt:lpstr>
      <vt:lpstr>Contents</vt:lpstr>
      <vt:lpstr>References</vt:lpstr>
      <vt:lpstr>1. Review Service Security Group</vt:lpstr>
      <vt:lpstr>2. Review Client Security Group</vt:lpstr>
      <vt:lpstr>3. Review Virtual Network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5177</cp:revision>
  <dcterms:created xsi:type="dcterms:W3CDTF">2007-10-06T08:25:13Z</dcterms:created>
  <dcterms:modified xsi:type="dcterms:W3CDTF">2025-11-14T11:48:44Z</dcterms:modified>
</cp:coreProperties>
</file>