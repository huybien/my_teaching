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sldIdLst>
    <p:sldId id="584" r:id="rId2"/>
    <p:sldId id="585" r:id="rId3"/>
    <p:sldId id="586" r:id="rId4"/>
    <p:sldId id="587" r:id="rId5"/>
    <p:sldId id="589" r:id="rId6"/>
    <p:sldId id="588" r:id="rId7"/>
    <p:sldId id="440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8" autoAdjust="0"/>
    <p:restoredTop sz="83941" autoAdjust="0"/>
  </p:normalViewPr>
  <p:slideViewPr>
    <p:cSldViewPr>
      <p:cViewPr varScale="1">
        <p:scale>
          <a:sx n="59" d="100"/>
          <a:sy n="59" d="100"/>
        </p:scale>
        <p:origin x="-1388" y="-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5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5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AWS Serverless Data Analytics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4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2" y="2438403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3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2"/>
            <a:ext cx="2724150" cy="4133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</a:t>
            </a:r>
            <a:r>
              <a:rPr lang="en-US" dirty="0" smtClean="0"/>
              <a:t>Case and Pain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Issue: no analytics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no forecasting.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9650" y="3048000"/>
            <a:ext cx="4584700" cy="255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Need: forecasting.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3" y="1676402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19045</TotalTime>
  <Words>54</Words>
  <Application>Microsoft Office PowerPoint</Application>
  <PresentationFormat>On-screen Show (4:3)</PresentationFormat>
  <Paragraphs>16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AWS Serverless Data Analytics</vt:lpstr>
      <vt:lpstr>Objectives</vt:lpstr>
      <vt:lpstr>Contents</vt:lpstr>
      <vt:lpstr>References</vt:lpstr>
      <vt:lpstr>Use Case and Pain Points</vt:lpstr>
      <vt:lpstr>Requirements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5379</cp:revision>
  <dcterms:created xsi:type="dcterms:W3CDTF">2007-10-06T08:25:13Z</dcterms:created>
  <dcterms:modified xsi:type="dcterms:W3CDTF">2025-12-08T14:57:18Z</dcterms:modified>
</cp:coreProperties>
</file>