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5"/>
  </p:notesMasterIdLst>
  <p:sldIdLst>
    <p:sldId id="584" r:id="rId2"/>
    <p:sldId id="585" r:id="rId3"/>
    <p:sldId id="586" r:id="rId4"/>
    <p:sldId id="587" r:id="rId5"/>
    <p:sldId id="589" r:id="rId6"/>
    <p:sldId id="588" r:id="rId7"/>
    <p:sldId id="590" r:id="rId8"/>
    <p:sldId id="595" r:id="rId9"/>
    <p:sldId id="596" r:id="rId10"/>
    <p:sldId id="597" r:id="rId11"/>
    <p:sldId id="598" r:id="rId12"/>
    <p:sldId id="599" r:id="rId13"/>
    <p:sldId id="440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8" autoAdjust="0"/>
    <p:restoredTop sz="83941" autoAdjust="0"/>
  </p:normalViewPr>
  <p:slideViewPr>
    <p:cSldViewPr>
      <p:cViewPr varScale="1">
        <p:scale>
          <a:sx n="59" d="100"/>
          <a:sy n="59" d="100"/>
        </p:scale>
        <p:origin x="-1388" y="-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5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products/comput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products/database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ws-tc-largeobjects.s3.us-west-2.amazonaws.com/DEV-AWS-MO-Architecting/exercise-1-serverless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AWS </a:t>
            </a:r>
            <a:r>
              <a:rPr lang="en-US" sz="6000" dirty="0" err="1" smtClean="0"/>
              <a:t>Serverless</a:t>
            </a:r>
            <a:r>
              <a:rPr lang="en-US" sz="6000" dirty="0" smtClean="0"/>
              <a:t> Web Backend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4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2" y="2438403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3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2"/>
            <a:ext cx="2724150" cy="413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and Pain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Workload issue: huge traffic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failed API calls.</a:t>
            </a:r>
          </a:p>
          <a:p>
            <a:r>
              <a:rPr lang="en-US" sz="2400" dirty="0" smtClean="0"/>
              <a:t>Scaling issue: maintenance cost, no elastic scaling.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3888" y="2974975"/>
            <a:ext cx="5356225" cy="296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Need: performance and operational cost.</a:t>
            </a:r>
          </a:p>
          <a:p>
            <a:r>
              <a:rPr lang="en-US" sz="2400" dirty="0" smtClean="0"/>
              <a:t>Opportunity: willing to </a:t>
            </a:r>
            <a:r>
              <a:rPr lang="en-US" sz="2400" dirty="0" err="1" smtClean="0"/>
              <a:t>refactor</a:t>
            </a:r>
            <a:r>
              <a:rPr lang="en-US" sz="2400" dirty="0" smtClean="0"/>
              <a:t> architecture and rewrite code.</a:t>
            </a:r>
          </a:p>
          <a:p>
            <a:r>
              <a:rPr lang="en-US" sz="2400" dirty="0" smtClean="0"/>
              <a:t>Wishes: monitoring and logging.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Selecting a </a:t>
            </a:r>
            <a:r>
              <a:rPr lang="en-US" sz="4000" dirty="0" err="1" smtClean="0"/>
              <a:t>Serverless</a:t>
            </a:r>
            <a:r>
              <a:rPr lang="en-US" sz="4000" dirty="0" smtClean="0"/>
              <a:t> Compute Service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https://aws.amazon.com/products/compute/</a:t>
            </a:r>
            <a:endParaRPr lang="en-US" sz="2400" dirty="0" smtClean="0"/>
          </a:p>
          <a:p>
            <a:r>
              <a:rPr lang="en-US" sz="2400" dirty="0" smtClean="0"/>
              <a:t>AWS Lambda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Choosing an AWS Database Service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https://aws.amazon.com/products/databases/</a:t>
            </a:r>
            <a:endParaRPr lang="en-US" sz="2400" dirty="0" smtClean="0"/>
          </a:p>
          <a:p>
            <a:r>
              <a:rPr lang="en-US" sz="2400" dirty="0" smtClean="0"/>
              <a:t>Amazon </a:t>
            </a:r>
            <a:r>
              <a:rPr lang="en-US" sz="2400" dirty="0" err="1" smtClean="0"/>
              <a:t>DynamoDB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Event-Driven Architectures on AWS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Amazon SNS</a:t>
            </a:r>
          </a:p>
          <a:p>
            <a:r>
              <a:rPr lang="en-US" sz="2400" b="1" dirty="0" smtClean="0"/>
              <a:t>Amazon SQS</a:t>
            </a:r>
          </a:p>
          <a:p>
            <a:endParaRPr 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Solution Overview</a:t>
            </a:r>
            <a:endParaRPr lang="en-US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1124" y="2133600"/>
            <a:ext cx="7292276" cy="3431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Optimizations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Caching for Amazon </a:t>
            </a:r>
            <a:r>
              <a:rPr lang="en-US" sz="2400" dirty="0" err="1" smtClean="0"/>
              <a:t>DynamoDB</a:t>
            </a:r>
            <a:r>
              <a:rPr lang="en-US" sz="2400" dirty="0" smtClean="0"/>
              <a:t> by using Amazon </a:t>
            </a:r>
            <a:r>
              <a:rPr lang="en-US" sz="2400" dirty="0" err="1" smtClean="0"/>
              <a:t>DynamoDB</a:t>
            </a:r>
            <a:r>
              <a:rPr lang="en-US" sz="2400" dirty="0" smtClean="0"/>
              <a:t> Accelerator</a:t>
            </a:r>
          </a:p>
          <a:p>
            <a:r>
              <a:rPr lang="en-US" sz="2400" dirty="0" smtClean="0"/>
              <a:t>AWS Lambda Power Tuning</a:t>
            </a:r>
          </a:p>
          <a:p>
            <a:r>
              <a:rPr lang="en-US" sz="2400" dirty="0" smtClean="0"/>
              <a:t>AWS Lambda </a:t>
            </a:r>
            <a:r>
              <a:rPr lang="en-US" sz="2400" dirty="0" err="1" smtClean="0"/>
              <a:t>Powertools</a:t>
            </a:r>
            <a:endParaRPr lang="en-US" sz="2400" dirty="0" smtClean="0"/>
          </a:p>
          <a:p>
            <a:r>
              <a:rPr lang="fr-FR" sz="2400" dirty="0" smtClean="0"/>
              <a:t>AWS Lambda </a:t>
            </a:r>
            <a:r>
              <a:rPr lang="fr-FR" sz="2400" dirty="0" err="1" smtClean="0"/>
              <a:t>execution</a:t>
            </a:r>
            <a:r>
              <a:rPr lang="fr-FR" sz="2400" dirty="0" smtClean="0"/>
              <a:t> </a:t>
            </a:r>
            <a:r>
              <a:rPr lang="fr-FR" sz="2400" dirty="0" err="1" smtClean="0"/>
              <a:t>environment</a:t>
            </a:r>
            <a:r>
              <a:rPr lang="fr-FR" sz="2400" dirty="0" smtClean="0"/>
              <a:t> </a:t>
            </a:r>
            <a:r>
              <a:rPr lang="fr-FR" sz="2400" dirty="0" err="1" smtClean="0"/>
              <a:t>reuse</a:t>
            </a:r>
            <a:endParaRPr lang="fr-FR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a Proof of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https://aws-tc-largeobjects.s3.us-west-2.amazonaws.com/DEV-AWS-MO-Architecting/exercise-1-serverless.html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3" y="1676402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18954</TotalTime>
  <Words>148</Words>
  <Application>Microsoft Office PowerPoint</Application>
  <PresentationFormat>On-screen Show (4:3)</PresentationFormat>
  <Paragraphs>36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AWS Serverless Web Backend</vt:lpstr>
      <vt:lpstr>Objectives</vt:lpstr>
      <vt:lpstr>Contents</vt:lpstr>
      <vt:lpstr>References</vt:lpstr>
      <vt:lpstr>Use Case and Pain Points</vt:lpstr>
      <vt:lpstr>Requirements</vt:lpstr>
      <vt:lpstr>Selecting a Serverless Compute Service</vt:lpstr>
      <vt:lpstr>Choosing an AWS Database Service</vt:lpstr>
      <vt:lpstr>Event-Driven Architectures on AWS</vt:lpstr>
      <vt:lpstr>Solution Overview</vt:lpstr>
      <vt:lpstr>Architecture Optimizations</vt:lpstr>
      <vt:lpstr>Building a Proof of Concept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5365</cp:revision>
  <dcterms:created xsi:type="dcterms:W3CDTF">2007-10-06T08:25:13Z</dcterms:created>
  <dcterms:modified xsi:type="dcterms:W3CDTF">2025-12-09T17:45:04Z</dcterms:modified>
</cp:coreProperties>
</file>