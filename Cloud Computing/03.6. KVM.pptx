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notesMasterIdLst>
    <p:notesMasterId r:id="rId22"/>
  </p:notesMasterIdLst>
  <p:sldIdLst>
    <p:sldId id="599" r:id="rId2"/>
    <p:sldId id="567" r:id="rId3"/>
    <p:sldId id="568" r:id="rId4"/>
    <p:sldId id="569" r:id="rId5"/>
    <p:sldId id="628" r:id="rId6"/>
    <p:sldId id="627" r:id="rId7"/>
    <p:sldId id="629" r:id="rId8"/>
    <p:sldId id="630" r:id="rId9"/>
    <p:sldId id="631" r:id="rId10"/>
    <p:sldId id="641" r:id="rId11"/>
    <p:sldId id="642" r:id="rId12"/>
    <p:sldId id="649" r:id="rId13"/>
    <p:sldId id="650" r:id="rId14"/>
    <p:sldId id="643" r:id="rId15"/>
    <p:sldId id="640" r:id="rId16"/>
    <p:sldId id="651" r:id="rId17"/>
    <p:sldId id="654" r:id="rId18"/>
    <p:sldId id="652" r:id="rId19"/>
    <p:sldId id="653" r:id="rId20"/>
    <p:sldId id="440" r:id="rId21"/>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3CCFF"/>
  </p:clrMru>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890" autoAdjust="0"/>
    <p:restoredTop sz="94765" autoAdjust="0"/>
  </p:normalViewPr>
  <p:slideViewPr>
    <p:cSldViewPr>
      <p:cViewPr>
        <p:scale>
          <a:sx n="50" d="100"/>
          <a:sy n="50" d="100"/>
        </p:scale>
        <p:origin x="-1654" y="-400"/>
      </p:cViewPr>
      <p:guideLst>
        <p:guide orient="horz" pos="2160"/>
        <p:guide pos="2880"/>
      </p:guideLst>
    </p:cSldViewPr>
  </p:slideViewPr>
  <p:outlineViewPr>
    <p:cViewPr>
      <p:scale>
        <a:sx n="33" d="100"/>
        <a:sy n="33" d="100"/>
      </p:scale>
      <p:origin x="0" y="46014"/>
    </p:cViewPr>
  </p:outlineViewPr>
  <p:notesTextViewPr>
    <p:cViewPr>
      <p:scale>
        <a:sx n="100" d="100"/>
        <a:sy n="100" d="100"/>
      </p:scale>
      <p:origin x="0" y="0"/>
    </p:cViewPr>
  </p:notesTextViewPr>
  <p:sorterViewPr>
    <p:cViewPr>
      <p:scale>
        <a:sx n="66" d="100"/>
        <a:sy n="66" d="100"/>
      </p:scale>
      <p:origin x="0" y="0"/>
    </p:cViewPr>
  </p:sorter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062591D-F63A-4C87-988A-2A4399BE3C42}" type="datetimeFigureOut">
              <a:rPr lang="en-US" smtClean="0"/>
              <a:pPr/>
              <a:t>12/20/2025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DB2649A-D532-4C46-8375-2DC4F09C0D42}"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lvl1pPr>
              <a:defRPr/>
            </a:lvl1pPr>
          </a:lstStyle>
          <a:p>
            <a:pPr>
              <a:defRPr/>
            </a:pPr>
            <a:fld id="{BB3B12F3-13D8-4BC6-B271-EF890D2E3EA0}" type="datetimeFigureOut">
              <a:rPr lang="en-US"/>
              <a:pPr>
                <a:defRPr/>
              </a:pPr>
              <a:t>12/20/2025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0C4D65A0-8A45-49A8-B2B4-890662407FE0}" type="slidenum">
              <a:rPr lang="en-US"/>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AF2554BB-BED8-407D-871B-BC3BF099B766}" type="datetimeFigureOut">
              <a:rPr lang="en-US"/>
              <a:pPr>
                <a:defRPr/>
              </a:pPr>
              <a:t>12/20/2025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6B6A513C-A265-4672-ADF9-9C420A0C09A7}"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fld id="{D183AE9F-B8F4-4A27-A258-84000ADADD35}" type="datetimeFigureOut">
              <a:rPr lang="en-US"/>
              <a:pPr>
                <a:defRPr/>
              </a:pPr>
              <a:t>12/20/2025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D0C0325C-EBE7-4A11-97E9-DF8C42B04A73}" type="slidenum">
              <a:rPr lang="en-US"/>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3"/>
          <p:cNvSpPr>
            <a:spLocks noGrp="1"/>
          </p:cNvSpPr>
          <p:nvPr>
            <p:ph type="dt" sz="half" idx="10"/>
          </p:nvPr>
        </p:nvSpPr>
        <p:spPr/>
        <p:txBody>
          <a:bodyPr/>
          <a:lstStyle>
            <a:lvl1pPr>
              <a:defRPr/>
            </a:lvl1pPr>
          </a:lstStyle>
          <a:p>
            <a:pPr>
              <a:defRPr/>
            </a:pPr>
            <a:fld id="{8B4F403C-A7D9-4211-8DC1-5865845C9F38}" type="datetimeFigureOut">
              <a:rPr lang="en-US"/>
              <a:pPr>
                <a:defRPr/>
              </a:pPr>
              <a:t>12/20/2025</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C091B809-96F5-477B-8E72-8AB6B5E4AEA1}"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3"/>
          <p:cNvSpPr>
            <a:spLocks noGrp="1"/>
          </p:cNvSpPr>
          <p:nvPr>
            <p:ph type="dt" sz="half" idx="10"/>
          </p:nvPr>
        </p:nvSpPr>
        <p:spPr/>
        <p:txBody>
          <a:bodyPr/>
          <a:lstStyle>
            <a:lvl1pPr>
              <a:defRPr/>
            </a:lvl1pPr>
          </a:lstStyle>
          <a:p>
            <a:pPr>
              <a:defRPr/>
            </a:pPr>
            <a:fld id="{8809C128-87F1-4A1D-AC95-1D0A8C2820AC}" type="datetimeFigureOut">
              <a:rPr lang="en-US"/>
              <a:pPr>
                <a:defRPr/>
              </a:pPr>
              <a:t>12/20/2025</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DC251F8E-6BBA-4EBA-BCCA-61145C18CC0B}" type="slidenum">
              <a:rPr lang="en-US"/>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3"/>
          <p:cNvSpPr>
            <a:spLocks noGrp="1"/>
          </p:cNvSpPr>
          <p:nvPr>
            <p:ph type="dt" sz="half" idx="10"/>
          </p:nvPr>
        </p:nvSpPr>
        <p:spPr/>
        <p:txBody>
          <a:bodyPr/>
          <a:lstStyle>
            <a:lvl1pPr>
              <a:defRPr/>
            </a:lvl1pPr>
          </a:lstStyle>
          <a:p>
            <a:pPr>
              <a:defRPr/>
            </a:pPr>
            <a:fld id="{0DD7EAC8-1610-4C8B-8A2E-7959779A26B0}" type="datetimeFigureOut">
              <a:rPr lang="en-US"/>
              <a:pPr>
                <a:defRPr/>
              </a:pPr>
              <a:t>12/20/2025</a:t>
            </a:fld>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88F43CFA-8BED-4A88-AB21-8477601BA319}" type="slidenum">
              <a:rPr lang="en-US"/>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BD13CF8C-ED99-4E62-9F8F-039B47F842EB}" type="datetimeFigureOut">
              <a:rPr lang="en-US"/>
              <a:pPr>
                <a:defRPr/>
              </a:pPr>
              <a:t>12/20/2025</a:t>
            </a:fld>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73FA9176-712D-4387-A1B9-79FDD21B4132}" type="slidenum">
              <a:rPr lang="en-US"/>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6A10295A-2761-40EA-9DA2-E88C0504267F}" type="datetimeFigureOut">
              <a:rPr lang="en-US"/>
              <a:pPr>
                <a:defRPr/>
              </a:pPr>
              <a:t>12/20/2025</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A6EFA140-F156-4425-B953-A67D35160EB0}" type="slidenum">
              <a:rPr lang="en-US"/>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B7036556-1340-40FC-A073-D70D8832A760}" type="datetimeFigureOut">
              <a:rPr lang="en-US"/>
              <a:pPr>
                <a:defRPr/>
              </a:pPr>
              <a:t>12/20/2025</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AB3919B8-AF1D-4524-AED9-AA87E5FE0640}" type="slidenum">
              <a:rPr lang="en-US"/>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B5375E21-F618-4DDC-86A2-77C690CACCAF}" type="datetimeFigureOut">
              <a:rPr lang="en-US"/>
              <a:pPr>
                <a:defRPr/>
              </a:pPr>
              <a:t>12/20/2025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2EDB1DC0-76E8-4C19-B643-CDC8176FDDA2}" type="slidenum">
              <a:rPr lang="en-US"/>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1B4CE7E0-80C2-49E8-81AC-9B27623F73A4}" type="datetimeFigureOut">
              <a:rPr lang="en-US"/>
              <a:pPr>
                <a:defRPr/>
              </a:pPr>
              <a:t>12/20/2025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D129D05C-0F0F-4E8B-B47F-3C2F1A4BC70E}"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218"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9219"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2F5EA699-B790-4630-B1C5-9840307833F6}" type="datetimeFigureOut">
              <a:rPr lang="en-US"/>
              <a:pPr>
                <a:defRPr/>
              </a:pPr>
              <a:t>12/20/2025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409E2BD1-610D-47CE-BC14-E90E7753FA52}"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nhbien@fit.hcmus.edu.vn"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hyperlink" Target="https://wiki.libvirt.org/Networking.html" TargetMode="Externa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ctrTitle"/>
          </p:nvPr>
        </p:nvSpPr>
        <p:spPr/>
        <p:txBody>
          <a:bodyPr/>
          <a:lstStyle/>
          <a:p>
            <a:pPr eaLnBrk="1" hangingPunct="1"/>
            <a:r>
              <a:rPr lang="en-US" sz="6000" dirty="0" smtClean="0"/>
              <a:t>KVM</a:t>
            </a:r>
          </a:p>
        </p:txBody>
      </p:sp>
      <p:sp>
        <p:nvSpPr>
          <p:cNvPr id="3" name="Subtitle 2"/>
          <p:cNvSpPr>
            <a:spLocks noGrp="1"/>
          </p:cNvSpPr>
          <p:nvPr>
            <p:ph type="subTitle" idx="1"/>
          </p:nvPr>
        </p:nvSpPr>
        <p:spPr/>
        <p:txBody>
          <a:bodyPr rtlCol="0">
            <a:normAutofit fontScale="40000" lnSpcReduction="20000"/>
          </a:bodyPr>
          <a:lstStyle/>
          <a:p>
            <a:pPr eaLnBrk="1" fontAlgn="auto" hangingPunct="1">
              <a:spcAft>
                <a:spcPts val="0"/>
              </a:spcAft>
              <a:defRPr/>
            </a:pPr>
            <a:r>
              <a:rPr lang="en-US" sz="5400" dirty="0" smtClean="0"/>
              <a:t>Lecturer: Ngo Huy Bien</a:t>
            </a:r>
          </a:p>
          <a:p>
            <a:pPr eaLnBrk="1" fontAlgn="auto" hangingPunct="1">
              <a:spcAft>
                <a:spcPts val="0"/>
              </a:spcAft>
              <a:defRPr/>
            </a:pPr>
            <a:r>
              <a:rPr lang="en-US" sz="4400" dirty="0" smtClean="0"/>
              <a:t>Software Engineering Department</a:t>
            </a:r>
          </a:p>
          <a:p>
            <a:pPr eaLnBrk="1" fontAlgn="auto" hangingPunct="1">
              <a:spcAft>
                <a:spcPts val="0"/>
              </a:spcAft>
              <a:defRPr/>
            </a:pPr>
            <a:r>
              <a:rPr lang="en-US" sz="4400" dirty="0" smtClean="0"/>
              <a:t>Faculty of Information Technology</a:t>
            </a:r>
          </a:p>
          <a:p>
            <a:pPr eaLnBrk="1" fontAlgn="auto" hangingPunct="1">
              <a:spcAft>
                <a:spcPts val="0"/>
              </a:spcAft>
              <a:defRPr/>
            </a:pPr>
            <a:r>
              <a:rPr lang="en-US" sz="4400" dirty="0" smtClean="0"/>
              <a:t>University of Science</a:t>
            </a:r>
          </a:p>
          <a:p>
            <a:pPr eaLnBrk="1" fontAlgn="auto" hangingPunct="1">
              <a:spcAft>
                <a:spcPts val="0"/>
              </a:spcAft>
              <a:defRPr/>
            </a:pPr>
            <a:r>
              <a:rPr lang="en-US" sz="4400" dirty="0" smtClean="0"/>
              <a:t>Ho Chi Minh City, Vietnam</a:t>
            </a:r>
          </a:p>
          <a:p>
            <a:pPr eaLnBrk="1" fontAlgn="auto" hangingPunct="1">
              <a:spcAft>
                <a:spcPts val="0"/>
              </a:spcAft>
              <a:defRPr/>
            </a:pPr>
            <a:r>
              <a:rPr lang="en-US" sz="4400" dirty="0" smtClean="0">
                <a:hlinkClick r:id="rId2"/>
              </a:rPr>
              <a:t>nhbien@fit.hcmus.edu.vn</a:t>
            </a:r>
            <a:endParaRPr lang="en-US" sz="4400" dirty="0" smtClean="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Objectives</a:t>
            </a:r>
            <a:endParaRPr lang="en-US" dirty="0"/>
          </a:p>
        </p:txBody>
      </p:sp>
      <p:sp>
        <p:nvSpPr>
          <p:cNvPr id="3" name="Content Placeholder 2"/>
          <p:cNvSpPr>
            <a:spLocks noGrp="1"/>
          </p:cNvSpPr>
          <p:nvPr>
            <p:ph idx="1"/>
          </p:nvPr>
        </p:nvSpPr>
        <p:spPr>
          <a:xfrm>
            <a:off x="457200" y="1600200"/>
            <a:ext cx="5257800" cy="4343400"/>
          </a:xfrm>
        </p:spPr>
        <p:txBody>
          <a:bodyPr/>
          <a:lstStyle/>
          <a:p>
            <a:pPr marL="457200" indent="-457200">
              <a:buFont typeface="Wingdings" pitchFamily="2" charset="2"/>
              <a:buChar char="Ø"/>
            </a:pPr>
            <a:endParaRPr lang="en-US" sz="2200" i="1" dirty="0" smtClean="0">
              <a:solidFill>
                <a:srgbClr val="C00000"/>
              </a:solidFill>
            </a:endParaRPr>
          </a:p>
        </p:txBody>
      </p:sp>
      <p:pic>
        <p:nvPicPr>
          <p:cNvPr id="4" name="Picture 2"/>
          <p:cNvPicPr>
            <a:picLocks noChangeAspect="1" noChangeArrowheads="1"/>
          </p:cNvPicPr>
          <p:nvPr/>
        </p:nvPicPr>
        <p:blipFill>
          <a:blip r:embed="rId2" cstate="print"/>
          <a:srcRect/>
          <a:stretch>
            <a:fillRect/>
          </a:stretch>
        </p:blipFill>
        <p:spPr bwMode="auto">
          <a:xfrm>
            <a:off x="6000750" y="2609850"/>
            <a:ext cx="2762250" cy="211455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p:cNvPicPr>
            <a:picLocks noChangeAspect="1" noChangeArrowheads="1"/>
          </p:cNvPicPr>
          <p:nvPr/>
        </p:nvPicPr>
        <p:blipFill>
          <a:blip r:embed="rId2" cstate="print"/>
          <a:srcRect/>
          <a:stretch>
            <a:fillRect/>
          </a:stretch>
        </p:blipFill>
        <p:spPr bwMode="auto">
          <a:xfrm>
            <a:off x="6477000" y="2438400"/>
            <a:ext cx="2390775" cy="2390775"/>
          </a:xfrm>
          <a:prstGeom prst="rect">
            <a:avLst/>
          </a:prstGeom>
          <a:noFill/>
          <a:ln w="9525">
            <a:noFill/>
            <a:miter lim="800000"/>
            <a:headEnd/>
            <a:tailEnd/>
          </a:ln>
        </p:spPr>
      </p:pic>
      <p:sp>
        <p:nvSpPr>
          <p:cNvPr id="2" name="Title 1"/>
          <p:cNvSpPr>
            <a:spLocks noGrp="1"/>
          </p:cNvSpPr>
          <p:nvPr>
            <p:ph type="title"/>
          </p:nvPr>
        </p:nvSpPr>
        <p:spPr/>
        <p:txBody>
          <a:bodyPr/>
          <a:lstStyle/>
          <a:p>
            <a:r>
              <a:rPr lang="en-US" dirty="0" smtClean="0"/>
              <a:t>Contents</a:t>
            </a:r>
            <a:endParaRPr lang="en-US" dirty="0"/>
          </a:p>
        </p:txBody>
      </p:sp>
      <p:sp>
        <p:nvSpPr>
          <p:cNvPr id="3" name="Content Placeholder 2"/>
          <p:cNvSpPr>
            <a:spLocks noGrp="1"/>
          </p:cNvSpPr>
          <p:nvPr>
            <p:ph idx="1"/>
          </p:nvPr>
        </p:nvSpPr>
        <p:spPr>
          <a:xfrm>
            <a:off x="457200" y="1600200"/>
            <a:ext cx="6096000" cy="4525963"/>
          </a:xfrm>
        </p:spPr>
        <p:txBody>
          <a:bodyPr/>
          <a:lstStyle/>
          <a:p>
            <a:pPr marL="571500" indent="-571500">
              <a:buFont typeface="+mj-lt"/>
              <a:buAutoNum type="romanUcPeriod"/>
            </a:pPr>
            <a:endParaRPr lang="en-US" sz="2400" dirty="0" smtClean="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References</a:t>
            </a:r>
            <a:endParaRPr lang="en-US" dirty="0"/>
          </a:p>
        </p:txBody>
      </p:sp>
      <p:sp>
        <p:nvSpPr>
          <p:cNvPr id="3" name="Content Placeholder 2"/>
          <p:cNvSpPr>
            <a:spLocks noGrp="1"/>
          </p:cNvSpPr>
          <p:nvPr>
            <p:ph idx="1"/>
          </p:nvPr>
        </p:nvSpPr>
        <p:spPr>
          <a:xfrm>
            <a:off x="457200" y="1600200"/>
            <a:ext cx="5257800" cy="4525963"/>
          </a:xfrm>
        </p:spPr>
        <p:txBody>
          <a:bodyPr/>
          <a:lstStyle/>
          <a:p>
            <a:pPr marL="457200" indent="-457200">
              <a:buFont typeface="+mj-lt"/>
              <a:buAutoNum type="arabicPeriod"/>
            </a:pPr>
            <a:endParaRPr lang="en-US" sz="2200" dirty="0" smtClean="0"/>
          </a:p>
        </p:txBody>
      </p:sp>
      <p:pic>
        <p:nvPicPr>
          <p:cNvPr id="4" name="Picture 4" descr="http://2.bp.blogspot.com/-FqRM_5NQE6Q/TaSdzyWfvtI/AAAAAAAAAFg/C_2LDJWJOx4/s1600/books-pile.jpg"/>
          <p:cNvPicPr>
            <a:picLocks noChangeAspect="1" noChangeArrowheads="1"/>
          </p:cNvPicPr>
          <p:nvPr/>
        </p:nvPicPr>
        <p:blipFill>
          <a:blip r:embed="rId2" cstate="print"/>
          <a:srcRect/>
          <a:stretch>
            <a:fillRect/>
          </a:stretch>
        </p:blipFill>
        <p:spPr bwMode="auto">
          <a:xfrm>
            <a:off x="6191250" y="1676400"/>
            <a:ext cx="2724150" cy="4133850"/>
          </a:xfrm>
          <a:prstGeom prst="rect">
            <a:avLst/>
          </a:prstGeom>
          <a:noFill/>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KVM</a:t>
            </a:r>
            <a:endParaRPr lang="en-US" dirty="0"/>
          </a:p>
        </p:txBody>
      </p:sp>
      <p:sp>
        <p:nvSpPr>
          <p:cNvPr id="3" name="Content Placeholder 2"/>
          <p:cNvSpPr>
            <a:spLocks noGrp="1"/>
          </p:cNvSpPr>
          <p:nvPr>
            <p:ph idx="1"/>
          </p:nvPr>
        </p:nvSpPr>
        <p:spPr/>
        <p:txBody>
          <a:bodyPr/>
          <a:lstStyle/>
          <a:p>
            <a:r>
              <a:rPr lang="en-US" sz="2400" i="1" dirty="0" smtClean="0">
                <a:solidFill>
                  <a:srgbClr val="C00000"/>
                </a:solidFill>
              </a:rPr>
              <a:t>KVM</a:t>
            </a:r>
            <a:r>
              <a:rPr lang="en-US" sz="2400" dirty="0" smtClean="0"/>
              <a:t>, an acronym for </a:t>
            </a:r>
            <a:r>
              <a:rPr lang="en-US" sz="2400" i="1" dirty="0" smtClean="0">
                <a:solidFill>
                  <a:srgbClr val="C00000"/>
                </a:solidFill>
              </a:rPr>
              <a:t>Kernel-based Virtual Machine</a:t>
            </a:r>
            <a:r>
              <a:rPr lang="en-US" sz="2400" dirty="0" smtClean="0"/>
              <a:t> is an </a:t>
            </a:r>
            <a:r>
              <a:rPr lang="en-US" sz="2400" dirty="0" err="1" smtClean="0"/>
              <a:t>opensource</a:t>
            </a:r>
            <a:r>
              <a:rPr lang="en-US" sz="2400" dirty="0" smtClean="0"/>
              <a:t> </a:t>
            </a:r>
            <a:r>
              <a:rPr lang="en-US" sz="2400" u="sng" dirty="0" smtClean="0"/>
              <a:t>virtualization technology</a:t>
            </a:r>
            <a:r>
              <a:rPr lang="en-US" sz="2400" dirty="0" smtClean="0"/>
              <a:t> </a:t>
            </a:r>
            <a:r>
              <a:rPr lang="en-US" sz="2400" u="sng" dirty="0" smtClean="0"/>
              <a:t>integrated into the Linux </a:t>
            </a:r>
            <a:r>
              <a:rPr lang="en-US" sz="2400" u="sng" dirty="0" smtClean="0"/>
              <a:t>kernel</a:t>
            </a:r>
            <a:r>
              <a:rPr lang="en-US" sz="2400" dirty="0" smtClean="0"/>
              <a:t>.</a:t>
            </a:r>
          </a:p>
          <a:p>
            <a:r>
              <a:rPr lang="en-US" sz="2400" dirty="0" smtClean="0"/>
              <a:t>It’s </a:t>
            </a:r>
            <a:r>
              <a:rPr lang="en-US" sz="2400" dirty="0" smtClean="0"/>
              <a:t>a </a:t>
            </a:r>
            <a:r>
              <a:rPr lang="en-US" sz="2400" i="1" dirty="0" smtClean="0">
                <a:solidFill>
                  <a:srgbClr val="C00000"/>
                </a:solidFill>
              </a:rPr>
              <a:t>type 1 (bare metal) hypervisor</a:t>
            </a:r>
            <a:r>
              <a:rPr lang="en-US" sz="2400" dirty="0" smtClean="0"/>
              <a:t> that enables the kernel to act as a bare-metal hypervisor.</a:t>
            </a:r>
          </a:p>
          <a:p>
            <a:r>
              <a:rPr lang="en-US" sz="2400" dirty="0" smtClean="0"/>
              <a:t>KVM allows users to create and run multiple guest machines which can be either Windows or Linux.</a:t>
            </a:r>
          </a:p>
          <a:p>
            <a:r>
              <a:rPr lang="en-US" sz="2400" dirty="0" smtClean="0"/>
              <a:t>Each guest machine runs independently of other virtual machines and the underlying OS ( host system ) and has its own computing resources such as CPU, RAM, network interfaces, and storage.</a:t>
            </a:r>
            <a:endParaRPr lang="en-US" sz="2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1. Update </a:t>
            </a:r>
            <a:r>
              <a:rPr lang="en-US" dirty="0" err="1" smtClean="0"/>
              <a:t>Ubuntu</a:t>
            </a:r>
            <a:r>
              <a:rPr lang="en-US" dirty="0" smtClean="0"/>
              <a:t> Desktop 22.04</a:t>
            </a:r>
            <a:endParaRPr lang="en-US" dirty="0"/>
          </a:p>
        </p:txBody>
      </p:sp>
      <p:sp>
        <p:nvSpPr>
          <p:cNvPr id="3" name="Content Placeholder 2"/>
          <p:cNvSpPr>
            <a:spLocks noGrp="1"/>
          </p:cNvSpPr>
          <p:nvPr>
            <p:ph idx="1"/>
          </p:nvPr>
        </p:nvSpPr>
        <p:spPr/>
        <p:txBody>
          <a:bodyPr/>
          <a:lstStyle/>
          <a:p>
            <a:r>
              <a:rPr lang="en-US" sz="2400" dirty="0" err="1" smtClean="0">
                <a:latin typeface="Consolas" pitchFamily="49" charset="0"/>
              </a:rPr>
              <a:t>sudo</a:t>
            </a:r>
            <a:r>
              <a:rPr lang="en-US" sz="2400" dirty="0" smtClean="0">
                <a:latin typeface="Consolas" pitchFamily="49" charset="0"/>
              </a:rPr>
              <a:t> apt update</a:t>
            </a:r>
          </a:p>
          <a:p>
            <a:r>
              <a:rPr lang="en-US" sz="2400" dirty="0" err="1" smtClean="0">
                <a:latin typeface="Consolas" pitchFamily="49" charset="0"/>
              </a:rPr>
              <a:t>sudo</a:t>
            </a:r>
            <a:r>
              <a:rPr lang="en-US" sz="2400" dirty="0" smtClean="0">
                <a:latin typeface="Consolas" pitchFamily="49" charset="0"/>
              </a:rPr>
              <a:t> apt -y upgrade</a:t>
            </a:r>
          </a:p>
          <a:p>
            <a:r>
              <a:rPr lang="en-US" sz="2400" dirty="0" err="1" smtClean="0">
                <a:latin typeface="Consolas" pitchFamily="49" charset="0"/>
              </a:rPr>
              <a:t>sudo</a:t>
            </a:r>
            <a:r>
              <a:rPr lang="en-US" sz="2400" dirty="0" smtClean="0">
                <a:latin typeface="Consolas" pitchFamily="49" charset="0"/>
              </a:rPr>
              <a:t> reboot</a:t>
            </a:r>
            <a:endParaRPr lang="en-US" sz="2400" dirty="0">
              <a:latin typeface="Consolas" pitchFamily="49" charset="0"/>
            </a:endParaRPr>
          </a:p>
        </p:txBody>
      </p:sp>
      <p:pic>
        <p:nvPicPr>
          <p:cNvPr id="2050" name="Picture 2"/>
          <p:cNvPicPr>
            <a:picLocks noChangeAspect="1" noChangeArrowheads="1"/>
          </p:cNvPicPr>
          <p:nvPr/>
        </p:nvPicPr>
        <p:blipFill>
          <a:blip r:embed="rId2" cstate="print"/>
          <a:srcRect/>
          <a:stretch>
            <a:fillRect/>
          </a:stretch>
        </p:blipFill>
        <p:spPr bwMode="auto">
          <a:xfrm>
            <a:off x="1430338" y="3619500"/>
            <a:ext cx="6283325" cy="2019300"/>
          </a:xfrm>
          <a:prstGeom prst="rect">
            <a:avLst/>
          </a:prstGeom>
          <a:noFill/>
          <a:ln w="9525">
            <a:noFill/>
            <a:miter lim="800000"/>
            <a:headEnd/>
            <a:tailEnd/>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2. Check if Virtualization is enabled</a:t>
            </a:r>
            <a:endParaRPr lang="en-US" dirty="0"/>
          </a:p>
        </p:txBody>
      </p:sp>
      <p:sp>
        <p:nvSpPr>
          <p:cNvPr id="3" name="Content Placeholder 2"/>
          <p:cNvSpPr>
            <a:spLocks noGrp="1"/>
          </p:cNvSpPr>
          <p:nvPr>
            <p:ph idx="1"/>
          </p:nvPr>
        </p:nvSpPr>
        <p:spPr/>
        <p:txBody>
          <a:bodyPr/>
          <a:lstStyle/>
          <a:p>
            <a:r>
              <a:rPr lang="en-US" sz="1800" b="1" dirty="0" err="1" smtClean="0">
                <a:latin typeface="Consolas" pitchFamily="49" charset="0"/>
              </a:rPr>
              <a:t>egrep</a:t>
            </a:r>
            <a:r>
              <a:rPr lang="en-US" sz="1800" b="1" dirty="0" smtClean="0">
                <a:latin typeface="Consolas" pitchFamily="49" charset="0"/>
              </a:rPr>
              <a:t> -c '(</a:t>
            </a:r>
            <a:r>
              <a:rPr lang="en-US" sz="1800" b="1" dirty="0" err="1" smtClean="0">
                <a:latin typeface="Consolas" pitchFamily="49" charset="0"/>
              </a:rPr>
              <a:t>vmx|svm</a:t>
            </a:r>
            <a:r>
              <a:rPr lang="en-US" sz="1800" b="1" dirty="0" smtClean="0">
                <a:latin typeface="Consolas" pitchFamily="49" charset="0"/>
              </a:rPr>
              <a:t>)' /proc/</a:t>
            </a:r>
            <a:r>
              <a:rPr lang="en-US" sz="1800" b="1" dirty="0" err="1" smtClean="0">
                <a:latin typeface="Consolas" pitchFamily="49" charset="0"/>
              </a:rPr>
              <a:t>cpuinfo</a:t>
            </a:r>
            <a:endParaRPr lang="en-US" sz="1800" b="1" dirty="0" smtClean="0">
              <a:latin typeface="Consolas" pitchFamily="49" charset="0"/>
            </a:endParaRPr>
          </a:p>
          <a:p>
            <a:r>
              <a:rPr lang="en-US" sz="1800" dirty="0" smtClean="0">
                <a:latin typeface="Consolas" pitchFamily="49" charset="0"/>
              </a:rPr>
              <a:t># From the output, you can deduce that virtualization is enabled since the result printed is greater than 0.</a:t>
            </a:r>
          </a:p>
          <a:p>
            <a:r>
              <a:rPr lang="en-US" sz="1800" dirty="0" smtClean="0">
                <a:latin typeface="Consolas" pitchFamily="49" charset="0"/>
              </a:rPr>
              <a:t># If virtualization is not enabled, be sure to enable the virtualization feature in your system’s BIOS settings.</a:t>
            </a:r>
          </a:p>
          <a:p>
            <a:r>
              <a:rPr lang="en-US" sz="1800" b="1" dirty="0" err="1" smtClean="0">
                <a:latin typeface="Consolas" pitchFamily="49" charset="0"/>
              </a:rPr>
              <a:t>sudo</a:t>
            </a:r>
            <a:r>
              <a:rPr lang="en-US" sz="1800" b="1" dirty="0" smtClean="0">
                <a:latin typeface="Consolas" pitchFamily="49" charset="0"/>
              </a:rPr>
              <a:t> apt install </a:t>
            </a:r>
            <a:r>
              <a:rPr lang="en-US" sz="1800" b="1" dirty="0" err="1" smtClean="0">
                <a:latin typeface="Consolas" pitchFamily="49" charset="0"/>
              </a:rPr>
              <a:t>cpu</a:t>
            </a:r>
            <a:r>
              <a:rPr lang="en-US" sz="1800" b="1" dirty="0" smtClean="0">
                <a:latin typeface="Consolas" pitchFamily="49" charset="0"/>
              </a:rPr>
              <a:t>-checker</a:t>
            </a:r>
          </a:p>
          <a:p>
            <a:r>
              <a:rPr lang="en-US" sz="1800" dirty="0" smtClean="0">
                <a:latin typeface="Consolas" pitchFamily="49" charset="0"/>
              </a:rPr>
              <a:t># Verify if KVM virtualization is enabled</a:t>
            </a:r>
          </a:p>
          <a:p>
            <a:r>
              <a:rPr lang="en-US" sz="1800" b="1" dirty="0" err="1" smtClean="0">
                <a:latin typeface="Consolas" pitchFamily="49" charset="0"/>
              </a:rPr>
              <a:t>kvm</a:t>
            </a:r>
            <a:r>
              <a:rPr lang="en-US" sz="1800" b="1" dirty="0" smtClean="0">
                <a:latin typeface="Consolas" pitchFamily="49" charset="0"/>
              </a:rPr>
              <a:t>-ok</a:t>
            </a:r>
            <a:endParaRPr lang="en-US" sz="1800" b="1" dirty="0">
              <a:latin typeface="Consolas" pitchFamily="49" charset="0"/>
            </a:endParaRPr>
          </a:p>
        </p:txBody>
      </p:sp>
      <p:pic>
        <p:nvPicPr>
          <p:cNvPr id="1028" name="Picture 4"/>
          <p:cNvPicPr>
            <a:picLocks noChangeAspect="1" noChangeArrowheads="1"/>
          </p:cNvPicPr>
          <p:nvPr/>
        </p:nvPicPr>
        <p:blipFill>
          <a:blip r:embed="rId2" cstate="print"/>
          <a:srcRect/>
          <a:stretch>
            <a:fillRect/>
          </a:stretch>
        </p:blipFill>
        <p:spPr bwMode="auto">
          <a:xfrm>
            <a:off x="1849438" y="4419600"/>
            <a:ext cx="5445125" cy="1752600"/>
          </a:xfrm>
          <a:prstGeom prst="rect">
            <a:avLst/>
          </a:prstGeom>
          <a:noFill/>
          <a:ln w="9525">
            <a:noFill/>
            <a:miter lim="800000"/>
            <a:headEnd/>
            <a:tailEnd/>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3. Install KVM on </a:t>
            </a:r>
            <a:r>
              <a:rPr lang="en-US" dirty="0" err="1" smtClean="0"/>
              <a:t>Ubuntu</a:t>
            </a:r>
            <a:r>
              <a:rPr lang="en-US" dirty="0" smtClean="0"/>
              <a:t> Desktop</a:t>
            </a:r>
            <a:endParaRPr lang="en-US" dirty="0"/>
          </a:p>
        </p:txBody>
      </p:sp>
      <p:sp>
        <p:nvSpPr>
          <p:cNvPr id="3" name="Content Placeholder 2"/>
          <p:cNvSpPr>
            <a:spLocks noGrp="1"/>
          </p:cNvSpPr>
          <p:nvPr>
            <p:ph idx="1"/>
          </p:nvPr>
        </p:nvSpPr>
        <p:spPr/>
        <p:txBody>
          <a:bodyPr/>
          <a:lstStyle/>
          <a:p>
            <a:r>
              <a:rPr lang="en-US" sz="1800" dirty="0" err="1" smtClean="0">
                <a:latin typeface="Consolas" pitchFamily="49" charset="0"/>
              </a:rPr>
              <a:t>sudo</a:t>
            </a:r>
            <a:r>
              <a:rPr lang="en-US" sz="1800" dirty="0" smtClean="0">
                <a:latin typeface="Consolas" pitchFamily="49" charset="0"/>
              </a:rPr>
              <a:t> apt install -y </a:t>
            </a:r>
            <a:r>
              <a:rPr lang="en-US" sz="1800" dirty="0" err="1" smtClean="0">
                <a:latin typeface="Consolas" pitchFamily="49" charset="0"/>
              </a:rPr>
              <a:t>qemu-kvm</a:t>
            </a:r>
            <a:r>
              <a:rPr lang="en-US" sz="1800" dirty="0" smtClean="0">
                <a:latin typeface="Consolas" pitchFamily="49" charset="0"/>
              </a:rPr>
              <a:t> </a:t>
            </a:r>
            <a:r>
              <a:rPr lang="en-US" sz="1800" dirty="0" err="1" smtClean="0">
                <a:latin typeface="Consolas" pitchFamily="49" charset="0"/>
              </a:rPr>
              <a:t>virt</a:t>
            </a:r>
            <a:r>
              <a:rPr lang="en-US" sz="1800" dirty="0" smtClean="0">
                <a:latin typeface="Consolas" pitchFamily="49" charset="0"/>
              </a:rPr>
              <a:t>-manager </a:t>
            </a:r>
            <a:r>
              <a:rPr lang="en-US" sz="1800" dirty="0" err="1" smtClean="0">
                <a:latin typeface="Consolas" pitchFamily="49" charset="0"/>
              </a:rPr>
              <a:t>libvirt</a:t>
            </a:r>
            <a:r>
              <a:rPr lang="en-US" sz="1800" dirty="0" smtClean="0">
                <a:latin typeface="Consolas" pitchFamily="49" charset="0"/>
              </a:rPr>
              <a:t>-daemon-system </a:t>
            </a:r>
            <a:r>
              <a:rPr lang="en-US" sz="1800" dirty="0" err="1" smtClean="0">
                <a:latin typeface="Consolas" pitchFamily="49" charset="0"/>
              </a:rPr>
              <a:t>virtinst</a:t>
            </a:r>
            <a:r>
              <a:rPr lang="en-US" sz="1800" dirty="0" smtClean="0">
                <a:latin typeface="Consolas" pitchFamily="49" charset="0"/>
              </a:rPr>
              <a:t> </a:t>
            </a:r>
            <a:r>
              <a:rPr lang="en-US" sz="1800" dirty="0" err="1" smtClean="0">
                <a:latin typeface="Consolas" pitchFamily="49" charset="0"/>
              </a:rPr>
              <a:t>libvirt</a:t>
            </a:r>
            <a:r>
              <a:rPr lang="en-US" sz="1800" dirty="0" smtClean="0">
                <a:latin typeface="Consolas" pitchFamily="49" charset="0"/>
              </a:rPr>
              <a:t>-clients bridge-</a:t>
            </a:r>
            <a:r>
              <a:rPr lang="en-US" sz="1800" dirty="0" err="1" smtClean="0">
                <a:latin typeface="Consolas" pitchFamily="49" charset="0"/>
              </a:rPr>
              <a:t>utils</a:t>
            </a:r>
            <a:endParaRPr lang="en-US" sz="1800" dirty="0" smtClean="0">
              <a:latin typeface="Consolas" pitchFamily="49" charset="0"/>
            </a:endParaRPr>
          </a:p>
          <a:p>
            <a:pPr lvl="1"/>
            <a:r>
              <a:rPr lang="en-US" sz="1200" dirty="0" smtClean="0">
                <a:latin typeface="Consolas" pitchFamily="49" charset="0"/>
              </a:rPr>
              <a:t># </a:t>
            </a:r>
            <a:r>
              <a:rPr lang="en-US" sz="1200" dirty="0" err="1" smtClean="0">
                <a:latin typeface="Consolas" pitchFamily="49" charset="0"/>
              </a:rPr>
              <a:t>qemu-kvm</a:t>
            </a:r>
            <a:r>
              <a:rPr lang="en-US" sz="1200" dirty="0" smtClean="0">
                <a:latin typeface="Consolas" pitchFamily="49" charset="0"/>
              </a:rPr>
              <a:t>  – An </a:t>
            </a:r>
            <a:r>
              <a:rPr lang="en-US" sz="1200" dirty="0" err="1" smtClean="0">
                <a:latin typeface="Consolas" pitchFamily="49" charset="0"/>
              </a:rPr>
              <a:t>opensource</a:t>
            </a:r>
            <a:r>
              <a:rPr lang="en-US" sz="1200" dirty="0" smtClean="0">
                <a:latin typeface="Consolas" pitchFamily="49" charset="0"/>
              </a:rPr>
              <a:t> emulator and virtualization package that provides hardware emulation.</a:t>
            </a:r>
          </a:p>
          <a:p>
            <a:pPr lvl="1"/>
            <a:r>
              <a:rPr lang="en-US" sz="1200" dirty="0" smtClean="0">
                <a:latin typeface="Consolas" pitchFamily="49" charset="0"/>
              </a:rPr>
              <a:t># </a:t>
            </a:r>
            <a:r>
              <a:rPr lang="en-US" sz="1200" dirty="0" err="1" smtClean="0">
                <a:latin typeface="Consolas" pitchFamily="49" charset="0"/>
              </a:rPr>
              <a:t>virt</a:t>
            </a:r>
            <a:r>
              <a:rPr lang="en-US" sz="1200" dirty="0" smtClean="0">
                <a:latin typeface="Consolas" pitchFamily="49" charset="0"/>
              </a:rPr>
              <a:t>-manager – A Qt-based graphical interface for managing virtual machines via the </a:t>
            </a:r>
            <a:r>
              <a:rPr lang="en-US" sz="1200" dirty="0" err="1" smtClean="0">
                <a:latin typeface="Consolas" pitchFamily="49" charset="0"/>
              </a:rPr>
              <a:t>libvirt</a:t>
            </a:r>
            <a:r>
              <a:rPr lang="en-US" sz="1200" dirty="0" smtClean="0">
                <a:latin typeface="Consolas" pitchFamily="49" charset="0"/>
              </a:rPr>
              <a:t> daemon.</a:t>
            </a:r>
          </a:p>
          <a:p>
            <a:pPr lvl="1"/>
            <a:r>
              <a:rPr lang="en-US" sz="1200" dirty="0" smtClean="0">
                <a:latin typeface="Consolas" pitchFamily="49" charset="0"/>
              </a:rPr>
              <a:t># </a:t>
            </a:r>
            <a:r>
              <a:rPr lang="en-US" sz="1200" dirty="0" err="1" smtClean="0">
                <a:latin typeface="Consolas" pitchFamily="49" charset="0"/>
              </a:rPr>
              <a:t>libvirt</a:t>
            </a:r>
            <a:r>
              <a:rPr lang="en-US" sz="1200" dirty="0" smtClean="0">
                <a:latin typeface="Consolas" pitchFamily="49" charset="0"/>
              </a:rPr>
              <a:t>-daemon-system – A package that provides configuration files required to run the </a:t>
            </a:r>
            <a:r>
              <a:rPr lang="en-US" sz="1200" dirty="0" err="1" smtClean="0">
                <a:latin typeface="Consolas" pitchFamily="49" charset="0"/>
              </a:rPr>
              <a:t>libvirt</a:t>
            </a:r>
            <a:r>
              <a:rPr lang="en-US" sz="1200" dirty="0" smtClean="0">
                <a:latin typeface="Consolas" pitchFamily="49" charset="0"/>
              </a:rPr>
              <a:t> daemon.</a:t>
            </a:r>
          </a:p>
          <a:p>
            <a:pPr lvl="1"/>
            <a:r>
              <a:rPr lang="en-US" sz="1200" dirty="0" smtClean="0">
                <a:latin typeface="Consolas" pitchFamily="49" charset="0"/>
              </a:rPr>
              <a:t># </a:t>
            </a:r>
            <a:r>
              <a:rPr lang="en-US" sz="1200" dirty="0" err="1" smtClean="0">
                <a:latin typeface="Consolas" pitchFamily="49" charset="0"/>
              </a:rPr>
              <a:t>virtinst</a:t>
            </a:r>
            <a:r>
              <a:rPr lang="en-US" sz="1200" dirty="0" smtClean="0">
                <a:latin typeface="Consolas" pitchFamily="49" charset="0"/>
              </a:rPr>
              <a:t> – A  set of command-line utilities for provisioning and modifying virtual machines.</a:t>
            </a:r>
          </a:p>
          <a:p>
            <a:pPr lvl="1"/>
            <a:r>
              <a:rPr lang="en-US" sz="1200" dirty="0" smtClean="0">
                <a:latin typeface="Consolas" pitchFamily="49" charset="0"/>
              </a:rPr>
              <a:t># </a:t>
            </a:r>
            <a:r>
              <a:rPr lang="en-US" sz="1200" dirty="0" err="1" smtClean="0">
                <a:latin typeface="Consolas" pitchFamily="49" charset="0"/>
              </a:rPr>
              <a:t>libvirt</a:t>
            </a:r>
            <a:r>
              <a:rPr lang="en-US" sz="1200" dirty="0" smtClean="0">
                <a:latin typeface="Consolas" pitchFamily="49" charset="0"/>
              </a:rPr>
              <a:t>-clients – A set of client-side libraries and APIs for managing and controlling virtual machines &amp; hypervisors from the command line.</a:t>
            </a:r>
          </a:p>
          <a:p>
            <a:pPr lvl="1"/>
            <a:r>
              <a:rPr lang="en-US" sz="1200" dirty="0" smtClean="0">
                <a:latin typeface="Consolas" pitchFamily="49" charset="0"/>
              </a:rPr>
              <a:t># bridge-</a:t>
            </a:r>
            <a:r>
              <a:rPr lang="en-US" sz="1200" dirty="0" err="1" smtClean="0">
                <a:latin typeface="Consolas" pitchFamily="49" charset="0"/>
              </a:rPr>
              <a:t>utils</a:t>
            </a:r>
            <a:r>
              <a:rPr lang="en-US" sz="1200" dirty="0" smtClean="0">
                <a:latin typeface="Consolas" pitchFamily="49" charset="0"/>
              </a:rPr>
              <a:t> – A set of tools for creating and managing bridge devices.</a:t>
            </a:r>
          </a:p>
          <a:p>
            <a:r>
              <a:rPr lang="en-US" sz="1800" dirty="0" err="1" smtClean="0">
                <a:latin typeface="Consolas" pitchFamily="49" charset="0"/>
              </a:rPr>
              <a:t>sudo</a:t>
            </a:r>
            <a:r>
              <a:rPr lang="en-US" sz="1800" dirty="0" smtClean="0">
                <a:latin typeface="Consolas" pitchFamily="49" charset="0"/>
              </a:rPr>
              <a:t> reboot</a:t>
            </a:r>
          </a:p>
        </p:txBody>
      </p:sp>
      <p:pic>
        <p:nvPicPr>
          <p:cNvPr id="10243" name="Picture 3"/>
          <p:cNvPicPr>
            <a:picLocks noChangeAspect="1" noChangeArrowheads="1"/>
          </p:cNvPicPr>
          <p:nvPr/>
        </p:nvPicPr>
        <p:blipFill>
          <a:blip r:embed="rId2" cstate="print"/>
          <a:srcRect/>
          <a:stretch>
            <a:fillRect/>
          </a:stretch>
        </p:blipFill>
        <p:spPr bwMode="auto">
          <a:xfrm>
            <a:off x="1430338" y="4972050"/>
            <a:ext cx="6283325" cy="1352550"/>
          </a:xfrm>
          <a:prstGeom prst="rect">
            <a:avLst/>
          </a:prstGeom>
          <a:noFill/>
          <a:ln w="9525">
            <a:noFill/>
            <a:miter lim="800000"/>
            <a:headEnd/>
            <a:tailEnd/>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sz="3800" dirty="0" smtClean="0"/>
              <a:t>4. Enable the virtualization daemon (</a:t>
            </a:r>
            <a:r>
              <a:rPr lang="en-US" sz="3800" dirty="0" err="1" smtClean="0"/>
              <a:t>libvirtd</a:t>
            </a:r>
            <a:r>
              <a:rPr lang="en-US" sz="3800" dirty="0" smtClean="0"/>
              <a:t>)</a:t>
            </a:r>
            <a:endParaRPr lang="en-US" sz="3800" dirty="0"/>
          </a:p>
        </p:txBody>
      </p:sp>
      <p:sp>
        <p:nvSpPr>
          <p:cNvPr id="3" name="Content Placeholder 2"/>
          <p:cNvSpPr>
            <a:spLocks noGrp="1"/>
          </p:cNvSpPr>
          <p:nvPr>
            <p:ph idx="1"/>
          </p:nvPr>
        </p:nvSpPr>
        <p:spPr/>
        <p:txBody>
          <a:bodyPr/>
          <a:lstStyle/>
          <a:p>
            <a:r>
              <a:rPr lang="en-US" sz="1800" dirty="0" err="1" smtClean="0">
                <a:latin typeface="Consolas" pitchFamily="49" charset="0"/>
              </a:rPr>
              <a:t>sudo</a:t>
            </a:r>
            <a:r>
              <a:rPr lang="en-US" sz="1800" dirty="0" smtClean="0">
                <a:latin typeface="Consolas" pitchFamily="49" charset="0"/>
              </a:rPr>
              <a:t> </a:t>
            </a:r>
            <a:r>
              <a:rPr lang="en-US" sz="1800" dirty="0" err="1" smtClean="0">
                <a:latin typeface="Consolas" pitchFamily="49" charset="0"/>
              </a:rPr>
              <a:t>systemctl</a:t>
            </a:r>
            <a:r>
              <a:rPr lang="en-US" sz="1800" dirty="0" smtClean="0">
                <a:latin typeface="Consolas" pitchFamily="49" charset="0"/>
              </a:rPr>
              <a:t> enable --now </a:t>
            </a:r>
            <a:r>
              <a:rPr lang="en-US" sz="1800" dirty="0" err="1" smtClean="0">
                <a:latin typeface="Consolas" pitchFamily="49" charset="0"/>
              </a:rPr>
              <a:t>libvirtd</a:t>
            </a:r>
            <a:endParaRPr lang="en-US" sz="1800" dirty="0" smtClean="0">
              <a:latin typeface="Consolas" pitchFamily="49" charset="0"/>
            </a:endParaRPr>
          </a:p>
          <a:p>
            <a:r>
              <a:rPr lang="en-US" sz="1800" dirty="0" err="1" smtClean="0">
                <a:latin typeface="Consolas" pitchFamily="49" charset="0"/>
              </a:rPr>
              <a:t>sudo</a:t>
            </a:r>
            <a:r>
              <a:rPr lang="en-US" sz="1800" dirty="0" smtClean="0">
                <a:latin typeface="Consolas" pitchFamily="49" charset="0"/>
              </a:rPr>
              <a:t> </a:t>
            </a:r>
            <a:r>
              <a:rPr lang="en-US" sz="1800" dirty="0" err="1" smtClean="0">
                <a:latin typeface="Consolas" pitchFamily="49" charset="0"/>
              </a:rPr>
              <a:t>systemctl</a:t>
            </a:r>
            <a:r>
              <a:rPr lang="en-US" sz="1800" dirty="0" smtClean="0">
                <a:latin typeface="Consolas" pitchFamily="49" charset="0"/>
              </a:rPr>
              <a:t> start </a:t>
            </a:r>
            <a:r>
              <a:rPr lang="en-US" sz="1800" dirty="0" err="1" smtClean="0">
                <a:latin typeface="Consolas" pitchFamily="49" charset="0"/>
              </a:rPr>
              <a:t>libvirtd</a:t>
            </a:r>
            <a:endParaRPr lang="en-US" sz="1800" dirty="0" smtClean="0">
              <a:latin typeface="Consolas" pitchFamily="49" charset="0"/>
            </a:endParaRPr>
          </a:p>
          <a:p>
            <a:r>
              <a:rPr lang="en-US" sz="1800" dirty="0" err="1" smtClean="0">
                <a:latin typeface="Consolas" pitchFamily="49" charset="0"/>
              </a:rPr>
              <a:t>sudo</a:t>
            </a:r>
            <a:r>
              <a:rPr lang="en-US" sz="1800" dirty="0" smtClean="0">
                <a:latin typeface="Consolas" pitchFamily="49" charset="0"/>
              </a:rPr>
              <a:t> </a:t>
            </a:r>
            <a:r>
              <a:rPr lang="en-US" sz="1800" dirty="0" err="1" smtClean="0">
                <a:latin typeface="Consolas" pitchFamily="49" charset="0"/>
              </a:rPr>
              <a:t>systemctl</a:t>
            </a:r>
            <a:r>
              <a:rPr lang="en-US" sz="1800" dirty="0" smtClean="0">
                <a:latin typeface="Consolas" pitchFamily="49" charset="0"/>
              </a:rPr>
              <a:t> status </a:t>
            </a:r>
            <a:r>
              <a:rPr lang="en-US" sz="1800" dirty="0" err="1" smtClean="0">
                <a:latin typeface="Consolas" pitchFamily="49" charset="0"/>
              </a:rPr>
              <a:t>libvirtd</a:t>
            </a:r>
            <a:endParaRPr lang="en-US" sz="1800" dirty="0" smtClean="0">
              <a:latin typeface="Consolas" pitchFamily="49" charset="0"/>
            </a:endParaRPr>
          </a:p>
          <a:p>
            <a:r>
              <a:rPr lang="en-US" sz="1800" dirty="0" smtClean="0">
                <a:latin typeface="Consolas" pitchFamily="49" charset="0"/>
              </a:rPr>
              <a:t># Add the currently logged-in user to the </a:t>
            </a:r>
            <a:r>
              <a:rPr lang="en-US" sz="1800" dirty="0" err="1" smtClean="0">
                <a:latin typeface="Consolas" pitchFamily="49" charset="0"/>
              </a:rPr>
              <a:t>kvm</a:t>
            </a:r>
            <a:r>
              <a:rPr lang="en-US" sz="1800" dirty="0" smtClean="0">
                <a:latin typeface="Consolas" pitchFamily="49" charset="0"/>
              </a:rPr>
              <a:t> and </a:t>
            </a:r>
            <a:r>
              <a:rPr lang="en-US" sz="1800" dirty="0" err="1" smtClean="0">
                <a:latin typeface="Consolas" pitchFamily="49" charset="0"/>
              </a:rPr>
              <a:t>libvirt</a:t>
            </a:r>
            <a:r>
              <a:rPr lang="en-US" sz="1800" dirty="0" smtClean="0">
                <a:latin typeface="Consolas" pitchFamily="49" charset="0"/>
              </a:rPr>
              <a:t> groups so that they can create and manage virtual machines.</a:t>
            </a:r>
          </a:p>
          <a:p>
            <a:r>
              <a:rPr lang="en-US" sz="1800" dirty="0" err="1" smtClean="0">
                <a:latin typeface="Consolas" pitchFamily="49" charset="0"/>
              </a:rPr>
              <a:t>sudo</a:t>
            </a:r>
            <a:r>
              <a:rPr lang="en-US" sz="1800" dirty="0" smtClean="0">
                <a:latin typeface="Consolas" pitchFamily="49" charset="0"/>
              </a:rPr>
              <a:t> </a:t>
            </a:r>
            <a:r>
              <a:rPr lang="en-US" sz="1800" dirty="0" err="1" smtClean="0">
                <a:latin typeface="Consolas" pitchFamily="49" charset="0"/>
              </a:rPr>
              <a:t>usermod</a:t>
            </a:r>
            <a:r>
              <a:rPr lang="en-US" sz="1800" dirty="0" smtClean="0">
                <a:latin typeface="Consolas" pitchFamily="49" charset="0"/>
              </a:rPr>
              <a:t> -</a:t>
            </a:r>
            <a:r>
              <a:rPr lang="en-US" sz="1800" dirty="0" err="1" smtClean="0">
                <a:latin typeface="Consolas" pitchFamily="49" charset="0"/>
              </a:rPr>
              <a:t>aG</a:t>
            </a:r>
            <a:r>
              <a:rPr lang="en-US" sz="1800" dirty="0" smtClean="0">
                <a:latin typeface="Consolas" pitchFamily="49" charset="0"/>
              </a:rPr>
              <a:t> </a:t>
            </a:r>
            <a:r>
              <a:rPr lang="en-US" sz="1800" dirty="0" err="1" smtClean="0">
                <a:latin typeface="Consolas" pitchFamily="49" charset="0"/>
              </a:rPr>
              <a:t>kvm</a:t>
            </a:r>
            <a:r>
              <a:rPr lang="en-US" sz="1800" dirty="0" smtClean="0">
                <a:latin typeface="Consolas" pitchFamily="49" charset="0"/>
              </a:rPr>
              <a:t> $USER</a:t>
            </a:r>
          </a:p>
          <a:p>
            <a:r>
              <a:rPr lang="en-US" sz="1800" dirty="0" err="1" smtClean="0">
                <a:latin typeface="Consolas" pitchFamily="49" charset="0"/>
              </a:rPr>
              <a:t>sudo</a:t>
            </a:r>
            <a:r>
              <a:rPr lang="en-US" sz="1800" dirty="0" smtClean="0">
                <a:latin typeface="Consolas" pitchFamily="49" charset="0"/>
              </a:rPr>
              <a:t> </a:t>
            </a:r>
            <a:r>
              <a:rPr lang="en-US" sz="1800" dirty="0" err="1" smtClean="0">
                <a:latin typeface="Consolas" pitchFamily="49" charset="0"/>
              </a:rPr>
              <a:t>usermod</a:t>
            </a:r>
            <a:r>
              <a:rPr lang="en-US" sz="1800" dirty="0" smtClean="0">
                <a:latin typeface="Consolas" pitchFamily="49" charset="0"/>
              </a:rPr>
              <a:t> -</a:t>
            </a:r>
            <a:r>
              <a:rPr lang="en-US" sz="1800" dirty="0" err="1" smtClean="0">
                <a:latin typeface="Consolas" pitchFamily="49" charset="0"/>
              </a:rPr>
              <a:t>aG</a:t>
            </a:r>
            <a:r>
              <a:rPr lang="en-US" sz="1800" dirty="0" smtClean="0">
                <a:latin typeface="Consolas" pitchFamily="49" charset="0"/>
              </a:rPr>
              <a:t> </a:t>
            </a:r>
            <a:r>
              <a:rPr lang="en-US" sz="1800" dirty="0" err="1" smtClean="0">
                <a:latin typeface="Consolas" pitchFamily="49" charset="0"/>
              </a:rPr>
              <a:t>libvirt</a:t>
            </a:r>
            <a:r>
              <a:rPr lang="en-US" sz="1800" dirty="0" smtClean="0">
                <a:latin typeface="Consolas" pitchFamily="49" charset="0"/>
              </a:rPr>
              <a:t> $USER</a:t>
            </a:r>
          </a:p>
          <a:p>
            <a:r>
              <a:rPr lang="en-US" sz="1800" dirty="0" err="1" smtClean="0">
                <a:latin typeface="Consolas" pitchFamily="49" charset="0"/>
              </a:rPr>
              <a:t>sudo</a:t>
            </a:r>
            <a:r>
              <a:rPr lang="en-US" sz="1800" dirty="0" smtClean="0">
                <a:latin typeface="Consolas" pitchFamily="49" charset="0"/>
              </a:rPr>
              <a:t> reboot</a:t>
            </a:r>
          </a:p>
        </p:txBody>
      </p:sp>
      <p:pic>
        <p:nvPicPr>
          <p:cNvPr id="2052" name="Picture 4"/>
          <p:cNvPicPr>
            <a:picLocks noChangeAspect="1" noChangeArrowheads="1"/>
          </p:cNvPicPr>
          <p:nvPr/>
        </p:nvPicPr>
        <p:blipFill>
          <a:blip r:embed="rId2" cstate="print"/>
          <a:srcRect/>
          <a:stretch>
            <a:fillRect/>
          </a:stretch>
        </p:blipFill>
        <p:spPr bwMode="auto">
          <a:xfrm>
            <a:off x="1430338" y="4419600"/>
            <a:ext cx="6283325" cy="1752600"/>
          </a:xfrm>
          <a:prstGeom prst="rect">
            <a:avLst/>
          </a:prstGeom>
          <a:noFill/>
          <a:ln w="9525">
            <a:noFill/>
            <a:miter lim="800000"/>
            <a:headEnd/>
            <a:tailEnd/>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5. Remove KVM</a:t>
            </a:r>
            <a:endParaRPr lang="en-US" dirty="0"/>
          </a:p>
        </p:txBody>
      </p:sp>
      <p:sp>
        <p:nvSpPr>
          <p:cNvPr id="3" name="Content Placeholder 2"/>
          <p:cNvSpPr>
            <a:spLocks noGrp="1"/>
          </p:cNvSpPr>
          <p:nvPr>
            <p:ph idx="1"/>
          </p:nvPr>
        </p:nvSpPr>
        <p:spPr/>
        <p:txBody>
          <a:bodyPr/>
          <a:lstStyle/>
          <a:p>
            <a:r>
              <a:rPr lang="en-US" sz="2000" dirty="0" err="1" smtClean="0">
                <a:latin typeface="Consolas" pitchFamily="49" charset="0"/>
              </a:rPr>
              <a:t>sudo</a:t>
            </a:r>
            <a:r>
              <a:rPr lang="en-US" sz="2000" dirty="0" smtClean="0">
                <a:latin typeface="Consolas" pitchFamily="49" charset="0"/>
              </a:rPr>
              <a:t> apt remove --purge </a:t>
            </a:r>
            <a:r>
              <a:rPr lang="en-US" sz="2000" dirty="0" err="1" smtClean="0">
                <a:latin typeface="Consolas" pitchFamily="49" charset="0"/>
              </a:rPr>
              <a:t>qemu-kvm</a:t>
            </a:r>
            <a:r>
              <a:rPr lang="en-US" sz="2000" dirty="0" smtClean="0">
                <a:latin typeface="Consolas" pitchFamily="49" charset="0"/>
              </a:rPr>
              <a:t> </a:t>
            </a:r>
            <a:r>
              <a:rPr lang="en-US" sz="2000" dirty="0" err="1" smtClean="0">
                <a:latin typeface="Consolas" pitchFamily="49" charset="0"/>
              </a:rPr>
              <a:t>virt</a:t>
            </a:r>
            <a:r>
              <a:rPr lang="en-US" sz="2000" dirty="0" smtClean="0">
                <a:latin typeface="Consolas" pitchFamily="49" charset="0"/>
              </a:rPr>
              <a:t>-manager </a:t>
            </a:r>
            <a:r>
              <a:rPr lang="en-US" sz="2000" dirty="0" err="1" smtClean="0">
                <a:latin typeface="Consolas" pitchFamily="49" charset="0"/>
              </a:rPr>
              <a:t>libvirt</a:t>
            </a:r>
            <a:r>
              <a:rPr lang="en-US" sz="2000" dirty="0" smtClean="0">
                <a:latin typeface="Consolas" pitchFamily="49" charset="0"/>
              </a:rPr>
              <a:t>-daemon-system </a:t>
            </a:r>
            <a:r>
              <a:rPr lang="en-US" sz="2000" dirty="0" err="1" smtClean="0">
                <a:latin typeface="Consolas" pitchFamily="49" charset="0"/>
              </a:rPr>
              <a:t>virtinst</a:t>
            </a:r>
            <a:r>
              <a:rPr lang="en-US" sz="2000" dirty="0" smtClean="0">
                <a:latin typeface="Consolas" pitchFamily="49" charset="0"/>
              </a:rPr>
              <a:t> </a:t>
            </a:r>
            <a:r>
              <a:rPr lang="en-US" sz="2000" dirty="0" err="1" smtClean="0">
                <a:latin typeface="Consolas" pitchFamily="49" charset="0"/>
              </a:rPr>
              <a:t>libvirt</a:t>
            </a:r>
            <a:r>
              <a:rPr lang="en-US" sz="2000" dirty="0" smtClean="0">
                <a:latin typeface="Consolas" pitchFamily="49" charset="0"/>
              </a:rPr>
              <a:t>-clients bridge-</a:t>
            </a:r>
            <a:r>
              <a:rPr lang="en-US" sz="2000" dirty="0" err="1" smtClean="0">
                <a:latin typeface="Consolas" pitchFamily="49" charset="0"/>
              </a:rPr>
              <a:t>utils</a:t>
            </a:r>
            <a:endParaRPr lang="en-US" sz="2000" dirty="0" smtClean="0">
              <a:latin typeface="Consolas" pitchFamily="49" charset="0"/>
            </a:endParaRPr>
          </a:p>
          <a:p>
            <a:r>
              <a:rPr lang="en-US" sz="2000" dirty="0" err="1" smtClean="0">
                <a:latin typeface="Consolas" pitchFamily="49" charset="0"/>
              </a:rPr>
              <a:t>sudo</a:t>
            </a:r>
            <a:r>
              <a:rPr lang="en-US" sz="2000" dirty="0" smtClean="0">
                <a:latin typeface="Consolas" pitchFamily="49" charset="0"/>
              </a:rPr>
              <a:t> apt-get purge --auto-remove </a:t>
            </a:r>
            <a:r>
              <a:rPr lang="en-US" sz="2000" dirty="0" err="1" smtClean="0">
                <a:latin typeface="Consolas" pitchFamily="49" charset="0"/>
              </a:rPr>
              <a:t>qemu-kvm</a:t>
            </a:r>
            <a:endParaRPr lang="en-US" sz="2000" dirty="0" smtClean="0">
              <a:latin typeface="Consolas" pitchFamily="49" charset="0"/>
            </a:endParaRPr>
          </a:p>
          <a:p>
            <a:r>
              <a:rPr lang="en-US" sz="2000" dirty="0" err="1" smtClean="0">
                <a:latin typeface="Consolas" pitchFamily="49" charset="0"/>
              </a:rPr>
              <a:t>sudo</a:t>
            </a:r>
            <a:r>
              <a:rPr lang="en-US" sz="2000" dirty="0" smtClean="0">
                <a:latin typeface="Consolas" pitchFamily="49" charset="0"/>
              </a:rPr>
              <a:t> </a:t>
            </a:r>
            <a:r>
              <a:rPr lang="en-US" sz="2000" dirty="0" err="1" smtClean="0">
                <a:latin typeface="Consolas" pitchFamily="49" charset="0"/>
              </a:rPr>
              <a:t>rm</a:t>
            </a:r>
            <a:r>
              <a:rPr lang="en-US" sz="2000" dirty="0" smtClean="0">
                <a:latin typeface="Consolas" pitchFamily="49" charset="0"/>
              </a:rPr>
              <a:t> -</a:t>
            </a:r>
            <a:r>
              <a:rPr lang="en-US" sz="2000" dirty="0" err="1" smtClean="0">
                <a:latin typeface="Consolas" pitchFamily="49" charset="0"/>
              </a:rPr>
              <a:t>rf</a:t>
            </a:r>
            <a:r>
              <a:rPr lang="en-US" sz="2000" dirty="0" smtClean="0">
                <a:latin typeface="Consolas" pitchFamily="49" charset="0"/>
              </a:rPr>
              <a:t> /</a:t>
            </a:r>
            <a:r>
              <a:rPr lang="en-US" sz="2000" dirty="0" err="1" smtClean="0">
                <a:latin typeface="Consolas" pitchFamily="49" charset="0"/>
              </a:rPr>
              <a:t>var</a:t>
            </a:r>
            <a:r>
              <a:rPr lang="en-US" sz="2000" dirty="0" smtClean="0">
                <a:latin typeface="Consolas" pitchFamily="49" charset="0"/>
              </a:rPr>
              <a:t>/lib/</a:t>
            </a:r>
            <a:r>
              <a:rPr lang="en-US" sz="2000" dirty="0" err="1" smtClean="0">
                <a:latin typeface="Consolas" pitchFamily="49" charset="0"/>
              </a:rPr>
              <a:t>libvirt</a:t>
            </a:r>
            <a:endParaRPr lang="en-US" sz="2000" dirty="0" smtClean="0">
              <a:latin typeface="Consolas" pitchFamily="49" charset="0"/>
            </a:endParaRPr>
          </a:p>
          <a:p>
            <a:r>
              <a:rPr lang="en-US" sz="2000" dirty="0" err="1" smtClean="0">
                <a:latin typeface="Consolas" pitchFamily="49" charset="0"/>
              </a:rPr>
              <a:t>sudo</a:t>
            </a:r>
            <a:r>
              <a:rPr lang="en-US" sz="2000" dirty="0" smtClean="0">
                <a:latin typeface="Consolas" pitchFamily="49" charset="0"/>
              </a:rPr>
              <a:t> </a:t>
            </a:r>
            <a:r>
              <a:rPr lang="en-US" sz="2000" dirty="0" err="1" smtClean="0">
                <a:latin typeface="Consolas" pitchFamily="49" charset="0"/>
              </a:rPr>
              <a:t>rm</a:t>
            </a:r>
            <a:r>
              <a:rPr lang="en-US" sz="2000" dirty="0" smtClean="0">
                <a:latin typeface="Consolas" pitchFamily="49" charset="0"/>
              </a:rPr>
              <a:t> -</a:t>
            </a:r>
            <a:r>
              <a:rPr lang="en-US" sz="2000" dirty="0" err="1" smtClean="0">
                <a:latin typeface="Consolas" pitchFamily="49" charset="0"/>
              </a:rPr>
              <a:t>rf</a:t>
            </a:r>
            <a:r>
              <a:rPr lang="en-US" sz="2000" dirty="0" smtClean="0">
                <a:latin typeface="Consolas" pitchFamily="49" charset="0"/>
              </a:rPr>
              <a:t> /etc/</a:t>
            </a:r>
            <a:r>
              <a:rPr lang="en-US" sz="2000" dirty="0" err="1" smtClean="0">
                <a:latin typeface="Consolas" pitchFamily="49" charset="0"/>
              </a:rPr>
              <a:t>libvirt</a:t>
            </a:r>
            <a:endParaRPr lang="en-US" sz="2000" dirty="0" smtClean="0">
              <a:latin typeface="Consolas" pitchFamily="49" charset="0"/>
            </a:endParaRPr>
          </a:p>
          <a:p>
            <a:r>
              <a:rPr lang="en-US" sz="2000" dirty="0" err="1" smtClean="0">
                <a:latin typeface="Consolas" pitchFamily="49" charset="0"/>
              </a:rPr>
              <a:t>sudo</a:t>
            </a:r>
            <a:r>
              <a:rPr lang="en-US" sz="2000" dirty="0" smtClean="0">
                <a:latin typeface="Consolas" pitchFamily="49" charset="0"/>
              </a:rPr>
              <a:t> reboot</a:t>
            </a:r>
          </a:p>
        </p:txBody>
      </p:sp>
      <p:pic>
        <p:nvPicPr>
          <p:cNvPr id="1026" name="Picture 2"/>
          <p:cNvPicPr>
            <a:picLocks noChangeAspect="1" noChangeArrowheads="1"/>
          </p:cNvPicPr>
          <p:nvPr/>
        </p:nvPicPr>
        <p:blipFill>
          <a:blip r:embed="rId2" cstate="print"/>
          <a:srcRect/>
          <a:stretch>
            <a:fillRect/>
          </a:stretch>
        </p:blipFill>
        <p:spPr bwMode="auto">
          <a:xfrm>
            <a:off x="1430338" y="4076700"/>
            <a:ext cx="6283325" cy="2019300"/>
          </a:xfrm>
          <a:prstGeom prst="rect">
            <a:avLst/>
          </a:prstGeom>
          <a:noFill/>
          <a:ln w="9525">
            <a:noFill/>
            <a:miter lim="800000"/>
            <a:headEnd/>
            <a:tailEnd/>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Private Virtual Bridge</a:t>
            </a:r>
            <a:endParaRPr lang="en-US" dirty="0"/>
          </a:p>
        </p:txBody>
      </p:sp>
      <p:sp>
        <p:nvSpPr>
          <p:cNvPr id="3" name="Content Placeholder 2"/>
          <p:cNvSpPr>
            <a:spLocks noGrp="1"/>
          </p:cNvSpPr>
          <p:nvPr>
            <p:ph idx="1"/>
          </p:nvPr>
        </p:nvSpPr>
        <p:spPr/>
        <p:txBody>
          <a:bodyPr/>
          <a:lstStyle/>
          <a:p>
            <a:r>
              <a:rPr lang="en-US" sz="2000" dirty="0" smtClean="0"/>
              <a:t>A bridged network shares the real network interface of the host computer with other VMs to connect to the outside network. Therefore each VM can bind directly to any available IPv4 or IPv6 addresses, just like a physical computer.</a:t>
            </a:r>
          </a:p>
          <a:p>
            <a:r>
              <a:rPr lang="en-US" sz="2000" dirty="0" smtClean="0"/>
              <a:t>By default KVM setups a private virtual bridge, so that all VMs can communicate with one another, within the host computer. It provides its own subnet and DHCP to configure the guest’s network and uses NAT to access the host network.</a:t>
            </a:r>
          </a:p>
          <a:p>
            <a:r>
              <a:rPr lang="en-US" sz="2000" b="1" dirty="0" err="1" smtClean="0">
                <a:latin typeface="Consolas" pitchFamily="49" charset="0"/>
              </a:rPr>
              <a:t>ip</a:t>
            </a:r>
            <a:r>
              <a:rPr lang="en-US" sz="2000" b="1" dirty="0" smtClean="0">
                <a:latin typeface="Consolas" pitchFamily="49" charset="0"/>
              </a:rPr>
              <a:t> add show</a:t>
            </a:r>
          </a:p>
          <a:p>
            <a:endParaRPr lang="en-US" sz="2000" dirty="0"/>
          </a:p>
        </p:txBody>
      </p:sp>
      <p:pic>
        <p:nvPicPr>
          <p:cNvPr id="3076" name="Picture 4"/>
          <p:cNvPicPr>
            <a:picLocks noChangeAspect="1" noChangeArrowheads="1"/>
          </p:cNvPicPr>
          <p:nvPr/>
        </p:nvPicPr>
        <p:blipFill>
          <a:blip r:embed="rId2" cstate="print"/>
          <a:srcRect/>
          <a:stretch>
            <a:fillRect/>
          </a:stretch>
        </p:blipFill>
        <p:spPr bwMode="auto">
          <a:xfrm>
            <a:off x="1430338" y="4762500"/>
            <a:ext cx="6283325" cy="1485900"/>
          </a:xfrm>
          <a:prstGeom prst="rect">
            <a:avLst/>
          </a:prstGeom>
          <a:noFill/>
          <a:ln w="9525">
            <a:noFill/>
            <a:miter lim="800000"/>
            <a:headEnd/>
            <a:tailEnd/>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1. Show Connections</a:t>
            </a:r>
            <a:endParaRPr lang="en-US" dirty="0"/>
          </a:p>
        </p:txBody>
      </p:sp>
      <p:sp>
        <p:nvSpPr>
          <p:cNvPr id="3" name="Content Placeholder 2"/>
          <p:cNvSpPr>
            <a:spLocks noGrp="1"/>
          </p:cNvSpPr>
          <p:nvPr>
            <p:ph idx="1"/>
          </p:nvPr>
        </p:nvSpPr>
        <p:spPr/>
        <p:txBody>
          <a:bodyPr/>
          <a:lstStyle/>
          <a:p>
            <a:r>
              <a:rPr lang="en-US" sz="2400" dirty="0" err="1" smtClean="0">
                <a:latin typeface="Consolas" pitchFamily="49" charset="0"/>
              </a:rPr>
              <a:t>nmcli</a:t>
            </a:r>
            <a:r>
              <a:rPr lang="en-US" sz="2400" dirty="0" smtClean="0">
                <a:latin typeface="Consolas" pitchFamily="49" charset="0"/>
              </a:rPr>
              <a:t> con show</a:t>
            </a:r>
          </a:p>
          <a:p>
            <a:endParaRPr lang="en-US" sz="2400" dirty="0">
              <a:latin typeface="Consolas" pitchFamily="49" charset="0"/>
            </a:endParaRPr>
          </a:p>
        </p:txBody>
      </p:sp>
      <p:pic>
        <p:nvPicPr>
          <p:cNvPr id="3074" name="Picture 2"/>
          <p:cNvPicPr>
            <a:picLocks noChangeAspect="1" noChangeArrowheads="1"/>
          </p:cNvPicPr>
          <p:nvPr/>
        </p:nvPicPr>
        <p:blipFill>
          <a:blip r:embed="rId2" cstate="print"/>
          <a:srcRect/>
          <a:stretch>
            <a:fillRect/>
          </a:stretch>
        </p:blipFill>
        <p:spPr bwMode="auto">
          <a:xfrm>
            <a:off x="1658938" y="2819400"/>
            <a:ext cx="5826125" cy="1219200"/>
          </a:xfrm>
          <a:prstGeom prst="rect">
            <a:avLst/>
          </a:prstGeom>
          <a:noFill/>
          <a:ln w="9525">
            <a:noFill/>
            <a:miter lim="800000"/>
            <a:headEnd/>
            <a:tailEnd/>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sz="3800" dirty="0" smtClean="0"/>
              <a:t>2. Search and Launch Virtual Machine Manager</a:t>
            </a:r>
            <a:endParaRPr lang="en-US" sz="3800" dirty="0"/>
          </a:p>
        </p:txBody>
      </p:sp>
      <p:pic>
        <p:nvPicPr>
          <p:cNvPr id="11266" name="Picture 2" descr="How to Get Started Using Virtual Machine Manager in Linux"/>
          <p:cNvPicPr>
            <a:picLocks noChangeAspect="1" noChangeArrowheads="1"/>
          </p:cNvPicPr>
          <p:nvPr/>
        </p:nvPicPr>
        <p:blipFill>
          <a:blip r:embed="rId2" cstate="print"/>
          <a:srcRect/>
          <a:stretch>
            <a:fillRect/>
          </a:stretch>
        </p:blipFill>
        <p:spPr bwMode="auto">
          <a:xfrm>
            <a:off x="1981200" y="2133600"/>
            <a:ext cx="5073650" cy="3797300"/>
          </a:xfrm>
          <a:prstGeom prst="rect">
            <a:avLst/>
          </a:prstGeom>
          <a:noFill/>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1. Copy Physical NIC Info</a:t>
            </a:r>
            <a:endParaRPr lang="en-US" dirty="0"/>
          </a:p>
        </p:txBody>
      </p:sp>
      <p:sp>
        <p:nvSpPr>
          <p:cNvPr id="3" name="Content Placeholder 2"/>
          <p:cNvSpPr>
            <a:spLocks noGrp="1"/>
          </p:cNvSpPr>
          <p:nvPr>
            <p:ph idx="1"/>
          </p:nvPr>
        </p:nvSpPr>
        <p:spPr/>
        <p:txBody>
          <a:bodyPr/>
          <a:lstStyle/>
          <a:p>
            <a:r>
              <a:rPr lang="en-US" sz="2400" dirty="0" err="1" smtClean="0">
                <a:latin typeface="Consolas" pitchFamily="49" charset="0"/>
              </a:rPr>
              <a:t>ip</a:t>
            </a:r>
            <a:r>
              <a:rPr lang="en-US" sz="2400" dirty="0" smtClean="0">
                <a:latin typeface="Consolas" pitchFamily="49" charset="0"/>
              </a:rPr>
              <a:t> link</a:t>
            </a:r>
          </a:p>
          <a:p>
            <a:r>
              <a:rPr lang="en-US" sz="2400" dirty="0" smtClean="0">
                <a:latin typeface="Consolas" pitchFamily="49" charset="0"/>
              </a:rPr>
              <a:t># Copy </a:t>
            </a:r>
            <a:r>
              <a:rPr lang="en-US" sz="2400" b="1" dirty="0" smtClean="0">
                <a:latin typeface="Consolas" pitchFamily="49" charset="0"/>
              </a:rPr>
              <a:t>wlp2s0</a:t>
            </a:r>
            <a:r>
              <a:rPr lang="en-US" sz="2400" dirty="0" smtClean="0">
                <a:latin typeface="Consolas" pitchFamily="49" charset="0"/>
              </a:rPr>
              <a:t> and </a:t>
            </a:r>
            <a:r>
              <a:rPr lang="en-US" sz="2400" b="1" dirty="0" smtClean="0">
                <a:latin typeface="Consolas" pitchFamily="49" charset="0"/>
              </a:rPr>
              <a:t>34:f3:9a:05:46:cd</a:t>
            </a:r>
          </a:p>
          <a:p>
            <a:endParaRPr lang="en-US" sz="2400" dirty="0" smtClean="0">
              <a:latin typeface="Consolas" pitchFamily="49" charset="0"/>
            </a:endParaRPr>
          </a:p>
        </p:txBody>
      </p:sp>
      <p:pic>
        <p:nvPicPr>
          <p:cNvPr id="4098" name="Picture 2"/>
          <p:cNvPicPr>
            <a:picLocks noChangeAspect="1" noChangeArrowheads="1"/>
          </p:cNvPicPr>
          <p:nvPr/>
        </p:nvPicPr>
        <p:blipFill>
          <a:blip r:embed="rId2" cstate="print"/>
          <a:srcRect/>
          <a:stretch>
            <a:fillRect/>
          </a:stretch>
        </p:blipFill>
        <p:spPr bwMode="auto">
          <a:xfrm>
            <a:off x="1658938" y="3276600"/>
            <a:ext cx="5826125" cy="1752600"/>
          </a:xfrm>
          <a:prstGeom prst="rect">
            <a:avLst/>
          </a:prstGeom>
          <a:noFill/>
          <a:ln w="9525">
            <a:noFill/>
            <a:miter lim="800000"/>
            <a:headEnd/>
            <a:tailEnd/>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800" dirty="0" smtClean="0"/>
              <a:t>Bridged networking (aka "shared physical device")</a:t>
            </a:r>
            <a:endParaRPr lang="en-US" sz="3800" dirty="0"/>
          </a:p>
        </p:txBody>
      </p:sp>
      <p:sp>
        <p:nvSpPr>
          <p:cNvPr id="3" name="Content Placeholder 2"/>
          <p:cNvSpPr>
            <a:spLocks noGrp="1"/>
          </p:cNvSpPr>
          <p:nvPr>
            <p:ph idx="1"/>
          </p:nvPr>
        </p:nvSpPr>
        <p:spPr/>
        <p:txBody>
          <a:bodyPr/>
          <a:lstStyle/>
          <a:p>
            <a:r>
              <a:rPr lang="en-US" sz="2400" dirty="0" smtClean="0">
                <a:hlinkClick r:id="rId2"/>
              </a:rPr>
              <a:t>https://wiki.libvirt.org/Networking.html</a:t>
            </a:r>
            <a:endParaRPr lang="en-US" sz="2400" dirty="0" smtClean="0"/>
          </a:p>
          <a:p>
            <a:r>
              <a:rPr lang="en-US" sz="2400" b="1" dirty="0" smtClean="0"/>
              <a:t>Important Note:</a:t>
            </a:r>
            <a:r>
              <a:rPr lang="en-US" sz="2400" dirty="0" smtClean="0"/>
              <a:t> Unfortunately, </a:t>
            </a:r>
            <a:r>
              <a:rPr lang="en-US" sz="2400" i="1" dirty="0" smtClean="0">
                <a:solidFill>
                  <a:srgbClr val="C00000"/>
                </a:solidFill>
              </a:rPr>
              <a:t>wireless interfaces</a:t>
            </a:r>
            <a:r>
              <a:rPr lang="en-US" sz="2400" dirty="0" smtClean="0"/>
              <a:t> cannot be attached to a Linux host bridge, so if your connection to the external network is via a wireless interface ("</a:t>
            </a:r>
            <a:r>
              <a:rPr lang="en-US" sz="2400" dirty="0" err="1" smtClean="0"/>
              <a:t>wlanX</a:t>
            </a:r>
            <a:r>
              <a:rPr lang="en-US" sz="2400" dirty="0" smtClean="0"/>
              <a:t>"), you will not be able to use this mode of networking for your guests.</a:t>
            </a:r>
            <a:endParaRPr lang="en-US" sz="2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2. Modify Virtual Bridge</a:t>
            </a:r>
            <a:endParaRPr lang="en-US" dirty="0"/>
          </a:p>
        </p:txBody>
      </p:sp>
      <p:sp>
        <p:nvSpPr>
          <p:cNvPr id="3" name="Content Placeholder 2"/>
          <p:cNvSpPr>
            <a:spLocks noGrp="1"/>
          </p:cNvSpPr>
          <p:nvPr>
            <p:ph idx="1"/>
          </p:nvPr>
        </p:nvSpPr>
        <p:spPr/>
        <p:txBody>
          <a:bodyPr/>
          <a:lstStyle/>
          <a:p>
            <a:r>
              <a:rPr lang="en-US" sz="2000" dirty="0" err="1" smtClean="0">
                <a:latin typeface="Consolas" pitchFamily="49" charset="0"/>
              </a:rPr>
              <a:t>sudo</a:t>
            </a:r>
            <a:r>
              <a:rPr lang="en-US" sz="2000" dirty="0" smtClean="0">
                <a:latin typeface="Consolas" pitchFamily="49" charset="0"/>
              </a:rPr>
              <a:t> </a:t>
            </a:r>
            <a:r>
              <a:rPr lang="en-US" sz="2000" dirty="0" err="1" smtClean="0">
                <a:latin typeface="Consolas" pitchFamily="49" charset="0"/>
              </a:rPr>
              <a:t>nmtui</a:t>
            </a:r>
          </a:p>
          <a:p>
            <a:r>
              <a:rPr lang="en-US" sz="2000" dirty="0" smtClean="0">
                <a:solidFill>
                  <a:srgbClr val="C00000"/>
                </a:solidFill>
                <a:latin typeface="Consolas" pitchFamily="49" charset="0"/>
              </a:rPr>
              <a:t>Important note: Using WI-FI device for virtual bridge is NOT supported.</a:t>
            </a:r>
            <a:endParaRPr lang="en-US" sz="2000" dirty="0">
              <a:solidFill>
                <a:srgbClr val="C00000"/>
              </a:solidFill>
              <a:latin typeface="Consolas" pitchFamily="49" charset="0"/>
            </a:endParaRPr>
          </a:p>
        </p:txBody>
      </p:sp>
      <p:pic>
        <p:nvPicPr>
          <p:cNvPr id="5122" name="Picture 2"/>
          <p:cNvPicPr>
            <a:picLocks noChangeAspect="1" noChangeArrowheads="1"/>
          </p:cNvPicPr>
          <p:nvPr/>
        </p:nvPicPr>
        <p:blipFill>
          <a:blip r:embed="rId2" cstate="print"/>
          <a:srcRect/>
          <a:stretch>
            <a:fillRect/>
          </a:stretch>
        </p:blipFill>
        <p:spPr bwMode="auto">
          <a:xfrm>
            <a:off x="1430338" y="2838450"/>
            <a:ext cx="6283325" cy="3486150"/>
          </a:xfrm>
          <a:prstGeom prst="rect">
            <a:avLst/>
          </a:prstGeom>
          <a:noFill/>
          <a:ln w="9525">
            <a:noFill/>
            <a:miter lim="800000"/>
            <a:headEnd/>
            <a:tailEnd/>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3. Manage Connections</a:t>
            </a:r>
            <a:endParaRPr lang="en-US" dirty="0"/>
          </a:p>
        </p:txBody>
      </p:sp>
      <p:sp>
        <p:nvSpPr>
          <p:cNvPr id="3" name="Content Placeholder 2"/>
          <p:cNvSpPr>
            <a:spLocks noGrp="1"/>
          </p:cNvSpPr>
          <p:nvPr>
            <p:ph idx="1"/>
          </p:nvPr>
        </p:nvSpPr>
        <p:spPr/>
        <p:txBody>
          <a:bodyPr/>
          <a:lstStyle/>
          <a:p>
            <a:r>
              <a:rPr lang="en-US" sz="1800" dirty="0" err="1" smtClean="0">
                <a:latin typeface="Consolas" pitchFamily="49" charset="0"/>
              </a:rPr>
              <a:t>sudo</a:t>
            </a:r>
            <a:r>
              <a:rPr lang="en-US" sz="1800" dirty="0" smtClean="0">
                <a:latin typeface="Consolas" pitchFamily="49" charset="0"/>
              </a:rPr>
              <a:t> </a:t>
            </a:r>
            <a:r>
              <a:rPr lang="en-US" sz="1800" dirty="0" err="1" smtClean="0">
                <a:latin typeface="Consolas" pitchFamily="49" charset="0"/>
              </a:rPr>
              <a:t>nmcli</a:t>
            </a:r>
            <a:r>
              <a:rPr lang="en-US" sz="1800" dirty="0" smtClean="0">
                <a:latin typeface="Consolas" pitchFamily="49" charset="0"/>
              </a:rPr>
              <a:t> con show</a:t>
            </a:r>
          </a:p>
          <a:p>
            <a:r>
              <a:rPr lang="it-IT" sz="1800" dirty="0" smtClean="0">
                <a:latin typeface="Consolas" pitchFamily="49" charset="0"/>
              </a:rPr>
              <a:t>sudo nmcli con down 59d1da19-a27b-4a7f-9304-0908646ca8dc</a:t>
            </a:r>
          </a:p>
          <a:p>
            <a:r>
              <a:rPr lang="en-US" sz="1800" dirty="0" err="1" smtClean="0">
                <a:latin typeface="Consolas" pitchFamily="49" charset="0"/>
              </a:rPr>
              <a:t>sudo</a:t>
            </a:r>
            <a:r>
              <a:rPr lang="en-US" sz="1800" dirty="0" smtClean="0">
                <a:latin typeface="Consolas" pitchFamily="49" charset="0"/>
              </a:rPr>
              <a:t> </a:t>
            </a:r>
            <a:r>
              <a:rPr lang="en-US" sz="1800" dirty="0" err="1" smtClean="0">
                <a:latin typeface="Consolas" pitchFamily="49" charset="0"/>
              </a:rPr>
              <a:t>nmcli</a:t>
            </a:r>
            <a:r>
              <a:rPr lang="en-US" sz="1800" dirty="0" smtClean="0">
                <a:latin typeface="Consolas" pitchFamily="49" charset="0"/>
              </a:rPr>
              <a:t> con show</a:t>
            </a:r>
          </a:p>
          <a:p>
            <a:r>
              <a:rPr lang="it-IT" sz="1800" dirty="0" smtClean="0">
                <a:latin typeface="Consolas" pitchFamily="49" charset="0"/>
              </a:rPr>
              <a:t>sudo nmcli con up 59d1da19-a27b-4a7f-9304-0908646ca8dc</a:t>
            </a:r>
            <a:endParaRPr lang="en-US" sz="1800" dirty="0" smtClean="0">
              <a:latin typeface="Consolas" pitchFamily="49" charset="0"/>
            </a:endParaRPr>
          </a:p>
          <a:p>
            <a:r>
              <a:rPr lang="en-US" sz="1800" dirty="0" err="1" smtClean="0">
                <a:latin typeface="Consolas" pitchFamily="49" charset="0"/>
              </a:rPr>
              <a:t>sudo</a:t>
            </a:r>
            <a:r>
              <a:rPr lang="en-US" sz="1800" dirty="0" smtClean="0">
                <a:latin typeface="Consolas" pitchFamily="49" charset="0"/>
              </a:rPr>
              <a:t> </a:t>
            </a:r>
            <a:r>
              <a:rPr lang="en-US" sz="1800" dirty="0" err="1" smtClean="0">
                <a:latin typeface="Consolas" pitchFamily="49" charset="0"/>
              </a:rPr>
              <a:t>nmcli</a:t>
            </a:r>
            <a:r>
              <a:rPr lang="en-US" sz="1800" dirty="0" smtClean="0">
                <a:latin typeface="Consolas" pitchFamily="49" charset="0"/>
              </a:rPr>
              <a:t> con show</a:t>
            </a:r>
            <a:endParaRPr lang="en-US" sz="1800" dirty="0">
              <a:latin typeface="Consolas" pitchFamily="49" charset="0"/>
            </a:endParaRPr>
          </a:p>
        </p:txBody>
      </p:sp>
      <p:pic>
        <p:nvPicPr>
          <p:cNvPr id="6146" name="Picture 2"/>
          <p:cNvPicPr>
            <a:picLocks noChangeAspect="1" noChangeArrowheads="1"/>
          </p:cNvPicPr>
          <p:nvPr/>
        </p:nvPicPr>
        <p:blipFill>
          <a:blip r:embed="rId2" cstate="print"/>
          <a:srcRect/>
          <a:stretch>
            <a:fillRect/>
          </a:stretch>
        </p:blipFill>
        <p:spPr bwMode="auto">
          <a:xfrm>
            <a:off x="1239838" y="3486150"/>
            <a:ext cx="6664325" cy="2686050"/>
          </a:xfrm>
          <a:prstGeom prst="rect">
            <a:avLst/>
          </a:prstGeom>
          <a:noFill/>
          <a:ln w="9525">
            <a:noFill/>
            <a:miter lim="800000"/>
            <a:headEnd/>
            <a:tailEnd/>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p:txBody>
          <a:bodyPr/>
          <a:lstStyle/>
          <a:p>
            <a:pPr eaLnBrk="1" hangingPunct="1"/>
            <a:r>
              <a:rPr lang="en-US" dirty="0" smtClean="0"/>
              <a:t>Thank You &amp; See You Again</a:t>
            </a:r>
          </a:p>
        </p:txBody>
      </p:sp>
      <p:pic>
        <p:nvPicPr>
          <p:cNvPr id="5" name="Content Placeholder 4"/>
          <p:cNvPicPr>
            <a:picLocks noGrp="1" noChangeAspect="1" noChangeArrowheads="1"/>
          </p:cNvPicPr>
          <p:nvPr>
            <p:ph idx="1"/>
          </p:nvPr>
        </p:nvPicPr>
        <p:blipFill>
          <a:blip r:embed="rId2" cstate="print"/>
          <a:srcRect/>
          <a:stretch>
            <a:fillRect/>
          </a:stretch>
        </p:blipFill>
        <p:spPr>
          <a:xfrm>
            <a:off x="1143000" y="1676400"/>
            <a:ext cx="6810375" cy="4525963"/>
          </a:xfrm>
          <a:noFill/>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16823</TotalTime>
  <Words>649</Words>
  <Application>Microsoft Office PowerPoint</Application>
  <PresentationFormat>On-screen Show (4:3)</PresentationFormat>
  <Paragraphs>72</Paragraphs>
  <Slides>20</Slides>
  <Notes>0</Notes>
  <HiddenSlides>0</HiddenSlides>
  <MMClips>0</MMClips>
  <ScaleCrop>false</ScaleCrop>
  <HeadingPairs>
    <vt:vector size="4" baseType="variant">
      <vt:variant>
        <vt:lpstr>Theme</vt:lpstr>
      </vt:variant>
      <vt:variant>
        <vt:i4>1</vt:i4>
      </vt:variant>
      <vt:variant>
        <vt:lpstr>Slide Titles</vt:lpstr>
      </vt:variant>
      <vt:variant>
        <vt:i4>20</vt:i4>
      </vt:variant>
    </vt:vector>
  </HeadingPairs>
  <TitlesOfParts>
    <vt:vector size="21" baseType="lpstr">
      <vt:lpstr>Office Theme</vt:lpstr>
      <vt:lpstr>KVM</vt:lpstr>
      <vt:lpstr>Objectives</vt:lpstr>
      <vt:lpstr>Contents</vt:lpstr>
      <vt:lpstr>References</vt:lpstr>
      <vt:lpstr>KVM</vt:lpstr>
      <vt:lpstr>1. Update Ubuntu Desktop 22.04</vt:lpstr>
      <vt:lpstr>2. Check if Virtualization is enabled</vt:lpstr>
      <vt:lpstr>3. Install KVM on Ubuntu Desktop</vt:lpstr>
      <vt:lpstr>4. Enable the virtualization daemon (libvirtd)</vt:lpstr>
      <vt:lpstr>5. Remove KVM</vt:lpstr>
      <vt:lpstr>Slide 11</vt:lpstr>
      <vt:lpstr>Private Virtual Bridge</vt:lpstr>
      <vt:lpstr>1. Show Connections</vt:lpstr>
      <vt:lpstr>2. Search and Launch Virtual Machine Manager</vt:lpstr>
      <vt:lpstr>Slide 15</vt:lpstr>
      <vt:lpstr>1. Copy Physical NIC Info</vt:lpstr>
      <vt:lpstr>Bridged networking (aka "shared physical device")</vt:lpstr>
      <vt:lpstr>2. Modify Virtual Bridge</vt:lpstr>
      <vt:lpstr>3. Manage Connections</vt:lpstr>
      <vt:lpstr>Thank You &amp; See You Again</vt:lpstr>
    </vt:vector>
  </TitlesOfParts>
  <Company>HuyBien</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NgoHuyBien</dc:creator>
  <cp:lastModifiedBy>Ngo Huy Bien</cp:lastModifiedBy>
  <cp:revision>4468</cp:revision>
  <dcterms:created xsi:type="dcterms:W3CDTF">2007-10-06T08:25:13Z</dcterms:created>
  <dcterms:modified xsi:type="dcterms:W3CDTF">2025-12-19T18:35:21Z</dcterms:modified>
</cp:coreProperties>
</file>