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4"/>
  </p:notesMasterIdLst>
  <p:handoutMasterIdLst>
    <p:handoutMasterId r:id="rId55"/>
  </p:handoutMasterIdLst>
  <p:sldIdLst>
    <p:sldId id="512" r:id="rId2"/>
    <p:sldId id="513" r:id="rId3"/>
    <p:sldId id="514" r:id="rId4"/>
    <p:sldId id="439" r:id="rId5"/>
    <p:sldId id="550" r:id="rId6"/>
    <p:sldId id="551" r:id="rId7"/>
    <p:sldId id="552" r:id="rId8"/>
    <p:sldId id="502" r:id="rId9"/>
    <p:sldId id="525" r:id="rId10"/>
    <p:sldId id="505" r:id="rId11"/>
    <p:sldId id="506" r:id="rId12"/>
    <p:sldId id="402" r:id="rId13"/>
    <p:sldId id="521" r:id="rId14"/>
    <p:sldId id="537" r:id="rId15"/>
    <p:sldId id="541" r:id="rId16"/>
    <p:sldId id="519" r:id="rId17"/>
    <p:sldId id="528" r:id="rId18"/>
    <p:sldId id="410" r:id="rId19"/>
    <p:sldId id="509" r:id="rId20"/>
    <p:sldId id="496" r:id="rId21"/>
    <p:sldId id="531" r:id="rId22"/>
    <p:sldId id="498" r:id="rId23"/>
    <p:sldId id="539" r:id="rId24"/>
    <p:sldId id="540" r:id="rId25"/>
    <p:sldId id="538" r:id="rId26"/>
    <p:sldId id="497" r:id="rId27"/>
    <p:sldId id="510" r:id="rId28"/>
    <p:sldId id="542" r:id="rId29"/>
    <p:sldId id="481" r:id="rId30"/>
    <p:sldId id="482" r:id="rId31"/>
    <p:sldId id="485" r:id="rId32"/>
    <p:sldId id="535" r:id="rId33"/>
    <p:sldId id="536" r:id="rId34"/>
    <p:sldId id="549" r:id="rId35"/>
    <p:sldId id="426" r:id="rId36"/>
    <p:sldId id="427" r:id="rId37"/>
    <p:sldId id="428" r:id="rId38"/>
    <p:sldId id="511" r:id="rId39"/>
    <p:sldId id="532" r:id="rId40"/>
    <p:sldId id="533" r:id="rId41"/>
    <p:sldId id="490" r:id="rId42"/>
    <p:sldId id="516" r:id="rId43"/>
    <p:sldId id="489" r:id="rId44"/>
    <p:sldId id="493" r:id="rId45"/>
    <p:sldId id="494" r:id="rId46"/>
    <p:sldId id="543" r:id="rId47"/>
    <p:sldId id="544" r:id="rId48"/>
    <p:sldId id="548" r:id="rId49"/>
    <p:sldId id="545" r:id="rId50"/>
    <p:sldId id="546" r:id="rId51"/>
    <p:sldId id="547" r:id="rId52"/>
    <p:sldId id="515" r:id="rId5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28" autoAdjust="0"/>
    <p:restoredTop sz="76711" autoAdjust="0"/>
  </p:normalViewPr>
  <p:slideViewPr>
    <p:cSldViewPr>
      <p:cViewPr>
        <p:scale>
          <a:sx n="50" d="100"/>
          <a:sy n="50" d="100"/>
        </p:scale>
        <p:origin x="-1552" y="-11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55F63E-89F1-471E-8955-4ACCF1C9775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FF604806-626C-4FF2-8E52-34D9A025E1F0}">
      <dgm:prSet phldrT="[Text]" custT="1"/>
      <dgm:spPr>
        <a:solidFill>
          <a:schemeClr val="accent2"/>
        </a:solidFill>
      </dgm:spPr>
      <dgm:t>
        <a:bodyPr/>
        <a:lstStyle/>
        <a:p>
          <a:r>
            <a:rPr lang="en-US" sz="1800" dirty="0" smtClean="0"/>
            <a:t>Cloud-based software development</a:t>
          </a:r>
          <a:endParaRPr lang="en-US" sz="1800" dirty="0"/>
        </a:p>
      </dgm:t>
    </dgm:pt>
    <dgm:pt modelId="{6AE9A6A7-9CE3-4CA3-A8D5-C46550362814}" type="parTrans" cxnId="{FAEAAF92-43D7-43F0-9BEA-F273181268E0}">
      <dgm:prSet/>
      <dgm:spPr/>
      <dgm:t>
        <a:bodyPr/>
        <a:lstStyle/>
        <a:p>
          <a:endParaRPr lang="en-US"/>
        </a:p>
      </dgm:t>
    </dgm:pt>
    <dgm:pt modelId="{3BF4C7B2-ABEB-41F1-A3A0-C22F4B0B7493}" type="sibTrans" cxnId="{FAEAAF92-43D7-43F0-9BEA-F273181268E0}">
      <dgm:prSet/>
      <dgm:spPr/>
      <dgm:t>
        <a:bodyPr/>
        <a:lstStyle/>
        <a:p>
          <a:endParaRPr lang="en-US"/>
        </a:p>
      </dgm:t>
    </dgm:pt>
    <dgm:pt modelId="{3B2AB280-10C4-42F0-98AD-D190B911B742}">
      <dgm:prSet phldrT="[Text]" custT="1"/>
      <dgm:spPr>
        <a:solidFill>
          <a:schemeClr val="accent3"/>
        </a:solidFill>
      </dgm:spPr>
      <dgm:t>
        <a:bodyPr/>
        <a:lstStyle/>
        <a:p>
          <a:r>
            <a:rPr lang="en-US" sz="1800" dirty="0" smtClean="0"/>
            <a:t>SaaS applications</a:t>
          </a:r>
          <a:endParaRPr lang="en-US" sz="1800" dirty="0"/>
        </a:p>
      </dgm:t>
    </dgm:pt>
    <dgm:pt modelId="{A496F256-FBAB-4464-9E39-17CB175456A1}" type="parTrans" cxnId="{56309463-570D-416F-8B74-CCC4871F4F93}">
      <dgm:prSet/>
      <dgm:spPr/>
      <dgm:t>
        <a:bodyPr/>
        <a:lstStyle/>
        <a:p>
          <a:endParaRPr lang="en-US"/>
        </a:p>
      </dgm:t>
    </dgm:pt>
    <dgm:pt modelId="{AE81E38A-2797-41D1-B588-CFDCE39D855C}" type="sibTrans" cxnId="{56309463-570D-416F-8B74-CCC4871F4F93}">
      <dgm:prSet/>
      <dgm:spPr/>
      <dgm:t>
        <a:bodyPr/>
        <a:lstStyle/>
        <a:p>
          <a:endParaRPr lang="en-US"/>
        </a:p>
      </dgm:t>
    </dgm:pt>
    <dgm:pt modelId="{7415EB33-2B22-414C-9017-27BD2F933224}">
      <dgm:prSet phldrT="[Text]" custT="1"/>
      <dgm:spPr>
        <a:solidFill>
          <a:schemeClr val="accent3"/>
        </a:solidFill>
      </dgm:spPr>
      <dgm:t>
        <a:bodyPr/>
        <a:lstStyle/>
        <a:p>
          <a:r>
            <a:rPr lang="en-US" sz="1800" dirty="0" smtClean="0"/>
            <a:t>Big data storage and processing</a:t>
          </a:r>
          <a:endParaRPr lang="en-US" sz="1800" dirty="0"/>
        </a:p>
      </dgm:t>
    </dgm:pt>
    <dgm:pt modelId="{055AA765-FA24-4397-905E-42F872013233}" type="parTrans" cxnId="{53FDAE1C-8A50-4AB7-B97D-F50242CD028F}">
      <dgm:prSet/>
      <dgm:spPr/>
      <dgm:t>
        <a:bodyPr/>
        <a:lstStyle/>
        <a:p>
          <a:endParaRPr lang="en-US"/>
        </a:p>
      </dgm:t>
    </dgm:pt>
    <dgm:pt modelId="{3C346A9D-FBDB-436A-ABE9-0ED4045C28B6}" type="sibTrans" cxnId="{53FDAE1C-8A50-4AB7-B97D-F50242CD028F}">
      <dgm:prSet/>
      <dgm:spPr/>
      <dgm:t>
        <a:bodyPr/>
        <a:lstStyle/>
        <a:p>
          <a:endParaRPr lang="en-US"/>
        </a:p>
      </dgm:t>
    </dgm:pt>
    <dgm:pt modelId="{109BF8D6-5B3E-46B0-87E2-58CF422A5C5B}">
      <dgm:prSet phldrT="[Text]" custT="1"/>
      <dgm:spPr>
        <a:solidFill>
          <a:schemeClr val="accent3"/>
        </a:solidFill>
      </dgm:spPr>
      <dgm:t>
        <a:bodyPr/>
        <a:lstStyle/>
        <a:p>
          <a:r>
            <a:rPr lang="en-US" sz="1800" dirty="0" smtClean="0"/>
            <a:t>Security</a:t>
          </a:r>
          <a:endParaRPr lang="en-US" sz="1800" dirty="0"/>
        </a:p>
      </dgm:t>
    </dgm:pt>
    <dgm:pt modelId="{2504DBD4-6E13-4A43-90FD-67147E76CE12}" type="parTrans" cxnId="{12207813-587B-4DA8-B31D-B11D2C7BFD11}">
      <dgm:prSet/>
      <dgm:spPr/>
      <dgm:t>
        <a:bodyPr/>
        <a:lstStyle/>
        <a:p>
          <a:endParaRPr lang="en-US"/>
        </a:p>
      </dgm:t>
    </dgm:pt>
    <dgm:pt modelId="{F3E185E0-EE08-4E92-862F-6E9B233177AC}" type="sibTrans" cxnId="{12207813-587B-4DA8-B31D-B11D2C7BFD11}">
      <dgm:prSet/>
      <dgm:spPr/>
      <dgm:t>
        <a:bodyPr/>
        <a:lstStyle/>
        <a:p>
          <a:endParaRPr lang="en-US"/>
        </a:p>
      </dgm:t>
    </dgm:pt>
    <dgm:pt modelId="{83147A0D-C728-4F0F-9811-3A7C71DC623C}">
      <dgm:prSet phldrT="[Text]" custT="1"/>
      <dgm:spPr>
        <a:solidFill>
          <a:schemeClr val="accent3"/>
        </a:solidFill>
      </dgm:spPr>
      <dgm:t>
        <a:bodyPr/>
        <a:lstStyle/>
        <a:p>
          <a:r>
            <a:rPr lang="en-US" sz="1800" dirty="0" smtClean="0"/>
            <a:t>Scalability</a:t>
          </a:r>
          <a:endParaRPr lang="en-US" sz="1800" dirty="0"/>
        </a:p>
      </dgm:t>
    </dgm:pt>
    <dgm:pt modelId="{B1C08F3A-EB53-4088-B03E-12EDA9A89892}" type="parTrans" cxnId="{D7D59CCE-E252-49CC-BEE2-0178402FC610}">
      <dgm:prSet/>
      <dgm:spPr/>
      <dgm:t>
        <a:bodyPr/>
        <a:lstStyle/>
        <a:p>
          <a:endParaRPr lang="en-US"/>
        </a:p>
      </dgm:t>
    </dgm:pt>
    <dgm:pt modelId="{8081ADAB-ADCB-4B3C-877A-90EAA4B4CB57}" type="sibTrans" cxnId="{D7D59CCE-E252-49CC-BEE2-0178402FC610}">
      <dgm:prSet/>
      <dgm:spPr/>
      <dgm:t>
        <a:bodyPr/>
        <a:lstStyle/>
        <a:p>
          <a:endParaRPr lang="en-US"/>
        </a:p>
      </dgm:t>
    </dgm:pt>
    <dgm:pt modelId="{99690DC0-657D-4ABC-8660-D3F8C98EB8B3}">
      <dgm:prSet phldrT="[Text]" custT="1"/>
      <dgm:spPr>
        <a:solidFill>
          <a:schemeClr val="accent3"/>
        </a:solidFill>
      </dgm:spPr>
      <dgm:t>
        <a:bodyPr/>
        <a:lstStyle/>
        <a:p>
          <a:r>
            <a:rPr lang="en-US" sz="1800" dirty="0" err="1" smtClean="0"/>
            <a:t>IaaS</a:t>
          </a:r>
          <a:r>
            <a:rPr lang="en-US" sz="1800" dirty="0" smtClean="0"/>
            <a:t> applications</a:t>
          </a:r>
          <a:endParaRPr lang="en-US" sz="1800" dirty="0"/>
        </a:p>
      </dgm:t>
    </dgm:pt>
    <dgm:pt modelId="{2E8FAABE-E6F9-43F0-B131-5D15C6CF6795}" type="parTrans" cxnId="{648E9628-6F97-48FA-8BA4-C9F99CF93ADC}">
      <dgm:prSet/>
      <dgm:spPr/>
      <dgm:t>
        <a:bodyPr/>
        <a:lstStyle/>
        <a:p>
          <a:endParaRPr lang="en-US"/>
        </a:p>
      </dgm:t>
    </dgm:pt>
    <dgm:pt modelId="{50480DAE-2C80-4A52-90A2-7B0BFA1875D8}" type="sibTrans" cxnId="{648E9628-6F97-48FA-8BA4-C9F99CF93ADC}">
      <dgm:prSet/>
      <dgm:spPr/>
      <dgm:t>
        <a:bodyPr/>
        <a:lstStyle/>
        <a:p>
          <a:endParaRPr lang="en-US"/>
        </a:p>
      </dgm:t>
    </dgm:pt>
    <dgm:pt modelId="{0C18A8BE-70DC-4606-BCD3-FF5804A0E53E}">
      <dgm:prSet phldrT="[Text]" custT="1"/>
      <dgm:spPr>
        <a:solidFill>
          <a:schemeClr val="accent3"/>
        </a:solidFill>
      </dgm:spPr>
      <dgm:t>
        <a:bodyPr/>
        <a:lstStyle/>
        <a:p>
          <a:r>
            <a:rPr lang="en-US" sz="1800" dirty="0" err="1" smtClean="0"/>
            <a:t>PaaS</a:t>
          </a:r>
          <a:r>
            <a:rPr lang="en-US" sz="1800" dirty="0" smtClean="0"/>
            <a:t> applications</a:t>
          </a:r>
          <a:endParaRPr lang="en-US" sz="1800" dirty="0"/>
        </a:p>
      </dgm:t>
    </dgm:pt>
    <dgm:pt modelId="{2EB7A3C1-9E3A-4E4D-BB9C-03D3D4D80BD3}" type="parTrans" cxnId="{B1073269-53DD-4C6A-8713-C952F033343E}">
      <dgm:prSet/>
      <dgm:spPr/>
      <dgm:t>
        <a:bodyPr/>
        <a:lstStyle/>
        <a:p>
          <a:endParaRPr lang="en-US"/>
        </a:p>
      </dgm:t>
    </dgm:pt>
    <dgm:pt modelId="{5660388D-050F-46F2-A922-04F730E21DAD}" type="sibTrans" cxnId="{B1073269-53DD-4C6A-8713-C952F033343E}">
      <dgm:prSet/>
      <dgm:spPr/>
      <dgm:t>
        <a:bodyPr/>
        <a:lstStyle/>
        <a:p>
          <a:endParaRPr lang="en-US"/>
        </a:p>
      </dgm:t>
    </dgm:pt>
    <dgm:pt modelId="{67EF7BEC-7DD5-44F9-8CA8-4D99457DC598}">
      <dgm:prSet phldrT="[Text]" custT="1"/>
      <dgm:spPr>
        <a:solidFill>
          <a:schemeClr val="accent4"/>
        </a:solidFill>
      </dgm:spPr>
      <dgm:t>
        <a:bodyPr/>
        <a:lstStyle/>
        <a:p>
          <a:r>
            <a:rPr lang="en-US" sz="1800" smtClean="0"/>
            <a:t>Federation</a:t>
          </a:r>
          <a:endParaRPr lang="en-US" sz="1800" dirty="0"/>
        </a:p>
      </dgm:t>
    </dgm:pt>
    <dgm:pt modelId="{D1F9330E-B729-4727-A9A5-4412D5DE7889}" type="sibTrans" cxnId="{BE5E5226-B97A-4445-ACB8-840151F0F78A}">
      <dgm:prSet/>
      <dgm:spPr/>
      <dgm:t>
        <a:bodyPr/>
        <a:lstStyle/>
        <a:p>
          <a:endParaRPr lang="en-US"/>
        </a:p>
      </dgm:t>
    </dgm:pt>
    <dgm:pt modelId="{A60AC8AE-A617-4351-9E73-649E71CE9EC9}" type="parTrans" cxnId="{BE5E5226-B97A-4445-ACB8-840151F0F78A}">
      <dgm:prSet/>
      <dgm:spPr/>
      <dgm:t>
        <a:bodyPr/>
        <a:lstStyle/>
        <a:p>
          <a:endParaRPr lang="en-US"/>
        </a:p>
      </dgm:t>
    </dgm:pt>
    <dgm:pt modelId="{B5A80A77-DBB3-48D7-9D7A-C3E8C2B69CB4}">
      <dgm:prSet phldrT="[Text]" custT="1"/>
      <dgm:spPr>
        <a:solidFill>
          <a:schemeClr val="accent3"/>
        </a:solidFill>
      </dgm:spPr>
      <dgm:t>
        <a:bodyPr/>
        <a:lstStyle/>
        <a:p>
          <a:r>
            <a:rPr lang="en-US" sz="1800" smtClean="0"/>
            <a:t>Multi-tenancy</a:t>
          </a:r>
          <a:endParaRPr lang="en-US" sz="1800" dirty="0"/>
        </a:p>
      </dgm:t>
    </dgm:pt>
    <dgm:pt modelId="{09AE5934-6821-469E-BB04-54503F44FD98}" type="parTrans" cxnId="{C1639A16-F2E3-45C5-B0D0-8782EE04B498}">
      <dgm:prSet/>
      <dgm:spPr/>
      <dgm:t>
        <a:bodyPr/>
        <a:lstStyle/>
        <a:p>
          <a:endParaRPr lang="en-US"/>
        </a:p>
      </dgm:t>
    </dgm:pt>
    <dgm:pt modelId="{F7C2FBE6-146D-4177-B45E-20141EF0072C}" type="sibTrans" cxnId="{C1639A16-F2E3-45C5-B0D0-8782EE04B498}">
      <dgm:prSet/>
      <dgm:spPr/>
      <dgm:t>
        <a:bodyPr/>
        <a:lstStyle/>
        <a:p>
          <a:endParaRPr lang="en-US"/>
        </a:p>
      </dgm:t>
    </dgm:pt>
    <dgm:pt modelId="{361C293D-1754-4495-8979-88CFFA384095}">
      <dgm:prSet phldrT="[Text]" custT="1"/>
      <dgm:spPr>
        <a:solidFill>
          <a:schemeClr val="accent4"/>
        </a:solidFill>
      </dgm:spPr>
      <dgm:t>
        <a:bodyPr/>
        <a:lstStyle/>
        <a:p>
          <a:r>
            <a:rPr lang="en-US" sz="1800" dirty="0" smtClean="0"/>
            <a:t>Architecture</a:t>
          </a:r>
          <a:endParaRPr lang="en-US" sz="1800" dirty="0"/>
        </a:p>
      </dgm:t>
    </dgm:pt>
    <dgm:pt modelId="{00803412-DF29-40C7-9BCB-85E242393912}" type="parTrans" cxnId="{10725B7A-AE2E-4200-9B52-F683B6DC5D0E}">
      <dgm:prSet/>
      <dgm:spPr/>
      <dgm:t>
        <a:bodyPr/>
        <a:lstStyle/>
        <a:p>
          <a:endParaRPr lang="en-US"/>
        </a:p>
      </dgm:t>
    </dgm:pt>
    <dgm:pt modelId="{21B122DE-BDC0-4C1F-8086-B1A793D90DDE}" type="sibTrans" cxnId="{10725B7A-AE2E-4200-9B52-F683B6DC5D0E}">
      <dgm:prSet/>
      <dgm:spPr/>
      <dgm:t>
        <a:bodyPr/>
        <a:lstStyle/>
        <a:p>
          <a:endParaRPr lang="en-US"/>
        </a:p>
      </dgm:t>
    </dgm:pt>
    <dgm:pt modelId="{8C1338DF-5BFB-46EF-83C8-C466F323DA51}">
      <dgm:prSet phldrT="[Text]" custT="1"/>
      <dgm:spPr>
        <a:solidFill>
          <a:schemeClr val="accent4"/>
        </a:solidFill>
      </dgm:spPr>
      <dgm:t>
        <a:bodyPr/>
        <a:lstStyle/>
        <a:p>
          <a:r>
            <a:rPr lang="en-US" sz="1800" dirty="0" smtClean="0"/>
            <a:t>Variability</a:t>
          </a:r>
          <a:endParaRPr lang="en-US" sz="1800" dirty="0"/>
        </a:p>
      </dgm:t>
    </dgm:pt>
    <dgm:pt modelId="{42F601D6-C260-4A60-83CB-381552DE7791}" type="parTrans" cxnId="{1709A8CE-FA1C-4F73-8F9F-687A7B519AA0}">
      <dgm:prSet/>
      <dgm:spPr/>
      <dgm:t>
        <a:bodyPr/>
        <a:lstStyle/>
        <a:p>
          <a:endParaRPr lang="en-US"/>
        </a:p>
      </dgm:t>
    </dgm:pt>
    <dgm:pt modelId="{9BDA0022-6060-4E9A-A766-4C180C0FD5E3}" type="sibTrans" cxnId="{1709A8CE-FA1C-4F73-8F9F-687A7B519AA0}">
      <dgm:prSet/>
      <dgm:spPr/>
      <dgm:t>
        <a:bodyPr/>
        <a:lstStyle/>
        <a:p>
          <a:endParaRPr lang="en-US"/>
        </a:p>
      </dgm:t>
    </dgm:pt>
    <dgm:pt modelId="{5E6FA80D-1FEE-48C1-A6F9-C36AA596DAEE}">
      <dgm:prSet phldrT="[Text]" custT="1"/>
      <dgm:spPr>
        <a:solidFill>
          <a:schemeClr val="accent3"/>
        </a:solidFill>
      </dgm:spPr>
      <dgm:t>
        <a:bodyPr/>
        <a:lstStyle/>
        <a:p>
          <a:r>
            <a:rPr lang="en-US" sz="1800" smtClean="0"/>
            <a:t>Integration</a:t>
          </a:r>
          <a:endParaRPr lang="en-US" sz="1800" dirty="0"/>
        </a:p>
      </dgm:t>
    </dgm:pt>
    <dgm:pt modelId="{2B36687B-475E-4CD8-815C-30B87DA45C02}" type="parTrans" cxnId="{4CAD8DD8-3768-4FD3-ADD8-DB5F932F715F}">
      <dgm:prSet/>
      <dgm:spPr/>
      <dgm:t>
        <a:bodyPr/>
        <a:lstStyle/>
        <a:p>
          <a:endParaRPr lang="en-US"/>
        </a:p>
      </dgm:t>
    </dgm:pt>
    <dgm:pt modelId="{B3ADEE26-BFF5-4444-A197-DCFA55E76B1A}" type="sibTrans" cxnId="{4CAD8DD8-3768-4FD3-ADD8-DB5F932F715F}">
      <dgm:prSet/>
      <dgm:spPr/>
      <dgm:t>
        <a:bodyPr/>
        <a:lstStyle/>
        <a:p>
          <a:endParaRPr lang="en-US"/>
        </a:p>
      </dgm:t>
    </dgm:pt>
    <dgm:pt modelId="{AC06CA81-95BA-4ABE-A593-F18289657F01}">
      <dgm:prSet phldrT="[Text]" custT="1"/>
      <dgm:spPr>
        <a:solidFill>
          <a:schemeClr val="accent4"/>
        </a:solidFill>
      </dgm:spPr>
      <dgm:t>
        <a:bodyPr/>
        <a:lstStyle/>
        <a:p>
          <a:r>
            <a:rPr lang="en-US" sz="1800" dirty="0" smtClean="0"/>
            <a:t>Enterprise service bus</a:t>
          </a:r>
          <a:endParaRPr lang="en-US" sz="1800" dirty="0"/>
        </a:p>
      </dgm:t>
    </dgm:pt>
    <dgm:pt modelId="{3931CCA9-C8A0-4622-A5AD-DCAFE5283D44}" type="parTrans" cxnId="{0933DE5B-E655-45AD-8093-05FF38341D70}">
      <dgm:prSet/>
      <dgm:spPr/>
      <dgm:t>
        <a:bodyPr/>
        <a:lstStyle/>
        <a:p>
          <a:endParaRPr lang="en-US"/>
        </a:p>
      </dgm:t>
    </dgm:pt>
    <dgm:pt modelId="{B232CAE3-EF2F-40EE-B8B3-25926E862133}" type="sibTrans" cxnId="{0933DE5B-E655-45AD-8093-05FF38341D70}">
      <dgm:prSet/>
      <dgm:spPr/>
      <dgm:t>
        <a:bodyPr/>
        <a:lstStyle/>
        <a:p>
          <a:endParaRPr lang="en-US"/>
        </a:p>
      </dgm:t>
    </dgm:pt>
    <dgm:pt modelId="{978FE107-25F5-459E-8DF4-99C38221FFA0}">
      <dgm:prSet phldrT="[Text]" custT="1"/>
      <dgm:spPr>
        <a:solidFill>
          <a:schemeClr val="accent4"/>
        </a:solidFill>
      </dgm:spPr>
      <dgm:t>
        <a:bodyPr/>
        <a:lstStyle/>
        <a:p>
          <a:r>
            <a:rPr lang="en-US" sz="1800" dirty="0" smtClean="0"/>
            <a:t>Standards</a:t>
          </a:r>
          <a:endParaRPr lang="en-US" sz="1800" dirty="0"/>
        </a:p>
      </dgm:t>
    </dgm:pt>
    <dgm:pt modelId="{30684779-6393-48DE-96BF-0435123E6501}" type="parTrans" cxnId="{A4EC2AB4-3A6D-4DF9-9E90-4AD7561D748B}">
      <dgm:prSet/>
      <dgm:spPr/>
      <dgm:t>
        <a:bodyPr/>
        <a:lstStyle/>
        <a:p>
          <a:endParaRPr lang="en-US"/>
        </a:p>
      </dgm:t>
    </dgm:pt>
    <dgm:pt modelId="{A1921BFA-2415-4E82-B598-8F048E5FD810}" type="sibTrans" cxnId="{A4EC2AB4-3A6D-4DF9-9E90-4AD7561D748B}">
      <dgm:prSet/>
      <dgm:spPr/>
      <dgm:t>
        <a:bodyPr/>
        <a:lstStyle/>
        <a:p>
          <a:endParaRPr lang="en-US"/>
        </a:p>
      </dgm:t>
    </dgm:pt>
    <dgm:pt modelId="{D32C4CDB-3709-4BE2-A0DB-2DB8D1D8E194}" type="pres">
      <dgm:prSet presAssocID="{E555F63E-89F1-471E-8955-4ACCF1C97757}" presName="diagram" presStyleCnt="0">
        <dgm:presLayoutVars>
          <dgm:chPref val="1"/>
          <dgm:dir/>
          <dgm:animOne val="branch"/>
          <dgm:animLvl val="lvl"/>
          <dgm:resizeHandles val="exact"/>
        </dgm:presLayoutVars>
      </dgm:prSet>
      <dgm:spPr/>
      <dgm:t>
        <a:bodyPr/>
        <a:lstStyle/>
        <a:p>
          <a:endParaRPr lang="en-US"/>
        </a:p>
      </dgm:t>
    </dgm:pt>
    <dgm:pt modelId="{0A7EAC46-62EF-480A-B597-52EAD54C8C1F}" type="pres">
      <dgm:prSet presAssocID="{FF604806-626C-4FF2-8E52-34D9A025E1F0}" presName="root1" presStyleCnt="0"/>
      <dgm:spPr/>
    </dgm:pt>
    <dgm:pt modelId="{710EF3CF-E2FA-4B02-810E-DB693C617DA5}" type="pres">
      <dgm:prSet presAssocID="{FF604806-626C-4FF2-8E52-34D9A025E1F0}" presName="LevelOneTextNode" presStyleLbl="node0" presStyleIdx="0" presStyleCnt="1" custScaleX="332669" custScaleY="220597">
        <dgm:presLayoutVars>
          <dgm:chPref val="3"/>
        </dgm:presLayoutVars>
      </dgm:prSet>
      <dgm:spPr/>
      <dgm:t>
        <a:bodyPr/>
        <a:lstStyle/>
        <a:p>
          <a:endParaRPr lang="en-US"/>
        </a:p>
      </dgm:t>
    </dgm:pt>
    <dgm:pt modelId="{28DAF09A-8B5A-4022-A439-76DFE01B0382}" type="pres">
      <dgm:prSet presAssocID="{FF604806-626C-4FF2-8E52-34D9A025E1F0}" presName="level2hierChild" presStyleCnt="0"/>
      <dgm:spPr/>
    </dgm:pt>
    <dgm:pt modelId="{4D824404-6500-4D7E-BB07-6B6882AF838E}" type="pres">
      <dgm:prSet presAssocID="{A496F256-FBAB-4464-9E39-17CB175456A1}" presName="conn2-1" presStyleLbl="parChTrans1D2" presStyleIdx="0" presStyleCnt="8"/>
      <dgm:spPr/>
      <dgm:t>
        <a:bodyPr/>
        <a:lstStyle/>
        <a:p>
          <a:endParaRPr lang="en-US"/>
        </a:p>
      </dgm:t>
    </dgm:pt>
    <dgm:pt modelId="{3D64598F-6087-4BD2-B863-C3C45E259340}" type="pres">
      <dgm:prSet presAssocID="{A496F256-FBAB-4464-9E39-17CB175456A1}" presName="connTx" presStyleLbl="parChTrans1D2" presStyleIdx="0" presStyleCnt="8"/>
      <dgm:spPr/>
      <dgm:t>
        <a:bodyPr/>
        <a:lstStyle/>
        <a:p>
          <a:endParaRPr lang="en-US"/>
        </a:p>
      </dgm:t>
    </dgm:pt>
    <dgm:pt modelId="{42FEDE75-3AFD-4AE6-9380-7EC770ABDDFF}" type="pres">
      <dgm:prSet presAssocID="{3B2AB280-10C4-42F0-98AD-D190B911B742}" presName="root2" presStyleCnt="0"/>
      <dgm:spPr/>
    </dgm:pt>
    <dgm:pt modelId="{BE1C210E-8089-4E53-8E9D-E25054B0892B}" type="pres">
      <dgm:prSet presAssocID="{3B2AB280-10C4-42F0-98AD-D190B911B742}" presName="LevelTwoTextNode" presStyleLbl="node2" presStyleIdx="0" presStyleCnt="8" custScaleX="428680" custScaleY="126818">
        <dgm:presLayoutVars>
          <dgm:chPref val="3"/>
        </dgm:presLayoutVars>
      </dgm:prSet>
      <dgm:spPr/>
      <dgm:t>
        <a:bodyPr/>
        <a:lstStyle/>
        <a:p>
          <a:endParaRPr lang="en-US"/>
        </a:p>
      </dgm:t>
    </dgm:pt>
    <dgm:pt modelId="{DE81DEF5-8F5A-4FED-A2F9-B310AE3C70DA}" type="pres">
      <dgm:prSet presAssocID="{3B2AB280-10C4-42F0-98AD-D190B911B742}" presName="level3hierChild" presStyleCnt="0"/>
      <dgm:spPr/>
    </dgm:pt>
    <dgm:pt modelId="{6C5E6B52-A49A-4594-9A76-2E3EFBCA946C}" type="pres">
      <dgm:prSet presAssocID="{2EB7A3C1-9E3A-4E4D-BB9C-03D3D4D80BD3}" presName="conn2-1" presStyleLbl="parChTrans1D2" presStyleIdx="1" presStyleCnt="8"/>
      <dgm:spPr/>
      <dgm:t>
        <a:bodyPr/>
        <a:lstStyle/>
        <a:p>
          <a:endParaRPr lang="en-US"/>
        </a:p>
      </dgm:t>
    </dgm:pt>
    <dgm:pt modelId="{205D41D3-9364-4F85-A30C-902B2CE8DE48}" type="pres">
      <dgm:prSet presAssocID="{2EB7A3C1-9E3A-4E4D-BB9C-03D3D4D80BD3}" presName="connTx" presStyleLbl="parChTrans1D2" presStyleIdx="1" presStyleCnt="8"/>
      <dgm:spPr/>
      <dgm:t>
        <a:bodyPr/>
        <a:lstStyle/>
        <a:p>
          <a:endParaRPr lang="en-US"/>
        </a:p>
      </dgm:t>
    </dgm:pt>
    <dgm:pt modelId="{4A8B4CAA-1F98-43B1-A0D2-CA5E3AB6B539}" type="pres">
      <dgm:prSet presAssocID="{0C18A8BE-70DC-4606-BCD3-FF5804A0E53E}" presName="root2" presStyleCnt="0"/>
      <dgm:spPr/>
    </dgm:pt>
    <dgm:pt modelId="{2FED1081-3271-428E-8E1D-C08F2E227728}" type="pres">
      <dgm:prSet presAssocID="{0C18A8BE-70DC-4606-BCD3-FF5804A0E53E}" presName="LevelTwoTextNode" presStyleLbl="node2" presStyleIdx="1" presStyleCnt="8" custScaleX="428680" custScaleY="126818">
        <dgm:presLayoutVars>
          <dgm:chPref val="3"/>
        </dgm:presLayoutVars>
      </dgm:prSet>
      <dgm:spPr/>
      <dgm:t>
        <a:bodyPr/>
        <a:lstStyle/>
        <a:p>
          <a:endParaRPr lang="en-US"/>
        </a:p>
      </dgm:t>
    </dgm:pt>
    <dgm:pt modelId="{6F6847E4-95A3-4B21-A13D-07456FD78661}" type="pres">
      <dgm:prSet presAssocID="{0C18A8BE-70DC-4606-BCD3-FF5804A0E53E}" presName="level3hierChild" presStyleCnt="0"/>
      <dgm:spPr/>
    </dgm:pt>
    <dgm:pt modelId="{37E15B20-DCE1-42FD-BAFA-C47DFD6E1A5B}" type="pres">
      <dgm:prSet presAssocID="{2E8FAABE-E6F9-43F0-B131-5D15C6CF6795}" presName="conn2-1" presStyleLbl="parChTrans1D2" presStyleIdx="2" presStyleCnt="8"/>
      <dgm:spPr/>
      <dgm:t>
        <a:bodyPr/>
        <a:lstStyle/>
        <a:p>
          <a:endParaRPr lang="en-US"/>
        </a:p>
      </dgm:t>
    </dgm:pt>
    <dgm:pt modelId="{26D2451A-6124-4465-B067-B76670638090}" type="pres">
      <dgm:prSet presAssocID="{2E8FAABE-E6F9-43F0-B131-5D15C6CF6795}" presName="connTx" presStyleLbl="parChTrans1D2" presStyleIdx="2" presStyleCnt="8"/>
      <dgm:spPr/>
      <dgm:t>
        <a:bodyPr/>
        <a:lstStyle/>
        <a:p>
          <a:endParaRPr lang="en-US"/>
        </a:p>
      </dgm:t>
    </dgm:pt>
    <dgm:pt modelId="{602B1B8D-BE1E-457C-9E00-D2A206A98AD6}" type="pres">
      <dgm:prSet presAssocID="{99690DC0-657D-4ABC-8660-D3F8C98EB8B3}" presName="root2" presStyleCnt="0"/>
      <dgm:spPr/>
    </dgm:pt>
    <dgm:pt modelId="{5203B2D5-4CD5-420C-97FC-D0A715777BF1}" type="pres">
      <dgm:prSet presAssocID="{99690DC0-657D-4ABC-8660-D3F8C98EB8B3}" presName="LevelTwoTextNode" presStyleLbl="node2" presStyleIdx="2" presStyleCnt="8" custScaleX="428680" custScaleY="126818">
        <dgm:presLayoutVars>
          <dgm:chPref val="3"/>
        </dgm:presLayoutVars>
      </dgm:prSet>
      <dgm:spPr/>
      <dgm:t>
        <a:bodyPr/>
        <a:lstStyle/>
        <a:p>
          <a:endParaRPr lang="en-US"/>
        </a:p>
      </dgm:t>
    </dgm:pt>
    <dgm:pt modelId="{AB298E4B-C6BC-40F8-89F1-9CC98F3BA666}" type="pres">
      <dgm:prSet presAssocID="{99690DC0-657D-4ABC-8660-D3F8C98EB8B3}" presName="level3hierChild" presStyleCnt="0"/>
      <dgm:spPr/>
    </dgm:pt>
    <dgm:pt modelId="{6DA0F4AA-116E-49BC-9A8E-7B454D4FFC63}" type="pres">
      <dgm:prSet presAssocID="{A60AC8AE-A617-4351-9E73-649E71CE9EC9}" presName="conn2-1" presStyleLbl="parChTrans1D3" presStyleIdx="0" presStyleCnt="5"/>
      <dgm:spPr/>
      <dgm:t>
        <a:bodyPr/>
        <a:lstStyle/>
        <a:p>
          <a:endParaRPr lang="en-US"/>
        </a:p>
      </dgm:t>
    </dgm:pt>
    <dgm:pt modelId="{33531711-0BE7-4D02-91B3-377D56FC559D}" type="pres">
      <dgm:prSet presAssocID="{A60AC8AE-A617-4351-9E73-649E71CE9EC9}" presName="connTx" presStyleLbl="parChTrans1D3" presStyleIdx="0" presStyleCnt="5"/>
      <dgm:spPr/>
      <dgm:t>
        <a:bodyPr/>
        <a:lstStyle/>
        <a:p>
          <a:endParaRPr lang="en-US"/>
        </a:p>
      </dgm:t>
    </dgm:pt>
    <dgm:pt modelId="{EC357955-041C-4186-A180-70CC516F4079}" type="pres">
      <dgm:prSet presAssocID="{67EF7BEC-7DD5-44F9-8CA8-4D99457DC598}" presName="root2" presStyleCnt="0"/>
      <dgm:spPr/>
    </dgm:pt>
    <dgm:pt modelId="{5286DE1E-7AF9-48ED-85C2-51E61B51888B}" type="pres">
      <dgm:prSet presAssocID="{67EF7BEC-7DD5-44F9-8CA8-4D99457DC598}" presName="LevelTwoTextNode" presStyleLbl="node3" presStyleIdx="0" presStyleCnt="5" custScaleX="298046" custScaleY="126818">
        <dgm:presLayoutVars>
          <dgm:chPref val="3"/>
        </dgm:presLayoutVars>
      </dgm:prSet>
      <dgm:spPr/>
      <dgm:t>
        <a:bodyPr/>
        <a:lstStyle/>
        <a:p>
          <a:endParaRPr lang="en-US"/>
        </a:p>
      </dgm:t>
    </dgm:pt>
    <dgm:pt modelId="{73F049FC-836A-4E04-99F4-9FAF2A009B60}" type="pres">
      <dgm:prSet presAssocID="{67EF7BEC-7DD5-44F9-8CA8-4D99457DC598}" presName="level3hierChild" presStyleCnt="0"/>
      <dgm:spPr/>
    </dgm:pt>
    <dgm:pt modelId="{B386EC06-6974-4BC1-9224-A915F355F0C4}" type="pres">
      <dgm:prSet presAssocID="{055AA765-FA24-4397-905E-42F872013233}" presName="conn2-1" presStyleLbl="parChTrans1D2" presStyleIdx="3" presStyleCnt="8"/>
      <dgm:spPr/>
      <dgm:t>
        <a:bodyPr/>
        <a:lstStyle/>
        <a:p>
          <a:endParaRPr lang="en-US"/>
        </a:p>
      </dgm:t>
    </dgm:pt>
    <dgm:pt modelId="{D12D5602-FABB-4BC8-8D1A-A2E6566E9584}" type="pres">
      <dgm:prSet presAssocID="{055AA765-FA24-4397-905E-42F872013233}" presName="connTx" presStyleLbl="parChTrans1D2" presStyleIdx="3" presStyleCnt="8"/>
      <dgm:spPr/>
      <dgm:t>
        <a:bodyPr/>
        <a:lstStyle/>
        <a:p>
          <a:endParaRPr lang="en-US"/>
        </a:p>
      </dgm:t>
    </dgm:pt>
    <dgm:pt modelId="{FCB79C86-5F79-42DE-B007-441AFE291C97}" type="pres">
      <dgm:prSet presAssocID="{7415EB33-2B22-414C-9017-27BD2F933224}" presName="root2" presStyleCnt="0"/>
      <dgm:spPr/>
    </dgm:pt>
    <dgm:pt modelId="{25C3674E-965F-4E94-841E-7B6DEBA77F00}" type="pres">
      <dgm:prSet presAssocID="{7415EB33-2B22-414C-9017-27BD2F933224}" presName="LevelTwoTextNode" presStyleLbl="node2" presStyleIdx="3" presStyleCnt="8" custScaleX="428680" custScaleY="126818">
        <dgm:presLayoutVars>
          <dgm:chPref val="3"/>
        </dgm:presLayoutVars>
      </dgm:prSet>
      <dgm:spPr/>
      <dgm:t>
        <a:bodyPr/>
        <a:lstStyle/>
        <a:p>
          <a:endParaRPr lang="en-US"/>
        </a:p>
      </dgm:t>
    </dgm:pt>
    <dgm:pt modelId="{9672647D-7790-491F-B1BE-5502C1A2E538}" type="pres">
      <dgm:prSet presAssocID="{7415EB33-2B22-414C-9017-27BD2F933224}" presName="level3hierChild" presStyleCnt="0"/>
      <dgm:spPr/>
    </dgm:pt>
    <dgm:pt modelId="{1C68FCB2-BDC0-4D9D-96E1-3669102E2E2B}" type="pres">
      <dgm:prSet presAssocID="{2504DBD4-6E13-4A43-90FD-67147E76CE12}" presName="conn2-1" presStyleLbl="parChTrans1D2" presStyleIdx="4" presStyleCnt="8"/>
      <dgm:spPr/>
      <dgm:t>
        <a:bodyPr/>
        <a:lstStyle/>
        <a:p>
          <a:endParaRPr lang="en-US"/>
        </a:p>
      </dgm:t>
    </dgm:pt>
    <dgm:pt modelId="{EF657E4F-3388-4151-8203-3DC0D652E618}" type="pres">
      <dgm:prSet presAssocID="{2504DBD4-6E13-4A43-90FD-67147E76CE12}" presName="connTx" presStyleLbl="parChTrans1D2" presStyleIdx="4" presStyleCnt="8"/>
      <dgm:spPr/>
      <dgm:t>
        <a:bodyPr/>
        <a:lstStyle/>
        <a:p>
          <a:endParaRPr lang="en-US"/>
        </a:p>
      </dgm:t>
    </dgm:pt>
    <dgm:pt modelId="{7B1CE400-0681-4EF0-B834-7C388387420A}" type="pres">
      <dgm:prSet presAssocID="{109BF8D6-5B3E-46B0-87E2-58CF422A5C5B}" presName="root2" presStyleCnt="0"/>
      <dgm:spPr/>
    </dgm:pt>
    <dgm:pt modelId="{478C8000-2634-4E03-BA37-E0DA39AE61C1}" type="pres">
      <dgm:prSet presAssocID="{109BF8D6-5B3E-46B0-87E2-58CF422A5C5B}" presName="LevelTwoTextNode" presStyleLbl="node2" presStyleIdx="4" presStyleCnt="8" custScaleX="428680" custScaleY="126818">
        <dgm:presLayoutVars>
          <dgm:chPref val="3"/>
        </dgm:presLayoutVars>
      </dgm:prSet>
      <dgm:spPr/>
      <dgm:t>
        <a:bodyPr/>
        <a:lstStyle/>
        <a:p>
          <a:endParaRPr lang="en-US"/>
        </a:p>
      </dgm:t>
    </dgm:pt>
    <dgm:pt modelId="{8CABBDF7-22BC-47FF-A0FC-4F7AE58C1A95}" type="pres">
      <dgm:prSet presAssocID="{109BF8D6-5B3E-46B0-87E2-58CF422A5C5B}" presName="level3hierChild" presStyleCnt="0"/>
      <dgm:spPr/>
    </dgm:pt>
    <dgm:pt modelId="{A475871F-FA41-4110-BEAF-8F1255DF1127}" type="pres">
      <dgm:prSet presAssocID="{B1C08F3A-EB53-4088-B03E-12EDA9A89892}" presName="conn2-1" presStyleLbl="parChTrans1D2" presStyleIdx="5" presStyleCnt="8"/>
      <dgm:spPr/>
      <dgm:t>
        <a:bodyPr/>
        <a:lstStyle/>
        <a:p>
          <a:endParaRPr lang="en-US"/>
        </a:p>
      </dgm:t>
    </dgm:pt>
    <dgm:pt modelId="{6A99152A-C78B-4213-90D2-056DD62599D0}" type="pres">
      <dgm:prSet presAssocID="{B1C08F3A-EB53-4088-B03E-12EDA9A89892}" presName="connTx" presStyleLbl="parChTrans1D2" presStyleIdx="5" presStyleCnt="8"/>
      <dgm:spPr/>
      <dgm:t>
        <a:bodyPr/>
        <a:lstStyle/>
        <a:p>
          <a:endParaRPr lang="en-US"/>
        </a:p>
      </dgm:t>
    </dgm:pt>
    <dgm:pt modelId="{60C51723-75F8-4247-9DB1-F36E8A4F3AED}" type="pres">
      <dgm:prSet presAssocID="{83147A0D-C728-4F0F-9811-3A7C71DC623C}" presName="root2" presStyleCnt="0"/>
      <dgm:spPr/>
    </dgm:pt>
    <dgm:pt modelId="{0192E456-BEB0-4DC5-9571-E782E0FF23CD}" type="pres">
      <dgm:prSet presAssocID="{83147A0D-C728-4F0F-9811-3A7C71DC623C}" presName="LevelTwoTextNode" presStyleLbl="node2" presStyleIdx="5" presStyleCnt="8" custScaleX="428680" custScaleY="126818">
        <dgm:presLayoutVars>
          <dgm:chPref val="3"/>
        </dgm:presLayoutVars>
      </dgm:prSet>
      <dgm:spPr/>
      <dgm:t>
        <a:bodyPr/>
        <a:lstStyle/>
        <a:p>
          <a:endParaRPr lang="en-US"/>
        </a:p>
      </dgm:t>
    </dgm:pt>
    <dgm:pt modelId="{8B9A93C5-50C0-4131-8DEB-BE607BF7707A}" type="pres">
      <dgm:prSet presAssocID="{83147A0D-C728-4F0F-9811-3A7C71DC623C}" presName="level3hierChild" presStyleCnt="0"/>
      <dgm:spPr/>
    </dgm:pt>
    <dgm:pt modelId="{830076E3-417B-4B7C-AFFD-67D1BA2D6879}" type="pres">
      <dgm:prSet presAssocID="{2B36687B-475E-4CD8-815C-30B87DA45C02}" presName="conn2-1" presStyleLbl="parChTrans1D2" presStyleIdx="6" presStyleCnt="8"/>
      <dgm:spPr/>
      <dgm:t>
        <a:bodyPr/>
        <a:lstStyle/>
        <a:p>
          <a:endParaRPr lang="en-US"/>
        </a:p>
      </dgm:t>
    </dgm:pt>
    <dgm:pt modelId="{D3DCD1DD-DB4F-497F-8D38-7329DF3D11C0}" type="pres">
      <dgm:prSet presAssocID="{2B36687B-475E-4CD8-815C-30B87DA45C02}" presName="connTx" presStyleLbl="parChTrans1D2" presStyleIdx="6" presStyleCnt="8"/>
      <dgm:spPr/>
      <dgm:t>
        <a:bodyPr/>
        <a:lstStyle/>
        <a:p>
          <a:endParaRPr lang="en-US"/>
        </a:p>
      </dgm:t>
    </dgm:pt>
    <dgm:pt modelId="{25C0B544-953A-47F1-AAD0-CB98A5DE2EAA}" type="pres">
      <dgm:prSet presAssocID="{5E6FA80D-1FEE-48C1-A6F9-C36AA596DAEE}" presName="root2" presStyleCnt="0"/>
      <dgm:spPr/>
    </dgm:pt>
    <dgm:pt modelId="{7E5606A2-734C-43F8-99EF-592285093727}" type="pres">
      <dgm:prSet presAssocID="{5E6FA80D-1FEE-48C1-A6F9-C36AA596DAEE}" presName="LevelTwoTextNode" presStyleLbl="node2" presStyleIdx="6" presStyleCnt="8" custScaleX="428680" custScaleY="126818">
        <dgm:presLayoutVars>
          <dgm:chPref val="3"/>
        </dgm:presLayoutVars>
      </dgm:prSet>
      <dgm:spPr/>
      <dgm:t>
        <a:bodyPr/>
        <a:lstStyle/>
        <a:p>
          <a:endParaRPr lang="en-US"/>
        </a:p>
      </dgm:t>
    </dgm:pt>
    <dgm:pt modelId="{C0E9F555-7837-4CBD-A853-446A2B77A67E}" type="pres">
      <dgm:prSet presAssocID="{5E6FA80D-1FEE-48C1-A6F9-C36AA596DAEE}" presName="level3hierChild" presStyleCnt="0"/>
      <dgm:spPr/>
    </dgm:pt>
    <dgm:pt modelId="{0D969214-2AA0-48CC-8CD4-87962FB52369}" type="pres">
      <dgm:prSet presAssocID="{3931CCA9-C8A0-4622-A5AD-DCAFE5283D44}" presName="conn2-1" presStyleLbl="parChTrans1D3" presStyleIdx="1" presStyleCnt="5"/>
      <dgm:spPr/>
      <dgm:t>
        <a:bodyPr/>
        <a:lstStyle/>
        <a:p>
          <a:endParaRPr lang="en-US"/>
        </a:p>
      </dgm:t>
    </dgm:pt>
    <dgm:pt modelId="{730334D7-BF4D-49E6-8957-133E95B3B249}" type="pres">
      <dgm:prSet presAssocID="{3931CCA9-C8A0-4622-A5AD-DCAFE5283D44}" presName="connTx" presStyleLbl="parChTrans1D3" presStyleIdx="1" presStyleCnt="5"/>
      <dgm:spPr/>
      <dgm:t>
        <a:bodyPr/>
        <a:lstStyle/>
        <a:p>
          <a:endParaRPr lang="en-US"/>
        </a:p>
      </dgm:t>
    </dgm:pt>
    <dgm:pt modelId="{A9A16448-948F-40AB-8C00-890051D6E40B}" type="pres">
      <dgm:prSet presAssocID="{AC06CA81-95BA-4ABE-A593-F18289657F01}" presName="root2" presStyleCnt="0"/>
      <dgm:spPr/>
    </dgm:pt>
    <dgm:pt modelId="{760D54FE-05C2-4B0F-A5E0-7E72123BD025}" type="pres">
      <dgm:prSet presAssocID="{AC06CA81-95BA-4ABE-A593-F18289657F01}" presName="LevelTwoTextNode" presStyleLbl="node3" presStyleIdx="1" presStyleCnt="5" custScaleX="298046" custScaleY="126818">
        <dgm:presLayoutVars>
          <dgm:chPref val="3"/>
        </dgm:presLayoutVars>
      </dgm:prSet>
      <dgm:spPr/>
      <dgm:t>
        <a:bodyPr/>
        <a:lstStyle/>
        <a:p>
          <a:endParaRPr lang="en-US"/>
        </a:p>
      </dgm:t>
    </dgm:pt>
    <dgm:pt modelId="{68873A93-2975-4C42-9739-DBBB35889614}" type="pres">
      <dgm:prSet presAssocID="{AC06CA81-95BA-4ABE-A593-F18289657F01}" presName="level3hierChild" presStyleCnt="0"/>
      <dgm:spPr/>
    </dgm:pt>
    <dgm:pt modelId="{18C3DC3D-F077-4542-BDBC-08ABC4CD2B4F}" type="pres">
      <dgm:prSet presAssocID="{30684779-6393-48DE-96BF-0435123E6501}" presName="conn2-1" presStyleLbl="parChTrans1D3" presStyleIdx="2" presStyleCnt="5"/>
      <dgm:spPr/>
      <dgm:t>
        <a:bodyPr/>
        <a:lstStyle/>
        <a:p>
          <a:endParaRPr lang="en-US"/>
        </a:p>
      </dgm:t>
    </dgm:pt>
    <dgm:pt modelId="{26B73E3C-1690-409A-8221-95BA9F19A804}" type="pres">
      <dgm:prSet presAssocID="{30684779-6393-48DE-96BF-0435123E6501}" presName="connTx" presStyleLbl="parChTrans1D3" presStyleIdx="2" presStyleCnt="5"/>
      <dgm:spPr/>
      <dgm:t>
        <a:bodyPr/>
        <a:lstStyle/>
        <a:p>
          <a:endParaRPr lang="en-US"/>
        </a:p>
      </dgm:t>
    </dgm:pt>
    <dgm:pt modelId="{C4176B9E-1F0C-4546-8631-196B5A9E16A3}" type="pres">
      <dgm:prSet presAssocID="{978FE107-25F5-459E-8DF4-99C38221FFA0}" presName="root2" presStyleCnt="0"/>
      <dgm:spPr/>
    </dgm:pt>
    <dgm:pt modelId="{9DEF4EF2-2BAD-4A69-9FE9-9EBD6AAF4852}" type="pres">
      <dgm:prSet presAssocID="{978FE107-25F5-459E-8DF4-99C38221FFA0}" presName="LevelTwoTextNode" presStyleLbl="node3" presStyleIdx="2" presStyleCnt="5" custScaleX="298046" custScaleY="126818">
        <dgm:presLayoutVars>
          <dgm:chPref val="3"/>
        </dgm:presLayoutVars>
      </dgm:prSet>
      <dgm:spPr/>
      <dgm:t>
        <a:bodyPr/>
        <a:lstStyle/>
        <a:p>
          <a:endParaRPr lang="en-US"/>
        </a:p>
      </dgm:t>
    </dgm:pt>
    <dgm:pt modelId="{49EA8F07-940C-4CB6-B221-6811B14520FE}" type="pres">
      <dgm:prSet presAssocID="{978FE107-25F5-459E-8DF4-99C38221FFA0}" presName="level3hierChild" presStyleCnt="0"/>
      <dgm:spPr/>
    </dgm:pt>
    <dgm:pt modelId="{E9561E26-EF68-4435-B38A-8CA2295CE999}" type="pres">
      <dgm:prSet presAssocID="{09AE5934-6821-469E-BB04-54503F44FD98}" presName="conn2-1" presStyleLbl="parChTrans1D2" presStyleIdx="7" presStyleCnt="8"/>
      <dgm:spPr/>
      <dgm:t>
        <a:bodyPr/>
        <a:lstStyle/>
        <a:p>
          <a:endParaRPr lang="en-US"/>
        </a:p>
      </dgm:t>
    </dgm:pt>
    <dgm:pt modelId="{36370F77-C2A0-48AF-AA83-E001B78A09A4}" type="pres">
      <dgm:prSet presAssocID="{09AE5934-6821-469E-BB04-54503F44FD98}" presName="connTx" presStyleLbl="parChTrans1D2" presStyleIdx="7" presStyleCnt="8"/>
      <dgm:spPr/>
      <dgm:t>
        <a:bodyPr/>
        <a:lstStyle/>
        <a:p>
          <a:endParaRPr lang="en-US"/>
        </a:p>
      </dgm:t>
    </dgm:pt>
    <dgm:pt modelId="{11135A7B-2ED0-43C6-9249-ACD85829D075}" type="pres">
      <dgm:prSet presAssocID="{B5A80A77-DBB3-48D7-9D7A-C3E8C2B69CB4}" presName="root2" presStyleCnt="0"/>
      <dgm:spPr/>
    </dgm:pt>
    <dgm:pt modelId="{05E6CB1C-8203-4F40-AC94-08450F212856}" type="pres">
      <dgm:prSet presAssocID="{B5A80A77-DBB3-48D7-9D7A-C3E8C2B69CB4}" presName="LevelTwoTextNode" presStyleLbl="node2" presStyleIdx="7" presStyleCnt="8" custScaleX="428680" custScaleY="126818">
        <dgm:presLayoutVars>
          <dgm:chPref val="3"/>
        </dgm:presLayoutVars>
      </dgm:prSet>
      <dgm:spPr/>
      <dgm:t>
        <a:bodyPr/>
        <a:lstStyle/>
        <a:p>
          <a:endParaRPr lang="en-US"/>
        </a:p>
      </dgm:t>
    </dgm:pt>
    <dgm:pt modelId="{7B404DB0-EB46-4DF1-981B-24C88FA1E3C3}" type="pres">
      <dgm:prSet presAssocID="{B5A80A77-DBB3-48D7-9D7A-C3E8C2B69CB4}" presName="level3hierChild" presStyleCnt="0"/>
      <dgm:spPr/>
    </dgm:pt>
    <dgm:pt modelId="{7482B796-5819-4818-8D34-D52E3A23CD96}" type="pres">
      <dgm:prSet presAssocID="{00803412-DF29-40C7-9BCB-85E242393912}" presName="conn2-1" presStyleLbl="parChTrans1D3" presStyleIdx="3" presStyleCnt="5"/>
      <dgm:spPr/>
      <dgm:t>
        <a:bodyPr/>
        <a:lstStyle/>
        <a:p>
          <a:endParaRPr lang="en-US"/>
        </a:p>
      </dgm:t>
    </dgm:pt>
    <dgm:pt modelId="{0F5F4648-015F-491B-93FB-13AF2C88969A}" type="pres">
      <dgm:prSet presAssocID="{00803412-DF29-40C7-9BCB-85E242393912}" presName="connTx" presStyleLbl="parChTrans1D3" presStyleIdx="3" presStyleCnt="5"/>
      <dgm:spPr/>
      <dgm:t>
        <a:bodyPr/>
        <a:lstStyle/>
        <a:p>
          <a:endParaRPr lang="en-US"/>
        </a:p>
      </dgm:t>
    </dgm:pt>
    <dgm:pt modelId="{0E49D228-F0C1-4A15-99B9-21894E5E77FB}" type="pres">
      <dgm:prSet presAssocID="{361C293D-1754-4495-8979-88CFFA384095}" presName="root2" presStyleCnt="0"/>
      <dgm:spPr/>
    </dgm:pt>
    <dgm:pt modelId="{1D6BD866-28BD-4661-A8E2-9DFC03920B21}" type="pres">
      <dgm:prSet presAssocID="{361C293D-1754-4495-8979-88CFFA384095}" presName="LevelTwoTextNode" presStyleLbl="node3" presStyleIdx="3" presStyleCnt="5" custScaleX="298046" custScaleY="126818">
        <dgm:presLayoutVars>
          <dgm:chPref val="3"/>
        </dgm:presLayoutVars>
      </dgm:prSet>
      <dgm:spPr/>
      <dgm:t>
        <a:bodyPr/>
        <a:lstStyle/>
        <a:p>
          <a:endParaRPr lang="en-US"/>
        </a:p>
      </dgm:t>
    </dgm:pt>
    <dgm:pt modelId="{D35B2EA5-DC2D-4C8C-8784-D1971141EF15}" type="pres">
      <dgm:prSet presAssocID="{361C293D-1754-4495-8979-88CFFA384095}" presName="level3hierChild" presStyleCnt="0"/>
      <dgm:spPr/>
    </dgm:pt>
    <dgm:pt modelId="{2CE0D43F-8B9C-47A6-AB90-484E0842E374}" type="pres">
      <dgm:prSet presAssocID="{42F601D6-C260-4A60-83CB-381552DE7791}" presName="conn2-1" presStyleLbl="parChTrans1D3" presStyleIdx="4" presStyleCnt="5"/>
      <dgm:spPr/>
      <dgm:t>
        <a:bodyPr/>
        <a:lstStyle/>
        <a:p>
          <a:endParaRPr lang="en-US"/>
        </a:p>
      </dgm:t>
    </dgm:pt>
    <dgm:pt modelId="{E6250B6E-B0E2-4B72-8035-D28B119F9DD8}" type="pres">
      <dgm:prSet presAssocID="{42F601D6-C260-4A60-83CB-381552DE7791}" presName="connTx" presStyleLbl="parChTrans1D3" presStyleIdx="4" presStyleCnt="5"/>
      <dgm:spPr/>
      <dgm:t>
        <a:bodyPr/>
        <a:lstStyle/>
        <a:p>
          <a:endParaRPr lang="en-US"/>
        </a:p>
      </dgm:t>
    </dgm:pt>
    <dgm:pt modelId="{79A84D9A-72C9-4082-97CC-5E494B144E1C}" type="pres">
      <dgm:prSet presAssocID="{8C1338DF-5BFB-46EF-83C8-C466F323DA51}" presName="root2" presStyleCnt="0"/>
      <dgm:spPr/>
    </dgm:pt>
    <dgm:pt modelId="{2E7DED4B-E09B-476C-B121-C97E32AD838B}" type="pres">
      <dgm:prSet presAssocID="{8C1338DF-5BFB-46EF-83C8-C466F323DA51}" presName="LevelTwoTextNode" presStyleLbl="node3" presStyleIdx="4" presStyleCnt="5" custScaleX="298046" custScaleY="126818">
        <dgm:presLayoutVars>
          <dgm:chPref val="3"/>
        </dgm:presLayoutVars>
      </dgm:prSet>
      <dgm:spPr/>
      <dgm:t>
        <a:bodyPr/>
        <a:lstStyle/>
        <a:p>
          <a:endParaRPr lang="en-US"/>
        </a:p>
      </dgm:t>
    </dgm:pt>
    <dgm:pt modelId="{F0F67E7E-5B92-4C44-89F9-F29D38D8B722}" type="pres">
      <dgm:prSet presAssocID="{8C1338DF-5BFB-46EF-83C8-C466F323DA51}" presName="level3hierChild" presStyleCnt="0"/>
      <dgm:spPr/>
    </dgm:pt>
  </dgm:ptLst>
  <dgm:cxnLst>
    <dgm:cxn modelId="{58ABD91E-B6C9-4FC9-9289-7168ABE862AC}" type="presOf" srcId="{B1C08F3A-EB53-4088-B03E-12EDA9A89892}" destId="{6A99152A-C78B-4213-90D2-056DD62599D0}" srcOrd="1" destOrd="0" presId="urn:microsoft.com/office/officeart/2005/8/layout/hierarchy2"/>
    <dgm:cxn modelId="{E97EC219-9D29-4FF2-8682-02BC2285D498}" type="presOf" srcId="{055AA765-FA24-4397-905E-42F872013233}" destId="{D12D5602-FABB-4BC8-8D1A-A2E6566E9584}" srcOrd="1" destOrd="0" presId="urn:microsoft.com/office/officeart/2005/8/layout/hierarchy2"/>
    <dgm:cxn modelId="{D7FC7B59-AEC9-4674-95AE-AE3437E88D33}" type="presOf" srcId="{B1C08F3A-EB53-4088-B03E-12EDA9A89892}" destId="{A475871F-FA41-4110-BEAF-8F1255DF1127}" srcOrd="0" destOrd="0" presId="urn:microsoft.com/office/officeart/2005/8/layout/hierarchy2"/>
    <dgm:cxn modelId="{8B7D8481-3E60-44E3-8759-2E1C2AB4294B}" type="presOf" srcId="{30684779-6393-48DE-96BF-0435123E6501}" destId="{18C3DC3D-F077-4542-BDBC-08ABC4CD2B4F}" srcOrd="0" destOrd="0" presId="urn:microsoft.com/office/officeart/2005/8/layout/hierarchy2"/>
    <dgm:cxn modelId="{970CA0E8-DAFB-44DC-8940-4F2A6C768B5A}" type="presOf" srcId="{2504DBD4-6E13-4A43-90FD-67147E76CE12}" destId="{1C68FCB2-BDC0-4D9D-96E1-3669102E2E2B}" srcOrd="0" destOrd="0" presId="urn:microsoft.com/office/officeart/2005/8/layout/hierarchy2"/>
    <dgm:cxn modelId="{5A2C405C-A917-40A4-AEBD-E75E47D4650A}" type="presOf" srcId="{2EB7A3C1-9E3A-4E4D-BB9C-03D3D4D80BD3}" destId="{6C5E6B52-A49A-4594-9A76-2E3EFBCA946C}" srcOrd="0" destOrd="0" presId="urn:microsoft.com/office/officeart/2005/8/layout/hierarchy2"/>
    <dgm:cxn modelId="{4300D162-B9B4-407F-B904-BDEA127D9A01}" type="presOf" srcId="{A496F256-FBAB-4464-9E39-17CB175456A1}" destId="{3D64598F-6087-4BD2-B863-C3C45E259340}" srcOrd="1" destOrd="0" presId="urn:microsoft.com/office/officeart/2005/8/layout/hierarchy2"/>
    <dgm:cxn modelId="{FAEAAF92-43D7-43F0-9BEA-F273181268E0}" srcId="{E555F63E-89F1-471E-8955-4ACCF1C97757}" destId="{FF604806-626C-4FF2-8E52-34D9A025E1F0}" srcOrd="0" destOrd="0" parTransId="{6AE9A6A7-9CE3-4CA3-A8D5-C46550362814}" sibTransId="{3BF4C7B2-ABEB-41F1-A3A0-C22F4B0B7493}"/>
    <dgm:cxn modelId="{CA831D15-2E7A-4DEA-8EC0-6DE8AE408A13}" type="presOf" srcId="{3931CCA9-C8A0-4622-A5AD-DCAFE5283D44}" destId="{0D969214-2AA0-48CC-8CD4-87962FB52369}" srcOrd="0" destOrd="0" presId="urn:microsoft.com/office/officeart/2005/8/layout/hierarchy2"/>
    <dgm:cxn modelId="{F45D04E2-59B0-41B8-8609-20154DEECBD0}" type="presOf" srcId="{8C1338DF-5BFB-46EF-83C8-C466F323DA51}" destId="{2E7DED4B-E09B-476C-B121-C97E32AD838B}" srcOrd="0" destOrd="0" presId="urn:microsoft.com/office/officeart/2005/8/layout/hierarchy2"/>
    <dgm:cxn modelId="{C1639A16-F2E3-45C5-B0D0-8782EE04B498}" srcId="{FF604806-626C-4FF2-8E52-34D9A025E1F0}" destId="{B5A80A77-DBB3-48D7-9D7A-C3E8C2B69CB4}" srcOrd="7" destOrd="0" parTransId="{09AE5934-6821-469E-BB04-54503F44FD98}" sibTransId="{F7C2FBE6-146D-4177-B45E-20141EF0072C}"/>
    <dgm:cxn modelId="{6653A2AF-1739-44AC-880F-79E2DD5D2B4D}" type="presOf" srcId="{5E6FA80D-1FEE-48C1-A6F9-C36AA596DAEE}" destId="{7E5606A2-734C-43F8-99EF-592285093727}" srcOrd="0" destOrd="0" presId="urn:microsoft.com/office/officeart/2005/8/layout/hierarchy2"/>
    <dgm:cxn modelId="{97B3C565-A805-431F-8FE9-25CA48CF1CCE}" type="presOf" srcId="{42F601D6-C260-4A60-83CB-381552DE7791}" destId="{2CE0D43F-8B9C-47A6-AB90-484E0842E374}" srcOrd="0" destOrd="0" presId="urn:microsoft.com/office/officeart/2005/8/layout/hierarchy2"/>
    <dgm:cxn modelId="{F1420B6D-D5FD-4CA1-B02E-224B844DB2AB}" type="presOf" srcId="{83147A0D-C728-4F0F-9811-3A7C71DC623C}" destId="{0192E456-BEB0-4DC5-9571-E782E0FF23CD}" srcOrd="0" destOrd="0" presId="urn:microsoft.com/office/officeart/2005/8/layout/hierarchy2"/>
    <dgm:cxn modelId="{ABF208B6-8955-4916-BC40-3A7983540EBB}" type="presOf" srcId="{99690DC0-657D-4ABC-8660-D3F8C98EB8B3}" destId="{5203B2D5-4CD5-420C-97FC-D0A715777BF1}" srcOrd="0" destOrd="0" presId="urn:microsoft.com/office/officeart/2005/8/layout/hierarchy2"/>
    <dgm:cxn modelId="{2401AAED-1EBA-4744-B114-A6C25F2603E5}" type="presOf" srcId="{A60AC8AE-A617-4351-9E73-649E71CE9EC9}" destId="{33531711-0BE7-4D02-91B3-377D56FC559D}" srcOrd="1" destOrd="0" presId="urn:microsoft.com/office/officeart/2005/8/layout/hierarchy2"/>
    <dgm:cxn modelId="{721E9E87-2E03-46D5-81DB-A84539AAF44C}" type="presOf" srcId="{E555F63E-89F1-471E-8955-4ACCF1C97757}" destId="{D32C4CDB-3709-4BE2-A0DB-2DB8D1D8E194}" srcOrd="0" destOrd="0" presId="urn:microsoft.com/office/officeart/2005/8/layout/hierarchy2"/>
    <dgm:cxn modelId="{7E303CBF-0E75-4854-B3EB-7CB69AFF2D74}" type="presOf" srcId="{2B36687B-475E-4CD8-815C-30B87DA45C02}" destId="{830076E3-417B-4B7C-AFFD-67D1BA2D6879}" srcOrd="0" destOrd="0" presId="urn:microsoft.com/office/officeart/2005/8/layout/hierarchy2"/>
    <dgm:cxn modelId="{D7D59CCE-E252-49CC-BEE2-0178402FC610}" srcId="{FF604806-626C-4FF2-8E52-34D9A025E1F0}" destId="{83147A0D-C728-4F0F-9811-3A7C71DC623C}" srcOrd="5" destOrd="0" parTransId="{B1C08F3A-EB53-4088-B03E-12EDA9A89892}" sibTransId="{8081ADAB-ADCB-4B3C-877A-90EAA4B4CB57}"/>
    <dgm:cxn modelId="{3CEF22EF-9929-4ED0-94C3-03F2A0015817}" type="presOf" srcId="{361C293D-1754-4495-8979-88CFFA384095}" destId="{1D6BD866-28BD-4661-A8E2-9DFC03920B21}" srcOrd="0" destOrd="0" presId="urn:microsoft.com/office/officeart/2005/8/layout/hierarchy2"/>
    <dgm:cxn modelId="{C09C6A5B-9C0E-41E6-898A-09CCCB060D14}" type="presOf" srcId="{2EB7A3C1-9E3A-4E4D-BB9C-03D3D4D80BD3}" destId="{205D41D3-9364-4F85-A30C-902B2CE8DE48}" srcOrd="1" destOrd="0" presId="urn:microsoft.com/office/officeart/2005/8/layout/hierarchy2"/>
    <dgm:cxn modelId="{2EF85520-6BA8-4465-936A-B990E6CB2B80}" type="presOf" srcId="{09AE5934-6821-469E-BB04-54503F44FD98}" destId="{E9561E26-EF68-4435-B38A-8CA2295CE999}" srcOrd="0" destOrd="0" presId="urn:microsoft.com/office/officeart/2005/8/layout/hierarchy2"/>
    <dgm:cxn modelId="{EEE8E5B7-8649-4633-8E5F-4093237DEB93}" type="presOf" srcId="{AC06CA81-95BA-4ABE-A593-F18289657F01}" destId="{760D54FE-05C2-4B0F-A5E0-7E72123BD025}" srcOrd="0" destOrd="0" presId="urn:microsoft.com/office/officeart/2005/8/layout/hierarchy2"/>
    <dgm:cxn modelId="{EAC55B61-8F49-4F2E-BAF6-7EF8C82E92C9}" type="presOf" srcId="{B5A80A77-DBB3-48D7-9D7A-C3E8C2B69CB4}" destId="{05E6CB1C-8203-4F40-AC94-08450F212856}" srcOrd="0" destOrd="0" presId="urn:microsoft.com/office/officeart/2005/8/layout/hierarchy2"/>
    <dgm:cxn modelId="{53FDAE1C-8A50-4AB7-B97D-F50242CD028F}" srcId="{FF604806-626C-4FF2-8E52-34D9A025E1F0}" destId="{7415EB33-2B22-414C-9017-27BD2F933224}" srcOrd="3" destOrd="0" parTransId="{055AA765-FA24-4397-905E-42F872013233}" sibTransId="{3C346A9D-FBDB-436A-ABE9-0ED4045C28B6}"/>
    <dgm:cxn modelId="{32C8626A-4640-439E-B7F3-F8F877702975}" type="presOf" srcId="{67EF7BEC-7DD5-44F9-8CA8-4D99457DC598}" destId="{5286DE1E-7AF9-48ED-85C2-51E61B51888B}" srcOrd="0" destOrd="0" presId="urn:microsoft.com/office/officeart/2005/8/layout/hierarchy2"/>
    <dgm:cxn modelId="{10725B7A-AE2E-4200-9B52-F683B6DC5D0E}" srcId="{B5A80A77-DBB3-48D7-9D7A-C3E8C2B69CB4}" destId="{361C293D-1754-4495-8979-88CFFA384095}" srcOrd="0" destOrd="0" parTransId="{00803412-DF29-40C7-9BCB-85E242393912}" sibTransId="{21B122DE-BDC0-4C1F-8086-B1A793D90DDE}"/>
    <dgm:cxn modelId="{1C4DF4B6-8AF3-4ABE-9828-25811AE8A9CA}" type="presOf" srcId="{2504DBD4-6E13-4A43-90FD-67147E76CE12}" destId="{EF657E4F-3388-4151-8203-3DC0D652E618}" srcOrd="1" destOrd="0" presId="urn:microsoft.com/office/officeart/2005/8/layout/hierarchy2"/>
    <dgm:cxn modelId="{44E3F073-FF49-42EF-8DD2-12184090D595}" type="presOf" srcId="{109BF8D6-5B3E-46B0-87E2-58CF422A5C5B}" destId="{478C8000-2634-4E03-BA37-E0DA39AE61C1}" srcOrd="0" destOrd="0" presId="urn:microsoft.com/office/officeart/2005/8/layout/hierarchy2"/>
    <dgm:cxn modelId="{53214B48-E974-433B-BB52-7C579F1ED586}" type="presOf" srcId="{A60AC8AE-A617-4351-9E73-649E71CE9EC9}" destId="{6DA0F4AA-116E-49BC-9A8E-7B454D4FFC63}" srcOrd="0" destOrd="0" presId="urn:microsoft.com/office/officeart/2005/8/layout/hierarchy2"/>
    <dgm:cxn modelId="{648E9628-6F97-48FA-8BA4-C9F99CF93ADC}" srcId="{FF604806-626C-4FF2-8E52-34D9A025E1F0}" destId="{99690DC0-657D-4ABC-8660-D3F8C98EB8B3}" srcOrd="2" destOrd="0" parTransId="{2E8FAABE-E6F9-43F0-B131-5D15C6CF6795}" sibTransId="{50480DAE-2C80-4A52-90A2-7B0BFA1875D8}"/>
    <dgm:cxn modelId="{93FDBD63-580B-4D8B-AF1D-324039F3C111}" type="presOf" srcId="{978FE107-25F5-459E-8DF4-99C38221FFA0}" destId="{9DEF4EF2-2BAD-4A69-9FE9-9EBD6AAF4852}" srcOrd="0" destOrd="0" presId="urn:microsoft.com/office/officeart/2005/8/layout/hierarchy2"/>
    <dgm:cxn modelId="{A4EC2AB4-3A6D-4DF9-9E90-4AD7561D748B}" srcId="{5E6FA80D-1FEE-48C1-A6F9-C36AA596DAEE}" destId="{978FE107-25F5-459E-8DF4-99C38221FFA0}" srcOrd="1" destOrd="0" parTransId="{30684779-6393-48DE-96BF-0435123E6501}" sibTransId="{A1921BFA-2415-4E82-B598-8F048E5FD810}"/>
    <dgm:cxn modelId="{67385FAD-0D94-4169-94B7-27382F385A63}" type="presOf" srcId="{09AE5934-6821-469E-BB04-54503F44FD98}" destId="{36370F77-C2A0-48AF-AA83-E001B78A09A4}" srcOrd="1" destOrd="0" presId="urn:microsoft.com/office/officeart/2005/8/layout/hierarchy2"/>
    <dgm:cxn modelId="{1709A8CE-FA1C-4F73-8F9F-687A7B519AA0}" srcId="{B5A80A77-DBB3-48D7-9D7A-C3E8C2B69CB4}" destId="{8C1338DF-5BFB-46EF-83C8-C466F323DA51}" srcOrd="1" destOrd="0" parTransId="{42F601D6-C260-4A60-83CB-381552DE7791}" sibTransId="{9BDA0022-6060-4E9A-A766-4C180C0FD5E3}"/>
    <dgm:cxn modelId="{BE5E5226-B97A-4445-ACB8-840151F0F78A}" srcId="{99690DC0-657D-4ABC-8660-D3F8C98EB8B3}" destId="{67EF7BEC-7DD5-44F9-8CA8-4D99457DC598}" srcOrd="0" destOrd="0" parTransId="{A60AC8AE-A617-4351-9E73-649E71CE9EC9}" sibTransId="{D1F9330E-B729-4727-A9A5-4412D5DE7889}"/>
    <dgm:cxn modelId="{49B362F8-6118-4EEF-89D6-9F698B6C1621}" type="presOf" srcId="{055AA765-FA24-4397-905E-42F872013233}" destId="{B386EC06-6974-4BC1-9224-A915F355F0C4}" srcOrd="0" destOrd="0" presId="urn:microsoft.com/office/officeart/2005/8/layout/hierarchy2"/>
    <dgm:cxn modelId="{6F22CA05-0F31-45C5-85ED-F966C5071E44}" type="presOf" srcId="{42F601D6-C260-4A60-83CB-381552DE7791}" destId="{E6250B6E-B0E2-4B72-8035-D28B119F9DD8}" srcOrd="1" destOrd="0" presId="urn:microsoft.com/office/officeart/2005/8/layout/hierarchy2"/>
    <dgm:cxn modelId="{F0C14C7C-F630-4CE5-A230-7D46D85E0BE0}" type="presOf" srcId="{0C18A8BE-70DC-4606-BCD3-FF5804A0E53E}" destId="{2FED1081-3271-428E-8E1D-C08F2E227728}" srcOrd="0" destOrd="0" presId="urn:microsoft.com/office/officeart/2005/8/layout/hierarchy2"/>
    <dgm:cxn modelId="{128E5DBE-1FC7-4BB8-B2A6-33940B4AA9C2}" type="presOf" srcId="{00803412-DF29-40C7-9BCB-85E242393912}" destId="{7482B796-5819-4818-8D34-D52E3A23CD96}" srcOrd="0" destOrd="0" presId="urn:microsoft.com/office/officeart/2005/8/layout/hierarchy2"/>
    <dgm:cxn modelId="{1E4514B2-ABCD-44D3-90F1-3062F2353E0F}" type="presOf" srcId="{3931CCA9-C8A0-4622-A5AD-DCAFE5283D44}" destId="{730334D7-BF4D-49E6-8957-133E95B3B249}" srcOrd="1" destOrd="0" presId="urn:microsoft.com/office/officeart/2005/8/layout/hierarchy2"/>
    <dgm:cxn modelId="{12207813-587B-4DA8-B31D-B11D2C7BFD11}" srcId="{FF604806-626C-4FF2-8E52-34D9A025E1F0}" destId="{109BF8D6-5B3E-46B0-87E2-58CF422A5C5B}" srcOrd="4" destOrd="0" parTransId="{2504DBD4-6E13-4A43-90FD-67147E76CE12}" sibTransId="{F3E185E0-EE08-4E92-862F-6E9B233177AC}"/>
    <dgm:cxn modelId="{6EE09412-DE0A-4303-803D-87F3E51AB8F6}" type="presOf" srcId="{2E8FAABE-E6F9-43F0-B131-5D15C6CF6795}" destId="{26D2451A-6124-4465-B067-B76670638090}" srcOrd="1" destOrd="0" presId="urn:microsoft.com/office/officeart/2005/8/layout/hierarchy2"/>
    <dgm:cxn modelId="{9AFCFDF2-9FA2-4922-9EB9-A6CD592C2B91}" type="presOf" srcId="{2B36687B-475E-4CD8-815C-30B87DA45C02}" destId="{D3DCD1DD-DB4F-497F-8D38-7329DF3D11C0}" srcOrd="1" destOrd="0" presId="urn:microsoft.com/office/officeart/2005/8/layout/hierarchy2"/>
    <dgm:cxn modelId="{FD1A5B2E-0F82-4F70-9F6C-A682871A9056}" type="presOf" srcId="{A496F256-FBAB-4464-9E39-17CB175456A1}" destId="{4D824404-6500-4D7E-BB07-6B6882AF838E}" srcOrd="0" destOrd="0" presId="urn:microsoft.com/office/officeart/2005/8/layout/hierarchy2"/>
    <dgm:cxn modelId="{56309463-570D-416F-8B74-CCC4871F4F93}" srcId="{FF604806-626C-4FF2-8E52-34D9A025E1F0}" destId="{3B2AB280-10C4-42F0-98AD-D190B911B742}" srcOrd="0" destOrd="0" parTransId="{A496F256-FBAB-4464-9E39-17CB175456A1}" sibTransId="{AE81E38A-2797-41D1-B588-CFDCE39D855C}"/>
    <dgm:cxn modelId="{B35183C3-6BBF-4D5E-88B3-7BA84CC27F30}" type="presOf" srcId="{7415EB33-2B22-414C-9017-27BD2F933224}" destId="{25C3674E-965F-4E94-841E-7B6DEBA77F00}" srcOrd="0" destOrd="0" presId="urn:microsoft.com/office/officeart/2005/8/layout/hierarchy2"/>
    <dgm:cxn modelId="{F0946B51-7C59-4E87-AAA8-0D10EE2499BA}" type="presOf" srcId="{30684779-6393-48DE-96BF-0435123E6501}" destId="{26B73E3C-1690-409A-8221-95BA9F19A804}" srcOrd="1" destOrd="0" presId="urn:microsoft.com/office/officeart/2005/8/layout/hierarchy2"/>
    <dgm:cxn modelId="{43A58A85-5A7C-4FB8-A7C7-7B79011A890D}" type="presOf" srcId="{2E8FAABE-E6F9-43F0-B131-5D15C6CF6795}" destId="{37E15B20-DCE1-42FD-BAFA-C47DFD6E1A5B}" srcOrd="0" destOrd="0" presId="urn:microsoft.com/office/officeart/2005/8/layout/hierarchy2"/>
    <dgm:cxn modelId="{C536711D-45A4-4CA4-BD64-C07D71C42835}" type="presOf" srcId="{00803412-DF29-40C7-9BCB-85E242393912}" destId="{0F5F4648-015F-491B-93FB-13AF2C88969A}" srcOrd="1" destOrd="0" presId="urn:microsoft.com/office/officeart/2005/8/layout/hierarchy2"/>
    <dgm:cxn modelId="{4CAD8DD8-3768-4FD3-ADD8-DB5F932F715F}" srcId="{FF604806-626C-4FF2-8E52-34D9A025E1F0}" destId="{5E6FA80D-1FEE-48C1-A6F9-C36AA596DAEE}" srcOrd="6" destOrd="0" parTransId="{2B36687B-475E-4CD8-815C-30B87DA45C02}" sibTransId="{B3ADEE26-BFF5-4444-A197-DCFA55E76B1A}"/>
    <dgm:cxn modelId="{B1073269-53DD-4C6A-8713-C952F033343E}" srcId="{FF604806-626C-4FF2-8E52-34D9A025E1F0}" destId="{0C18A8BE-70DC-4606-BCD3-FF5804A0E53E}" srcOrd="1" destOrd="0" parTransId="{2EB7A3C1-9E3A-4E4D-BB9C-03D3D4D80BD3}" sibTransId="{5660388D-050F-46F2-A922-04F730E21DAD}"/>
    <dgm:cxn modelId="{A1A4D1AC-1BD2-4012-B568-C3BAD1781E98}" type="presOf" srcId="{FF604806-626C-4FF2-8E52-34D9A025E1F0}" destId="{710EF3CF-E2FA-4B02-810E-DB693C617DA5}" srcOrd="0" destOrd="0" presId="urn:microsoft.com/office/officeart/2005/8/layout/hierarchy2"/>
    <dgm:cxn modelId="{0933DE5B-E655-45AD-8093-05FF38341D70}" srcId="{5E6FA80D-1FEE-48C1-A6F9-C36AA596DAEE}" destId="{AC06CA81-95BA-4ABE-A593-F18289657F01}" srcOrd="0" destOrd="0" parTransId="{3931CCA9-C8A0-4622-A5AD-DCAFE5283D44}" sibTransId="{B232CAE3-EF2F-40EE-B8B3-25926E862133}"/>
    <dgm:cxn modelId="{5FAC9E91-AFCF-46D6-9115-0027928A05CF}" type="presOf" srcId="{3B2AB280-10C4-42F0-98AD-D190B911B742}" destId="{BE1C210E-8089-4E53-8E9D-E25054B0892B}" srcOrd="0" destOrd="0" presId="urn:microsoft.com/office/officeart/2005/8/layout/hierarchy2"/>
    <dgm:cxn modelId="{77945247-65D0-4553-9787-4E6C872B8FB7}" type="presParOf" srcId="{D32C4CDB-3709-4BE2-A0DB-2DB8D1D8E194}" destId="{0A7EAC46-62EF-480A-B597-52EAD54C8C1F}" srcOrd="0" destOrd="0" presId="urn:microsoft.com/office/officeart/2005/8/layout/hierarchy2"/>
    <dgm:cxn modelId="{2F77CB2A-80E4-47F7-B2C9-7A7F975AB46F}" type="presParOf" srcId="{0A7EAC46-62EF-480A-B597-52EAD54C8C1F}" destId="{710EF3CF-E2FA-4B02-810E-DB693C617DA5}" srcOrd="0" destOrd="0" presId="urn:microsoft.com/office/officeart/2005/8/layout/hierarchy2"/>
    <dgm:cxn modelId="{31803705-EF36-469D-B1D7-65A343A26822}" type="presParOf" srcId="{0A7EAC46-62EF-480A-B597-52EAD54C8C1F}" destId="{28DAF09A-8B5A-4022-A439-76DFE01B0382}" srcOrd="1" destOrd="0" presId="urn:microsoft.com/office/officeart/2005/8/layout/hierarchy2"/>
    <dgm:cxn modelId="{0585B02D-4671-4687-93AE-573B27A3046F}" type="presParOf" srcId="{28DAF09A-8B5A-4022-A439-76DFE01B0382}" destId="{4D824404-6500-4D7E-BB07-6B6882AF838E}" srcOrd="0" destOrd="0" presId="urn:microsoft.com/office/officeart/2005/8/layout/hierarchy2"/>
    <dgm:cxn modelId="{4099FE9A-5ECE-44E1-847F-508B05DD633D}" type="presParOf" srcId="{4D824404-6500-4D7E-BB07-6B6882AF838E}" destId="{3D64598F-6087-4BD2-B863-C3C45E259340}" srcOrd="0" destOrd="0" presId="urn:microsoft.com/office/officeart/2005/8/layout/hierarchy2"/>
    <dgm:cxn modelId="{06BD79AC-5FFE-41A8-BD5A-C5CDBA610AEF}" type="presParOf" srcId="{28DAF09A-8B5A-4022-A439-76DFE01B0382}" destId="{42FEDE75-3AFD-4AE6-9380-7EC770ABDDFF}" srcOrd="1" destOrd="0" presId="urn:microsoft.com/office/officeart/2005/8/layout/hierarchy2"/>
    <dgm:cxn modelId="{F095BE42-D99F-433C-8238-DA98A400A579}" type="presParOf" srcId="{42FEDE75-3AFD-4AE6-9380-7EC770ABDDFF}" destId="{BE1C210E-8089-4E53-8E9D-E25054B0892B}" srcOrd="0" destOrd="0" presId="urn:microsoft.com/office/officeart/2005/8/layout/hierarchy2"/>
    <dgm:cxn modelId="{570E2A6F-2672-436C-8A5A-203F068F1C66}" type="presParOf" srcId="{42FEDE75-3AFD-4AE6-9380-7EC770ABDDFF}" destId="{DE81DEF5-8F5A-4FED-A2F9-B310AE3C70DA}" srcOrd="1" destOrd="0" presId="urn:microsoft.com/office/officeart/2005/8/layout/hierarchy2"/>
    <dgm:cxn modelId="{FF152A81-F4A1-455C-9F86-9838AD074A1D}" type="presParOf" srcId="{28DAF09A-8B5A-4022-A439-76DFE01B0382}" destId="{6C5E6B52-A49A-4594-9A76-2E3EFBCA946C}" srcOrd="2" destOrd="0" presId="urn:microsoft.com/office/officeart/2005/8/layout/hierarchy2"/>
    <dgm:cxn modelId="{1F5CE762-2405-489E-BE05-C8BE3A0FC2A9}" type="presParOf" srcId="{6C5E6B52-A49A-4594-9A76-2E3EFBCA946C}" destId="{205D41D3-9364-4F85-A30C-902B2CE8DE48}" srcOrd="0" destOrd="0" presId="urn:microsoft.com/office/officeart/2005/8/layout/hierarchy2"/>
    <dgm:cxn modelId="{E2BC73BA-55D5-4B27-B591-3487B2063FA3}" type="presParOf" srcId="{28DAF09A-8B5A-4022-A439-76DFE01B0382}" destId="{4A8B4CAA-1F98-43B1-A0D2-CA5E3AB6B539}" srcOrd="3" destOrd="0" presId="urn:microsoft.com/office/officeart/2005/8/layout/hierarchy2"/>
    <dgm:cxn modelId="{C3CE1DBA-AD06-485B-88ED-6A1947DDD385}" type="presParOf" srcId="{4A8B4CAA-1F98-43B1-A0D2-CA5E3AB6B539}" destId="{2FED1081-3271-428E-8E1D-C08F2E227728}" srcOrd="0" destOrd="0" presId="urn:microsoft.com/office/officeart/2005/8/layout/hierarchy2"/>
    <dgm:cxn modelId="{BB5611FC-0723-4F48-A92B-927F986CC114}" type="presParOf" srcId="{4A8B4CAA-1F98-43B1-A0D2-CA5E3AB6B539}" destId="{6F6847E4-95A3-4B21-A13D-07456FD78661}" srcOrd="1" destOrd="0" presId="urn:microsoft.com/office/officeart/2005/8/layout/hierarchy2"/>
    <dgm:cxn modelId="{11BB530C-ECFA-46DB-9B1B-776EC9E8E1A8}" type="presParOf" srcId="{28DAF09A-8B5A-4022-A439-76DFE01B0382}" destId="{37E15B20-DCE1-42FD-BAFA-C47DFD6E1A5B}" srcOrd="4" destOrd="0" presId="urn:microsoft.com/office/officeart/2005/8/layout/hierarchy2"/>
    <dgm:cxn modelId="{7F3D32F5-2380-4FFD-8DFC-D9CEAE4CDE36}" type="presParOf" srcId="{37E15B20-DCE1-42FD-BAFA-C47DFD6E1A5B}" destId="{26D2451A-6124-4465-B067-B76670638090}" srcOrd="0" destOrd="0" presId="urn:microsoft.com/office/officeart/2005/8/layout/hierarchy2"/>
    <dgm:cxn modelId="{E057D34C-24D6-4CBF-AE87-6195FD207CE1}" type="presParOf" srcId="{28DAF09A-8B5A-4022-A439-76DFE01B0382}" destId="{602B1B8D-BE1E-457C-9E00-D2A206A98AD6}" srcOrd="5" destOrd="0" presId="urn:microsoft.com/office/officeart/2005/8/layout/hierarchy2"/>
    <dgm:cxn modelId="{A0174185-BA5D-4F31-A055-46E2C8FC18DA}" type="presParOf" srcId="{602B1B8D-BE1E-457C-9E00-D2A206A98AD6}" destId="{5203B2D5-4CD5-420C-97FC-D0A715777BF1}" srcOrd="0" destOrd="0" presId="urn:microsoft.com/office/officeart/2005/8/layout/hierarchy2"/>
    <dgm:cxn modelId="{49F11B54-CCE5-4952-A862-B8E4EACA5709}" type="presParOf" srcId="{602B1B8D-BE1E-457C-9E00-D2A206A98AD6}" destId="{AB298E4B-C6BC-40F8-89F1-9CC98F3BA666}" srcOrd="1" destOrd="0" presId="urn:microsoft.com/office/officeart/2005/8/layout/hierarchy2"/>
    <dgm:cxn modelId="{002C7948-3EF7-4BE6-A197-1C522CFE766C}" type="presParOf" srcId="{AB298E4B-C6BC-40F8-89F1-9CC98F3BA666}" destId="{6DA0F4AA-116E-49BC-9A8E-7B454D4FFC63}" srcOrd="0" destOrd="0" presId="urn:microsoft.com/office/officeart/2005/8/layout/hierarchy2"/>
    <dgm:cxn modelId="{C160C1F0-B045-4A80-BAF9-7C91303E4E22}" type="presParOf" srcId="{6DA0F4AA-116E-49BC-9A8E-7B454D4FFC63}" destId="{33531711-0BE7-4D02-91B3-377D56FC559D}" srcOrd="0" destOrd="0" presId="urn:microsoft.com/office/officeart/2005/8/layout/hierarchy2"/>
    <dgm:cxn modelId="{D8183858-D9C7-4510-A4F2-857A2B6F27DE}" type="presParOf" srcId="{AB298E4B-C6BC-40F8-89F1-9CC98F3BA666}" destId="{EC357955-041C-4186-A180-70CC516F4079}" srcOrd="1" destOrd="0" presId="urn:microsoft.com/office/officeart/2005/8/layout/hierarchy2"/>
    <dgm:cxn modelId="{F5E8E5B9-0E08-42AB-B015-F59D61DA32FF}" type="presParOf" srcId="{EC357955-041C-4186-A180-70CC516F4079}" destId="{5286DE1E-7AF9-48ED-85C2-51E61B51888B}" srcOrd="0" destOrd="0" presId="urn:microsoft.com/office/officeart/2005/8/layout/hierarchy2"/>
    <dgm:cxn modelId="{E31C5414-D49B-4894-B3E4-9C4030C8A249}" type="presParOf" srcId="{EC357955-041C-4186-A180-70CC516F4079}" destId="{73F049FC-836A-4E04-99F4-9FAF2A009B60}" srcOrd="1" destOrd="0" presId="urn:microsoft.com/office/officeart/2005/8/layout/hierarchy2"/>
    <dgm:cxn modelId="{6EF26B6C-F1B8-4C57-A4C9-36836A36B96F}" type="presParOf" srcId="{28DAF09A-8B5A-4022-A439-76DFE01B0382}" destId="{B386EC06-6974-4BC1-9224-A915F355F0C4}" srcOrd="6" destOrd="0" presId="urn:microsoft.com/office/officeart/2005/8/layout/hierarchy2"/>
    <dgm:cxn modelId="{F2DBB2B5-135A-4CBE-88B5-5C76BCC97F52}" type="presParOf" srcId="{B386EC06-6974-4BC1-9224-A915F355F0C4}" destId="{D12D5602-FABB-4BC8-8D1A-A2E6566E9584}" srcOrd="0" destOrd="0" presId="urn:microsoft.com/office/officeart/2005/8/layout/hierarchy2"/>
    <dgm:cxn modelId="{01848230-C9EA-4839-920C-C831A06BE22A}" type="presParOf" srcId="{28DAF09A-8B5A-4022-A439-76DFE01B0382}" destId="{FCB79C86-5F79-42DE-B007-441AFE291C97}" srcOrd="7" destOrd="0" presId="urn:microsoft.com/office/officeart/2005/8/layout/hierarchy2"/>
    <dgm:cxn modelId="{5003EC17-2D9C-4E34-AC2F-95CDDD3179A6}" type="presParOf" srcId="{FCB79C86-5F79-42DE-B007-441AFE291C97}" destId="{25C3674E-965F-4E94-841E-7B6DEBA77F00}" srcOrd="0" destOrd="0" presId="urn:microsoft.com/office/officeart/2005/8/layout/hierarchy2"/>
    <dgm:cxn modelId="{9D57FD27-24C9-4E4F-9BDB-2D61CF52527B}" type="presParOf" srcId="{FCB79C86-5F79-42DE-B007-441AFE291C97}" destId="{9672647D-7790-491F-B1BE-5502C1A2E538}" srcOrd="1" destOrd="0" presId="urn:microsoft.com/office/officeart/2005/8/layout/hierarchy2"/>
    <dgm:cxn modelId="{41542091-8D79-4ECB-9132-38C3551E35EE}" type="presParOf" srcId="{28DAF09A-8B5A-4022-A439-76DFE01B0382}" destId="{1C68FCB2-BDC0-4D9D-96E1-3669102E2E2B}" srcOrd="8" destOrd="0" presId="urn:microsoft.com/office/officeart/2005/8/layout/hierarchy2"/>
    <dgm:cxn modelId="{51ACA323-2CE2-4AF3-8299-287AD43EEE13}" type="presParOf" srcId="{1C68FCB2-BDC0-4D9D-96E1-3669102E2E2B}" destId="{EF657E4F-3388-4151-8203-3DC0D652E618}" srcOrd="0" destOrd="0" presId="urn:microsoft.com/office/officeart/2005/8/layout/hierarchy2"/>
    <dgm:cxn modelId="{1A00503B-AC56-4285-878C-C36268D9386E}" type="presParOf" srcId="{28DAF09A-8B5A-4022-A439-76DFE01B0382}" destId="{7B1CE400-0681-4EF0-B834-7C388387420A}" srcOrd="9" destOrd="0" presId="urn:microsoft.com/office/officeart/2005/8/layout/hierarchy2"/>
    <dgm:cxn modelId="{3A056FB1-9F48-4D56-8EC1-F54938598633}" type="presParOf" srcId="{7B1CE400-0681-4EF0-B834-7C388387420A}" destId="{478C8000-2634-4E03-BA37-E0DA39AE61C1}" srcOrd="0" destOrd="0" presId="urn:microsoft.com/office/officeart/2005/8/layout/hierarchy2"/>
    <dgm:cxn modelId="{CB584830-5496-4E41-AEF6-4A1C06D9BE69}" type="presParOf" srcId="{7B1CE400-0681-4EF0-B834-7C388387420A}" destId="{8CABBDF7-22BC-47FF-A0FC-4F7AE58C1A95}" srcOrd="1" destOrd="0" presId="urn:microsoft.com/office/officeart/2005/8/layout/hierarchy2"/>
    <dgm:cxn modelId="{48BD9141-E8BA-4CD9-9216-99C4A8320E9D}" type="presParOf" srcId="{28DAF09A-8B5A-4022-A439-76DFE01B0382}" destId="{A475871F-FA41-4110-BEAF-8F1255DF1127}" srcOrd="10" destOrd="0" presId="urn:microsoft.com/office/officeart/2005/8/layout/hierarchy2"/>
    <dgm:cxn modelId="{57E0F0FB-0897-435D-A33A-9B5D6C2DD470}" type="presParOf" srcId="{A475871F-FA41-4110-BEAF-8F1255DF1127}" destId="{6A99152A-C78B-4213-90D2-056DD62599D0}" srcOrd="0" destOrd="0" presId="urn:microsoft.com/office/officeart/2005/8/layout/hierarchy2"/>
    <dgm:cxn modelId="{8ABE2416-5EDF-4CAC-95DD-15E4753D0FD5}" type="presParOf" srcId="{28DAF09A-8B5A-4022-A439-76DFE01B0382}" destId="{60C51723-75F8-4247-9DB1-F36E8A4F3AED}" srcOrd="11" destOrd="0" presId="urn:microsoft.com/office/officeart/2005/8/layout/hierarchy2"/>
    <dgm:cxn modelId="{A1C3415F-AAA1-4B8A-8CAC-6090A9032206}" type="presParOf" srcId="{60C51723-75F8-4247-9DB1-F36E8A4F3AED}" destId="{0192E456-BEB0-4DC5-9571-E782E0FF23CD}" srcOrd="0" destOrd="0" presId="urn:microsoft.com/office/officeart/2005/8/layout/hierarchy2"/>
    <dgm:cxn modelId="{4B2136B4-F297-4F39-AECF-0D72DBD38108}" type="presParOf" srcId="{60C51723-75F8-4247-9DB1-F36E8A4F3AED}" destId="{8B9A93C5-50C0-4131-8DEB-BE607BF7707A}" srcOrd="1" destOrd="0" presId="urn:microsoft.com/office/officeart/2005/8/layout/hierarchy2"/>
    <dgm:cxn modelId="{793064D9-C5EB-4FC5-A18A-986B7078DB3C}" type="presParOf" srcId="{28DAF09A-8B5A-4022-A439-76DFE01B0382}" destId="{830076E3-417B-4B7C-AFFD-67D1BA2D6879}" srcOrd="12" destOrd="0" presId="urn:microsoft.com/office/officeart/2005/8/layout/hierarchy2"/>
    <dgm:cxn modelId="{0F758160-3549-4247-AC3D-13051B76D599}" type="presParOf" srcId="{830076E3-417B-4B7C-AFFD-67D1BA2D6879}" destId="{D3DCD1DD-DB4F-497F-8D38-7329DF3D11C0}" srcOrd="0" destOrd="0" presId="urn:microsoft.com/office/officeart/2005/8/layout/hierarchy2"/>
    <dgm:cxn modelId="{321BFF1B-EE4E-4AB8-B171-5895B3B5195E}" type="presParOf" srcId="{28DAF09A-8B5A-4022-A439-76DFE01B0382}" destId="{25C0B544-953A-47F1-AAD0-CB98A5DE2EAA}" srcOrd="13" destOrd="0" presId="urn:microsoft.com/office/officeart/2005/8/layout/hierarchy2"/>
    <dgm:cxn modelId="{23CF7787-1F5A-4621-B7AB-9FD155B1613B}" type="presParOf" srcId="{25C0B544-953A-47F1-AAD0-CB98A5DE2EAA}" destId="{7E5606A2-734C-43F8-99EF-592285093727}" srcOrd="0" destOrd="0" presId="urn:microsoft.com/office/officeart/2005/8/layout/hierarchy2"/>
    <dgm:cxn modelId="{C6AC3268-8E9B-4ACD-AB52-9CDBDDF8A46E}" type="presParOf" srcId="{25C0B544-953A-47F1-AAD0-CB98A5DE2EAA}" destId="{C0E9F555-7837-4CBD-A853-446A2B77A67E}" srcOrd="1" destOrd="0" presId="urn:microsoft.com/office/officeart/2005/8/layout/hierarchy2"/>
    <dgm:cxn modelId="{C4735F5F-A6F5-42B9-A73B-23CCA5D704BC}" type="presParOf" srcId="{C0E9F555-7837-4CBD-A853-446A2B77A67E}" destId="{0D969214-2AA0-48CC-8CD4-87962FB52369}" srcOrd="0" destOrd="0" presId="urn:microsoft.com/office/officeart/2005/8/layout/hierarchy2"/>
    <dgm:cxn modelId="{DD79A0CC-77A9-444E-BCBE-C6DAB62ED498}" type="presParOf" srcId="{0D969214-2AA0-48CC-8CD4-87962FB52369}" destId="{730334D7-BF4D-49E6-8957-133E95B3B249}" srcOrd="0" destOrd="0" presId="urn:microsoft.com/office/officeart/2005/8/layout/hierarchy2"/>
    <dgm:cxn modelId="{0F42453E-04AF-45D8-891C-2A4FBDED8C05}" type="presParOf" srcId="{C0E9F555-7837-4CBD-A853-446A2B77A67E}" destId="{A9A16448-948F-40AB-8C00-890051D6E40B}" srcOrd="1" destOrd="0" presId="urn:microsoft.com/office/officeart/2005/8/layout/hierarchy2"/>
    <dgm:cxn modelId="{18B355CA-2B29-44D3-9F84-F9F40CD4D97E}" type="presParOf" srcId="{A9A16448-948F-40AB-8C00-890051D6E40B}" destId="{760D54FE-05C2-4B0F-A5E0-7E72123BD025}" srcOrd="0" destOrd="0" presId="urn:microsoft.com/office/officeart/2005/8/layout/hierarchy2"/>
    <dgm:cxn modelId="{3D63F182-4E98-48F2-90CE-D3A12055D372}" type="presParOf" srcId="{A9A16448-948F-40AB-8C00-890051D6E40B}" destId="{68873A93-2975-4C42-9739-DBBB35889614}" srcOrd="1" destOrd="0" presId="urn:microsoft.com/office/officeart/2005/8/layout/hierarchy2"/>
    <dgm:cxn modelId="{D768031F-D6CA-44F0-B807-3AFC74A7501B}" type="presParOf" srcId="{C0E9F555-7837-4CBD-A853-446A2B77A67E}" destId="{18C3DC3D-F077-4542-BDBC-08ABC4CD2B4F}" srcOrd="2" destOrd="0" presId="urn:microsoft.com/office/officeart/2005/8/layout/hierarchy2"/>
    <dgm:cxn modelId="{93C72254-C59E-41C8-8D09-91FAFAFBA290}" type="presParOf" srcId="{18C3DC3D-F077-4542-BDBC-08ABC4CD2B4F}" destId="{26B73E3C-1690-409A-8221-95BA9F19A804}" srcOrd="0" destOrd="0" presId="urn:microsoft.com/office/officeart/2005/8/layout/hierarchy2"/>
    <dgm:cxn modelId="{C6D02A17-8EB9-4B2D-9A09-76F4FDC522B4}" type="presParOf" srcId="{C0E9F555-7837-4CBD-A853-446A2B77A67E}" destId="{C4176B9E-1F0C-4546-8631-196B5A9E16A3}" srcOrd="3" destOrd="0" presId="urn:microsoft.com/office/officeart/2005/8/layout/hierarchy2"/>
    <dgm:cxn modelId="{B8F15CC2-6B09-41FA-BF83-124C30B7F71D}" type="presParOf" srcId="{C4176B9E-1F0C-4546-8631-196B5A9E16A3}" destId="{9DEF4EF2-2BAD-4A69-9FE9-9EBD6AAF4852}" srcOrd="0" destOrd="0" presId="urn:microsoft.com/office/officeart/2005/8/layout/hierarchy2"/>
    <dgm:cxn modelId="{C7A32115-7227-426F-B931-D6AAA23999B0}" type="presParOf" srcId="{C4176B9E-1F0C-4546-8631-196B5A9E16A3}" destId="{49EA8F07-940C-4CB6-B221-6811B14520FE}" srcOrd="1" destOrd="0" presId="urn:microsoft.com/office/officeart/2005/8/layout/hierarchy2"/>
    <dgm:cxn modelId="{D5ACBC3B-7E1B-4870-A1D1-FB1C51D0951E}" type="presParOf" srcId="{28DAF09A-8B5A-4022-A439-76DFE01B0382}" destId="{E9561E26-EF68-4435-B38A-8CA2295CE999}" srcOrd="14" destOrd="0" presId="urn:microsoft.com/office/officeart/2005/8/layout/hierarchy2"/>
    <dgm:cxn modelId="{E5FFD998-61E9-41FE-91AB-034C634E276A}" type="presParOf" srcId="{E9561E26-EF68-4435-B38A-8CA2295CE999}" destId="{36370F77-C2A0-48AF-AA83-E001B78A09A4}" srcOrd="0" destOrd="0" presId="urn:microsoft.com/office/officeart/2005/8/layout/hierarchy2"/>
    <dgm:cxn modelId="{4CFD4DA0-AEE2-4A9B-8E51-A9D5C418946B}" type="presParOf" srcId="{28DAF09A-8B5A-4022-A439-76DFE01B0382}" destId="{11135A7B-2ED0-43C6-9249-ACD85829D075}" srcOrd="15" destOrd="0" presId="urn:microsoft.com/office/officeart/2005/8/layout/hierarchy2"/>
    <dgm:cxn modelId="{842CECFC-644D-49A4-8611-412CC9C692D2}" type="presParOf" srcId="{11135A7B-2ED0-43C6-9249-ACD85829D075}" destId="{05E6CB1C-8203-4F40-AC94-08450F212856}" srcOrd="0" destOrd="0" presId="urn:microsoft.com/office/officeart/2005/8/layout/hierarchy2"/>
    <dgm:cxn modelId="{C045F881-FFCD-428D-8DF9-7B0E025892E9}" type="presParOf" srcId="{11135A7B-2ED0-43C6-9249-ACD85829D075}" destId="{7B404DB0-EB46-4DF1-981B-24C88FA1E3C3}" srcOrd="1" destOrd="0" presId="urn:microsoft.com/office/officeart/2005/8/layout/hierarchy2"/>
    <dgm:cxn modelId="{468CA8C5-AB24-49B7-ACDB-64B916376E94}" type="presParOf" srcId="{7B404DB0-EB46-4DF1-981B-24C88FA1E3C3}" destId="{7482B796-5819-4818-8D34-D52E3A23CD96}" srcOrd="0" destOrd="0" presId="urn:microsoft.com/office/officeart/2005/8/layout/hierarchy2"/>
    <dgm:cxn modelId="{98F480E5-6990-4B85-9679-65CD216D7C87}" type="presParOf" srcId="{7482B796-5819-4818-8D34-D52E3A23CD96}" destId="{0F5F4648-015F-491B-93FB-13AF2C88969A}" srcOrd="0" destOrd="0" presId="urn:microsoft.com/office/officeart/2005/8/layout/hierarchy2"/>
    <dgm:cxn modelId="{53E50082-3C38-4486-B1C4-462BCCD19676}" type="presParOf" srcId="{7B404DB0-EB46-4DF1-981B-24C88FA1E3C3}" destId="{0E49D228-F0C1-4A15-99B9-21894E5E77FB}" srcOrd="1" destOrd="0" presId="urn:microsoft.com/office/officeart/2005/8/layout/hierarchy2"/>
    <dgm:cxn modelId="{B8B7E423-6B8D-4707-A042-D9B9ED8F63A2}" type="presParOf" srcId="{0E49D228-F0C1-4A15-99B9-21894E5E77FB}" destId="{1D6BD866-28BD-4661-A8E2-9DFC03920B21}" srcOrd="0" destOrd="0" presId="urn:microsoft.com/office/officeart/2005/8/layout/hierarchy2"/>
    <dgm:cxn modelId="{6D39863C-F9AC-4570-9871-4E6CFBD80F76}" type="presParOf" srcId="{0E49D228-F0C1-4A15-99B9-21894E5E77FB}" destId="{D35B2EA5-DC2D-4C8C-8784-D1971141EF15}" srcOrd="1" destOrd="0" presId="urn:microsoft.com/office/officeart/2005/8/layout/hierarchy2"/>
    <dgm:cxn modelId="{0BA8102B-ED4F-4B7B-AC91-F4AA6D03E64C}" type="presParOf" srcId="{7B404DB0-EB46-4DF1-981B-24C88FA1E3C3}" destId="{2CE0D43F-8B9C-47A6-AB90-484E0842E374}" srcOrd="2" destOrd="0" presId="urn:microsoft.com/office/officeart/2005/8/layout/hierarchy2"/>
    <dgm:cxn modelId="{07C5D948-2C55-4212-89B8-E9A4A5C3EA45}" type="presParOf" srcId="{2CE0D43F-8B9C-47A6-AB90-484E0842E374}" destId="{E6250B6E-B0E2-4B72-8035-D28B119F9DD8}" srcOrd="0" destOrd="0" presId="urn:microsoft.com/office/officeart/2005/8/layout/hierarchy2"/>
    <dgm:cxn modelId="{BE0209A5-5665-48BB-85CD-92BC2B2FEBE2}" type="presParOf" srcId="{7B404DB0-EB46-4DF1-981B-24C88FA1E3C3}" destId="{79A84D9A-72C9-4082-97CC-5E494B144E1C}" srcOrd="3" destOrd="0" presId="urn:microsoft.com/office/officeart/2005/8/layout/hierarchy2"/>
    <dgm:cxn modelId="{E5406ADA-1DF2-4523-8C1F-ADF1210D46F2}" type="presParOf" srcId="{79A84D9A-72C9-4082-97CC-5E494B144E1C}" destId="{2E7DED4B-E09B-476C-B121-C97E32AD838B}" srcOrd="0" destOrd="0" presId="urn:microsoft.com/office/officeart/2005/8/layout/hierarchy2"/>
    <dgm:cxn modelId="{8CBE7DC2-299E-44DC-9BA1-E92113CC1E08}" type="presParOf" srcId="{79A84D9A-72C9-4082-97CC-5E494B144E1C}" destId="{F0F67E7E-5B92-4C44-89F9-F29D38D8B722}" srcOrd="1" destOrd="0" presId="urn:microsoft.com/office/officeart/2005/8/layout/hierarchy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10EF3CF-E2FA-4B02-810E-DB693C617DA5}">
      <dsp:nvSpPr>
        <dsp:cNvPr id="0" name=""/>
        <dsp:cNvSpPr/>
      </dsp:nvSpPr>
      <dsp:spPr>
        <a:xfrm>
          <a:off x="5131" y="1956690"/>
          <a:ext cx="2488791" cy="825174"/>
        </a:xfrm>
        <a:prstGeom prst="roundRect">
          <a:avLst>
            <a:gd name="adj" fmla="val 10000"/>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Cloud-based software development</a:t>
          </a:r>
          <a:endParaRPr lang="en-US" sz="1800" kern="1200" dirty="0"/>
        </a:p>
      </dsp:txBody>
      <dsp:txXfrm>
        <a:off x="5131" y="1956690"/>
        <a:ext cx="2488791" cy="825174"/>
      </dsp:txXfrm>
    </dsp:sp>
    <dsp:sp modelId="{4D824404-6500-4D7E-BB07-6B6882AF838E}">
      <dsp:nvSpPr>
        <dsp:cNvPr id="0" name=""/>
        <dsp:cNvSpPr/>
      </dsp:nvSpPr>
      <dsp:spPr>
        <a:xfrm rot="16681635">
          <a:off x="1572068" y="1301568"/>
          <a:ext cx="2142958" cy="13456"/>
        </a:xfrm>
        <a:custGeom>
          <a:avLst/>
          <a:gdLst/>
          <a:ahLst/>
          <a:cxnLst/>
          <a:rect l="0" t="0" r="0" b="0"/>
          <a:pathLst>
            <a:path>
              <a:moveTo>
                <a:pt x="0" y="6728"/>
              </a:moveTo>
              <a:lnTo>
                <a:pt x="2142958"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US" sz="700" kern="1200"/>
        </a:p>
      </dsp:txBody>
      <dsp:txXfrm rot="16681635">
        <a:off x="2589974" y="1254722"/>
        <a:ext cx="107147" cy="107147"/>
      </dsp:txXfrm>
    </dsp:sp>
    <dsp:sp modelId="{BE1C210E-8089-4E53-8E9D-E25054B0892B}">
      <dsp:nvSpPr>
        <dsp:cNvPr id="0" name=""/>
        <dsp:cNvSpPr/>
      </dsp:nvSpPr>
      <dsp:spPr>
        <a:xfrm>
          <a:off x="2793173" y="10125"/>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SaaS applications</a:t>
          </a:r>
          <a:endParaRPr lang="en-US" sz="1800" kern="1200" dirty="0"/>
        </a:p>
      </dsp:txBody>
      <dsp:txXfrm>
        <a:off x="2793173" y="10125"/>
        <a:ext cx="3207076" cy="474380"/>
      </dsp:txXfrm>
    </dsp:sp>
    <dsp:sp modelId="{6C5E6B52-A49A-4594-9A76-2E3EFBCA946C}">
      <dsp:nvSpPr>
        <dsp:cNvPr id="0" name=""/>
        <dsp:cNvSpPr/>
      </dsp:nvSpPr>
      <dsp:spPr>
        <a:xfrm rot="16838954">
          <a:off x="1833867" y="1566813"/>
          <a:ext cx="1619361" cy="13456"/>
        </a:xfrm>
        <a:custGeom>
          <a:avLst/>
          <a:gdLst/>
          <a:ahLst/>
          <a:cxnLst/>
          <a:rect l="0" t="0" r="0" b="0"/>
          <a:pathLst>
            <a:path>
              <a:moveTo>
                <a:pt x="0" y="6728"/>
              </a:moveTo>
              <a:lnTo>
                <a:pt x="1619361"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6838954">
        <a:off x="2603064" y="1533057"/>
        <a:ext cx="80968" cy="80968"/>
      </dsp:txXfrm>
    </dsp:sp>
    <dsp:sp modelId="{2FED1081-3271-428E-8E1D-C08F2E227728}">
      <dsp:nvSpPr>
        <dsp:cNvPr id="0" name=""/>
        <dsp:cNvSpPr/>
      </dsp:nvSpPr>
      <dsp:spPr>
        <a:xfrm>
          <a:off x="2793173" y="540615"/>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err="1" smtClean="0"/>
            <a:t>PaaS</a:t>
          </a:r>
          <a:r>
            <a:rPr lang="en-US" sz="1800" kern="1200" dirty="0" smtClean="0"/>
            <a:t> applications</a:t>
          </a:r>
          <a:endParaRPr lang="en-US" sz="1800" kern="1200" dirty="0"/>
        </a:p>
      </dsp:txBody>
      <dsp:txXfrm>
        <a:off x="2793173" y="540615"/>
        <a:ext cx="3207076" cy="474380"/>
      </dsp:txXfrm>
    </dsp:sp>
    <dsp:sp modelId="{37E15B20-DCE1-42FD-BAFA-C47DFD6E1A5B}">
      <dsp:nvSpPr>
        <dsp:cNvPr id="0" name=""/>
        <dsp:cNvSpPr/>
      </dsp:nvSpPr>
      <dsp:spPr>
        <a:xfrm rot="17145072">
          <a:off x="2092360" y="1832058"/>
          <a:ext cx="1102375" cy="13456"/>
        </a:xfrm>
        <a:custGeom>
          <a:avLst/>
          <a:gdLst/>
          <a:ahLst/>
          <a:cxnLst/>
          <a:rect l="0" t="0" r="0" b="0"/>
          <a:pathLst>
            <a:path>
              <a:moveTo>
                <a:pt x="0" y="6728"/>
              </a:moveTo>
              <a:lnTo>
                <a:pt x="1102375"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7145072">
        <a:off x="2615988" y="1811227"/>
        <a:ext cx="55118" cy="55118"/>
      </dsp:txXfrm>
    </dsp:sp>
    <dsp:sp modelId="{5203B2D5-4CD5-420C-97FC-D0A715777BF1}">
      <dsp:nvSpPr>
        <dsp:cNvPr id="0" name=""/>
        <dsp:cNvSpPr/>
      </dsp:nvSpPr>
      <dsp:spPr>
        <a:xfrm>
          <a:off x="2793173" y="1071106"/>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err="1" smtClean="0"/>
            <a:t>IaaS</a:t>
          </a:r>
          <a:r>
            <a:rPr lang="en-US" sz="1800" kern="1200" dirty="0" smtClean="0"/>
            <a:t> applications</a:t>
          </a:r>
          <a:endParaRPr lang="en-US" sz="1800" kern="1200" dirty="0"/>
        </a:p>
      </dsp:txBody>
      <dsp:txXfrm>
        <a:off x="2793173" y="1071106"/>
        <a:ext cx="3207076" cy="474380"/>
      </dsp:txXfrm>
    </dsp:sp>
    <dsp:sp modelId="{6DA0F4AA-116E-49BC-9A8E-7B454D4FFC63}">
      <dsp:nvSpPr>
        <dsp:cNvPr id="0" name=""/>
        <dsp:cNvSpPr/>
      </dsp:nvSpPr>
      <dsp:spPr>
        <a:xfrm>
          <a:off x="6000250" y="1301568"/>
          <a:ext cx="299251" cy="13456"/>
        </a:xfrm>
        <a:custGeom>
          <a:avLst/>
          <a:gdLst/>
          <a:ahLst/>
          <a:cxnLst/>
          <a:rect l="0" t="0" r="0" b="0"/>
          <a:pathLst>
            <a:path>
              <a:moveTo>
                <a:pt x="0" y="6728"/>
              </a:moveTo>
              <a:lnTo>
                <a:pt x="299251" y="672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142395" y="1300815"/>
        <a:ext cx="14962" cy="14962"/>
      </dsp:txXfrm>
    </dsp:sp>
    <dsp:sp modelId="{5286DE1E-7AF9-48ED-85C2-51E61B51888B}">
      <dsp:nvSpPr>
        <dsp:cNvPr id="0" name=""/>
        <dsp:cNvSpPr/>
      </dsp:nvSpPr>
      <dsp:spPr>
        <a:xfrm>
          <a:off x="6299502" y="1071106"/>
          <a:ext cx="2229766" cy="474380"/>
        </a:xfrm>
        <a:prstGeom prst="roundRect">
          <a:avLst>
            <a:gd name="adj" fmla="val 10000"/>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smtClean="0"/>
            <a:t>Federation</a:t>
          </a:r>
          <a:endParaRPr lang="en-US" sz="1800" kern="1200" dirty="0"/>
        </a:p>
      </dsp:txBody>
      <dsp:txXfrm>
        <a:off x="6299502" y="1071106"/>
        <a:ext cx="2229766" cy="474380"/>
      </dsp:txXfrm>
    </dsp:sp>
    <dsp:sp modelId="{B386EC06-6974-4BC1-9224-A915F355F0C4}">
      <dsp:nvSpPr>
        <dsp:cNvPr id="0" name=""/>
        <dsp:cNvSpPr/>
      </dsp:nvSpPr>
      <dsp:spPr>
        <a:xfrm rot="17965649">
          <a:off x="2339011" y="2097304"/>
          <a:ext cx="609074" cy="13456"/>
        </a:xfrm>
        <a:custGeom>
          <a:avLst/>
          <a:gdLst/>
          <a:ahLst/>
          <a:cxnLst/>
          <a:rect l="0" t="0" r="0" b="0"/>
          <a:pathLst>
            <a:path>
              <a:moveTo>
                <a:pt x="0" y="6728"/>
              </a:moveTo>
              <a:lnTo>
                <a:pt x="609074"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7965649">
        <a:off x="2628321" y="2088805"/>
        <a:ext cx="30453" cy="30453"/>
      </dsp:txXfrm>
    </dsp:sp>
    <dsp:sp modelId="{25C3674E-965F-4E94-841E-7B6DEBA77F00}">
      <dsp:nvSpPr>
        <dsp:cNvPr id="0" name=""/>
        <dsp:cNvSpPr/>
      </dsp:nvSpPr>
      <dsp:spPr>
        <a:xfrm>
          <a:off x="2793173" y="1601596"/>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Big data storage and processing</a:t>
          </a:r>
          <a:endParaRPr lang="en-US" sz="1800" kern="1200" dirty="0"/>
        </a:p>
      </dsp:txBody>
      <dsp:txXfrm>
        <a:off x="2793173" y="1601596"/>
        <a:ext cx="3207076" cy="474380"/>
      </dsp:txXfrm>
    </dsp:sp>
    <dsp:sp modelId="{1C68FCB2-BDC0-4D9D-96E1-3669102E2E2B}">
      <dsp:nvSpPr>
        <dsp:cNvPr id="0" name=""/>
        <dsp:cNvSpPr/>
      </dsp:nvSpPr>
      <dsp:spPr>
        <a:xfrm>
          <a:off x="2493922" y="2362549"/>
          <a:ext cx="299251" cy="13456"/>
        </a:xfrm>
        <a:custGeom>
          <a:avLst/>
          <a:gdLst/>
          <a:ahLst/>
          <a:cxnLst/>
          <a:rect l="0" t="0" r="0" b="0"/>
          <a:pathLst>
            <a:path>
              <a:moveTo>
                <a:pt x="0" y="6728"/>
              </a:moveTo>
              <a:lnTo>
                <a:pt x="299251"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36066" y="2361796"/>
        <a:ext cx="14962" cy="14962"/>
      </dsp:txXfrm>
    </dsp:sp>
    <dsp:sp modelId="{478C8000-2634-4E03-BA37-E0DA39AE61C1}">
      <dsp:nvSpPr>
        <dsp:cNvPr id="0" name=""/>
        <dsp:cNvSpPr/>
      </dsp:nvSpPr>
      <dsp:spPr>
        <a:xfrm>
          <a:off x="2793173" y="2132087"/>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Security</a:t>
          </a:r>
          <a:endParaRPr lang="en-US" sz="1800" kern="1200" dirty="0"/>
        </a:p>
      </dsp:txBody>
      <dsp:txXfrm>
        <a:off x="2793173" y="2132087"/>
        <a:ext cx="3207076" cy="474380"/>
      </dsp:txXfrm>
    </dsp:sp>
    <dsp:sp modelId="{A475871F-FA41-4110-BEAF-8F1255DF1127}">
      <dsp:nvSpPr>
        <dsp:cNvPr id="0" name=""/>
        <dsp:cNvSpPr/>
      </dsp:nvSpPr>
      <dsp:spPr>
        <a:xfrm rot="3634351">
          <a:off x="2339011" y="2627794"/>
          <a:ext cx="609074" cy="13456"/>
        </a:xfrm>
        <a:custGeom>
          <a:avLst/>
          <a:gdLst/>
          <a:ahLst/>
          <a:cxnLst/>
          <a:rect l="0" t="0" r="0" b="0"/>
          <a:pathLst>
            <a:path>
              <a:moveTo>
                <a:pt x="0" y="6728"/>
              </a:moveTo>
              <a:lnTo>
                <a:pt x="609074"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3634351">
        <a:off x="2628321" y="2619295"/>
        <a:ext cx="30453" cy="30453"/>
      </dsp:txXfrm>
    </dsp:sp>
    <dsp:sp modelId="{0192E456-BEB0-4DC5-9571-E782E0FF23CD}">
      <dsp:nvSpPr>
        <dsp:cNvPr id="0" name=""/>
        <dsp:cNvSpPr/>
      </dsp:nvSpPr>
      <dsp:spPr>
        <a:xfrm>
          <a:off x="2793173" y="2662577"/>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Scalability</a:t>
          </a:r>
          <a:endParaRPr lang="en-US" sz="1800" kern="1200" dirty="0"/>
        </a:p>
      </dsp:txBody>
      <dsp:txXfrm>
        <a:off x="2793173" y="2662577"/>
        <a:ext cx="3207076" cy="474380"/>
      </dsp:txXfrm>
    </dsp:sp>
    <dsp:sp modelId="{830076E3-417B-4B7C-AFFD-67D1BA2D6879}">
      <dsp:nvSpPr>
        <dsp:cNvPr id="0" name=""/>
        <dsp:cNvSpPr/>
      </dsp:nvSpPr>
      <dsp:spPr>
        <a:xfrm rot="4454928">
          <a:off x="2092360" y="2893039"/>
          <a:ext cx="1102375" cy="13456"/>
        </a:xfrm>
        <a:custGeom>
          <a:avLst/>
          <a:gdLst/>
          <a:ahLst/>
          <a:cxnLst/>
          <a:rect l="0" t="0" r="0" b="0"/>
          <a:pathLst>
            <a:path>
              <a:moveTo>
                <a:pt x="0" y="6728"/>
              </a:moveTo>
              <a:lnTo>
                <a:pt x="1102375"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4454928">
        <a:off x="2615988" y="2872208"/>
        <a:ext cx="55118" cy="55118"/>
      </dsp:txXfrm>
    </dsp:sp>
    <dsp:sp modelId="{7E5606A2-734C-43F8-99EF-592285093727}">
      <dsp:nvSpPr>
        <dsp:cNvPr id="0" name=""/>
        <dsp:cNvSpPr/>
      </dsp:nvSpPr>
      <dsp:spPr>
        <a:xfrm>
          <a:off x="2793173" y="3193067"/>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smtClean="0"/>
            <a:t>Integration</a:t>
          </a:r>
          <a:endParaRPr lang="en-US" sz="1800" kern="1200" dirty="0"/>
        </a:p>
      </dsp:txBody>
      <dsp:txXfrm>
        <a:off x="2793173" y="3193067"/>
        <a:ext cx="3207076" cy="474380"/>
      </dsp:txXfrm>
    </dsp:sp>
    <dsp:sp modelId="{0D969214-2AA0-48CC-8CD4-87962FB52369}">
      <dsp:nvSpPr>
        <dsp:cNvPr id="0" name=""/>
        <dsp:cNvSpPr/>
      </dsp:nvSpPr>
      <dsp:spPr>
        <a:xfrm rot="19106845">
          <a:off x="5949934" y="3290907"/>
          <a:ext cx="399882" cy="13456"/>
        </a:xfrm>
        <a:custGeom>
          <a:avLst/>
          <a:gdLst/>
          <a:ahLst/>
          <a:cxnLst/>
          <a:rect l="0" t="0" r="0" b="0"/>
          <a:pathLst>
            <a:path>
              <a:moveTo>
                <a:pt x="0" y="6728"/>
              </a:moveTo>
              <a:lnTo>
                <a:pt x="399882" y="672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9106845">
        <a:off x="6139879" y="3287638"/>
        <a:ext cx="19994" cy="19994"/>
      </dsp:txXfrm>
    </dsp:sp>
    <dsp:sp modelId="{760D54FE-05C2-4B0F-A5E0-7E72123BD025}">
      <dsp:nvSpPr>
        <dsp:cNvPr id="0" name=""/>
        <dsp:cNvSpPr/>
      </dsp:nvSpPr>
      <dsp:spPr>
        <a:xfrm>
          <a:off x="6299502" y="2927822"/>
          <a:ext cx="2229766" cy="474380"/>
        </a:xfrm>
        <a:prstGeom prst="roundRect">
          <a:avLst>
            <a:gd name="adj" fmla="val 10000"/>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Enterprise service bus</a:t>
          </a:r>
          <a:endParaRPr lang="en-US" sz="1800" kern="1200" dirty="0"/>
        </a:p>
      </dsp:txBody>
      <dsp:txXfrm>
        <a:off x="6299502" y="2927822"/>
        <a:ext cx="2229766" cy="474380"/>
      </dsp:txXfrm>
    </dsp:sp>
    <dsp:sp modelId="{18C3DC3D-F077-4542-BDBC-08ABC4CD2B4F}">
      <dsp:nvSpPr>
        <dsp:cNvPr id="0" name=""/>
        <dsp:cNvSpPr/>
      </dsp:nvSpPr>
      <dsp:spPr>
        <a:xfrm rot="2493155">
          <a:off x="5949934" y="3556152"/>
          <a:ext cx="399882" cy="13456"/>
        </a:xfrm>
        <a:custGeom>
          <a:avLst/>
          <a:gdLst/>
          <a:ahLst/>
          <a:cxnLst/>
          <a:rect l="0" t="0" r="0" b="0"/>
          <a:pathLst>
            <a:path>
              <a:moveTo>
                <a:pt x="0" y="6728"/>
              </a:moveTo>
              <a:lnTo>
                <a:pt x="399882" y="672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2493155">
        <a:off x="6139879" y="3552883"/>
        <a:ext cx="19994" cy="19994"/>
      </dsp:txXfrm>
    </dsp:sp>
    <dsp:sp modelId="{9DEF4EF2-2BAD-4A69-9FE9-9EBD6AAF4852}">
      <dsp:nvSpPr>
        <dsp:cNvPr id="0" name=""/>
        <dsp:cNvSpPr/>
      </dsp:nvSpPr>
      <dsp:spPr>
        <a:xfrm>
          <a:off x="6299502" y="3458312"/>
          <a:ext cx="2229766" cy="474380"/>
        </a:xfrm>
        <a:prstGeom prst="roundRect">
          <a:avLst>
            <a:gd name="adj" fmla="val 10000"/>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Standards</a:t>
          </a:r>
          <a:endParaRPr lang="en-US" sz="1800" kern="1200" dirty="0"/>
        </a:p>
      </dsp:txBody>
      <dsp:txXfrm>
        <a:off x="6299502" y="3458312"/>
        <a:ext cx="2229766" cy="474380"/>
      </dsp:txXfrm>
    </dsp:sp>
    <dsp:sp modelId="{E9561E26-EF68-4435-B38A-8CA2295CE999}">
      <dsp:nvSpPr>
        <dsp:cNvPr id="0" name=""/>
        <dsp:cNvSpPr/>
      </dsp:nvSpPr>
      <dsp:spPr>
        <a:xfrm rot="4918365">
          <a:off x="1572068" y="3423530"/>
          <a:ext cx="2142958" cy="13456"/>
        </a:xfrm>
        <a:custGeom>
          <a:avLst/>
          <a:gdLst/>
          <a:ahLst/>
          <a:cxnLst/>
          <a:rect l="0" t="0" r="0" b="0"/>
          <a:pathLst>
            <a:path>
              <a:moveTo>
                <a:pt x="0" y="6728"/>
              </a:moveTo>
              <a:lnTo>
                <a:pt x="2142958" y="67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US" sz="700" kern="1200"/>
        </a:p>
      </dsp:txBody>
      <dsp:txXfrm rot="4918365">
        <a:off x="2589974" y="3376684"/>
        <a:ext cx="107147" cy="107147"/>
      </dsp:txXfrm>
    </dsp:sp>
    <dsp:sp modelId="{05E6CB1C-8203-4F40-AC94-08450F212856}">
      <dsp:nvSpPr>
        <dsp:cNvPr id="0" name=""/>
        <dsp:cNvSpPr/>
      </dsp:nvSpPr>
      <dsp:spPr>
        <a:xfrm>
          <a:off x="2793173" y="4254048"/>
          <a:ext cx="3207076" cy="474380"/>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smtClean="0"/>
            <a:t>Multi-tenancy</a:t>
          </a:r>
          <a:endParaRPr lang="en-US" sz="1800" kern="1200" dirty="0"/>
        </a:p>
      </dsp:txBody>
      <dsp:txXfrm>
        <a:off x="2793173" y="4254048"/>
        <a:ext cx="3207076" cy="474380"/>
      </dsp:txXfrm>
    </dsp:sp>
    <dsp:sp modelId="{7482B796-5819-4818-8D34-D52E3A23CD96}">
      <dsp:nvSpPr>
        <dsp:cNvPr id="0" name=""/>
        <dsp:cNvSpPr/>
      </dsp:nvSpPr>
      <dsp:spPr>
        <a:xfrm rot="19106845">
          <a:off x="5949934" y="4351888"/>
          <a:ext cx="399882" cy="13456"/>
        </a:xfrm>
        <a:custGeom>
          <a:avLst/>
          <a:gdLst/>
          <a:ahLst/>
          <a:cxnLst/>
          <a:rect l="0" t="0" r="0" b="0"/>
          <a:pathLst>
            <a:path>
              <a:moveTo>
                <a:pt x="0" y="6728"/>
              </a:moveTo>
              <a:lnTo>
                <a:pt x="399882" y="672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9106845">
        <a:off x="6139879" y="4348619"/>
        <a:ext cx="19994" cy="19994"/>
      </dsp:txXfrm>
    </dsp:sp>
    <dsp:sp modelId="{1D6BD866-28BD-4661-A8E2-9DFC03920B21}">
      <dsp:nvSpPr>
        <dsp:cNvPr id="0" name=""/>
        <dsp:cNvSpPr/>
      </dsp:nvSpPr>
      <dsp:spPr>
        <a:xfrm>
          <a:off x="6299502" y="3988803"/>
          <a:ext cx="2229766" cy="474380"/>
        </a:xfrm>
        <a:prstGeom prst="roundRect">
          <a:avLst>
            <a:gd name="adj" fmla="val 10000"/>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Architecture</a:t>
          </a:r>
          <a:endParaRPr lang="en-US" sz="1800" kern="1200" dirty="0"/>
        </a:p>
      </dsp:txBody>
      <dsp:txXfrm>
        <a:off x="6299502" y="3988803"/>
        <a:ext cx="2229766" cy="474380"/>
      </dsp:txXfrm>
    </dsp:sp>
    <dsp:sp modelId="{2CE0D43F-8B9C-47A6-AB90-484E0842E374}">
      <dsp:nvSpPr>
        <dsp:cNvPr id="0" name=""/>
        <dsp:cNvSpPr/>
      </dsp:nvSpPr>
      <dsp:spPr>
        <a:xfrm rot="2493155">
          <a:off x="5949934" y="4617133"/>
          <a:ext cx="399882" cy="13456"/>
        </a:xfrm>
        <a:custGeom>
          <a:avLst/>
          <a:gdLst/>
          <a:ahLst/>
          <a:cxnLst/>
          <a:rect l="0" t="0" r="0" b="0"/>
          <a:pathLst>
            <a:path>
              <a:moveTo>
                <a:pt x="0" y="6728"/>
              </a:moveTo>
              <a:lnTo>
                <a:pt x="399882" y="672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2493155">
        <a:off x="6139879" y="4613864"/>
        <a:ext cx="19994" cy="19994"/>
      </dsp:txXfrm>
    </dsp:sp>
    <dsp:sp modelId="{2E7DED4B-E09B-476C-B121-C97E32AD838B}">
      <dsp:nvSpPr>
        <dsp:cNvPr id="0" name=""/>
        <dsp:cNvSpPr/>
      </dsp:nvSpPr>
      <dsp:spPr>
        <a:xfrm>
          <a:off x="6299502" y="4519293"/>
          <a:ext cx="2229766" cy="474380"/>
        </a:xfrm>
        <a:prstGeom prst="roundRect">
          <a:avLst>
            <a:gd name="adj" fmla="val 10000"/>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Variability</a:t>
          </a:r>
          <a:endParaRPr lang="en-US" sz="1800" kern="1200" dirty="0"/>
        </a:p>
      </dsp:txBody>
      <dsp:txXfrm>
        <a:off x="6299502" y="4519293"/>
        <a:ext cx="2229766" cy="47438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065216E-47E1-4ADC-873F-571DC538420C}" type="datetimeFigureOut">
              <a:rPr lang="en-US" smtClean="0"/>
              <a:pPr/>
              <a:t>11/13/2025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9C74195-1696-49F0-918C-1E879EB67C0C}"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E6D0AC-9514-4E99-A15A-6F5FD9F75397}" type="datetimeFigureOut">
              <a:rPr lang="en-US" smtClean="0"/>
              <a:pPr/>
              <a:t>11/13/2025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46D91C-F009-49A1-8957-40490CF2DE6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46D91C-F009-49A1-8957-40490CF2DE69}"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Chi</a:t>
            </a:r>
            <a:r>
              <a:rPr lang="en-US" sz="1200" baseline="0" dirty="0" smtClean="0"/>
              <a:t> </a:t>
            </a:r>
            <a:r>
              <a:rPr lang="en-US" sz="1200" baseline="0" dirty="0" err="1" smtClean="0"/>
              <a:t>phí</a:t>
            </a:r>
            <a:r>
              <a:rPr lang="en-US" sz="1200" baseline="0" dirty="0" smtClean="0"/>
              <a:t> </a:t>
            </a:r>
            <a:r>
              <a:rPr lang="en-US" sz="1200" baseline="0" dirty="0" err="1" smtClean="0"/>
              <a:t>để</a:t>
            </a:r>
            <a:r>
              <a:rPr lang="en-US" sz="1200" baseline="0" dirty="0" smtClean="0"/>
              <a:t> </a:t>
            </a:r>
            <a:r>
              <a:rPr lang="en-US" sz="1200" baseline="0" dirty="0" err="1" smtClean="0"/>
              <a:t>xây</a:t>
            </a:r>
            <a:r>
              <a:rPr lang="en-US" sz="1200" baseline="0" dirty="0" smtClean="0"/>
              <a:t> </a:t>
            </a:r>
            <a:r>
              <a:rPr lang="en-US" sz="1200" baseline="0" dirty="0" err="1" smtClean="0"/>
              <a:t>dựng</a:t>
            </a:r>
            <a:r>
              <a:rPr lang="en-US" sz="1200" baseline="0" dirty="0" smtClean="0"/>
              <a:t> </a:t>
            </a:r>
            <a:r>
              <a:rPr lang="en-US" sz="1200" baseline="0" dirty="0" err="1" smtClean="0"/>
              <a:t>và</a:t>
            </a:r>
            <a:r>
              <a:rPr lang="en-US" sz="1200" baseline="0" dirty="0" smtClean="0"/>
              <a:t> </a:t>
            </a:r>
            <a:r>
              <a:rPr lang="en-US" sz="1200" baseline="0" dirty="0" err="1" smtClean="0"/>
              <a:t>vận</a:t>
            </a:r>
            <a:r>
              <a:rPr lang="en-US" sz="1200" baseline="0" dirty="0" smtClean="0"/>
              <a:t> </a:t>
            </a:r>
            <a:r>
              <a:rPr lang="en-US" sz="1200" baseline="0" dirty="0" err="1" smtClean="0"/>
              <a:t>hành</a:t>
            </a:r>
            <a:r>
              <a:rPr lang="en-US" sz="1200" baseline="0" dirty="0" smtClean="0"/>
              <a:t> </a:t>
            </a:r>
            <a:r>
              <a:rPr lang="en-US" sz="1200" baseline="0" dirty="0" err="1" smtClean="0"/>
              <a:t>các</a:t>
            </a:r>
            <a:r>
              <a:rPr lang="en-US" sz="1200" baseline="0" dirty="0" smtClean="0"/>
              <a:t> </a:t>
            </a:r>
            <a:r>
              <a:rPr lang="en-US" sz="1200" baseline="0" dirty="0" err="1" smtClean="0"/>
              <a:t>hệ</a:t>
            </a:r>
            <a:r>
              <a:rPr lang="en-US" sz="1200" baseline="0" dirty="0" smtClean="0"/>
              <a:t> </a:t>
            </a:r>
            <a:r>
              <a:rPr lang="en-US" sz="1200" baseline="0" dirty="0" err="1" smtClean="0"/>
              <a:t>thống</a:t>
            </a:r>
            <a:r>
              <a:rPr lang="en-US" sz="1200" baseline="0" dirty="0" smtClean="0"/>
              <a:t> </a:t>
            </a:r>
            <a:r>
              <a:rPr lang="en-US" sz="1200" baseline="0" dirty="0" err="1" smtClean="0"/>
              <a:t>này</a:t>
            </a:r>
            <a:r>
              <a:rPr lang="en-US" sz="1200" baseline="0" dirty="0" smtClean="0"/>
              <a:t> </a:t>
            </a:r>
            <a:r>
              <a:rPr lang="en-US" sz="1200" baseline="0" dirty="0" err="1" smtClean="0"/>
              <a:t>rất</a:t>
            </a:r>
            <a:r>
              <a:rPr lang="en-US" sz="1200" baseline="0" dirty="0" smtClean="0"/>
              <a:t> LỚN. </a:t>
            </a:r>
            <a:r>
              <a:rPr lang="en-US" sz="1200" baseline="0" dirty="0" err="1" smtClean="0"/>
              <a:t>Các</a:t>
            </a:r>
            <a:r>
              <a:rPr lang="en-US" sz="1200" baseline="0" dirty="0" smtClean="0"/>
              <a:t> </a:t>
            </a:r>
            <a:r>
              <a:rPr lang="en-US" sz="1200" baseline="0" dirty="0" err="1" smtClean="0"/>
              <a:t>doanh</a:t>
            </a:r>
            <a:r>
              <a:rPr lang="en-US" sz="1200" baseline="0" dirty="0" smtClean="0"/>
              <a:t> </a:t>
            </a:r>
            <a:r>
              <a:rPr lang="en-US" sz="1200" baseline="0" dirty="0" err="1" smtClean="0"/>
              <a:t>nghiệp</a:t>
            </a:r>
            <a:r>
              <a:rPr lang="en-US" sz="1200" baseline="0" dirty="0" smtClean="0"/>
              <a:t> </a:t>
            </a:r>
            <a:r>
              <a:rPr lang="en-US" sz="1200" baseline="0" dirty="0" err="1" smtClean="0"/>
              <a:t>nhỏ</a:t>
            </a:r>
            <a:r>
              <a:rPr lang="en-US" sz="1200" baseline="0" dirty="0" smtClean="0"/>
              <a:t> </a:t>
            </a:r>
            <a:r>
              <a:rPr lang="en-US" sz="1200" baseline="0" dirty="0" err="1" smtClean="0"/>
              <a:t>gần</a:t>
            </a:r>
            <a:r>
              <a:rPr lang="en-US" sz="1200" baseline="0" dirty="0" smtClean="0"/>
              <a:t> </a:t>
            </a:r>
            <a:r>
              <a:rPr lang="en-US" sz="1200" baseline="0" dirty="0" err="1" smtClean="0"/>
              <a:t>như</a:t>
            </a:r>
            <a:r>
              <a:rPr lang="en-US" sz="1200" baseline="0" dirty="0" smtClean="0"/>
              <a:t> KHÔNG </a:t>
            </a:r>
            <a:r>
              <a:rPr lang="en-US" sz="1200" baseline="0" dirty="0" err="1" smtClean="0"/>
              <a:t>có</a:t>
            </a:r>
            <a:r>
              <a:rPr lang="en-US" sz="1200" baseline="0" dirty="0" smtClean="0"/>
              <a:t> </a:t>
            </a:r>
            <a:r>
              <a:rPr lang="en-US" sz="1200" baseline="0" dirty="0" err="1" smtClean="0"/>
              <a:t>khả</a:t>
            </a:r>
            <a:r>
              <a:rPr lang="en-US" sz="1200" baseline="0" dirty="0" smtClean="0"/>
              <a:t> </a:t>
            </a:r>
            <a:r>
              <a:rPr lang="en-US" sz="1200" baseline="0" dirty="0" err="1" smtClean="0"/>
              <a:t>năng</a:t>
            </a:r>
            <a:r>
              <a:rPr lang="en-US" sz="1200" baseline="0" dirty="0" smtClean="0"/>
              <a:t> </a:t>
            </a:r>
            <a:r>
              <a:rPr lang="en-US" sz="1200" baseline="0" dirty="0" err="1" smtClean="0"/>
              <a:t>để</a:t>
            </a:r>
            <a:r>
              <a:rPr lang="en-US" sz="1200" baseline="0" dirty="0" smtClean="0"/>
              <a:t> </a:t>
            </a:r>
            <a:r>
              <a:rPr lang="en-US" sz="1200" baseline="0" dirty="0" err="1" smtClean="0"/>
              <a:t>sở</a:t>
            </a:r>
            <a:r>
              <a:rPr lang="en-US" sz="1200" baseline="0" dirty="0" smtClean="0"/>
              <a:t> </a:t>
            </a:r>
            <a:r>
              <a:rPr lang="en-US" sz="1200" baseline="0" dirty="0" err="1" smtClean="0"/>
              <a:t>hữu</a:t>
            </a:r>
            <a:r>
              <a:rPr lang="en-US" sz="1200" baseline="0" dirty="0" smtClean="0"/>
              <a:t> </a:t>
            </a:r>
            <a:r>
              <a:rPr lang="en-US" sz="1200" baseline="0" dirty="0" err="1" smtClean="0"/>
              <a:t>các</a:t>
            </a:r>
            <a:r>
              <a:rPr lang="en-US" sz="1200" baseline="0" dirty="0" smtClean="0"/>
              <a:t> </a:t>
            </a:r>
            <a:r>
              <a:rPr lang="en-US" sz="1200" baseline="0" dirty="0" err="1" smtClean="0"/>
              <a:t>hệ</a:t>
            </a:r>
            <a:r>
              <a:rPr lang="en-US" sz="1200" baseline="0" dirty="0" smtClean="0"/>
              <a:t> </a:t>
            </a:r>
            <a:r>
              <a:rPr lang="en-US" sz="1200" baseline="0" dirty="0" err="1" smtClean="0"/>
              <a:t>thống</a:t>
            </a:r>
            <a:r>
              <a:rPr lang="en-US" sz="1200" baseline="0" dirty="0" smtClean="0"/>
              <a:t> </a:t>
            </a:r>
            <a:r>
              <a:rPr lang="en-US" sz="1200" baseline="0" dirty="0" err="1" smtClean="0"/>
              <a:t>thông</a:t>
            </a:r>
            <a:r>
              <a:rPr lang="en-US" sz="1200" baseline="0" dirty="0" smtClean="0"/>
              <a:t> tin </a:t>
            </a:r>
            <a:r>
              <a:rPr lang="en-US" sz="1200" baseline="0" dirty="0" err="1" smtClean="0"/>
              <a:t>này</a:t>
            </a:r>
            <a:r>
              <a:rPr lang="en-US" sz="1200" baseline="0" dirty="0" smtClean="0"/>
              <a:t>.</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Frederick Chong and </a:t>
            </a:r>
            <a:r>
              <a:rPr lang="en-US" sz="1200" dirty="0" err="1" smtClean="0"/>
              <a:t>Gianpaolo</a:t>
            </a:r>
            <a:r>
              <a:rPr lang="en-US" sz="1200" dirty="0" smtClean="0"/>
              <a:t> </a:t>
            </a:r>
            <a:r>
              <a:rPr lang="en-US" sz="1200" dirty="0" err="1" smtClean="0"/>
              <a:t>Carraro</a:t>
            </a:r>
            <a:r>
              <a:rPr lang="en-US" sz="1200" dirty="0" smtClean="0"/>
              <a:t>. Architecture Strategies For Catching The Long Tail. 2006.</a:t>
            </a:r>
          </a:p>
        </p:txBody>
      </p:sp>
      <p:sp>
        <p:nvSpPr>
          <p:cNvPr id="4" name="Slide Number Placeholder 3"/>
          <p:cNvSpPr>
            <a:spLocks noGrp="1"/>
          </p:cNvSpPr>
          <p:nvPr>
            <p:ph type="sldNum" sz="quarter" idx="10"/>
          </p:nvPr>
        </p:nvSpPr>
        <p:spPr/>
        <p:txBody>
          <a:bodyPr/>
          <a:lstStyle/>
          <a:p>
            <a:fld id="{CD1149E4-32ED-456B-AC28-D35069977DB8}" type="slidenum">
              <a:rPr lang="en-US" smtClean="0"/>
              <a:pPr/>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smtClean="0">
                <a:solidFill>
                  <a:schemeClr val="tx1"/>
                </a:solidFill>
                <a:latin typeface="+mn-lt"/>
                <a:ea typeface="+mn-ea"/>
                <a:cs typeface="+mn-cs"/>
              </a:rPr>
              <a:t>Điện</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toán</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đám</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mây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hứa</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hẹn</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một</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cuộc</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cách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mạng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trong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công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nghệ</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và</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kinh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doanh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bằng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cách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cung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cấp</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khả</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năng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tính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toán</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như</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các</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dịch</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vụ</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trong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môi</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trường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mạng</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toàn</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cầu</a:t>
            </a:r>
            <a:r>
              <a:rPr lang="en-US" sz="1200" kern="1200" dirty="0" smtClean="0">
                <a:solidFill>
                  <a:schemeClr val="tx1"/>
                </a:solidFill>
                <a:latin typeface="+mn-lt"/>
                <a:ea typeface="+mn-ea"/>
                <a:cs typeface="+mn-cs"/>
              </a:rPr>
              <a:t> (internet).</a:t>
            </a:r>
            <a:endParaRPr lang="en-US" sz="1200" dirty="0" smtClean="0"/>
          </a:p>
          <a:p>
            <a:r>
              <a:rPr lang="en-US" dirty="0" err="1" smtClean="0"/>
              <a:t>Việc</a:t>
            </a:r>
            <a:r>
              <a:rPr lang="en-US" baseline="0" dirty="0" smtClean="0"/>
              <a:t> </a:t>
            </a:r>
            <a:r>
              <a:rPr lang="en-US" baseline="0" dirty="0" err="1" smtClean="0"/>
              <a:t>cung</a:t>
            </a:r>
            <a:r>
              <a:rPr lang="en-US" baseline="0" dirty="0" smtClean="0"/>
              <a:t> </a:t>
            </a:r>
            <a:r>
              <a:rPr lang="en-US" baseline="0" dirty="0" err="1" smtClean="0"/>
              <a:t>cấp</a:t>
            </a:r>
            <a:r>
              <a:rPr lang="en-US" baseline="0" dirty="0" smtClean="0"/>
              <a:t> </a:t>
            </a:r>
            <a:r>
              <a:rPr lang="en-US" baseline="0" dirty="0" err="1" smtClean="0"/>
              <a:t>khả</a:t>
            </a:r>
            <a:r>
              <a:rPr lang="en-US" baseline="0" dirty="0" smtClean="0"/>
              <a:t> </a:t>
            </a:r>
            <a:r>
              <a:rPr lang="en-US" baseline="0" dirty="0" err="1" smtClean="0"/>
              <a:t>năng</a:t>
            </a:r>
            <a:r>
              <a:rPr lang="en-US" baseline="0" dirty="0" smtClean="0"/>
              <a:t> </a:t>
            </a:r>
            <a:r>
              <a:rPr lang="en-US" baseline="0" dirty="0" err="1" smtClean="0"/>
              <a:t>tính</a:t>
            </a:r>
            <a:r>
              <a:rPr lang="en-US" baseline="0" dirty="0" smtClean="0"/>
              <a:t> </a:t>
            </a:r>
            <a:r>
              <a:rPr lang="en-US" baseline="0" dirty="0" err="1" smtClean="0"/>
              <a:t>toán</a:t>
            </a:r>
            <a:r>
              <a:rPr lang="en-US" baseline="0" dirty="0" smtClean="0"/>
              <a:t> </a:t>
            </a:r>
            <a:r>
              <a:rPr lang="en-US" baseline="0" dirty="0" err="1" smtClean="0"/>
              <a:t>dạng</a:t>
            </a:r>
            <a:r>
              <a:rPr lang="en-US" baseline="0" dirty="0" smtClean="0"/>
              <a:t> </a:t>
            </a:r>
            <a:r>
              <a:rPr lang="en-US" baseline="0" dirty="0" err="1" smtClean="0"/>
              <a:t>dịch</a:t>
            </a:r>
            <a:r>
              <a:rPr lang="en-US" baseline="0" dirty="0" smtClean="0"/>
              <a:t> </a:t>
            </a:r>
            <a:r>
              <a:rPr lang="en-US" baseline="0" dirty="0" err="1" smtClean="0"/>
              <a:t>vụ</a:t>
            </a:r>
            <a:r>
              <a:rPr lang="en-US" baseline="0" dirty="0" smtClean="0"/>
              <a:t> </a:t>
            </a:r>
            <a:r>
              <a:rPr lang="en-US" baseline="0" dirty="0" err="1" smtClean="0"/>
              <a:t>hứa</a:t>
            </a:r>
            <a:r>
              <a:rPr lang="en-US" baseline="0" dirty="0" smtClean="0"/>
              <a:t> </a:t>
            </a:r>
            <a:r>
              <a:rPr lang="en-US" baseline="0" dirty="0" err="1" smtClean="0"/>
              <a:t>hẹn</a:t>
            </a:r>
            <a:r>
              <a:rPr lang="en-US" baseline="0" dirty="0" smtClean="0"/>
              <a:t> </a:t>
            </a:r>
            <a:r>
              <a:rPr lang="en-US" baseline="0" dirty="0" err="1" smtClean="0"/>
              <a:t>việc</a:t>
            </a:r>
            <a:r>
              <a:rPr lang="en-US" baseline="0" dirty="0" smtClean="0"/>
              <a:t> </a:t>
            </a:r>
            <a:r>
              <a:rPr lang="en-US" baseline="0" dirty="0" err="1" smtClean="0"/>
              <a:t>giảm</a:t>
            </a:r>
            <a:r>
              <a:rPr lang="en-US" baseline="0" dirty="0" smtClean="0"/>
              <a:t> chi </a:t>
            </a:r>
            <a:r>
              <a:rPr lang="en-US" baseline="0" dirty="0" err="1" smtClean="0"/>
              <a:t>phí</a:t>
            </a:r>
            <a:r>
              <a:rPr lang="en-US" baseline="0" dirty="0" smtClean="0"/>
              <a:t> </a:t>
            </a:r>
            <a:r>
              <a:rPr lang="en-US" baseline="0" dirty="0" err="1" smtClean="0"/>
              <a:t>đầu</a:t>
            </a:r>
            <a:r>
              <a:rPr lang="en-US" baseline="0" dirty="0" smtClean="0"/>
              <a:t> </a:t>
            </a:r>
            <a:r>
              <a:rPr lang="en-US" baseline="0" dirty="0" err="1" smtClean="0"/>
              <a:t>tư</a:t>
            </a:r>
            <a:r>
              <a:rPr lang="en-US" baseline="0" dirty="0" smtClean="0"/>
              <a:t> ban </a:t>
            </a:r>
            <a:r>
              <a:rPr lang="en-US" baseline="0" dirty="0" err="1" smtClean="0"/>
              <a:t>đầu</a:t>
            </a:r>
            <a:r>
              <a:rPr lang="en-US" baseline="0" dirty="0" smtClean="0"/>
              <a:t> </a:t>
            </a:r>
            <a:r>
              <a:rPr lang="en-US" baseline="0" dirty="0" err="1" smtClean="0"/>
              <a:t>để</a:t>
            </a:r>
            <a:r>
              <a:rPr lang="en-US" baseline="0" dirty="0" smtClean="0"/>
              <a:t> </a:t>
            </a:r>
            <a:r>
              <a:rPr lang="en-US" baseline="0" dirty="0" err="1" smtClean="0"/>
              <a:t>sở</a:t>
            </a:r>
            <a:r>
              <a:rPr lang="en-US" baseline="0" dirty="0" smtClean="0"/>
              <a:t> </a:t>
            </a:r>
            <a:r>
              <a:rPr lang="en-US" baseline="0" dirty="0" err="1" smtClean="0"/>
              <a:t>hữu</a:t>
            </a:r>
            <a:r>
              <a:rPr lang="en-US" baseline="0" dirty="0" smtClean="0"/>
              <a:t> </a:t>
            </a:r>
            <a:r>
              <a:rPr lang="en-US" baseline="0" dirty="0" err="1" smtClean="0"/>
              <a:t>một</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công</a:t>
            </a:r>
            <a:r>
              <a:rPr lang="en-US" baseline="0" dirty="0" smtClean="0"/>
              <a:t> </a:t>
            </a:r>
            <a:r>
              <a:rPr lang="en-US" baseline="0" dirty="0" err="1" smtClean="0"/>
              <a:t>nghệ</a:t>
            </a:r>
            <a:r>
              <a:rPr lang="en-US" baseline="0" dirty="0" smtClean="0"/>
              <a:t> </a:t>
            </a:r>
            <a:r>
              <a:rPr lang="en-US" baseline="0" dirty="0" err="1" smtClean="0"/>
              <a:t>thông</a:t>
            </a:r>
            <a:r>
              <a:rPr lang="en-US" baseline="0" dirty="0" smtClean="0"/>
              <a:t> tin </a:t>
            </a:r>
            <a:r>
              <a:rPr lang="en-US" baseline="0" dirty="0" err="1" smtClean="0"/>
              <a:t>cho</a:t>
            </a:r>
            <a:r>
              <a:rPr lang="en-US" baseline="0" dirty="0" smtClean="0"/>
              <a:t> </a:t>
            </a:r>
            <a:r>
              <a:rPr lang="en-US" baseline="0" dirty="0" err="1" smtClean="0"/>
              <a:t>doanh</a:t>
            </a:r>
            <a:r>
              <a:rPr lang="en-US" baseline="0" dirty="0" smtClean="0"/>
              <a:t> </a:t>
            </a:r>
            <a:r>
              <a:rPr lang="en-US" baseline="0" dirty="0" err="1" smtClean="0"/>
              <a:t>nghiệp</a:t>
            </a:r>
            <a:r>
              <a:rPr lang="en-US" baseline="0" dirty="0" smtClean="0"/>
              <a:t> </a:t>
            </a:r>
            <a:r>
              <a:rPr lang="en-US" baseline="0" dirty="0" err="1" smtClean="0"/>
              <a:t>và</a:t>
            </a:r>
            <a:r>
              <a:rPr lang="en-US" baseline="0" dirty="0" smtClean="0"/>
              <a:t> </a:t>
            </a:r>
            <a:r>
              <a:rPr lang="en-US" baseline="0" dirty="0" err="1" smtClean="0"/>
              <a:t>thay</a:t>
            </a:r>
            <a:r>
              <a:rPr lang="en-US" baseline="0" dirty="0" smtClean="0"/>
              <a:t> </a:t>
            </a:r>
            <a:r>
              <a:rPr lang="en-US" baseline="0" dirty="0" err="1" smtClean="0"/>
              <a:t>vào</a:t>
            </a:r>
            <a:r>
              <a:rPr lang="en-US" baseline="0" dirty="0" smtClean="0"/>
              <a:t> </a:t>
            </a:r>
            <a:r>
              <a:rPr lang="en-US" baseline="0" dirty="0" err="1" smtClean="0"/>
              <a:t>đó</a:t>
            </a:r>
            <a:r>
              <a:rPr lang="en-US" baseline="0" dirty="0" smtClean="0"/>
              <a:t> </a:t>
            </a:r>
            <a:r>
              <a:rPr lang="en-US" baseline="0" dirty="0" err="1" smtClean="0"/>
              <a:t>là</a:t>
            </a:r>
            <a:r>
              <a:rPr lang="en-US" baseline="0" dirty="0" smtClean="0"/>
              <a:t> chi </a:t>
            </a:r>
            <a:r>
              <a:rPr lang="en-US" baseline="0" dirty="0" err="1" smtClean="0"/>
              <a:t>phí</a:t>
            </a:r>
            <a:r>
              <a:rPr lang="en-US" baseline="0" dirty="0" smtClean="0"/>
              <a:t> </a:t>
            </a:r>
            <a:r>
              <a:rPr lang="en-US" baseline="0" dirty="0" err="1" smtClean="0"/>
              <a:t>vận</a:t>
            </a:r>
            <a:r>
              <a:rPr lang="en-US" baseline="0" dirty="0" smtClean="0"/>
              <a:t> </a:t>
            </a:r>
            <a:r>
              <a:rPr lang="en-US" baseline="0" dirty="0" err="1" smtClean="0"/>
              <a:t>hành</a:t>
            </a:r>
            <a:r>
              <a:rPr lang="en-US" baseline="0" dirty="0" smtClean="0"/>
              <a:t>, </a:t>
            </a:r>
            <a:r>
              <a:rPr lang="en-US" baseline="0" dirty="0" err="1" smtClean="0"/>
              <a:t>đồng</a:t>
            </a:r>
            <a:r>
              <a:rPr lang="en-US" baseline="0" dirty="0" smtClean="0"/>
              <a:t> </a:t>
            </a:r>
            <a:r>
              <a:rPr lang="en-US" baseline="0" dirty="0" err="1" smtClean="0"/>
              <a:t>thời</a:t>
            </a:r>
            <a:r>
              <a:rPr lang="en-US" baseline="0" dirty="0" smtClean="0"/>
              <a:t> </a:t>
            </a:r>
            <a:r>
              <a:rPr lang="en-US" baseline="0" dirty="0" err="1" smtClean="0"/>
              <a:t>giảm</a:t>
            </a:r>
            <a:r>
              <a:rPr lang="en-US" baseline="0" dirty="0" smtClean="0"/>
              <a:t> </a:t>
            </a:r>
            <a:r>
              <a:rPr lang="en-US" baseline="0" dirty="0" err="1" smtClean="0"/>
              <a:t>thời</a:t>
            </a:r>
            <a:r>
              <a:rPr lang="en-US" baseline="0" dirty="0" smtClean="0"/>
              <a:t> </a:t>
            </a:r>
            <a:r>
              <a:rPr lang="en-US" baseline="0" dirty="0" err="1" smtClean="0"/>
              <a:t>gian</a:t>
            </a:r>
            <a:r>
              <a:rPr lang="en-US" baseline="0" dirty="0" smtClean="0"/>
              <a:t> </a:t>
            </a:r>
            <a:r>
              <a:rPr lang="en-US" baseline="0" dirty="0" err="1" smtClean="0"/>
              <a:t>đưa</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vào</a:t>
            </a:r>
            <a:r>
              <a:rPr lang="en-US" baseline="0" dirty="0" smtClean="0"/>
              <a:t> </a:t>
            </a:r>
            <a:r>
              <a:rPr lang="en-US" baseline="0" dirty="0" err="1" smtClean="0"/>
              <a:t>ứng</a:t>
            </a:r>
            <a:r>
              <a:rPr lang="en-US" baseline="0" dirty="0" smtClean="0"/>
              <a:t> </a:t>
            </a:r>
            <a:r>
              <a:rPr lang="en-US" baseline="0" dirty="0" err="1" smtClean="0"/>
              <a:t>dụng</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F446D91C-F009-49A1-8957-40490CF2DE69}" type="slidenum">
              <a:rPr lang="en-US" smtClean="0"/>
              <a:pPr/>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Điện</a:t>
            </a:r>
            <a:r>
              <a:rPr lang="en-US" baseline="0" dirty="0" smtClean="0"/>
              <a:t> </a:t>
            </a:r>
            <a:r>
              <a:rPr lang="en-US" baseline="0" dirty="0" err="1" smtClean="0"/>
              <a:t>toán</a:t>
            </a:r>
            <a:r>
              <a:rPr lang="en-US" baseline="0" dirty="0" smtClean="0"/>
              <a:t> </a:t>
            </a:r>
            <a:r>
              <a:rPr lang="en-US" baseline="0" dirty="0" err="1" smtClean="0"/>
              <a:t>đám</a:t>
            </a:r>
            <a:r>
              <a:rPr lang="en-US" baseline="0" dirty="0" smtClean="0"/>
              <a:t> </a:t>
            </a:r>
            <a:r>
              <a:rPr lang="en-US" baseline="0" dirty="0" err="1" smtClean="0"/>
              <a:t>mây</a:t>
            </a:r>
            <a:r>
              <a:rPr lang="en-US" baseline="0" dirty="0" smtClean="0"/>
              <a:t> </a:t>
            </a:r>
            <a:r>
              <a:rPr lang="en-US" baseline="0" dirty="0" err="1" smtClean="0"/>
              <a:t>giảm</a:t>
            </a:r>
            <a:r>
              <a:rPr lang="en-US" baseline="0" dirty="0" smtClean="0"/>
              <a:t> </a:t>
            </a:r>
            <a:r>
              <a:rPr lang="en-US" baseline="0" dirty="0" err="1" smtClean="0"/>
              <a:t>thời</a:t>
            </a:r>
            <a:r>
              <a:rPr lang="en-US" baseline="0" dirty="0" smtClean="0"/>
              <a:t> </a:t>
            </a:r>
            <a:r>
              <a:rPr lang="en-US" baseline="0" dirty="0" err="1" smtClean="0"/>
              <a:t>gian</a:t>
            </a:r>
            <a:r>
              <a:rPr lang="en-US" baseline="0" dirty="0" smtClean="0"/>
              <a:t> </a:t>
            </a:r>
            <a:r>
              <a:rPr lang="en-US" baseline="0" dirty="0" err="1" smtClean="0"/>
              <a:t>xây</a:t>
            </a:r>
            <a:r>
              <a:rPr lang="en-US" baseline="0" dirty="0" smtClean="0"/>
              <a:t> </a:t>
            </a:r>
            <a:r>
              <a:rPr lang="en-US" baseline="0" dirty="0" err="1" smtClean="0"/>
              <a:t>dựng</a:t>
            </a:r>
            <a:r>
              <a:rPr lang="en-US" baseline="0" dirty="0" smtClean="0"/>
              <a:t> </a:t>
            </a:r>
            <a:r>
              <a:rPr lang="en-US" baseline="0" dirty="0" err="1" smtClean="0"/>
              <a:t>và</a:t>
            </a:r>
            <a:r>
              <a:rPr lang="en-US" baseline="0" dirty="0" smtClean="0"/>
              <a:t> chi </a:t>
            </a:r>
            <a:r>
              <a:rPr lang="en-US" baseline="0" dirty="0" err="1" smtClean="0"/>
              <a:t>phí</a:t>
            </a:r>
            <a:r>
              <a:rPr lang="en-US" baseline="0" dirty="0" smtClean="0"/>
              <a:t> </a:t>
            </a:r>
            <a:r>
              <a:rPr lang="en-US" baseline="0" dirty="0" err="1" smtClean="0"/>
              <a:t>vận</a:t>
            </a:r>
            <a:r>
              <a:rPr lang="en-US" baseline="0" dirty="0" smtClean="0"/>
              <a:t> </a:t>
            </a:r>
            <a:r>
              <a:rPr lang="en-US" baseline="0" dirty="0" err="1" smtClean="0"/>
              <a:t>hành</a:t>
            </a:r>
            <a:r>
              <a:rPr lang="en-US" baseline="0" dirty="0" smtClean="0"/>
              <a:t> do </a:t>
            </a:r>
            <a:r>
              <a:rPr lang="en-US" baseline="0" dirty="0" err="1" smtClean="0"/>
              <a:t>phần</a:t>
            </a:r>
            <a:r>
              <a:rPr lang="en-US" baseline="0" dirty="0" smtClean="0"/>
              <a:t> </a:t>
            </a:r>
            <a:r>
              <a:rPr lang="en-US" baseline="0" dirty="0" err="1" smtClean="0"/>
              <a:t>mềm</a:t>
            </a:r>
            <a:r>
              <a:rPr lang="en-US" baseline="0" dirty="0" smtClean="0"/>
              <a:t> </a:t>
            </a:r>
            <a:r>
              <a:rPr lang="en-US" baseline="0" dirty="0" err="1" smtClean="0"/>
              <a:t>được</a:t>
            </a:r>
            <a:r>
              <a:rPr lang="en-US" baseline="0" dirty="0" smtClean="0"/>
              <a:t> </a:t>
            </a:r>
            <a:r>
              <a:rPr lang="en-US" baseline="0" dirty="0" err="1" smtClean="0"/>
              <a:t>xây</a:t>
            </a:r>
            <a:r>
              <a:rPr lang="en-US" baseline="0" dirty="0" smtClean="0"/>
              <a:t> </a:t>
            </a:r>
            <a:r>
              <a:rPr lang="en-US" baseline="0" dirty="0" err="1" smtClean="0"/>
              <a:t>dựng</a:t>
            </a:r>
            <a:r>
              <a:rPr lang="en-US" baseline="0" dirty="0" smtClean="0"/>
              <a:t> </a:t>
            </a:r>
            <a:r>
              <a:rPr lang="en-US" baseline="0" dirty="0" err="1" smtClean="0"/>
              <a:t>sẵn</a:t>
            </a:r>
            <a:r>
              <a:rPr lang="en-US" baseline="0" dirty="0" smtClean="0"/>
              <a:t>, </a:t>
            </a:r>
            <a:r>
              <a:rPr lang="en-US" baseline="0" dirty="0" err="1" smtClean="0"/>
              <a:t>chỉ</a:t>
            </a:r>
            <a:r>
              <a:rPr lang="en-US" baseline="0" dirty="0" smtClean="0"/>
              <a:t> </a:t>
            </a:r>
            <a:r>
              <a:rPr lang="en-US" baseline="0" dirty="0" err="1" smtClean="0"/>
              <a:t>cần</a:t>
            </a:r>
            <a:r>
              <a:rPr lang="en-US" baseline="0" dirty="0" smtClean="0"/>
              <a:t> </a:t>
            </a:r>
            <a:r>
              <a:rPr lang="en-US" baseline="0" dirty="0" err="1" smtClean="0"/>
              <a:t>chỉnh</a:t>
            </a:r>
            <a:r>
              <a:rPr lang="en-US" baseline="0" dirty="0" smtClean="0"/>
              <a:t> </a:t>
            </a:r>
            <a:r>
              <a:rPr lang="en-US" baseline="0" dirty="0" err="1" smtClean="0"/>
              <a:t>sửa</a:t>
            </a:r>
            <a:r>
              <a:rPr lang="en-US" baseline="0" dirty="0" smtClean="0"/>
              <a:t> </a:t>
            </a:r>
            <a:r>
              <a:rPr lang="en-US" baseline="0" dirty="0" err="1" smtClean="0"/>
              <a:t>cho</a:t>
            </a:r>
            <a:r>
              <a:rPr lang="en-US" baseline="0" dirty="0" smtClean="0"/>
              <a:t> </a:t>
            </a:r>
            <a:r>
              <a:rPr lang="en-US" baseline="0" dirty="0" err="1" smtClean="0"/>
              <a:t>phù</a:t>
            </a:r>
            <a:r>
              <a:rPr lang="en-US" baseline="0" dirty="0" smtClean="0"/>
              <a:t> </a:t>
            </a:r>
            <a:r>
              <a:rPr lang="en-US" baseline="0" dirty="0" err="1" smtClean="0"/>
              <a:t>hợp</a:t>
            </a:r>
            <a:r>
              <a:rPr lang="en-US" baseline="0" dirty="0" smtClean="0"/>
              <a:t> </a:t>
            </a:r>
            <a:r>
              <a:rPr lang="en-US" baseline="0" dirty="0" err="1" smtClean="0"/>
              <a:t>với</a:t>
            </a:r>
            <a:r>
              <a:rPr lang="en-US" baseline="0" dirty="0" smtClean="0"/>
              <a:t> </a:t>
            </a:r>
            <a:r>
              <a:rPr lang="en-US" baseline="0" dirty="0" err="1" smtClean="0"/>
              <a:t>nhu</a:t>
            </a:r>
            <a:r>
              <a:rPr lang="en-US" baseline="0" dirty="0" smtClean="0"/>
              <a:t> </a:t>
            </a:r>
            <a:r>
              <a:rPr lang="en-US" baseline="0" dirty="0" err="1" smtClean="0"/>
              <a:t>cầu</a:t>
            </a:r>
            <a:r>
              <a:rPr lang="en-US" baseline="0" dirty="0" smtClean="0"/>
              <a:t> </a:t>
            </a:r>
            <a:r>
              <a:rPr lang="en-US" baseline="0" dirty="0" err="1" smtClean="0"/>
              <a:t>của</a:t>
            </a:r>
            <a:r>
              <a:rPr lang="en-US" baseline="0" dirty="0" smtClean="0"/>
              <a:t> </a:t>
            </a:r>
            <a:r>
              <a:rPr lang="en-US" baseline="0" dirty="0" err="1" smtClean="0"/>
              <a:t>khách</a:t>
            </a:r>
            <a:r>
              <a:rPr lang="en-US" baseline="0" dirty="0" smtClean="0"/>
              <a:t> </a:t>
            </a:r>
            <a:r>
              <a:rPr lang="en-US" baseline="0" dirty="0" err="1" smtClean="0"/>
              <a:t>hàng</a:t>
            </a:r>
            <a:r>
              <a:rPr lang="en-US" baseline="0" dirty="0" smtClean="0"/>
              <a:t>.</a:t>
            </a:r>
          </a:p>
          <a:p>
            <a:r>
              <a:rPr lang="en-US" baseline="0" dirty="0" err="1" smtClean="0"/>
              <a:t>Khách</a:t>
            </a:r>
            <a:r>
              <a:rPr lang="en-US" baseline="0" dirty="0" smtClean="0"/>
              <a:t> </a:t>
            </a:r>
            <a:r>
              <a:rPr lang="en-US" baseline="0" dirty="0" err="1" smtClean="0"/>
              <a:t>hàng</a:t>
            </a:r>
            <a:r>
              <a:rPr lang="en-US" baseline="0" dirty="0" smtClean="0"/>
              <a:t> </a:t>
            </a:r>
            <a:r>
              <a:rPr lang="en-US" baseline="0" dirty="0" err="1" smtClean="0"/>
              <a:t>không</a:t>
            </a:r>
            <a:r>
              <a:rPr lang="en-US" baseline="0" dirty="0" smtClean="0"/>
              <a:t> </a:t>
            </a:r>
            <a:r>
              <a:rPr lang="en-US" baseline="0" dirty="0" err="1" smtClean="0"/>
              <a:t>tốn</a:t>
            </a:r>
            <a:r>
              <a:rPr lang="en-US" baseline="0" dirty="0" smtClean="0"/>
              <a:t> </a:t>
            </a:r>
            <a:r>
              <a:rPr lang="en-US" baseline="0" dirty="0" err="1" smtClean="0"/>
              <a:t>thời</a:t>
            </a:r>
            <a:r>
              <a:rPr lang="en-US" baseline="0" dirty="0" smtClean="0"/>
              <a:t> </a:t>
            </a:r>
            <a:r>
              <a:rPr lang="en-US" baseline="0" dirty="0" err="1" smtClean="0"/>
              <a:t>gian</a:t>
            </a:r>
            <a:r>
              <a:rPr lang="en-US" baseline="0" dirty="0" smtClean="0"/>
              <a:t> </a:t>
            </a:r>
            <a:r>
              <a:rPr lang="en-US" baseline="0" dirty="0" err="1" smtClean="0"/>
              <a:t>để</a:t>
            </a:r>
            <a:r>
              <a:rPr lang="en-US" baseline="0" dirty="0" smtClean="0"/>
              <a:t> </a:t>
            </a:r>
            <a:r>
              <a:rPr lang="en-US" baseline="0" dirty="0" err="1" smtClean="0"/>
              <a:t>xây</a:t>
            </a:r>
            <a:r>
              <a:rPr lang="en-US" baseline="0" dirty="0" smtClean="0"/>
              <a:t> </a:t>
            </a:r>
            <a:r>
              <a:rPr lang="en-US" baseline="0" dirty="0" err="1" smtClean="0"/>
              <a:t>dựng</a:t>
            </a:r>
            <a:r>
              <a:rPr lang="en-US" baseline="0" dirty="0" smtClean="0"/>
              <a:t>, </a:t>
            </a:r>
            <a:r>
              <a:rPr lang="en-US" baseline="0" dirty="0" err="1" smtClean="0"/>
              <a:t>cài</a:t>
            </a:r>
            <a:r>
              <a:rPr lang="en-US" baseline="0" dirty="0" smtClean="0"/>
              <a:t> </a:t>
            </a:r>
            <a:r>
              <a:rPr lang="en-US" baseline="0" dirty="0" err="1" smtClean="0"/>
              <a:t>đặt</a:t>
            </a:r>
            <a:r>
              <a:rPr lang="en-US" baseline="0" dirty="0" smtClean="0"/>
              <a:t>, </a:t>
            </a:r>
            <a:r>
              <a:rPr lang="en-US" baseline="0" dirty="0" err="1" smtClean="0"/>
              <a:t>kiểm</a:t>
            </a:r>
            <a:r>
              <a:rPr lang="en-US" baseline="0" dirty="0" smtClean="0"/>
              <a:t> </a:t>
            </a:r>
            <a:r>
              <a:rPr lang="en-US" baseline="0" dirty="0" err="1" smtClean="0"/>
              <a:t>thử</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a:t>
            </a:r>
          </a:p>
        </p:txBody>
      </p:sp>
      <p:sp>
        <p:nvSpPr>
          <p:cNvPr id="4" name="Slide Number Placeholder 3"/>
          <p:cNvSpPr>
            <a:spLocks noGrp="1"/>
          </p:cNvSpPr>
          <p:nvPr>
            <p:ph type="sldNum" sz="quarter" idx="10"/>
          </p:nvPr>
        </p:nvSpPr>
        <p:spPr/>
        <p:txBody>
          <a:bodyPr/>
          <a:lstStyle/>
          <a:p>
            <a:fld id="{CD1149E4-32ED-456B-AC28-D35069977DB8}" type="slidenum">
              <a:rPr lang="en-US" smtClean="0"/>
              <a:pPr/>
              <a:t>10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Điện</a:t>
            </a:r>
            <a:r>
              <a:rPr lang="en-US" baseline="0" dirty="0" smtClean="0"/>
              <a:t> </a:t>
            </a:r>
            <a:r>
              <a:rPr lang="en-US" baseline="0" dirty="0" err="1" smtClean="0"/>
              <a:t>toán</a:t>
            </a:r>
            <a:r>
              <a:rPr lang="en-US" baseline="0" dirty="0" smtClean="0"/>
              <a:t> </a:t>
            </a:r>
            <a:r>
              <a:rPr lang="en-US" baseline="0" dirty="0" err="1" smtClean="0"/>
              <a:t>đám</a:t>
            </a:r>
            <a:r>
              <a:rPr lang="en-US" baseline="0" dirty="0" smtClean="0"/>
              <a:t> </a:t>
            </a:r>
            <a:r>
              <a:rPr lang="en-US" baseline="0" dirty="0" err="1" smtClean="0"/>
              <a:t>mây</a:t>
            </a:r>
            <a:r>
              <a:rPr lang="en-US" baseline="0" dirty="0" smtClean="0"/>
              <a:t> </a:t>
            </a:r>
            <a:r>
              <a:rPr lang="en-US" baseline="0" dirty="0" err="1" smtClean="0"/>
              <a:t>giảm</a:t>
            </a:r>
            <a:r>
              <a:rPr lang="en-US" baseline="0" dirty="0" smtClean="0"/>
              <a:t> chi </a:t>
            </a:r>
            <a:r>
              <a:rPr lang="en-US" baseline="0" dirty="0" err="1" smtClean="0"/>
              <a:t>phí</a:t>
            </a:r>
            <a:r>
              <a:rPr lang="en-US" baseline="0" dirty="0" smtClean="0"/>
              <a:t> </a:t>
            </a:r>
            <a:r>
              <a:rPr lang="en-US" baseline="0" dirty="0" err="1" smtClean="0"/>
              <a:t>sở</a:t>
            </a:r>
            <a:r>
              <a:rPr lang="en-US" baseline="0" dirty="0" smtClean="0"/>
              <a:t> </a:t>
            </a:r>
            <a:r>
              <a:rPr lang="en-US" baseline="0" dirty="0" err="1" smtClean="0"/>
              <a:t>hữu</a:t>
            </a:r>
            <a:r>
              <a:rPr lang="en-US" baseline="0" dirty="0" smtClean="0"/>
              <a:t> do chi </a:t>
            </a:r>
            <a:r>
              <a:rPr lang="en-US" baseline="0" dirty="0" err="1" smtClean="0"/>
              <a:t>phí</a:t>
            </a:r>
            <a:r>
              <a:rPr lang="en-US" baseline="0" dirty="0" smtClean="0"/>
              <a:t> </a:t>
            </a:r>
            <a:r>
              <a:rPr lang="en-US" baseline="0" dirty="0" err="1" smtClean="0"/>
              <a:t>xây</a:t>
            </a:r>
            <a:r>
              <a:rPr lang="en-US" baseline="0" dirty="0" smtClean="0"/>
              <a:t> </a:t>
            </a:r>
            <a:r>
              <a:rPr lang="en-US" baseline="0" dirty="0" err="1" smtClean="0"/>
              <a:t>dựng</a:t>
            </a:r>
            <a:r>
              <a:rPr lang="en-US" baseline="0" dirty="0" smtClean="0"/>
              <a:t> </a:t>
            </a:r>
            <a:r>
              <a:rPr lang="en-US" baseline="0" dirty="0" err="1" smtClean="0"/>
              <a:t>phần</a:t>
            </a:r>
            <a:r>
              <a:rPr lang="en-US" baseline="0" dirty="0" smtClean="0"/>
              <a:t> </a:t>
            </a:r>
            <a:r>
              <a:rPr lang="en-US" baseline="0" dirty="0" err="1" smtClean="0"/>
              <a:t>mềm</a:t>
            </a:r>
            <a:r>
              <a:rPr lang="en-US" baseline="0" dirty="0" smtClean="0"/>
              <a:t> </a:t>
            </a:r>
            <a:r>
              <a:rPr lang="en-US" baseline="0" dirty="0" err="1" smtClean="0"/>
              <a:t>được</a:t>
            </a:r>
            <a:r>
              <a:rPr lang="en-US" baseline="0" dirty="0" smtClean="0"/>
              <a:t> </a:t>
            </a:r>
            <a:r>
              <a:rPr lang="en-US" baseline="0" dirty="0" err="1" smtClean="0"/>
              <a:t>chia</a:t>
            </a:r>
            <a:r>
              <a:rPr lang="en-US" baseline="0" dirty="0" smtClean="0"/>
              <a:t> </a:t>
            </a:r>
            <a:r>
              <a:rPr lang="en-US" baseline="0" dirty="0" err="1" smtClean="0"/>
              <a:t>sẻ</a:t>
            </a:r>
            <a:r>
              <a:rPr lang="en-US" baseline="0" dirty="0" smtClean="0"/>
              <a:t> </a:t>
            </a:r>
            <a:r>
              <a:rPr lang="en-US" baseline="0" dirty="0" err="1" smtClean="0"/>
              <a:t>giữa</a:t>
            </a:r>
            <a:r>
              <a:rPr lang="en-US" baseline="0" dirty="0" smtClean="0"/>
              <a:t> </a:t>
            </a:r>
            <a:r>
              <a:rPr lang="en-US" baseline="0" dirty="0" err="1" smtClean="0"/>
              <a:t>nhiều</a:t>
            </a:r>
            <a:r>
              <a:rPr lang="en-US" baseline="0" dirty="0" smtClean="0"/>
              <a:t> </a:t>
            </a:r>
            <a:r>
              <a:rPr lang="en-US" baseline="0" dirty="0" err="1" smtClean="0"/>
              <a:t>khách</a:t>
            </a:r>
            <a:r>
              <a:rPr lang="en-US" baseline="0" dirty="0" smtClean="0"/>
              <a:t> </a:t>
            </a:r>
            <a:r>
              <a:rPr lang="en-US" baseline="0" dirty="0" err="1" smtClean="0"/>
              <a:t>hàng</a:t>
            </a:r>
            <a:r>
              <a:rPr lang="en-US" baseline="0" dirty="0" smtClean="0"/>
              <a:t> </a:t>
            </a:r>
            <a:r>
              <a:rPr lang="en-US" baseline="0" dirty="0" err="1" smtClean="0"/>
              <a:t>với</a:t>
            </a:r>
            <a:r>
              <a:rPr lang="en-US" baseline="0" dirty="0" smtClean="0"/>
              <a:t> </a:t>
            </a:r>
            <a:r>
              <a:rPr lang="en-US" baseline="0" dirty="0" err="1" smtClean="0"/>
              <a:t>nhau</a:t>
            </a:r>
            <a:r>
              <a:rPr lang="en-US" baseline="0" dirty="0" smtClean="0"/>
              <a:t>.</a:t>
            </a:r>
          </a:p>
          <a:p>
            <a:r>
              <a:rPr lang="en-US" baseline="0" dirty="0" err="1" smtClean="0"/>
              <a:t>Đặc</a:t>
            </a:r>
            <a:r>
              <a:rPr lang="en-US" baseline="0" dirty="0" smtClean="0"/>
              <a:t> </a:t>
            </a:r>
            <a:r>
              <a:rPr lang="en-US" baseline="0" dirty="0" err="1" smtClean="0"/>
              <a:t>biệt</a:t>
            </a:r>
            <a:r>
              <a:rPr lang="en-US" baseline="0" dirty="0" smtClean="0"/>
              <a:t> chi </a:t>
            </a:r>
            <a:r>
              <a:rPr lang="en-US" baseline="0" dirty="0" err="1" smtClean="0"/>
              <a:t>phí</a:t>
            </a:r>
            <a:r>
              <a:rPr lang="en-US" baseline="0" dirty="0" smtClean="0"/>
              <a:t> </a:t>
            </a:r>
            <a:r>
              <a:rPr lang="en-US" baseline="0" dirty="0" err="1" smtClean="0"/>
              <a:t>sẽ</a:t>
            </a:r>
            <a:r>
              <a:rPr lang="en-US" baseline="0" dirty="0" smtClean="0"/>
              <a:t> </a:t>
            </a:r>
            <a:r>
              <a:rPr lang="en-US" baseline="0" dirty="0" err="1" smtClean="0"/>
              <a:t>giảm</a:t>
            </a:r>
            <a:r>
              <a:rPr lang="en-US" baseline="0" dirty="0" smtClean="0"/>
              <a:t> </a:t>
            </a:r>
            <a:r>
              <a:rPr lang="en-US" baseline="0" dirty="0" err="1" smtClean="0"/>
              <a:t>rất</a:t>
            </a:r>
            <a:r>
              <a:rPr lang="en-US" baseline="0" dirty="0" smtClean="0"/>
              <a:t> </a:t>
            </a:r>
            <a:r>
              <a:rPr lang="en-US" baseline="0" dirty="0" err="1" smtClean="0"/>
              <a:t>nhiều</a:t>
            </a:r>
            <a:r>
              <a:rPr lang="en-US" baseline="0" dirty="0" smtClean="0"/>
              <a:t> </a:t>
            </a:r>
            <a:r>
              <a:rPr lang="en-US" baseline="0" dirty="0" err="1" smtClean="0"/>
              <a:t>khi</a:t>
            </a:r>
            <a:r>
              <a:rPr lang="en-US" baseline="0" dirty="0" smtClean="0"/>
              <a:t> </a:t>
            </a:r>
            <a:r>
              <a:rPr lang="en-US" baseline="0" dirty="0" err="1" smtClean="0"/>
              <a:t>các</a:t>
            </a:r>
            <a:r>
              <a:rPr lang="en-US" baseline="0" dirty="0" smtClean="0"/>
              <a:t> </a:t>
            </a:r>
            <a:r>
              <a:rPr lang="en-US" baseline="0" dirty="0" err="1" smtClean="0"/>
              <a:t>khách</a:t>
            </a:r>
            <a:r>
              <a:rPr lang="en-US" baseline="0" dirty="0" smtClean="0"/>
              <a:t> </a:t>
            </a:r>
            <a:r>
              <a:rPr lang="en-US" baseline="0" dirty="0" err="1" smtClean="0"/>
              <a:t>hàng</a:t>
            </a:r>
            <a:r>
              <a:rPr lang="en-US" baseline="0" dirty="0" smtClean="0"/>
              <a:t> </a:t>
            </a:r>
            <a:r>
              <a:rPr lang="en-US" baseline="0" dirty="0" err="1" smtClean="0"/>
              <a:t>chia</a:t>
            </a:r>
            <a:r>
              <a:rPr lang="en-US" baseline="0" dirty="0" smtClean="0"/>
              <a:t> </a:t>
            </a:r>
            <a:r>
              <a:rPr lang="en-US" baseline="0" dirty="0" err="1" smtClean="0"/>
              <a:t>sẻ</a:t>
            </a:r>
            <a:r>
              <a:rPr lang="en-US" baseline="0" dirty="0" smtClean="0"/>
              <a:t> </a:t>
            </a:r>
            <a:r>
              <a:rPr lang="en-US" baseline="0" dirty="0" err="1" smtClean="0"/>
              <a:t>không</a:t>
            </a:r>
            <a:r>
              <a:rPr lang="en-US" baseline="0" dirty="0" smtClean="0"/>
              <a:t> </a:t>
            </a:r>
            <a:r>
              <a:rPr lang="en-US" baseline="0" dirty="0" err="1" smtClean="0"/>
              <a:t>chỉ</a:t>
            </a:r>
            <a:r>
              <a:rPr lang="en-US" baseline="0" dirty="0" smtClean="0"/>
              <a:t> chi </a:t>
            </a:r>
            <a:r>
              <a:rPr lang="en-US" baseline="0" dirty="0" err="1" smtClean="0"/>
              <a:t>phí</a:t>
            </a:r>
            <a:r>
              <a:rPr lang="en-US" baseline="0" dirty="0" smtClean="0"/>
              <a:t> </a:t>
            </a:r>
            <a:r>
              <a:rPr lang="en-US" baseline="0" dirty="0" err="1" smtClean="0"/>
              <a:t>xây</a:t>
            </a:r>
            <a:r>
              <a:rPr lang="en-US" baseline="0" dirty="0" smtClean="0"/>
              <a:t> </a:t>
            </a:r>
            <a:r>
              <a:rPr lang="en-US" baseline="0" dirty="0" err="1" smtClean="0"/>
              <a:t>dựng</a:t>
            </a:r>
            <a:r>
              <a:rPr lang="en-US" baseline="0" dirty="0" smtClean="0"/>
              <a:t> </a:t>
            </a:r>
            <a:r>
              <a:rPr lang="en-US" baseline="0" dirty="0" err="1" smtClean="0"/>
              <a:t>phần</a:t>
            </a:r>
            <a:r>
              <a:rPr lang="en-US" baseline="0" dirty="0" smtClean="0"/>
              <a:t> </a:t>
            </a:r>
            <a:r>
              <a:rPr lang="en-US" baseline="0" dirty="0" err="1" smtClean="0"/>
              <a:t>mềm</a:t>
            </a:r>
            <a:r>
              <a:rPr lang="en-US" baseline="0" dirty="0" smtClean="0"/>
              <a:t> </a:t>
            </a:r>
            <a:r>
              <a:rPr lang="en-US" baseline="0" dirty="0" err="1" smtClean="0"/>
              <a:t>mà</a:t>
            </a:r>
            <a:r>
              <a:rPr lang="en-US" baseline="0" dirty="0" smtClean="0"/>
              <a:t> </a:t>
            </a:r>
            <a:r>
              <a:rPr lang="en-US" baseline="0" dirty="0" err="1" smtClean="0"/>
              <a:t>cả</a:t>
            </a:r>
            <a:r>
              <a:rPr lang="en-US" baseline="0" dirty="0" smtClean="0"/>
              <a:t> chi </a:t>
            </a:r>
            <a:r>
              <a:rPr lang="en-US" baseline="0" dirty="0" err="1" smtClean="0"/>
              <a:t>phí</a:t>
            </a:r>
            <a:r>
              <a:rPr lang="en-US" baseline="0" dirty="0" smtClean="0"/>
              <a:t>  </a:t>
            </a:r>
            <a:r>
              <a:rPr lang="en-US" baseline="0" dirty="0" err="1" smtClean="0"/>
              <a:t>phần</a:t>
            </a:r>
            <a:r>
              <a:rPr lang="en-US" baseline="0" dirty="0" smtClean="0"/>
              <a:t> </a:t>
            </a:r>
            <a:r>
              <a:rPr lang="en-US" baseline="0" dirty="0" err="1" smtClean="0"/>
              <a:t>cứng</a:t>
            </a:r>
            <a:r>
              <a:rPr lang="en-US" baseline="0" dirty="0" smtClean="0"/>
              <a:t>, chi </a:t>
            </a:r>
            <a:r>
              <a:rPr lang="en-US" baseline="0" dirty="0" err="1" smtClean="0"/>
              <a:t>phí</a:t>
            </a:r>
            <a:r>
              <a:rPr lang="en-US" baseline="0" dirty="0" smtClean="0"/>
              <a:t> </a:t>
            </a:r>
            <a:r>
              <a:rPr lang="en-US" baseline="0" dirty="0" err="1" smtClean="0"/>
              <a:t>vận</a:t>
            </a:r>
            <a:r>
              <a:rPr lang="en-US" baseline="0" dirty="0" smtClean="0"/>
              <a:t> </a:t>
            </a:r>
            <a:r>
              <a:rPr lang="en-US" baseline="0" dirty="0" err="1" smtClean="0"/>
              <a:t>hành</a:t>
            </a:r>
            <a:r>
              <a:rPr lang="en-US" baseline="0" dirty="0" smtClean="0"/>
              <a:t> </a:t>
            </a:r>
            <a:r>
              <a:rPr lang="en-US" baseline="0" dirty="0" err="1" smtClean="0"/>
              <a:t>và</a:t>
            </a:r>
            <a:r>
              <a:rPr lang="en-US" baseline="0" dirty="0" smtClean="0"/>
              <a:t> </a:t>
            </a:r>
            <a:r>
              <a:rPr lang="en-US" baseline="0" dirty="0" err="1" smtClean="0"/>
              <a:t>bảo</a:t>
            </a:r>
            <a:r>
              <a:rPr lang="en-US" baseline="0" dirty="0" smtClean="0"/>
              <a:t> </a:t>
            </a:r>
            <a:r>
              <a:rPr lang="en-US" baseline="0" dirty="0" err="1" smtClean="0"/>
              <a:t>trì</a:t>
            </a:r>
            <a:r>
              <a:rPr lang="en-US" baseline="0" dirty="0" smtClean="0"/>
              <a:t> </a:t>
            </a:r>
            <a:r>
              <a:rPr lang="en-US" baseline="0" dirty="0" err="1" smtClean="0"/>
              <a:t>phần</a:t>
            </a:r>
            <a:r>
              <a:rPr lang="en-US" baseline="0" dirty="0" smtClean="0"/>
              <a:t> </a:t>
            </a:r>
            <a:r>
              <a:rPr lang="en-US" baseline="0" dirty="0" err="1" smtClean="0"/>
              <a:t>mềm</a:t>
            </a:r>
            <a:r>
              <a:rPr lang="en-US" baseline="0" dirty="0" smtClean="0"/>
              <a:t>.</a:t>
            </a:r>
          </a:p>
        </p:txBody>
      </p:sp>
      <p:sp>
        <p:nvSpPr>
          <p:cNvPr id="4" name="Slide Number Placeholder 3"/>
          <p:cNvSpPr>
            <a:spLocks noGrp="1"/>
          </p:cNvSpPr>
          <p:nvPr>
            <p:ph type="sldNum" sz="quarter" idx="10"/>
          </p:nvPr>
        </p:nvSpPr>
        <p:spPr/>
        <p:txBody>
          <a:bodyPr/>
          <a:lstStyle/>
          <a:p>
            <a:fld id="{CD1149E4-32ED-456B-AC28-D35069977DB8}" type="slidenum">
              <a:rPr lang="en-US" smtClean="0"/>
              <a:pPr/>
              <a:t>11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p:txBody>
      </p:sp>
      <p:sp>
        <p:nvSpPr>
          <p:cNvPr id="4" name="Slide Number Placeholder 3"/>
          <p:cNvSpPr>
            <a:spLocks noGrp="1"/>
          </p:cNvSpPr>
          <p:nvPr>
            <p:ph type="sldNum" sz="quarter" idx="10"/>
          </p:nvPr>
        </p:nvSpPr>
        <p:spPr/>
        <p:txBody>
          <a:bodyPr/>
          <a:lstStyle/>
          <a:p>
            <a:fld id="{F446D91C-F009-49A1-8957-40490CF2DE69}" type="slidenum">
              <a:rPr lang="en-US" smtClean="0"/>
              <a:pPr/>
              <a:t>12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Neal Leavitt. Is Cloud Computing Really Ready for Prime Time. 2009.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smtClean="0"/>
              <a:t>Về</a:t>
            </a:r>
            <a:r>
              <a:rPr lang="en-US" sz="1200" baseline="0" dirty="0" smtClean="0"/>
              <a:t> </a:t>
            </a:r>
            <a:r>
              <a:rPr lang="en-US" sz="1200" baseline="0" dirty="0" err="1" smtClean="0"/>
              <a:t>mặt</a:t>
            </a:r>
            <a:r>
              <a:rPr lang="en-US" sz="1200" baseline="0" dirty="0" smtClean="0"/>
              <a:t> </a:t>
            </a:r>
            <a:r>
              <a:rPr lang="en-US" sz="1200" baseline="0" dirty="0" err="1" smtClean="0"/>
              <a:t>bản</a:t>
            </a:r>
            <a:r>
              <a:rPr lang="en-US" sz="1200" baseline="0" dirty="0" smtClean="0"/>
              <a:t> </a:t>
            </a:r>
            <a:r>
              <a:rPr lang="en-US" sz="1200" baseline="0" dirty="0" err="1" smtClean="0"/>
              <a:t>chất</a:t>
            </a:r>
            <a:r>
              <a:rPr lang="en-US" sz="1200" baseline="0" dirty="0" smtClean="0"/>
              <a:t>, </a:t>
            </a:r>
            <a:r>
              <a:rPr lang="en-US" sz="1200" baseline="0" dirty="0" err="1" smtClean="0"/>
              <a:t>điện</a:t>
            </a:r>
            <a:r>
              <a:rPr lang="en-US" sz="1200" baseline="0" dirty="0" smtClean="0"/>
              <a:t> </a:t>
            </a:r>
            <a:r>
              <a:rPr lang="en-US" sz="1200" baseline="0" dirty="0" err="1" smtClean="0"/>
              <a:t>toán</a:t>
            </a:r>
            <a:r>
              <a:rPr lang="en-US" sz="1200" baseline="0" dirty="0" smtClean="0"/>
              <a:t> </a:t>
            </a:r>
            <a:r>
              <a:rPr lang="en-US" sz="1200" baseline="0" dirty="0" err="1" smtClean="0"/>
              <a:t>đám</a:t>
            </a:r>
            <a:r>
              <a:rPr lang="en-US" sz="1200" baseline="0" dirty="0" smtClean="0"/>
              <a:t> </a:t>
            </a:r>
            <a:r>
              <a:rPr lang="en-US" sz="1200" baseline="0" dirty="0" err="1" smtClean="0"/>
              <a:t>mây</a:t>
            </a:r>
            <a:r>
              <a:rPr lang="en-US" sz="1200" baseline="0" dirty="0" smtClean="0"/>
              <a:t> </a:t>
            </a:r>
            <a:r>
              <a:rPr lang="en-US" sz="1200" baseline="0" dirty="0" err="1" smtClean="0"/>
              <a:t>có</a:t>
            </a:r>
            <a:r>
              <a:rPr lang="en-US" sz="1200" baseline="0" dirty="0" smtClean="0"/>
              <a:t> 2 </a:t>
            </a:r>
            <a:r>
              <a:rPr lang="en-US" sz="1200" baseline="0" dirty="0" err="1" smtClean="0"/>
              <a:t>đối</a:t>
            </a:r>
            <a:r>
              <a:rPr lang="en-US" sz="1200" baseline="0" dirty="0" smtClean="0"/>
              <a:t> </a:t>
            </a:r>
            <a:r>
              <a:rPr lang="en-US" sz="1200" baseline="0" dirty="0" err="1" smtClean="0"/>
              <a:t>tác</a:t>
            </a:r>
            <a:r>
              <a:rPr lang="en-US" sz="1200" baseline="0" dirty="0" smtClean="0"/>
              <a:t> </a:t>
            </a:r>
            <a:r>
              <a:rPr lang="en-US" sz="1200" baseline="0" dirty="0" err="1" smtClean="0"/>
              <a:t>chính</a:t>
            </a:r>
            <a:r>
              <a:rPr lang="en-US" sz="1200" baseline="0" dirty="0" smtClean="0"/>
              <a:t>: </a:t>
            </a:r>
            <a:r>
              <a:rPr lang="en-US" sz="1200" baseline="0" dirty="0" err="1" smtClean="0"/>
              <a:t>nhà</a:t>
            </a:r>
            <a:r>
              <a:rPr lang="en-US" sz="1200" baseline="0" dirty="0" smtClean="0"/>
              <a:t> </a:t>
            </a:r>
            <a:r>
              <a:rPr lang="en-US" sz="1200" baseline="0" dirty="0" err="1" smtClean="0"/>
              <a:t>cung</a:t>
            </a:r>
            <a:r>
              <a:rPr lang="en-US" sz="1200" baseline="0" dirty="0" smtClean="0"/>
              <a:t> </a:t>
            </a:r>
            <a:r>
              <a:rPr lang="en-US" sz="1200" baseline="0" dirty="0" err="1" smtClean="0"/>
              <a:t>cấp</a:t>
            </a:r>
            <a:r>
              <a:rPr lang="en-US" sz="1200" baseline="0" dirty="0" smtClean="0"/>
              <a:t> </a:t>
            </a:r>
            <a:r>
              <a:rPr lang="en-US" sz="1200" baseline="0" dirty="0" err="1" smtClean="0"/>
              <a:t>dịch</a:t>
            </a:r>
            <a:r>
              <a:rPr lang="en-US" sz="1200" baseline="0" dirty="0" smtClean="0"/>
              <a:t> </a:t>
            </a:r>
            <a:r>
              <a:rPr lang="en-US" sz="1200" baseline="0" dirty="0" err="1" smtClean="0"/>
              <a:t>vụ</a:t>
            </a:r>
            <a:r>
              <a:rPr lang="en-US" sz="1200" baseline="0" dirty="0" smtClean="0"/>
              <a:t> </a:t>
            </a:r>
            <a:r>
              <a:rPr lang="en-US" sz="1200" baseline="0" dirty="0" err="1" smtClean="0"/>
              <a:t>và</a:t>
            </a:r>
            <a:r>
              <a:rPr lang="en-US" sz="1200" baseline="0" dirty="0" smtClean="0"/>
              <a:t> </a:t>
            </a:r>
            <a:r>
              <a:rPr lang="en-US" sz="1200" baseline="0" dirty="0" err="1" smtClean="0"/>
              <a:t>khách</a:t>
            </a:r>
            <a:r>
              <a:rPr lang="en-US" sz="1200" baseline="0" dirty="0" smtClean="0"/>
              <a:t> </a:t>
            </a:r>
            <a:r>
              <a:rPr lang="en-US" sz="1200" baseline="0" dirty="0" err="1" smtClean="0"/>
              <a:t>hàng</a:t>
            </a:r>
            <a:r>
              <a:rPr lang="en-US" sz="1200" baseline="0" dirty="0" smtClean="0"/>
              <a:t>.</a:t>
            </a:r>
            <a:endParaRPr lang="en-US" sz="1200" dirty="0" smtClean="0"/>
          </a:p>
        </p:txBody>
      </p:sp>
      <p:sp>
        <p:nvSpPr>
          <p:cNvPr id="4" name="Slide Number Placeholder 3"/>
          <p:cNvSpPr>
            <a:spLocks noGrp="1"/>
          </p:cNvSpPr>
          <p:nvPr>
            <p:ph type="sldNum" sz="quarter" idx="10"/>
          </p:nvPr>
        </p:nvSpPr>
        <p:spPr/>
        <p:txBody>
          <a:bodyPr/>
          <a:lstStyle/>
          <a:p>
            <a:fld id="{CD1149E4-32ED-456B-AC28-D35069977DB8}" type="slidenum">
              <a:rPr lang="en-US" smtClean="0"/>
              <a:pPr/>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err="1" smtClean="0"/>
              <a:t>Đối</a:t>
            </a:r>
            <a:r>
              <a:rPr lang="en-US" sz="1200" baseline="0" dirty="0" smtClean="0"/>
              <a:t> </a:t>
            </a:r>
            <a:r>
              <a:rPr lang="en-US" sz="1200" baseline="0" dirty="0" err="1" smtClean="0"/>
              <a:t>với</a:t>
            </a:r>
            <a:r>
              <a:rPr lang="en-US" sz="1200" baseline="0" dirty="0" smtClean="0"/>
              <a:t> </a:t>
            </a:r>
            <a:r>
              <a:rPr lang="en-US" sz="1200" baseline="0" dirty="0" err="1" smtClean="0"/>
              <a:t>người</a:t>
            </a:r>
            <a:r>
              <a:rPr lang="en-US" sz="1200" baseline="0" dirty="0" smtClean="0"/>
              <a:t> </a:t>
            </a:r>
            <a:r>
              <a:rPr lang="en-US" sz="1200" baseline="0" dirty="0" err="1" smtClean="0"/>
              <a:t>dùng</a:t>
            </a:r>
            <a:r>
              <a:rPr lang="en-US" sz="1200" baseline="0" dirty="0" smtClean="0"/>
              <a:t>, </a:t>
            </a:r>
            <a:r>
              <a:rPr lang="en-US" sz="1200" baseline="0" dirty="0" err="1" smtClean="0"/>
              <a:t>điện</a:t>
            </a:r>
            <a:r>
              <a:rPr lang="en-US" sz="1200" baseline="0" dirty="0" smtClean="0"/>
              <a:t> </a:t>
            </a:r>
            <a:r>
              <a:rPr lang="en-US" sz="1200" baseline="0" dirty="0" err="1" smtClean="0"/>
              <a:t>toán</a:t>
            </a:r>
            <a:r>
              <a:rPr lang="en-US" sz="1200" baseline="0" dirty="0" smtClean="0"/>
              <a:t> </a:t>
            </a:r>
            <a:r>
              <a:rPr lang="en-US" sz="1200" baseline="0" dirty="0" err="1" smtClean="0"/>
              <a:t>đám</a:t>
            </a:r>
            <a:r>
              <a:rPr lang="en-US" sz="1200" baseline="0" dirty="0" smtClean="0"/>
              <a:t> </a:t>
            </a:r>
            <a:r>
              <a:rPr lang="en-US" sz="1200" baseline="0" dirty="0" err="1" smtClean="0"/>
              <a:t>mây</a:t>
            </a:r>
            <a:r>
              <a:rPr lang="en-US" sz="1200" baseline="0" dirty="0" smtClean="0"/>
              <a:t> </a:t>
            </a:r>
            <a:r>
              <a:rPr lang="en-US" sz="1200" baseline="0" dirty="0" err="1" smtClean="0"/>
              <a:t>cung</a:t>
            </a:r>
            <a:r>
              <a:rPr lang="en-US" sz="1200" baseline="0" dirty="0" smtClean="0"/>
              <a:t> </a:t>
            </a:r>
            <a:r>
              <a:rPr lang="en-US" sz="1200" baseline="0" dirty="0" err="1" smtClean="0"/>
              <a:t>cấp</a:t>
            </a:r>
            <a:r>
              <a:rPr lang="en-US" sz="1200" baseline="0" dirty="0" smtClean="0"/>
              <a:t> 3 </a:t>
            </a:r>
            <a:r>
              <a:rPr lang="en-US" sz="1200" baseline="0" dirty="0" err="1" smtClean="0"/>
              <a:t>loại</a:t>
            </a:r>
            <a:r>
              <a:rPr lang="en-US" sz="1200" baseline="0" dirty="0" smtClean="0"/>
              <a:t> </a:t>
            </a:r>
            <a:r>
              <a:rPr lang="en-US" sz="1200" baseline="0" dirty="0" err="1" smtClean="0"/>
              <a:t>dịch</a:t>
            </a:r>
            <a:r>
              <a:rPr lang="en-US" sz="1200" baseline="0" dirty="0" smtClean="0"/>
              <a:t> </a:t>
            </a:r>
            <a:r>
              <a:rPr lang="en-US" sz="1200" baseline="0" dirty="0" err="1" smtClean="0"/>
              <a:t>vụ</a:t>
            </a:r>
            <a:r>
              <a:rPr lang="en-US" sz="1200" baseline="0" dirty="0" smtClean="0"/>
              <a:t> </a:t>
            </a:r>
            <a:r>
              <a:rPr lang="en-US" sz="1200" baseline="0" dirty="0" err="1" smtClean="0"/>
              <a:t>chính</a:t>
            </a:r>
            <a:r>
              <a:rPr lang="en-US" sz="1200" baseline="0" dirty="0" smtClean="0"/>
              <a:t>: </a:t>
            </a:r>
            <a:r>
              <a:rPr lang="en-US" sz="1200" baseline="0" dirty="0" err="1" smtClean="0"/>
              <a:t>IaaS</a:t>
            </a:r>
            <a:r>
              <a:rPr lang="en-US" sz="1200" baseline="0" dirty="0" smtClean="0"/>
              <a:t>, </a:t>
            </a:r>
            <a:r>
              <a:rPr lang="en-US" sz="1200" baseline="0" dirty="0" err="1" smtClean="0"/>
              <a:t>PaaS</a:t>
            </a:r>
            <a:r>
              <a:rPr lang="en-US" sz="1200" baseline="0" dirty="0" smtClean="0"/>
              <a:t>, </a:t>
            </a:r>
            <a:r>
              <a:rPr lang="en-US" sz="1200" baseline="0" dirty="0" err="1" smtClean="0"/>
              <a:t>SaaS</a:t>
            </a:r>
            <a:r>
              <a:rPr lang="en-US" sz="1200" baseline="0" dirty="0" smtClean="0"/>
              <a:t>.</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Stephen S. </a:t>
            </a:r>
            <a:r>
              <a:rPr lang="en-US" sz="1200" dirty="0" err="1" smtClean="0"/>
              <a:t>Yau</a:t>
            </a:r>
            <a:r>
              <a:rPr lang="en-US" sz="1200" dirty="0" smtClean="0"/>
              <a:t> and Ho G. An. Software Engineering Meets Services and Cloud Computing. IEEE Computer Society. 2011.</a:t>
            </a:r>
          </a:p>
          <a:p>
            <a:endParaRPr lang="en-US" dirty="0"/>
          </a:p>
        </p:txBody>
      </p:sp>
      <p:sp>
        <p:nvSpPr>
          <p:cNvPr id="4" name="Slide Number Placeholder 3"/>
          <p:cNvSpPr>
            <a:spLocks noGrp="1"/>
          </p:cNvSpPr>
          <p:nvPr>
            <p:ph type="sldNum" sz="quarter" idx="10"/>
          </p:nvPr>
        </p:nvSpPr>
        <p:spPr/>
        <p:txBody>
          <a:bodyPr/>
          <a:lstStyle/>
          <a:p>
            <a:fld id="{F446D91C-F009-49A1-8957-40490CF2DE69}" type="slidenum">
              <a:rPr lang="en-US" smtClean="0"/>
              <a:pPr/>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p:txBody>
      </p:sp>
      <p:sp>
        <p:nvSpPr>
          <p:cNvPr id="4" name="Slide Number Placeholder 3"/>
          <p:cNvSpPr>
            <a:spLocks noGrp="1"/>
          </p:cNvSpPr>
          <p:nvPr>
            <p:ph type="sldNum" sz="quarter" idx="10"/>
          </p:nvPr>
        </p:nvSpPr>
        <p:spPr/>
        <p:txBody>
          <a:bodyPr/>
          <a:lstStyle/>
          <a:p>
            <a:fld id="{CD1149E4-32ED-456B-AC28-D35069977DB8}" type="slidenum">
              <a:rPr lang="en-US" smtClean="0"/>
              <a:pPr/>
              <a:t>19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46D91C-F009-49A1-8957-40490CF2DE69}" type="slidenum">
              <a:rPr lang="en-US" smtClean="0"/>
              <a:pPr/>
              <a:t>21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46D91C-F009-49A1-8957-40490CF2DE69}"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11/13/2025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11/13/2025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11/13/2025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11/13/2025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11/13/2025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11/13/2025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11/13/2025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11/13/2025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11/13/2025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11/13/2025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11/13/2025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gif"/><Relationship Id="rId4" Type="http://schemas.openxmlformats.org/officeDocument/2006/relationships/image" Target="../media/image6.gif"/></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gif"/></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my.idc.com/getdoc.jsp?containerId=prUS5246002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fedramp.gov/"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azure.microsoft.com/en-us/products/iot-edge/" TargetMode="External"/><Relationship Id="rId2" Type="http://schemas.openxmlformats.org/officeDocument/2006/relationships/hyperlink" Target="https://aws.amazon.com/greengrass/" TargetMode="External"/><Relationship Id="rId1" Type="http://schemas.openxmlformats.org/officeDocument/2006/relationships/slideLayout" Target="../slideLayouts/slideLayout2.xml"/><Relationship Id="rId4" Type="http://schemas.openxmlformats.org/officeDocument/2006/relationships/hyperlink" Target="https://cloud.google.com/distributed-clou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Introduction to Cloud Computing</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a:t>
            </a:r>
            <a:r>
              <a:rPr lang="en-US" sz="2400" i="1" dirty="0" smtClean="0">
                <a:solidFill>
                  <a:srgbClr val="C00000"/>
                </a:solidFill>
              </a:rPr>
              <a:t>communicate</a:t>
            </a:r>
            <a:r>
              <a:rPr lang="en-US" sz="2400" dirty="0" smtClean="0"/>
              <a:t> in cloud computing field.</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Clouds</a:t>
            </a:r>
          </a:p>
          <a:p>
            <a:pPr marL="571500" indent="-571500">
              <a:buFont typeface="+mj-lt"/>
              <a:buAutoNum type="romanUcPeriod"/>
            </a:pPr>
            <a:r>
              <a:rPr lang="en-US" sz="2400" dirty="0" smtClean="0"/>
              <a:t>Cloud Services</a:t>
            </a:r>
          </a:p>
          <a:p>
            <a:pPr marL="571500" indent="-571500">
              <a:buFont typeface="+mj-lt"/>
              <a:buAutoNum type="romanUcPeriod"/>
            </a:pPr>
            <a:r>
              <a:rPr lang="en-US" sz="2400" dirty="0" smtClean="0"/>
              <a:t>Cloud Computing</a:t>
            </a:r>
          </a:p>
          <a:p>
            <a:pPr marL="571500" indent="-571500">
              <a:buFont typeface="+mj-lt"/>
              <a:buAutoNum type="romanUcPeriod"/>
            </a:pPr>
            <a:r>
              <a:rPr lang="en-US" sz="2400" dirty="0" smtClean="0"/>
              <a:t>Cloud Deployment Models</a:t>
            </a:r>
          </a:p>
          <a:p>
            <a:pPr marL="571500" indent="-571500">
              <a:buFont typeface="+mj-lt"/>
              <a:buAutoNum type="romanUcPeriod"/>
            </a:pPr>
            <a:r>
              <a:rPr lang="en-US" sz="2400" dirty="0" smtClean="0"/>
              <a:t>Public Cloud Limitations</a:t>
            </a:r>
          </a:p>
          <a:p>
            <a:pPr marL="571500" indent="-571500">
              <a:buFont typeface="+mj-lt"/>
              <a:buAutoNum type="romanUcPeriod"/>
            </a:pPr>
            <a:r>
              <a:rPr lang="en-US" sz="2400" dirty="0" smtClean="0"/>
              <a:t>Cloud Software Engineering</a:t>
            </a:r>
          </a:p>
          <a:p>
            <a:pPr marL="571500" indent="-571500">
              <a:buFont typeface="+mj-lt"/>
              <a:buAutoNum type="romanUcPeriod"/>
            </a:pPr>
            <a:r>
              <a:rPr lang="en-US" sz="2400" dirty="0" smtClean="0"/>
              <a:t>Fog Computing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295400"/>
            <a:ext cx="5867400" cy="5181600"/>
          </a:xfrm>
        </p:spPr>
        <p:txBody>
          <a:bodyPr/>
          <a:lstStyle/>
          <a:p>
            <a:pPr marL="457200" indent="-457200">
              <a:buFont typeface="+mj-lt"/>
              <a:buAutoNum type="arabicPeriod"/>
            </a:pPr>
            <a:r>
              <a:rPr lang="en-US" sz="1400" dirty="0" smtClean="0"/>
              <a:t>Frederick Chong and </a:t>
            </a:r>
            <a:r>
              <a:rPr lang="en-US" sz="1400" dirty="0" err="1" smtClean="0"/>
              <a:t>Gianpaolo</a:t>
            </a:r>
            <a:r>
              <a:rPr lang="en-US" sz="1400" dirty="0" smtClean="0"/>
              <a:t> </a:t>
            </a:r>
            <a:r>
              <a:rPr lang="en-US" sz="1400" dirty="0" err="1" smtClean="0"/>
              <a:t>Carraro</a:t>
            </a:r>
            <a:r>
              <a:rPr lang="en-US" sz="1400" dirty="0" smtClean="0"/>
              <a:t> (2006). Architecture Strategies For Catching The Long Tail.</a:t>
            </a:r>
          </a:p>
          <a:p>
            <a:pPr marL="457200" indent="-457200">
              <a:buFont typeface="+mj-lt"/>
              <a:buAutoNum type="arabicPeriod"/>
            </a:pPr>
            <a:r>
              <a:rPr lang="en-US" sz="1400" dirty="0" smtClean="0"/>
              <a:t>Paul Hofmann (2010). Cloud Computing - The Limits of Public Clouds for Business Applications.</a:t>
            </a:r>
          </a:p>
          <a:p>
            <a:pPr marL="457200" indent="-457200">
              <a:buFont typeface="+mj-lt"/>
              <a:buAutoNum type="arabicPeriod"/>
            </a:pPr>
            <a:r>
              <a:rPr lang="en-US" sz="1400" dirty="0" smtClean="0"/>
              <a:t>Michael </a:t>
            </a:r>
            <a:r>
              <a:rPr lang="en-US" sz="1400" dirty="0" err="1" smtClean="0"/>
              <a:t>Armbrust</a:t>
            </a:r>
            <a:r>
              <a:rPr lang="en-US" sz="1400" dirty="0" smtClean="0"/>
              <a:t> et al. (2009). Above the Clouds - A Berkeley View of Cloud Computing.</a:t>
            </a:r>
          </a:p>
          <a:p>
            <a:pPr marL="457200" indent="-457200">
              <a:buFont typeface="+mj-lt"/>
              <a:buAutoNum type="arabicPeriod"/>
            </a:pPr>
            <a:r>
              <a:rPr lang="en-US" sz="1400" dirty="0" err="1" smtClean="0"/>
              <a:t>Borko</a:t>
            </a:r>
            <a:r>
              <a:rPr lang="en-US" sz="1400" dirty="0" smtClean="0"/>
              <a:t> </a:t>
            </a:r>
            <a:r>
              <a:rPr lang="en-US" sz="1400" dirty="0" err="1" smtClean="0"/>
              <a:t>Furht</a:t>
            </a:r>
            <a:r>
              <a:rPr lang="en-US" sz="1400" dirty="0" smtClean="0"/>
              <a:t> and Armando Escalante (Editors) (2010). Handbook of Cloud Computing.</a:t>
            </a:r>
          </a:p>
          <a:p>
            <a:pPr marL="457200" lvl="0" indent="-457200">
              <a:buFont typeface="+mj-lt"/>
              <a:buAutoNum type="arabicPeriod"/>
            </a:pPr>
            <a:r>
              <a:rPr lang="en-US" sz="1400" dirty="0" err="1" smtClean="0"/>
              <a:t>Rajkumar</a:t>
            </a:r>
            <a:r>
              <a:rPr lang="en-US" sz="1400" dirty="0" smtClean="0"/>
              <a:t> </a:t>
            </a:r>
            <a:r>
              <a:rPr lang="en-US" sz="1400" dirty="0" err="1" smtClean="0"/>
              <a:t>Buyya</a:t>
            </a:r>
            <a:r>
              <a:rPr lang="en-US" sz="1400" dirty="0" smtClean="0"/>
              <a:t> et al. (2008). Market-Oriented Cloud Computing: Vision, Hype, and Reality for Delivering IT Services as Computing Utilities.</a:t>
            </a:r>
          </a:p>
          <a:p>
            <a:pPr marL="457200" indent="-457200">
              <a:buFont typeface="+mj-lt"/>
              <a:buAutoNum type="arabicPeriod"/>
            </a:pPr>
            <a:r>
              <a:rPr lang="en-US" sz="1400" dirty="0" smtClean="0"/>
              <a:t>Peter </a:t>
            </a:r>
            <a:r>
              <a:rPr lang="en-US" sz="1400" dirty="0" err="1" smtClean="0"/>
              <a:t>Mell</a:t>
            </a:r>
            <a:r>
              <a:rPr lang="en-US" sz="1400" dirty="0" smtClean="0"/>
              <a:t> and Timothy </a:t>
            </a:r>
            <a:r>
              <a:rPr lang="en-US" sz="1400" dirty="0" err="1" smtClean="0"/>
              <a:t>Grance</a:t>
            </a:r>
            <a:r>
              <a:rPr lang="en-US" sz="1400" dirty="0" smtClean="0"/>
              <a:t> (2011). The NIST Definition of Cloud Computing.</a:t>
            </a:r>
          </a:p>
          <a:p>
            <a:pPr marL="457200" indent="-457200">
              <a:buFont typeface="+mj-lt"/>
              <a:buAutoNum type="arabicPeriod"/>
            </a:pPr>
            <a:r>
              <a:rPr lang="en-US" sz="1400" dirty="0" smtClean="0"/>
              <a:t>Stephen S. </a:t>
            </a:r>
            <a:r>
              <a:rPr lang="en-US" sz="1400" dirty="0" err="1" smtClean="0"/>
              <a:t>Yau</a:t>
            </a:r>
            <a:r>
              <a:rPr lang="en-US" sz="1400" dirty="0" smtClean="0"/>
              <a:t> and Ho G. An (2011). Software Engineering Meets Services and Cloud Computing.</a:t>
            </a:r>
          </a:p>
          <a:p>
            <a:pPr marL="457200" indent="-457200">
              <a:buFont typeface="+mj-lt"/>
              <a:buAutoNum type="arabicPeriod"/>
            </a:pPr>
            <a:r>
              <a:rPr lang="en-US" sz="1400" dirty="0" err="1" smtClean="0"/>
              <a:t>Gautam</a:t>
            </a:r>
            <a:r>
              <a:rPr lang="en-US" sz="1400" dirty="0" smtClean="0"/>
              <a:t> </a:t>
            </a:r>
            <a:r>
              <a:rPr lang="en-US" sz="1400" dirty="0" err="1" smtClean="0"/>
              <a:t>Shroff</a:t>
            </a:r>
            <a:r>
              <a:rPr lang="en-US" sz="1400" dirty="0" smtClean="0"/>
              <a:t> (2010). Enterprise Cloud Computing: Technology Architecture Applications. Cambridge University Press.</a:t>
            </a:r>
          </a:p>
          <a:p>
            <a:pPr marL="457200" lvl="0" indent="-457200">
              <a:buFont typeface="+mj-lt"/>
              <a:buAutoNum type="arabicPeriod"/>
            </a:pPr>
            <a:r>
              <a:rPr lang="en-US" sz="1400" dirty="0" smtClean="0"/>
              <a:t>T. Dillon, C. Wu and E. Chang (2010). "Cloud Computing Issues and Challenges". </a:t>
            </a:r>
          </a:p>
          <a:p>
            <a:pPr marL="457200" indent="-457200">
              <a:buFont typeface="+mj-lt"/>
              <a:buAutoNum type="arabicPeriod"/>
            </a:pPr>
            <a:r>
              <a:rPr lang="en-US" sz="1400" dirty="0" smtClean="0"/>
              <a:t>Hassan </a:t>
            </a:r>
            <a:r>
              <a:rPr lang="en-US" sz="1400" dirty="0" err="1" smtClean="0"/>
              <a:t>Takabi</a:t>
            </a:r>
            <a:r>
              <a:rPr lang="en-US" sz="1400" dirty="0" smtClean="0"/>
              <a:t> et al. (2010). Security and Privacy Challenges in Cloud Computing Environments.</a:t>
            </a:r>
          </a:p>
          <a:p>
            <a:pPr marL="457200" lvl="0" indent="-457200">
              <a:buFont typeface="+mj-lt"/>
              <a:buAutoNum type="arabicPeriod"/>
            </a:pPr>
            <a:r>
              <a:rPr lang="en-US" sz="1400" dirty="0" smtClean="0"/>
              <a:t>Neal Leavitt (2009). Is Cloud Computing Really Ready for Prime Time.</a:t>
            </a:r>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sz="2400" dirty="0" smtClean="0"/>
              <a:t>Computer: CPUs, RAM, Disks, NICs.</a:t>
            </a:r>
          </a:p>
          <a:p>
            <a:r>
              <a:rPr lang="en-US" sz="2400" dirty="0" smtClean="0"/>
              <a:t>What to do: Browsing the web, watching videos, programming, editing images, videos.</a:t>
            </a:r>
          </a:p>
          <a:p>
            <a:r>
              <a:rPr lang="en-US" sz="2400" dirty="0" smtClean="0"/>
              <a:t>What else: Running web servers 24/7/365, processing large amounts of data for a short time, computing large numbers for a short time, sharing files.</a:t>
            </a:r>
          </a:p>
          <a:p>
            <a:r>
              <a:rPr lang="en-US" sz="2400" dirty="0" smtClean="0"/>
              <a:t>What we can do: Renting computers, sharing computers.</a:t>
            </a:r>
          </a:p>
          <a:p>
            <a:r>
              <a:rPr lang="en-US" sz="2400" b="1" dirty="0" smtClean="0"/>
              <a:t>Our goals</a:t>
            </a:r>
            <a:r>
              <a:rPr lang="en-US" sz="2400" dirty="0" smtClean="0"/>
              <a:t>: To reduce costs, to eliminate the need for hardware maintenance, to rapidly acquire computing and storage capacity.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Services</a:t>
            </a:r>
            <a:endParaRPr lang="en-US" dirty="0"/>
          </a:p>
        </p:txBody>
      </p:sp>
      <p:sp>
        <p:nvSpPr>
          <p:cNvPr id="3" name="Content Placeholder 2"/>
          <p:cNvSpPr>
            <a:spLocks noGrp="1"/>
          </p:cNvSpPr>
          <p:nvPr>
            <p:ph idx="1"/>
          </p:nvPr>
        </p:nvSpPr>
        <p:spPr/>
        <p:txBody>
          <a:bodyPr/>
          <a:lstStyle/>
          <a:p>
            <a:r>
              <a:rPr lang="en-US" sz="2200" dirty="0" smtClean="0"/>
              <a:t>Consumers: email and credit card.</a:t>
            </a:r>
          </a:p>
          <a:p>
            <a:r>
              <a:rPr lang="en-US" sz="2200" dirty="0" smtClean="0"/>
              <a:t>Providers: web interface, servers</a:t>
            </a:r>
            <a:r>
              <a:rPr lang="en-US" sz="2200" dirty="0" smtClean="0"/>
              <a:t>.</a:t>
            </a:r>
          </a:p>
          <a:p>
            <a:r>
              <a:rPr lang="en-US" sz="2200" dirty="0" err="1" smtClean="0"/>
              <a:t>IaaS</a:t>
            </a:r>
            <a:r>
              <a:rPr lang="en-US" sz="2200" dirty="0" smtClean="0"/>
              <a:t> (Infrastructure as a Service)</a:t>
            </a:r>
          </a:p>
          <a:p>
            <a:r>
              <a:rPr lang="en-US" sz="2200" dirty="0" err="1" smtClean="0"/>
              <a:t>PaaS</a:t>
            </a:r>
            <a:r>
              <a:rPr lang="en-US" sz="2200" dirty="0" smtClean="0"/>
              <a:t> (Platform as a Service)</a:t>
            </a:r>
          </a:p>
          <a:p>
            <a:r>
              <a:rPr lang="en-US" sz="2200" dirty="0" err="1" smtClean="0"/>
              <a:t>SaaS</a:t>
            </a:r>
            <a:r>
              <a:rPr lang="en-US" sz="2200" dirty="0" smtClean="0"/>
              <a:t> (Software as a Service)</a:t>
            </a:r>
          </a:p>
          <a:p>
            <a:r>
              <a:rPr lang="en-US" sz="2200" dirty="0" smtClean="0"/>
              <a:t>Public clouds, private clouds, hybrid clouds.</a:t>
            </a:r>
          </a:p>
          <a:p>
            <a:r>
              <a:rPr lang="en-US" sz="2200" dirty="0" smtClean="0"/>
              <a:t>Considerations</a:t>
            </a:r>
            <a:r>
              <a:rPr lang="en-US" sz="2200" dirty="0" smtClean="0"/>
              <a:t>: vendor lock-in, security.</a:t>
            </a:r>
          </a:p>
          <a:p>
            <a:r>
              <a:rPr lang="en-US" sz="2200" dirty="0" smtClean="0"/>
              <a:t>Developing (</a:t>
            </a:r>
            <a:r>
              <a:rPr lang="en-US" sz="2200" dirty="0" smtClean="0"/>
              <a:t>Programming with cloud </a:t>
            </a:r>
            <a:r>
              <a:rPr lang="en-US" sz="2200" dirty="0" smtClean="0"/>
              <a:t>services</a:t>
            </a:r>
            <a:r>
              <a:rPr lang="en-US" sz="2200" dirty="0" smtClean="0"/>
              <a:t>, building cloud services)</a:t>
            </a:r>
          </a:p>
          <a:p>
            <a:r>
              <a:rPr lang="en-US" sz="2200" dirty="0" smtClean="0"/>
              <a:t>Datacenters, cloud computing (tenants).</a:t>
            </a:r>
          </a:p>
          <a:p>
            <a:r>
              <a:rPr lang="en-US" sz="2200" dirty="0" smtClean="0"/>
              <a:t>Grid computing (power), fog computing (</a:t>
            </a:r>
            <a:r>
              <a:rPr lang="en-US" sz="2200" dirty="0" err="1" smtClean="0"/>
              <a:t>IoT</a:t>
            </a:r>
            <a:r>
              <a:rPr lang="en-US" sz="2200" dirty="0" smtClean="0"/>
              <a:t>).</a:t>
            </a:r>
            <a:endParaRPr lang="en-US" sz="22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IT Cost is Too High [1]</a:t>
            </a:r>
            <a:endParaRPr lang="en-US" dirty="0"/>
          </a:p>
        </p:txBody>
      </p:sp>
      <p:pic>
        <p:nvPicPr>
          <p:cNvPr id="1026" name="Picture 2" descr="https://msdn.microsoft.com/dynimg/IC171839.gif"/>
          <p:cNvPicPr>
            <a:picLocks noChangeAspect="1" noChangeArrowheads="1"/>
          </p:cNvPicPr>
          <p:nvPr/>
        </p:nvPicPr>
        <p:blipFill>
          <a:blip r:embed="rId3" cstate="print"/>
          <a:srcRect/>
          <a:stretch>
            <a:fillRect/>
          </a:stretch>
        </p:blipFill>
        <p:spPr bwMode="auto">
          <a:xfrm>
            <a:off x="4495800" y="1447800"/>
            <a:ext cx="4276725" cy="2552700"/>
          </a:xfrm>
          <a:prstGeom prst="rect">
            <a:avLst/>
          </a:prstGeom>
          <a:noFill/>
        </p:spPr>
      </p:pic>
      <p:pic>
        <p:nvPicPr>
          <p:cNvPr id="1028" name="Picture 4" descr="https://msdn.microsoft.com/dynimg/IC130415.gif"/>
          <p:cNvPicPr>
            <a:picLocks noChangeAspect="1" noChangeArrowheads="1"/>
          </p:cNvPicPr>
          <p:nvPr/>
        </p:nvPicPr>
        <p:blipFill>
          <a:blip r:embed="rId4" cstate="print"/>
          <a:srcRect/>
          <a:stretch>
            <a:fillRect/>
          </a:stretch>
        </p:blipFill>
        <p:spPr bwMode="auto">
          <a:xfrm>
            <a:off x="228600" y="3962400"/>
            <a:ext cx="4286250" cy="2495551"/>
          </a:xfrm>
          <a:prstGeom prst="rect">
            <a:avLst/>
          </a:prstGeom>
          <a:noFill/>
        </p:spPr>
      </p:pic>
      <p:pic>
        <p:nvPicPr>
          <p:cNvPr id="1030" name="Picture 6" descr="https://msdn.microsoft.com/dynimg/IC38377.gif"/>
          <p:cNvPicPr>
            <a:picLocks noChangeAspect="1" noChangeArrowheads="1"/>
          </p:cNvPicPr>
          <p:nvPr/>
        </p:nvPicPr>
        <p:blipFill>
          <a:blip r:embed="rId5" cstate="print"/>
          <a:srcRect/>
          <a:stretch>
            <a:fillRect/>
          </a:stretch>
        </p:blipFill>
        <p:spPr bwMode="auto">
          <a:xfrm>
            <a:off x="4495800" y="3952874"/>
            <a:ext cx="4276725" cy="2524126"/>
          </a:xfrm>
          <a:prstGeom prst="rect">
            <a:avLst/>
          </a:prstGeom>
          <a:noFill/>
        </p:spPr>
      </p:pic>
      <p:sp>
        <p:nvSpPr>
          <p:cNvPr id="6" name="Slide Number Placeholder 5"/>
          <p:cNvSpPr>
            <a:spLocks noGrp="1"/>
          </p:cNvSpPr>
          <p:nvPr>
            <p:ph type="sldNum" sz="quarter" idx="12"/>
          </p:nvPr>
        </p:nvSpPr>
        <p:spPr/>
        <p:txBody>
          <a:bodyPr/>
          <a:lstStyle/>
          <a:p>
            <a:pPr>
              <a:defRPr/>
            </a:pPr>
            <a:fld id="{C6F6660F-9FDB-4AFB-BE29-11A381729C23}" type="slidenum">
              <a:rPr lang="en-US" smtClean="0"/>
              <a:pPr>
                <a:defRPr/>
              </a:pPr>
              <a:t>8</a:t>
            </a:fld>
            <a:endParaRPr lang="en-US"/>
          </a:p>
        </p:txBody>
      </p:sp>
      <p:pic>
        <p:nvPicPr>
          <p:cNvPr id="258050" name="Picture 2" descr="http://na2.www.gartner.com/imagesrv/research/it-spending-forecast/images/IT_Spend_Forecast_Q42015.png;wabd29f8ac8dbe3d6f"/>
          <p:cNvPicPr>
            <a:picLocks noChangeAspect="1" noChangeArrowheads="1"/>
          </p:cNvPicPr>
          <p:nvPr/>
        </p:nvPicPr>
        <p:blipFill>
          <a:blip r:embed="rId6" cstate="print"/>
          <a:srcRect/>
          <a:stretch>
            <a:fillRect/>
          </a:stretch>
        </p:blipFill>
        <p:spPr bwMode="auto">
          <a:xfrm>
            <a:off x="838200" y="1447800"/>
            <a:ext cx="3086100" cy="3048000"/>
          </a:xfrm>
          <a:prstGeom prst="rect">
            <a:avLst/>
          </a:prstGeo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A Solution – Cloud Computing [2, 3]</a:t>
            </a:r>
            <a:endParaRPr lang="en-US" sz="4200" dirty="0"/>
          </a:p>
        </p:txBody>
      </p:sp>
      <p:sp>
        <p:nvSpPr>
          <p:cNvPr id="3" name="Content Placeholder 2"/>
          <p:cNvSpPr>
            <a:spLocks noGrp="1"/>
          </p:cNvSpPr>
          <p:nvPr>
            <p:ph idx="1"/>
          </p:nvPr>
        </p:nvSpPr>
        <p:spPr/>
        <p:txBody>
          <a:bodyPr/>
          <a:lstStyle/>
          <a:p>
            <a:r>
              <a:rPr lang="en-US" sz="2400" dirty="0" smtClean="0"/>
              <a:t>The cloud model moves IT infrastructure from an upfront </a:t>
            </a:r>
            <a:r>
              <a:rPr lang="en-US" sz="2400" i="1" dirty="0" smtClean="0">
                <a:solidFill>
                  <a:srgbClr val="C00000"/>
                </a:solidFill>
              </a:rPr>
              <a:t>capital expense</a:t>
            </a:r>
            <a:r>
              <a:rPr lang="en-US" sz="2400" dirty="0" smtClean="0"/>
              <a:t> to an operational one.</a:t>
            </a:r>
          </a:p>
          <a:p>
            <a:r>
              <a:rPr lang="en-US" sz="2400" dirty="0" smtClean="0"/>
              <a:t>Reduced </a:t>
            </a:r>
            <a:r>
              <a:rPr lang="en-US" sz="2400" i="1" dirty="0" smtClean="0">
                <a:solidFill>
                  <a:srgbClr val="C00000"/>
                </a:solidFill>
              </a:rPr>
              <a:t>time</a:t>
            </a:r>
            <a:r>
              <a:rPr lang="en-US" sz="2400" dirty="0" smtClean="0"/>
              <a:t> to market</a:t>
            </a:r>
          </a:p>
          <a:p>
            <a:r>
              <a:rPr lang="en-US" sz="2400" i="1" dirty="0" smtClean="0">
                <a:solidFill>
                  <a:srgbClr val="C00000"/>
                </a:solidFill>
              </a:rPr>
              <a:t>Usage-based</a:t>
            </a:r>
            <a:r>
              <a:rPr lang="en-US" sz="2400" dirty="0" smtClean="0"/>
              <a:t> costing</a:t>
            </a:r>
          </a:p>
          <a:p>
            <a:endParaRPr lang="en-US" sz="2400" dirty="0"/>
          </a:p>
        </p:txBody>
      </p:sp>
      <p:pic>
        <p:nvPicPr>
          <p:cNvPr id="4" name="Picture 8"/>
          <p:cNvPicPr>
            <a:picLocks noChangeAspect="1" noChangeArrowheads="1"/>
          </p:cNvPicPr>
          <p:nvPr/>
        </p:nvPicPr>
        <p:blipFill>
          <a:blip r:embed="rId3" cstate="print"/>
          <a:srcRect/>
          <a:stretch>
            <a:fillRect/>
          </a:stretch>
        </p:blipFill>
        <p:spPr bwMode="auto">
          <a:xfrm>
            <a:off x="2133600" y="3429000"/>
            <a:ext cx="4876800" cy="3048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Cloud Computing Reduce Time?</a:t>
            </a:r>
            <a:endParaRPr lang="en-US" dirty="0"/>
          </a:p>
        </p:txBody>
      </p:sp>
      <p:sp>
        <p:nvSpPr>
          <p:cNvPr id="4" name="Slide Number Placeholder 3"/>
          <p:cNvSpPr>
            <a:spLocks noGrp="1"/>
          </p:cNvSpPr>
          <p:nvPr>
            <p:ph type="sldNum" sz="quarter" idx="12"/>
          </p:nvPr>
        </p:nvSpPr>
        <p:spPr/>
        <p:txBody>
          <a:bodyPr/>
          <a:lstStyle/>
          <a:p>
            <a:pPr>
              <a:defRPr/>
            </a:pPr>
            <a:fld id="{C6F6660F-9FDB-4AFB-BE29-11A381729C23}" type="slidenum">
              <a:rPr lang="en-US" smtClean="0"/>
              <a:pPr>
                <a:defRPr/>
              </a:pPr>
              <a:t>10</a:t>
            </a:fld>
            <a:endParaRPr lang="en-US"/>
          </a:p>
        </p:txBody>
      </p:sp>
      <p:pic>
        <p:nvPicPr>
          <p:cNvPr id="5" name="Picture 3"/>
          <p:cNvPicPr>
            <a:picLocks noChangeAspect="1" noChangeArrowheads="1"/>
          </p:cNvPicPr>
          <p:nvPr/>
        </p:nvPicPr>
        <p:blipFill>
          <a:blip r:embed="rId3" cstate="print"/>
          <a:srcRect/>
          <a:stretch>
            <a:fillRect/>
          </a:stretch>
        </p:blipFill>
        <p:spPr bwMode="auto">
          <a:xfrm>
            <a:off x="3657600" y="2438400"/>
            <a:ext cx="4581525" cy="2371725"/>
          </a:xfrm>
          <a:prstGeom prst="rect">
            <a:avLst/>
          </a:prstGeom>
          <a:noFill/>
          <a:ln w="9525">
            <a:noFill/>
            <a:miter lim="800000"/>
            <a:headEnd/>
            <a:tailEnd/>
          </a:ln>
        </p:spPr>
      </p:pic>
      <p:pic>
        <p:nvPicPr>
          <p:cNvPr id="254980" name="Picture 4" descr="https://media.licdn.com/mpr/mpr/p/8/005/075/21b/345cfa6.jpg"/>
          <p:cNvPicPr>
            <a:picLocks noChangeAspect="1" noChangeArrowheads="1"/>
          </p:cNvPicPr>
          <p:nvPr/>
        </p:nvPicPr>
        <p:blipFill>
          <a:blip r:embed="rId4" cstate="print"/>
          <a:srcRect/>
          <a:stretch>
            <a:fillRect/>
          </a:stretch>
        </p:blipFill>
        <p:spPr bwMode="auto">
          <a:xfrm>
            <a:off x="838200" y="2438400"/>
            <a:ext cx="2286000" cy="2286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Cloud Computing Reduce Cost [1]</a:t>
            </a:r>
            <a:endParaRPr lang="en-US" dirty="0"/>
          </a:p>
        </p:txBody>
      </p:sp>
      <p:pic>
        <p:nvPicPr>
          <p:cNvPr id="25602" name="Picture 2" descr="Aa479069.archstratctchlngtail08(en-us,MSDN.10).gif"/>
          <p:cNvPicPr>
            <a:picLocks noChangeAspect="1" noChangeArrowheads="1"/>
          </p:cNvPicPr>
          <p:nvPr/>
        </p:nvPicPr>
        <p:blipFill>
          <a:blip r:embed="rId3" cstate="print"/>
          <a:srcRect/>
          <a:stretch>
            <a:fillRect/>
          </a:stretch>
        </p:blipFill>
        <p:spPr bwMode="auto">
          <a:xfrm>
            <a:off x="2676524" y="1847850"/>
            <a:ext cx="4029075" cy="4019550"/>
          </a:xfrm>
          <a:prstGeom prst="rect">
            <a:avLst/>
          </a:prstGeom>
          <a:noFill/>
        </p:spPr>
      </p:pic>
      <p:sp>
        <p:nvSpPr>
          <p:cNvPr id="5" name="Rectangle 4"/>
          <p:cNvSpPr/>
          <p:nvPr/>
        </p:nvSpPr>
        <p:spPr>
          <a:xfrm>
            <a:off x="457200" y="2438400"/>
            <a:ext cx="2145074" cy="461665"/>
          </a:xfrm>
          <a:prstGeom prst="rect">
            <a:avLst/>
          </a:prstGeom>
        </p:spPr>
        <p:txBody>
          <a:bodyPr wrap="none">
            <a:spAutoFit/>
          </a:bodyPr>
          <a:lstStyle/>
          <a:p>
            <a:r>
              <a:rPr lang="en-US" sz="2400" dirty="0" smtClean="0">
                <a:latin typeface="+mj-lt"/>
              </a:rPr>
              <a:t>Ad Hoc/Custom</a:t>
            </a:r>
            <a:endParaRPr lang="en-US" sz="2400" dirty="0">
              <a:latin typeface="+mj-lt"/>
            </a:endParaRPr>
          </a:p>
        </p:txBody>
      </p:sp>
      <p:sp>
        <p:nvSpPr>
          <p:cNvPr id="6" name="Rectangle 5"/>
          <p:cNvSpPr/>
          <p:nvPr/>
        </p:nvSpPr>
        <p:spPr>
          <a:xfrm>
            <a:off x="6934199" y="2814935"/>
            <a:ext cx="1776384" cy="461665"/>
          </a:xfrm>
          <a:prstGeom prst="rect">
            <a:avLst/>
          </a:prstGeom>
        </p:spPr>
        <p:txBody>
          <a:bodyPr wrap="none">
            <a:spAutoFit/>
          </a:bodyPr>
          <a:lstStyle/>
          <a:p>
            <a:r>
              <a:rPr lang="en-US" sz="2400" dirty="0" smtClean="0">
                <a:latin typeface="+mj-lt"/>
              </a:rPr>
              <a:t>Configurable</a:t>
            </a:r>
            <a:endParaRPr lang="en-US" sz="2400" dirty="0">
              <a:latin typeface="+mj-lt"/>
            </a:endParaRPr>
          </a:p>
        </p:txBody>
      </p:sp>
      <p:sp>
        <p:nvSpPr>
          <p:cNvPr id="7" name="Rectangle 6"/>
          <p:cNvSpPr/>
          <p:nvPr/>
        </p:nvSpPr>
        <p:spPr>
          <a:xfrm>
            <a:off x="457200" y="4495800"/>
            <a:ext cx="2057400" cy="1200329"/>
          </a:xfrm>
          <a:prstGeom prst="rect">
            <a:avLst/>
          </a:prstGeom>
        </p:spPr>
        <p:txBody>
          <a:bodyPr wrap="square">
            <a:spAutoFit/>
          </a:bodyPr>
          <a:lstStyle/>
          <a:p>
            <a:r>
              <a:rPr lang="en-US" sz="2400" dirty="0" smtClean="0">
                <a:latin typeface="+mj-lt"/>
              </a:rPr>
              <a:t>Configurable, Multi-Tenant-Efficient</a:t>
            </a:r>
            <a:endParaRPr lang="en-US" sz="2400" dirty="0">
              <a:latin typeface="+mj-lt"/>
            </a:endParaRPr>
          </a:p>
        </p:txBody>
      </p:sp>
      <p:sp>
        <p:nvSpPr>
          <p:cNvPr id="8" name="Rectangle 7"/>
          <p:cNvSpPr/>
          <p:nvPr/>
        </p:nvSpPr>
        <p:spPr>
          <a:xfrm>
            <a:off x="6934198" y="4191000"/>
            <a:ext cx="1905002" cy="1569660"/>
          </a:xfrm>
          <a:prstGeom prst="rect">
            <a:avLst/>
          </a:prstGeom>
        </p:spPr>
        <p:txBody>
          <a:bodyPr wrap="square">
            <a:spAutoFit/>
          </a:bodyPr>
          <a:lstStyle/>
          <a:p>
            <a:r>
              <a:rPr lang="en-US" sz="2400" dirty="0" smtClean="0">
                <a:latin typeface="+mj-lt"/>
              </a:rPr>
              <a:t>Scalable, Configurable, Multi-Tenant-Efficient</a:t>
            </a:r>
            <a:endParaRPr lang="en-US" sz="2400" dirty="0">
              <a:latin typeface="+mj-lt"/>
            </a:endParaRPr>
          </a:p>
        </p:txBody>
      </p:sp>
      <p:pic>
        <p:nvPicPr>
          <p:cNvPr id="25604" name="Picture 4" descr="Aa479069.archstratctchlngtail09(en-us,MSDN.10).gif"/>
          <p:cNvPicPr>
            <a:picLocks noChangeAspect="1" noChangeArrowheads="1"/>
          </p:cNvPicPr>
          <p:nvPr/>
        </p:nvPicPr>
        <p:blipFill>
          <a:blip r:embed="rId4" cstate="print"/>
          <a:srcRect/>
          <a:stretch>
            <a:fillRect/>
          </a:stretch>
        </p:blipFill>
        <p:spPr bwMode="auto">
          <a:xfrm>
            <a:off x="2743199" y="6019800"/>
            <a:ext cx="4352925" cy="600076"/>
          </a:xfrm>
          <a:prstGeom prst="rect">
            <a:avLst/>
          </a:prstGeom>
          <a:noFill/>
        </p:spPr>
      </p:pic>
      <p:sp>
        <p:nvSpPr>
          <p:cNvPr id="9" name="Slide Number Placeholder 8"/>
          <p:cNvSpPr>
            <a:spLocks noGrp="1"/>
          </p:cNvSpPr>
          <p:nvPr>
            <p:ph type="sldNum" sz="quarter" idx="12"/>
          </p:nvPr>
        </p:nvSpPr>
        <p:spPr/>
        <p:txBody>
          <a:bodyPr/>
          <a:lstStyle/>
          <a:p>
            <a:pPr>
              <a:defRPr/>
            </a:pPr>
            <a:fld id="{C6F6660F-9FDB-4AFB-BE29-11A381729C23}" type="slidenum">
              <a:rPr lang="en-US" smtClean="0"/>
              <a:pPr>
                <a:defRPr/>
              </a:pPr>
              <a:t>11</a:t>
            </a:fld>
            <a:endParaRPr lang="en-US"/>
          </a:p>
        </p:txBody>
      </p:sp>
      <p:sp>
        <p:nvSpPr>
          <p:cNvPr id="10" name="Rectangle 9"/>
          <p:cNvSpPr/>
          <p:nvPr/>
        </p:nvSpPr>
        <p:spPr>
          <a:xfrm>
            <a:off x="6705600" y="1143000"/>
            <a:ext cx="2209800" cy="1569660"/>
          </a:xfrm>
          <a:prstGeom prst="rect">
            <a:avLst/>
          </a:prstGeom>
        </p:spPr>
        <p:txBody>
          <a:bodyPr wrap="square">
            <a:spAutoFit/>
          </a:bodyPr>
          <a:lstStyle/>
          <a:p>
            <a:pPr algn="ctr"/>
            <a:r>
              <a:rPr lang="en-US" sz="2400" b="1" i="1" dirty="0" smtClean="0">
                <a:solidFill>
                  <a:srgbClr val="C00000"/>
                </a:solidFill>
                <a:latin typeface="Consolas" pitchFamily="49" charset="0"/>
              </a:rPr>
              <a:t>Tenant</a:t>
            </a:r>
            <a:r>
              <a:rPr lang="en-US" sz="2400" b="1" dirty="0" smtClean="0">
                <a:latin typeface="Consolas" pitchFamily="49" charset="0"/>
              </a:rPr>
              <a:t>: Corporate or Company or Individual</a:t>
            </a:r>
            <a:endParaRPr lang="en-US" sz="2400" b="1" dirty="0">
              <a:latin typeface="Consolas" pitchFamily="49"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Computing Paradigms [4]</a:t>
            </a:r>
            <a:endParaRPr lang="en-US" dirty="0"/>
          </a:p>
        </p:txBody>
      </p:sp>
      <p:sp>
        <p:nvSpPr>
          <p:cNvPr id="3" name="Content Placeholder 2"/>
          <p:cNvSpPr>
            <a:spLocks noGrp="1"/>
          </p:cNvSpPr>
          <p:nvPr>
            <p:ph idx="1"/>
          </p:nvPr>
        </p:nvSpPr>
        <p:spPr>
          <a:xfrm>
            <a:off x="304800" y="1600200"/>
            <a:ext cx="4800600" cy="5029200"/>
          </a:xfrm>
        </p:spPr>
        <p:txBody>
          <a:bodyPr/>
          <a:lstStyle/>
          <a:p>
            <a:r>
              <a:rPr lang="en-US" sz="2400" dirty="0" smtClean="0"/>
              <a:t>Terminals/Mainframes</a:t>
            </a:r>
          </a:p>
          <a:p>
            <a:r>
              <a:rPr lang="en-US" sz="2400" dirty="0" smtClean="0"/>
              <a:t>PCs</a:t>
            </a:r>
          </a:p>
          <a:p>
            <a:r>
              <a:rPr lang="en-US" sz="2400" dirty="0" smtClean="0"/>
              <a:t>Networking Computing</a:t>
            </a:r>
          </a:p>
          <a:p>
            <a:pPr lvl="1"/>
            <a:r>
              <a:rPr lang="en-US" sz="1400" dirty="0" smtClean="0"/>
              <a:t>PCs, laptops, and servers were connected together through </a:t>
            </a:r>
            <a:r>
              <a:rPr lang="en-US" sz="1400" i="1" dirty="0" smtClean="0">
                <a:solidFill>
                  <a:srgbClr val="C00000"/>
                </a:solidFill>
              </a:rPr>
              <a:t>local networks</a:t>
            </a:r>
            <a:r>
              <a:rPr lang="en-US" sz="1400" dirty="0" smtClean="0"/>
              <a:t> to share resources and increase performance</a:t>
            </a:r>
          </a:p>
          <a:p>
            <a:r>
              <a:rPr lang="en-US" sz="2400" dirty="0" smtClean="0"/>
              <a:t>Internet Computing</a:t>
            </a:r>
          </a:p>
          <a:p>
            <a:pPr lvl="1"/>
            <a:r>
              <a:rPr lang="en-US" sz="1400" dirty="0" smtClean="0"/>
              <a:t>Local networks were connected to other local networks forming a </a:t>
            </a:r>
            <a:r>
              <a:rPr lang="en-US" sz="1400" i="1" dirty="0" smtClean="0">
                <a:solidFill>
                  <a:srgbClr val="C00000"/>
                </a:solidFill>
              </a:rPr>
              <a:t>global network</a:t>
            </a:r>
            <a:r>
              <a:rPr lang="en-US" sz="1400" dirty="0" smtClean="0"/>
              <a:t> such as the Internet to utilize remote applications and resources.</a:t>
            </a:r>
          </a:p>
          <a:p>
            <a:r>
              <a:rPr lang="en-US" sz="2400" dirty="0" smtClean="0"/>
              <a:t>Grid Computing</a:t>
            </a:r>
          </a:p>
          <a:p>
            <a:pPr lvl="1"/>
            <a:r>
              <a:rPr lang="en-US" sz="1400" dirty="0" smtClean="0"/>
              <a:t>Shared computing power and storage through a </a:t>
            </a:r>
            <a:r>
              <a:rPr lang="en-US" sz="1400" i="1" dirty="0" smtClean="0">
                <a:solidFill>
                  <a:srgbClr val="C00000"/>
                </a:solidFill>
              </a:rPr>
              <a:t>distributed computing system</a:t>
            </a:r>
            <a:r>
              <a:rPr lang="en-US" sz="1400" dirty="0" smtClean="0"/>
              <a:t>.</a:t>
            </a:r>
          </a:p>
          <a:p>
            <a:r>
              <a:rPr lang="en-US" sz="2400" dirty="0" smtClean="0"/>
              <a:t>Cloud Computing</a:t>
            </a:r>
          </a:p>
          <a:p>
            <a:pPr lvl="1"/>
            <a:r>
              <a:rPr lang="en-US" sz="1400" dirty="0" smtClean="0"/>
              <a:t>Shared resources on the Internet in a </a:t>
            </a:r>
            <a:r>
              <a:rPr lang="en-US" sz="1400" i="1" dirty="0" smtClean="0">
                <a:solidFill>
                  <a:srgbClr val="C00000"/>
                </a:solidFill>
              </a:rPr>
              <a:t>scalable</a:t>
            </a:r>
            <a:r>
              <a:rPr lang="en-US" sz="1400" dirty="0" smtClean="0"/>
              <a:t> and simple way.</a:t>
            </a:r>
            <a:endParaRPr lang="en-US" sz="1400" dirty="0"/>
          </a:p>
        </p:txBody>
      </p:sp>
      <p:pic>
        <p:nvPicPr>
          <p:cNvPr id="1028" name="Picture 4"/>
          <p:cNvPicPr>
            <a:picLocks noChangeAspect="1" noChangeArrowheads="1"/>
          </p:cNvPicPr>
          <p:nvPr/>
        </p:nvPicPr>
        <p:blipFill>
          <a:blip r:embed="rId3" cstate="print"/>
          <a:srcRect/>
          <a:stretch>
            <a:fillRect/>
          </a:stretch>
        </p:blipFill>
        <p:spPr bwMode="auto">
          <a:xfrm>
            <a:off x="5038725" y="1295400"/>
            <a:ext cx="3876675" cy="53244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Cloud? [6]</a:t>
            </a:r>
            <a:endParaRPr lang="en-US" dirty="0"/>
          </a:p>
        </p:txBody>
      </p:sp>
      <p:sp>
        <p:nvSpPr>
          <p:cNvPr id="3" name="Content Placeholder 2"/>
          <p:cNvSpPr>
            <a:spLocks noGrp="1"/>
          </p:cNvSpPr>
          <p:nvPr>
            <p:ph idx="1"/>
          </p:nvPr>
        </p:nvSpPr>
        <p:spPr/>
        <p:txBody>
          <a:bodyPr/>
          <a:lstStyle/>
          <a:p>
            <a:r>
              <a:rPr lang="en-US" sz="2400" dirty="0" smtClean="0"/>
              <a:t>A cloud is a type of </a:t>
            </a:r>
            <a:r>
              <a:rPr lang="en-US" sz="2400" i="1" dirty="0" smtClean="0">
                <a:solidFill>
                  <a:srgbClr val="C00000"/>
                </a:solidFill>
              </a:rPr>
              <a:t>parallel and distributed system</a:t>
            </a:r>
            <a:r>
              <a:rPr lang="en-US" sz="2400" dirty="0" smtClean="0"/>
              <a:t> consisting of a collection of interconnected and </a:t>
            </a:r>
            <a:r>
              <a:rPr lang="en-US" sz="2400" i="1" dirty="0" smtClean="0">
                <a:solidFill>
                  <a:srgbClr val="C00000"/>
                </a:solidFill>
              </a:rPr>
              <a:t>virtualized computers</a:t>
            </a:r>
            <a:r>
              <a:rPr lang="en-US" sz="2400" dirty="0" smtClean="0"/>
              <a:t> that are dynamically provisioned and presented as one or more </a:t>
            </a:r>
            <a:r>
              <a:rPr lang="en-US" sz="2400" i="1" dirty="0" smtClean="0">
                <a:solidFill>
                  <a:srgbClr val="C00000"/>
                </a:solidFill>
              </a:rPr>
              <a:t>unified computing resources</a:t>
            </a:r>
            <a:r>
              <a:rPr lang="en-US" sz="2400" dirty="0" smtClean="0"/>
              <a:t> based on service-level agreements established through negotiation between the service provider and consumers.</a:t>
            </a:r>
          </a:p>
          <a:p>
            <a:endParaRPr lang="en-US" sz="2400" dirty="0" smtClean="0"/>
          </a:p>
          <a:p>
            <a:r>
              <a:rPr lang="en-US" sz="2400" dirty="0" smtClean="0"/>
              <a:t>A supercomputer with unlimited compute and storage.</a:t>
            </a:r>
          </a:p>
          <a:p>
            <a:pPr lvl="1"/>
            <a:r>
              <a:rPr lang="en-US" sz="2200" dirty="0" smtClean="0"/>
              <a:t>On-demand access</a:t>
            </a:r>
          </a:p>
          <a:p>
            <a:pPr lvl="1"/>
            <a:r>
              <a:rPr lang="en-US" sz="2200" dirty="0" smtClean="0"/>
              <a:t>Access from anywhere that has Internet access</a:t>
            </a:r>
          </a:p>
          <a:p>
            <a:pPr lvl="1"/>
            <a:r>
              <a:rPr lang="en-US" sz="2200" dirty="0" smtClean="0"/>
              <a:t>On-demand cost</a:t>
            </a:r>
            <a:endParaRPr lang="en-US" sz="2400" dirty="0" smtClean="0"/>
          </a:p>
          <a:p>
            <a:pPr lvl="1"/>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Providers and Clients [11]</a:t>
            </a:r>
            <a:endParaRPr lang="en-US" dirty="0"/>
          </a:p>
        </p:txBody>
      </p:sp>
      <p:sp>
        <p:nvSpPr>
          <p:cNvPr id="3" name="Content Placeholder 2"/>
          <p:cNvSpPr>
            <a:spLocks noGrp="1"/>
          </p:cNvSpPr>
          <p:nvPr>
            <p:ph idx="1"/>
          </p:nvPr>
        </p:nvSpPr>
        <p:spPr>
          <a:xfrm>
            <a:off x="457200" y="1600200"/>
            <a:ext cx="8458200" cy="4525963"/>
          </a:xfrm>
        </p:spPr>
        <p:txBody>
          <a:bodyPr/>
          <a:lstStyle/>
          <a:p>
            <a:r>
              <a:rPr lang="en-US" sz="2400" dirty="0" smtClean="0"/>
              <a:t>Cloud-computing </a:t>
            </a:r>
            <a:r>
              <a:rPr lang="en-US" sz="2400" u="sng" dirty="0" smtClean="0"/>
              <a:t>providers</a:t>
            </a:r>
            <a:r>
              <a:rPr lang="en-US" sz="2400" dirty="0" smtClean="0"/>
              <a:t>' </a:t>
            </a:r>
            <a:r>
              <a:rPr lang="en-US" sz="2400" i="1" dirty="0" smtClean="0">
                <a:solidFill>
                  <a:srgbClr val="C00000"/>
                </a:solidFill>
              </a:rPr>
              <a:t>infrastructures</a:t>
            </a:r>
            <a:r>
              <a:rPr lang="en-US" sz="2400" dirty="0" smtClean="0"/>
              <a:t> consists of</a:t>
            </a:r>
          </a:p>
          <a:p>
            <a:endParaRPr lang="en-US" sz="2400" u="sng" dirty="0" smtClean="0"/>
          </a:p>
          <a:p>
            <a:endParaRPr lang="en-US" sz="2400" u="sng" dirty="0" smtClean="0"/>
          </a:p>
          <a:p>
            <a:endParaRPr lang="en-US" sz="2400" u="sng" dirty="0" smtClean="0"/>
          </a:p>
          <a:p>
            <a:endParaRPr lang="en-US" sz="2400" u="sng" dirty="0" smtClean="0"/>
          </a:p>
          <a:p>
            <a:endParaRPr lang="en-US" sz="2400" u="sng" dirty="0" smtClean="0"/>
          </a:p>
          <a:p>
            <a:pPr>
              <a:buNone/>
            </a:pPr>
            <a:endParaRPr lang="en-US" sz="2400" u="sng" dirty="0" smtClean="0"/>
          </a:p>
          <a:p>
            <a:endParaRPr lang="en-US" sz="2400" u="sng" dirty="0" smtClean="0"/>
          </a:p>
          <a:p>
            <a:r>
              <a:rPr lang="en-US" sz="2400" u="sng" dirty="0" smtClean="0"/>
              <a:t>Clients</a:t>
            </a:r>
            <a:r>
              <a:rPr lang="en-US" sz="2400" dirty="0" smtClean="0"/>
              <a:t> generally use </a:t>
            </a:r>
            <a:r>
              <a:rPr lang="en-US" sz="2400" i="1" dirty="0" smtClean="0">
                <a:solidFill>
                  <a:srgbClr val="C00000"/>
                </a:solidFill>
              </a:rPr>
              <a:t>browsers</a:t>
            </a:r>
            <a:r>
              <a:rPr lang="en-US" sz="2400" dirty="0" smtClean="0"/>
              <a:t> or </a:t>
            </a:r>
            <a:r>
              <a:rPr lang="en-US" sz="2400" i="1" dirty="0" smtClean="0">
                <a:solidFill>
                  <a:srgbClr val="C00000"/>
                </a:solidFill>
              </a:rPr>
              <a:t>dedicated software</a:t>
            </a:r>
            <a:r>
              <a:rPr lang="en-US" sz="2400" dirty="0" smtClean="0"/>
              <a:t> to access cloud applications, which they frequently control via APIs.</a:t>
            </a:r>
            <a:endParaRPr lang="en-US" sz="2400" dirty="0"/>
          </a:p>
        </p:txBody>
      </p:sp>
      <p:pic>
        <p:nvPicPr>
          <p:cNvPr id="245764" name="Picture 4"/>
          <p:cNvPicPr>
            <a:picLocks noChangeAspect="1" noChangeArrowheads="1"/>
          </p:cNvPicPr>
          <p:nvPr/>
        </p:nvPicPr>
        <p:blipFill>
          <a:blip r:embed="rId3" cstate="print"/>
          <a:srcRect/>
          <a:stretch>
            <a:fillRect/>
          </a:stretch>
        </p:blipFill>
        <p:spPr bwMode="auto">
          <a:xfrm>
            <a:off x="1066800" y="2667000"/>
            <a:ext cx="3086100" cy="1697355"/>
          </a:xfrm>
          <a:prstGeom prst="rect">
            <a:avLst/>
          </a:prstGeom>
          <a:noFill/>
          <a:ln w="9525">
            <a:noFill/>
            <a:miter lim="800000"/>
            <a:headEnd/>
            <a:tailEnd/>
          </a:ln>
        </p:spPr>
      </p:pic>
      <p:sp>
        <p:nvSpPr>
          <p:cNvPr id="8" name="Content Placeholder 2"/>
          <p:cNvSpPr txBox="1">
            <a:spLocks/>
          </p:cNvSpPr>
          <p:nvPr/>
        </p:nvSpPr>
        <p:spPr bwMode="auto">
          <a:xfrm>
            <a:off x="4343400" y="2133600"/>
            <a:ext cx="4572000" cy="2743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eaLnBrk="0" hangingPunct="0">
              <a:spcBef>
                <a:spcPct val="20000"/>
              </a:spcBef>
              <a:buFont typeface="Arial" charset="0"/>
              <a:buChar char="–"/>
            </a:pPr>
            <a:r>
              <a:rPr kumimoji="0" lang="en-US" b="0" i="0" u="none" strike="noStrike" kern="1200" cap="none" spc="0" normalizeH="0" baseline="0" noProof="0" dirty="0" smtClean="0">
                <a:ln>
                  <a:noFill/>
                </a:ln>
                <a:solidFill>
                  <a:schemeClr val="tx1"/>
                </a:solidFill>
                <a:effectLst/>
                <a:uLnTx/>
                <a:uFillTx/>
                <a:latin typeface="+mn-lt"/>
                <a:ea typeface="+mn-ea"/>
                <a:cs typeface="+mn-cs"/>
              </a:rPr>
              <a:t>Internet-connected </a:t>
            </a:r>
            <a:r>
              <a:rPr kumimoji="0" lang="en-US" b="0" i="1" u="none" strike="noStrike" kern="1200" cap="none" spc="0" normalizeH="0" baseline="0" noProof="0" dirty="0" smtClean="0">
                <a:ln>
                  <a:noFill/>
                </a:ln>
                <a:solidFill>
                  <a:srgbClr val="C00000"/>
                </a:solidFill>
                <a:effectLst/>
                <a:uLnTx/>
                <a:uFillTx/>
                <a:latin typeface="+mn-lt"/>
                <a:ea typeface="+mn-ea"/>
                <a:cs typeface="+mn-cs"/>
              </a:rPr>
              <a:t>servers</a:t>
            </a:r>
            <a:r>
              <a:rPr kumimoji="0" lang="en-US" b="0" i="0" u="none" strike="noStrike" kern="1200" cap="none" spc="0" normalizeH="0" baseline="0" noProof="0" dirty="0" smtClean="0">
                <a:ln>
                  <a:noFill/>
                </a:ln>
                <a:solidFill>
                  <a:schemeClr val="tx1"/>
                </a:solidFill>
                <a:effectLst/>
                <a:uLnTx/>
                <a:uFillTx/>
                <a:latin typeface="+mn-lt"/>
                <a:ea typeface="+mn-ea"/>
                <a:cs typeface="+mn-cs"/>
              </a:rPr>
              <a:t>, at one site or distributed across several locations, that house applications and data.</a:t>
            </a:r>
          </a:p>
          <a:p>
            <a:pPr marL="285750" indent="-285750" eaLnBrk="0" hangingPunct="0">
              <a:spcBef>
                <a:spcPct val="20000"/>
              </a:spcBef>
              <a:buFont typeface="Arial" charset="0"/>
              <a:buChar char="–"/>
            </a:pPr>
            <a:r>
              <a:rPr kumimoji="0" lang="en-US" b="0" i="0" u="none" strike="noStrike" kern="1200" cap="none" spc="0" normalizeH="0" baseline="0" noProof="0" dirty="0" smtClean="0">
                <a:ln>
                  <a:noFill/>
                </a:ln>
                <a:solidFill>
                  <a:schemeClr val="tx1"/>
                </a:solidFill>
                <a:effectLst/>
                <a:uLnTx/>
                <a:uFillTx/>
                <a:latin typeface="+mn-lt"/>
                <a:ea typeface="+mn-ea"/>
                <a:cs typeface="+mn-cs"/>
              </a:rPr>
              <a:t>Virtualization, grid, management, database, and other types of </a:t>
            </a:r>
            <a:r>
              <a:rPr kumimoji="0" lang="en-US" b="0" i="1" u="none" strike="noStrike" kern="1200" cap="none" spc="0" normalizeH="0" baseline="0" noProof="0" dirty="0" smtClean="0">
                <a:ln>
                  <a:noFill/>
                </a:ln>
                <a:solidFill>
                  <a:srgbClr val="C00000"/>
                </a:solidFill>
                <a:effectLst/>
                <a:uLnTx/>
                <a:uFillTx/>
                <a:latin typeface="+mn-lt"/>
                <a:ea typeface="+mn-ea"/>
                <a:cs typeface="+mn-cs"/>
              </a:rPr>
              <a:t>software</a:t>
            </a:r>
            <a:r>
              <a:rPr kumimoji="0" lang="en-US" b="0" i="0" u="none" strike="noStrike" kern="1200" cap="none" spc="0" normalizeH="0" baseline="0" noProof="0" dirty="0" smtClean="0">
                <a:ln>
                  <a:noFill/>
                </a:ln>
                <a:solidFill>
                  <a:schemeClr val="tx1"/>
                </a:solidFill>
                <a:effectLst/>
                <a:uLnTx/>
                <a:uFillTx/>
                <a:latin typeface="+mn-lt"/>
                <a:ea typeface="+mn-ea"/>
                <a:cs typeface="+mn-cs"/>
              </a:rPr>
              <a:t>.</a:t>
            </a:r>
          </a:p>
          <a:p>
            <a:pPr marL="285750" indent="-285750" eaLnBrk="0" hangingPunct="0">
              <a:spcBef>
                <a:spcPct val="20000"/>
              </a:spcBef>
              <a:buFont typeface="Arial" charset="0"/>
              <a:buChar char="–"/>
            </a:pPr>
            <a:r>
              <a:rPr kumimoji="0" lang="en-US" b="0" i="0" u="none" strike="noStrike" kern="1200" cap="none" spc="0" normalizeH="0" baseline="0" noProof="0" dirty="0" smtClean="0">
                <a:ln>
                  <a:noFill/>
                </a:ln>
                <a:solidFill>
                  <a:schemeClr val="tx1"/>
                </a:solidFill>
                <a:effectLst/>
                <a:uLnTx/>
                <a:uFillTx/>
                <a:latin typeface="+mn-lt"/>
                <a:ea typeface="+mn-ea"/>
                <a:cs typeface="+mn-cs"/>
              </a:rPr>
              <a:t>User </a:t>
            </a:r>
            <a:r>
              <a:rPr kumimoji="0" lang="en-US" b="0" i="1" u="none" strike="noStrike" kern="1200" cap="none" spc="0" normalizeH="0" baseline="0" noProof="0" dirty="0" smtClean="0">
                <a:ln>
                  <a:noFill/>
                </a:ln>
                <a:solidFill>
                  <a:srgbClr val="C00000"/>
                </a:solidFill>
                <a:effectLst/>
                <a:uLnTx/>
                <a:uFillTx/>
                <a:latin typeface="+mn-lt"/>
                <a:ea typeface="+mn-ea"/>
                <a:cs typeface="+mn-cs"/>
              </a:rPr>
              <a:t>interfaces</a:t>
            </a:r>
            <a:r>
              <a:rPr kumimoji="0" lang="en-US" b="0" i="0" u="none" strike="noStrike" kern="1200" cap="none" spc="0" normalizeH="0" baseline="0" noProof="0" dirty="0" smtClean="0">
                <a:ln>
                  <a:noFill/>
                </a:ln>
                <a:solidFill>
                  <a:schemeClr val="tx1"/>
                </a:solidFill>
                <a:effectLst/>
                <a:uLnTx/>
                <a:uFillTx/>
                <a:latin typeface="+mn-lt"/>
                <a:ea typeface="+mn-ea"/>
                <a:cs typeface="+mn-cs"/>
              </a:rPr>
              <a:t>, APIs, a </a:t>
            </a:r>
            <a:r>
              <a:rPr kumimoji="0" lang="en-US" b="0" i="1" u="none" strike="noStrike" kern="1200" cap="none" spc="0" normalizeH="0" baseline="0" noProof="0" dirty="0" smtClean="0">
                <a:ln>
                  <a:noFill/>
                </a:ln>
                <a:solidFill>
                  <a:srgbClr val="C00000"/>
                </a:solidFill>
                <a:effectLst/>
                <a:uLnTx/>
                <a:uFillTx/>
                <a:latin typeface="+mn-lt"/>
                <a:ea typeface="+mn-ea"/>
                <a:cs typeface="+mn-cs"/>
              </a:rPr>
              <a:t>communications infrastructure</a:t>
            </a:r>
            <a:r>
              <a:rPr kumimoji="0" lang="en-US" b="0" i="0" u="none" strike="noStrike" kern="1200" cap="none" spc="0" normalizeH="0" baseline="0" noProof="0" dirty="0" smtClean="0">
                <a:ln>
                  <a:noFill/>
                </a:ln>
                <a:solidFill>
                  <a:schemeClr val="tx1"/>
                </a:solidFill>
                <a:effectLst/>
                <a:uLnTx/>
                <a:uFillTx/>
                <a:latin typeface="+mn-lt"/>
                <a:ea typeface="+mn-ea"/>
                <a:cs typeface="+mn-cs"/>
              </a:rPr>
              <a:t> for connecting to users over the Internet or a private network.</a:t>
            </a:r>
          </a:p>
          <a:p>
            <a:pPr marL="285750" indent="-285750" eaLnBrk="0" hangingPunct="0">
              <a:spcBef>
                <a:spcPct val="20000"/>
              </a:spcBef>
              <a:buFont typeface="Arial" charset="0"/>
              <a:buChar char="–"/>
            </a:pPr>
            <a:r>
              <a:rPr kumimoji="0" lang="en-US" b="0" i="0" u="none" strike="noStrike" kern="1200" cap="none" spc="0" normalizeH="0" baseline="0" noProof="0" dirty="0" smtClean="0">
                <a:ln>
                  <a:noFill/>
                </a:ln>
                <a:solidFill>
                  <a:schemeClr val="tx1"/>
                </a:solidFill>
                <a:effectLst/>
                <a:uLnTx/>
                <a:uFillTx/>
                <a:latin typeface="+mn-lt"/>
                <a:ea typeface="+mn-ea"/>
                <a:cs typeface="+mn-cs"/>
              </a:rPr>
              <a:t>A usage </a:t>
            </a:r>
            <a:r>
              <a:rPr kumimoji="0" lang="en-US" b="0" i="1" u="none" strike="noStrike" kern="1200" cap="none" spc="0" normalizeH="0" baseline="0" noProof="0" dirty="0" smtClean="0">
                <a:ln>
                  <a:noFill/>
                </a:ln>
                <a:solidFill>
                  <a:srgbClr val="C00000"/>
                </a:solidFill>
                <a:effectLst/>
                <a:uLnTx/>
                <a:uFillTx/>
                <a:latin typeface="+mn-lt"/>
                <a:ea typeface="+mn-ea"/>
                <a:cs typeface="+mn-cs"/>
              </a:rPr>
              <a:t>monitoring</a:t>
            </a:r>
            <a:r>
              <a:rPr kumimoji="0" lang="en-US"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b="0" i="1" u="none" strike="noStrike" kern="1200" cap="none" spc="0" normalizeH="0" baseline="0" noProof="0" dirty="0" smtClean="0">
                <a:ln>
                  <a:noFill/>
                </a:ln>
                <a:solidFill>
                  <a:srgbClr val="C00000"/>
                </a:solidFill>
                <a:effectLst/>
                <a:uLnTx/>
                <a:uFillTx/>
                <a:latin typeface="+mn-lt"/>
                <a:ea typeface="+mn-ea"/>
                <a:cs typeface="+mn-cs"/>
              </a:rPr>
              <a:t>billing</a:t>
            </a:r>
            <a:r>
              <a:rPr kumimoji="0" lang="en-US" b="0" i="0" u="none" strike="noStrike" kern="1200" cap="none" spc="0" normalizeH="0" baseline="0" noProof="0" dirty="0" smtClean="0">
                <a:ln>
                  <a:noFill/>
                </a:ln>
                <a:solidFill>
                  <a:schemeClr val="tx1"/>
                </a:solidFill>
                <a:effectLst/>
                <a:uLnTx/>
                <a:uFillTx/>
                <a:latin typeface="+mn-lt"/>
                <a:ea typeface="+mn-ea"/>
                <a:cs typeface="+mn-cs"/>
              </a:rPr>
              <a:t> mechanism.</a:t>
            </a:r>
          </a:p>
        </p:txBody>
      </p:sp>
      <p:sp>
        <p:nvSpPr>
          <p:cNvPr id="6" name="Slide Number Placeholder 5"/>
          <p:cNvSpPr>
            <a:spLocks noGrp="1"/>
          </p:cNvSpPr>
          <p:nvPr>
            <p:ph type="sldNum" sz="quarter" idx="12"/>
          </p:nvPr>
        </p:nvSpPr>
        <p:spPr/>
        <p:txBody>
          <a:bodyPr/>
          <a:lstStyle/>
          <a:p>
            <a:pPr>
              <a:defRPr/>
            </a:pPr>
            <a:fld id="{C6F6660F-9FDB-4AFB-BE29-11A381729C23}" type="slidenum">
              <a:rPr lang="en-US" smtClean="0"/>
              <a:pPr>
                <a:defRPr/>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as a Service (</a:t>
            </a:r>
            <a:r>
              <a:rPr lang="en-US" dirty="0" err="1" smtClean="0"/>
              <a:t>IaaS</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The capability provided to the consumer is </a:t>
            </a:r>
            <a:r>
              <a:rPr lang="en-US" sz="2400" i="1" dirty="0" smtClean="0">
                <a:solidFill>
                  <a:srgbClr val="C00000"/>
                </a:solidFill>
              </a:rPr>
              <a:t>to provision processing</a:t>
            </a:r>
            <a:r>
              <a:rPr lang="en-US" sz="2400" dirty="0" smtClean="0"/>
              <a:t>, </a:t>
            </a:r>
            <a:r>
              <a:rPr lang="en-US" sz="2400" i="1" dirty="0" smtClean="0">
                <a:solidFill>
                  <a:srgbClr val="C00000"/>
                </a:solidFill>
              </a:rPr>
              <a:t>storage</a:t>
            </a:r>
            <a:r>
              <a:rPr lang="en-US" sz="2400" dirty="0" smtClean="0"/>
              <a:t>, </a:t>
            </a:r>
            <a:r>
              <a:rPr lang="en-US" sz="2400" i="1" dirty="0" smtClean="0">
                <a:solidFill>
                  <a:srgbClr val="C00000"/>
                </a:solidFill>
              </a:rPr>
              <a:t>networks</a:t>
            </a:r>
            <a:r>
              <a:rPr lang="en-US" sz="2400" dirty="0" smtClean="0"/>
              <a:t>, and other fundamental computing resources where the consumer is able to deploy and run arbitrary software, which can include operating systems and applications.</a:t>
            </a:r>
          </a:p>
          <a:p>
            <a:r>
              <a:rPr lang="en-US" sz="2400" dirty="0" smtClean="0"/>
              <a:t>Example </a:t>
            </a:r>
            <a:r>
              <a:rPr lang="en-US" sz="2400" dirty="0" err="1" smtClean="0"/>
              <a:t>IaaS</a:t>
            </a:r>
            <a:r>
              <a:rPr lang="en-US" sz="2400" dirty="0" smtClean="0"/>
              <a:t> products and providers: Amazon Elastic Cloud Compute (EC2), IBM </a:t>
            </a:r>
            <a:r>
              <a:rPr lang="en-US" sz="2400" dirty="0" err="1" smtClean="0"/>
              <a:t>BlueHouse</a:t>
            </a:r>
            <a:r>
              <a:rPr lang="en-US" sz="2400" dirty="0" smtClean="0"/>
              <a:t>, </a:t>
            </a:r>
            <a:r>
              <a:rPr lang="en-US" sz="2400" dirty="0" err="1" smtClean="0"/>
              <a:t>VMWare</a:t>
            </a:r>
            <a:r>
              <a:rPr lang="en-US" sz="2400" dirty="0" smtClean="0"/>
              <a:t>, </a:t>
            </a:r>
            <a:r>
              <a:rPr lang="en-US" sz="2400" dirty="0" err="1" smtClean="0"/>
              <a:t>GoGrid</a:t>
            </a:r>
            <a:r>
              <a:rPr lang="en-US" sz="2400" dirty="0" smtClean="0"/>
              <a:t>, </a:t>
            </a:r>
            <a:r>
              <a:rPr lang="en-US" sz="2400" dirty="0" err="1" smtClean="0"/>
              <a:t>RightScale</a:t>
            </a:r>
            <a:r>
              <a:rPr lang="en-US" sz="2400" dirty="0" smtClean="0"/>
              <a:t> and </a:t>
            </a:r>
            <a:r>
              <a:rPr lang="en-US" sz="2400" dirty="0" err="1" smtClean="0"/>
              <a:t>Linode</a:t>
            </a:r>
            <a:r>
              <a:rPr lang="en-US" sz="2400" dirty="0" smtClean="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as a Service (</a:t>
            </a:r>
            <a:r>
              <a:rPr lang="en-US" dirty="0" err="1" smtClean="0"/>
              <a:t>PaaS</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The capability provided to the consumer is to deploy onto the cloud infrastructure consumer-created or acquired applications created using </a:t>
            </a:r>
            <a:r>
              <a:rPr lang="en-US" sz="2400" i="1" dirty="0" smtClean="0">
                <a:solidFill>
                  <a:srgbClr val="C00000"/>
                </a:solidFill>
              </a:rPr>
              <a:t>programming languages</a:t>
            </a:r>
            <a:r>
              <a:rPr lang="en-US" sz="2400" dirty="0" smtClean="0"/>
              <a:t>, </a:t>
            </a:r>
            <a:r>
              <a:rPr lang="en-US" sz="2400" i="1" dirty="0" smtClean="0">
                <a:solidFill>
                  <a:srgbClr val="C00000"/>
                </a:solidFill>
              </a:rPr>
              <a:t>libraries</a:t>
            </a:r>
            <a:r>
              <a:rPr lang="en-US" sz="2400" dirty="0" smtClean="0"/>
              <a:t>, </a:t>
            </a:r>
            <a:r>
              <a:rPr lang="en-US" sz="2400" i="1" dirty="0" smtClean="0">
                <a:solidFill>
                  <a:srgbClr val="C00000"/>
                </a:solidFill>
              </a:rPr>
              <a:t>services</a:t>
            </a:r>
            <a:r>
              <a:rPr lang="en-US" sz="2400" dirty="0" smtClean="0"/>
              <a:t>, and </a:t>
            </a:r>
            <a:r>
              <a:rPr lang="en-US" sz="2400" i="1" dirty="0" smtClean="0">
                <a:solidFill>
                  <a:srgbClr val="C00000"/>
                </a:solidFill>
              </a:rPr>
              <a:t>tools</a:t>
            </a:r>
            <a:r>
              <a:rPr lang="en-US" sz="2400" dirty="0" smtClean="0"/>
              <a:t> supported by the provider.</a:t>
            </a:r>
          </a:p>
          <a:p>
            <a:r>
              <a:rPr lang="en-US" sz="2400" dirty="0" smtClean="0"/>
              <a:t>Example </a:t>
            </a:r>
            <a:r>
              <a:rPr lang="en-US" sz="2400" dirty="0" err="1" smtClean="0"/>
              <a:t>PaaS</a:t>
            </a:r>
            <a:r>
              <a:rPr lang="en-US" sz="2400" dirty="0" smtClean="0"/>
              <a:t> products and providers: Google App Engine, </a:t>
            </a:r>
            <a:r>
              <a:rPr lang="en-US" sz="2400" dirty="0" err="1" smtClean="0"/>
              <a:t>Heroku</a:t>
            </a:r>
            <a:r>
              <a:rPr lang="en-US" sz="2400" dirty="0" smtClean="0"/>
              <a:t>, </a:t>
            </a:r>
            <a:r>
              <a:rPr lang="en-US" sz="2400" dirty="0" err="1" smtClean="0"/>
              <a:t>Mosso</a:t>
            </a:r>
            <a:r>
              <a:rPr lang="en-US" sz="2400" dirty="0" smtClean="0"/>
              <a:t>, Force.com, Engine Yard, Amazon Simple Storage Service (S3), </a:t>
            </a:r>
            <a:r>
              <a:rPr lang="en-US" sz="2400" dirty="0" err="1" smtClean="0"/>
              <a:t>Eccentex's</a:t>
            </a:r>
            <a:r>
              <a:rPr lang="en-US" sz="2400" dirty="0" smtClean="0"/>
              <a:t> </a:t>
            </a:r>
            <a:r>
              <a:rPr lang="en-US" sz="2400" dirty="0" err="1" smtClean="0"/>
              <a:t>AppBase</a:t>
            </a:r>
            <a:r>
              <a:rPr lang="en-US" sz="2400" dirty="0" smtClean="0"/>
              <a:t> and Windows Azure are examples of.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as a Service (</a:t>
            </a:r>
            <a:r>
              <a:rPr lang="en-US" dirty="0" err="1" smtClean="0"/>
              <a:t>SaaS</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The capability provided to the consumer is </a:t>
            </a:r>
            <a:r>
              <a:rPr lang="en-US" sz="2400" i="1" dirty="0" smtClean="0">
                <a:solidFill>
                  <a:srgbClr val="C00000"/>
                </a:solidFill>
              </a:rPr>
              <a:t>to use the provider's applications</a:t>
            </a:r>
            <a:r>
              <a:rPr lang="en-US" sz="2400" dirty="0" smtClean="0"/>
              <a:t> running on a cloud infrastructure.</a:t>
            </a:r>
          </a:p>
          <a:p>
            <a:r>
              <a:rPr lang="en-US" sz="2400" dirty="0" smtClean="0"/>
              <a:t>Example </a:t>
            </a:r>
            <a:r>
              <a:rPr lang="en-US" sz="2400" dirty="0" err="1" smtClean="0"/>
              <a:t>SaaS</a:t>
            </a:r>
            <a:r>
              <a:rPr lang="en-US" sz="2400" dirty="0" smtClean="0"/>
              <a:t> products and providers:</a:t>
            </a:r>
            <a:r>
              <a:rPr lang="en-US" sz="2400" i="1" dirty="0" smtClean="0">
                <a:solidFill>
                  <a:srgbClr val="C00000"/>
                </a:solidFill>
              </a:rPr>
              <a:t> </a:t>
            </a:r>
            <a:r>
              <a:rPr lang="en-US" sz="2400" dirty="0" smtClean="0"/>
              <a:t>Gmail, Hotmail, Quicken Online, IBM ® </a:t>
            </a:r>
            <a:r>
              <a:rPr lang="en-US" sz="2400" dirty="0" err="1" smtClean="0"/>
              <a:t>WebSphere</a:t>
            </a:r>
            <a:r>
              <a:rPr lang="en-US" sz="2400" dirty="0" smtClean="0"/>
              <a:t>, </a:t>
            </a:r>
            <a:r>
              <a:rPr lang="en-US" sz="2400" dirty="0" err="1" smtClean="0"/>
              <a:t>Boomi</a:t>
            </a:r>
            <a:r>
              <a:rPr lang="en-US" sz="2400" dirty="0" smtClean="0"/>
              <a:t>, SalesForce.com and Microsoft Office Online.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Holistic View of Services</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2195513" y="1562100"/>
            <a:ext cx="4752975" cy="46863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C6F6660F-9FDB-4AFB-BE29-11A381729C23}" type="slidenum">
              <a:rPr lang="en-US" smtClean="0"/>
              <a:pPr>
                <a:defRPr/>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Services Users</a:t>
            </a:r>
            <a:endParaRPr lang="en-US" dirty="0"/>
          </a:p>
        </p:txBody>
      </p:sp>
      <p:pic>
        <p:nvPicPr>
          <p:cNvPr id="4" name="Picture 2" descr="http://www.codeinstance.com/wp-content/uploads/2014/01/layers-of-cloud-computing.png"/>
          <p:cNvPicPr>
            <a:picLocks noChangeAspect="1" noChangeArrowheads="1"/>
          </p:cNvPicPr>
          <p:nvPr/>
        </p:nvPicPr>
        <p:blipFill>
          <a:blip r:embed="rId2" cstate="print"/>
          <a:srcRect/>
          <a:stretch>
            <a:fillRect/>
          </a:stretch>
        </p:blipFill>
        <p:spPr bwMode="auto">
          <a:xfrm>
            <a:off x="1828800" y="1828800"/>
            <a:ext cx="5743575" cy="4000501"/>
          </a:xfrm>
          <a:prstGeom prst="rect">
            <a:avLst/>
          </a:prstGeom>
          <a:noFill/>
        </p:spPr>
      </p:pic>
      <p:cxnSp>
        <p:nvCxnSpPr>
          <p:cNvPr id="8" name="Straight Arrow Connector 7"/>
          <p:cNvCxnSpPr/>
          <p:nvPr/>
        </p:nvCxnSpPr>
        <p:spPr>
          <a:xfrm>
            <a:off x="1066800" y="5562600"/>
            <a:ext cx="1066800" cy="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Services Control</a:t>
            </a:r>
            <a:endParaRPr lang="en-US" dirty="0"/>
          </a:p>
        </p:txBody>
      </p:sp>
      <p:pic>
        <p:nvPicPr>
          <p:cNvPr id="64515" name="Picture 3"/>
          <p:cNvPicPr>
            <a:picLocks noChangeAspect="1" noChangeArrowheads="1"/>
          </p:cNvPicPr>
          <p:nvPr/>
        </p:nvPicPr>
        <p:blipFill>
          <a:blip r:embed="rId3" cstate="print"/>
          <a:srcRect/>
          <a:stretch>
            <a:fillRect/>
          </a:stretch>
        </p:blipFill>
        <p:spPr bwMode="auto">
          <a:xfrm>
            <a:off x="1653314" y="1676400"/>
            <a:ext cx="5814286" cy="452381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Service-Level Agreements [3]</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SLA</a:t>
            </a:r>
            <a:r>
              <a:rPr lang="en-US" sz="2400" dirty="0" smtClean="0"/>
              <a:t> is a part of a service contract between the consumer and provider that formally defines the level of service.</a:t>
            </a:r>
          </a:p>
          <a:p>
            <a:r>
              <a:rPr lang="en-US" sz="2400" dirty="0" smtClean="0"/>
              <a:t>It records a </a:t>
            </a:r>
            <a:r>
              <a:rPr lang="en-US" sz="2400" i="1" dirty="0" smtClean="0">
                <a:solidFill>
                  <a:srgbClr val="C00000"/>
                </a:solidFill>
              </a:rPr>
              <a:t>common understanding</a:t>
            </a:r>
            <a:r>
              <a:rPr lang="en-US" sz="2400" dirty="0" smtClean="0"/>
              <a:t> about services, priorities, responsibilities, guarantees, and warranties.</a:t>
            </a:r>
          </a:p>
          <a:p>
            <a:r>
              <a:rPr lang="en-US" sz="2400" dirty="0" smtClean="0"/>
              <a:t>The main issue for cloud computing is to </a:t>
            </a:r>
            <a:r>
              <a:rPr lang="en-US" sz="2400" i="1" dirty="0" smtClean="0">
                <a:solidFill>
                  <a:srgbClr val="C00000"/>
                </a:solidFill>
              </a:rPr>
              <a:t>build a new layer</a:t>
            </a:r>
            <a:r>
              <a:rPr lang="en-US" sz="2400" dirty="0" smtClean="0"/>
              <a:t> to support a contract negotiation phase between service providers and consumers and </a:t>
            </a:r>
            <a:r>
              <a:rPr lang="en-US" sz="2400" i="1" dirty="0" smtClean="0">
                <a:solidFill>
                  <a:srgbClr val="C00000"/>
                </a:solidFill>
              </a:rPr>
              <a:t>to monitor contract enforcement</a:t>
            </a:r>
            <a:r>
              <a:rPr lang="en-US" sz="2400" dirty="0" smtClean="0"/>
              <a:t>.</a:t>
            </a:r>
          </a:p>
          <a:p>
            <a:r>
              <a:rPr lang="en-US" sz="2400" dirty="0" smtClean="0"/>
              <a:t>Consumers might </a:t>
            </a:r>
            <a:r>
              <a:rPr lang="en-US" sz="2400" i="1" dirty="0" smtClean="0">
                <a:solidFill>
                  <a:srgbClr val="C00000"/>
                </a:solidFill>
              </a:rPr>
              <a:t>not completely trust</a:t>
            </a:r>
            <a:r>
              <a:rPr lang="en-US" sz="2400" dirty="0" smtClean="0"/>
              <a:t> measurements provided solely by a service provider, which might require agreed-upon third-party mediators to measure the SLA's critical service parameters and report violations.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Characteristics [7]</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On-Demand Self-service</a:t>
            </a:r>
            <a:r>
              <a:rPr lang="en-US" sz="2200" dirty="0" smtClean="0"/>
              <a:t>. A consumer can unilaterally provision computing capabilities.</a:t>
            </a:r>
          </a:p>
          <a:p>
            <a:r>
              <a:rPr lang="en-US" sz="2200" i="1" dirty="0" smtClean="0">
                <a:solidFill>
                  <a:srgbClr val="C00000"/>
                </a:solidFill>
              </a:rPr>
              <a:t>Broad Network Access</a:t>
            </a:r>
            <a:r>
              <a:rPr lang="en-US" sz="2200" dirty="0" smtClean="0"/>
              <a:t>. Capabilities are available over the network and accessed through standard mechanisms.</a:t>
            </a:r>
          </a:p>
          <a:p>
            <a:r>
              <a:rPr lang="en-US" sz="2200" i="1" dirty="0" smtClean="0">
                <a:solidFill>
                  <a:srgbClr val="C00000"/>
                </a:solidFill>
              </a:rPr>
              <a:t>Rapid Elasticity</a:t>
            </a:r>
            <a:r>
              <a:rPr lang="en-US" sz="2200" dirty="0" smtClean="0"/>
              <a:t>. Capabilities can be elastically provisioned and released.</a:t>
            </a:r>
          </a:p>
          <a:p>
            <a:r>
              <a:rPr lang="en-US" sz="2200" i="1" dirty="0" smtClean="0">
                <a:solidFill>
                  <a:srgbClr val="C00000"/>
                </a:solidFill>
              </a:rPr>
              <a:t>Measured Service</a:t>
            </a:r>
            <a:r>
              <a:rPr lang="en-US" sz="2200" dirty="0" smtClean="0"/>
              <a:t>. Resource usage can be monitored, controlled, and reported, providing transparency for both the provider and consumer of the utilized service.</a:t>
            </a:r>
          </a:p>
          <a:p>
            <a:r>
              <a:rPr lang="en-US" sz="2200" i="1" dirty="0" smtClean="0">
                <a:solidFill>
                  <a:srgbClr val="C00000"/>
                </a:solidFill>
              </a:rPr>
              <a:t>Resource Pooling</a:t>
            </a:r>
            <a:r>
              <a:rPr lang="en-US" sz="2200" dirty="0" smtClean="0"/>
              <a:t>. The provider's computing resources are pooled to serve multiple consumers using a multi-tenant model.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Cloud Computing? [4, 5]</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Cloud computing</a:t>
            </a:r>
            <a:r>
              <a:rPr lang="en-US" sz="2400" dirty="0" smtClean="0"/>
              <a:t> can be defined as a new style of computing in which </a:t>
            </a:r>
            <a:r>
              <a:rPr lang="en-US" sz="2400" u="sng" dirty="0" smtClean="0"/>
              <a:t>dynamically scalable</a:t>
            </a:r>
            <a:r>
              <a:rPr lang="en-US" sz="2400" dirty="0" smtClean="0"/>
              <a:t> and often </a:t>
            </a:r>
            <a:r>
              <a:rPr lang="en-US" sz="2400" u="sng" dirty="0" smtClean="0"/>
              <a:t>virtualized resources</a:t>
            </a:r>
            <a:r>
              <a:rPr lang="en-US" sz="2400" dirty="0" smtClean="0"/>
              <a:t> are provided as </a:t>
            </a:r>
            <a:r>
              <a:rPr lang="en-US" sz="2400" u="sng" dirty="0" smtClean="0"/>
              <a:t>services over the Internet</a:t>
            </a:r>
            <a:r>
              <a:rPr lang="en-US" sz="2400" dirty="0" smtClean="0"/>
              <a:t>.</a:t>
            </a:r>
          </a:p>
          <a:p>
            <a:r>
              <a:rPr lang="en-US" sz="2400" i="1" dirty="0" smtClean="0">
                <a:solidFill>
                  <a:srgbClr val="C00000"/>
                </a:solidFill>
              </a:rPr>
              <a:t>Cloud computing</a:t>
            </a:r>
            <a:r>
              <a:rPr lang="en-US" sz="2400" dirty="0" smtClean="0"/>
              <a:t> is a model for enabling convenient, </a:t>
            </a:r>
            <a:r>
              <a:rPr lang="en-US" sz="2400" u="sng" dirty="0" smtClean="0"/>
              <a:t>on-demand</a:t>
            </a:r>
            <a:r>
              <a:rPr lang="en-US" sz="2400" dirty="0" smtClean="0"/>
              <a:t> network access to a shared pool of </a:t>
            </a:r>
            <a:r>
              <a:rPr lang="en-US" sz="2400" u="sng" dirty="0" smtClean="0"/>
              <a:t>configurable computing resources</a:t>
            </a:r>
            <a:r>
              <a:rPr lang="en-US" sz="2400" dirty="0" smtClean="0"/>
              <a:t> (e.g., networks, servers, storage, applications, and services) that can be rapidly provisioned and released with </a:t>
            </a:r>
            <a:r>
              <a:rPr lang="en-US" sz="2400" u="sng" dirty="0" smtClean="0"/>
              <a:t>minimal</a:t>
            </a:r>
            <a:r>
              <a:rPr lang="en-US" sz="2400" dirty="0" smtClean="0"/>
              <a:t> management effort or service provider interaction.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Deployment Models [7]</a:t>
            </a:r>
            <a:endParaRPr lang="en-US" dirty="0"/>
          </a:p>
        </p:txBody>
      </p:sp>
      <p:sp>
        <p:nvSpPr>
          <p:cNvPr id="3" name="Content Placeholder 2"/>
          <p:cNvSpPr>
            <a:spLocks noGrp="1"/>
          </p:cNvSpPr>
          <p:nvPr>
            <p:ph idx="1"/>
          </p:nvPr>
        </p:nvSpPr>
        <p:spPr>
          <a:xfrm>
            <a:off x="457200" y="1447800"/>
            <a:ext cx="8153400" cy="4724400"/>
          </a:xfrm>
        </p:spPr>
        <p:txBody>
          <a:bodyPr/>
          <a:lstStyle/>
          <a:p>
            <a:r>
              <a:rPr lang="en-US" sz="2200" i="1" dirty="0" smtClean="0">
                <a:solidFill>
                  <a:srgbClr val="C00000"/>
                </a:solidFill>
              </a:rPr>
              <a:t>Private cloud</a:t>
            </a:r>
            <a:r>
              <a:rPr lang="en-US" sz="2200" dirty="0" smtClean="0"/>
              <a:t>. The </a:t>
            </a:r>
            <a:r>
              <a:rPr lang="en-US" sz="2200" u="sng" dirty="0" smtClean="0"/>
              <a:t>cloud infrastructure</a:t>
            </a:r>
            <a:r>
              <a:rPr lang="en-US" sz="2200" dirty="0" smtClean="0"/>
              <a:t> is provisioned for exclusive use by a single organization comprising multiple consumers (e.g., business units).</a:t>
            </a:r>
          </a:p>
          <a:p>
            <a:r>
              <a:rPr lang="en-US" sz="2200" i="1" dirty="0" smtClean="0">
                <a:solidFill>
                  <a:srgbClr val="C00000"/>
                </a:solidFill>
              </a:rPr>
              <a:t>Community cloud</a:t>
            </a:r>
            <a:r>
              <a:rPr lang="en-US" sz="2200" dirty="0" smtClean="0"/>
              <a:t>. The cloud infrastructure is provisioned for exclusive use by a specific community of consumers from organizations that have shared concerns.</a:t>
            </a:r>
          </a:p>
          <a:p>
            <a:r>
              <a:rPr lang="en-US" sz="2200" i="1" dirty="0" smtClean="0">
                <a:solidFill>
                  <a:srgbClr val="C00000"/>
                </a:solidFill>
              </a:rPr>
              <a:t>Public cloud</a:t>
            </a:r>
            <a:r>
              <a:rPr lang="en-US" sz="2200" dirty="0" smtClean="0"/>
              <a:t>. The cloud infrastructure is provisioned for open use by the general public.</a:t>
            </a:r>
          </a:p>
          <a:p>
            <a:r>
              <a:rPr lang="en-US" sz="2200" i="1" dirty="0" smtClean="0">
                <a:solidFill>
                  <a:srgbClr val="C00000"/>
                </a:solidFill>
              </a:rPr>
              <a:t>Hybrid cloud</a:t>
            </a:r>
            <a:r>
              <a:rPr lang="en-US" sz="2200" dirty="0" smtClean="0"/>
              <a:t>. The cloud infrastructure is a composition of two or more distinct cloud infrastructures (private, community, or public) that remain unique entities, but are bound together by standardized or proprietary technology that enables data and application portability.</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vs. Private Cloud [3]</a:t>
            </a:r>
            <a:endParaRPr lang="en-US" dirty="0"/>
          </a:p>
        </p:txBody>
      </p:sp>
      <p:sp>
        <p:nvSpPr>
          <p:cNvPr id="3" name="Content Placeholder 2"/>
          <p:cNvSpPr>
            <a:spLocks noGrp="1"/>
          </p:cNvSpPr>
          <p:nvPr>
            <p:ph idx="1"/>
          </p:nvPr>
        </p:nvSpPr>
        <p:spPr/>
        <p:txBody>
          <a:bodyPr/>
          <a:lstStyle/>
          <a:p>
            <a:r>
              <a:rPr lang="en-US" sz="1900" dirty="0" smtClean="0"/>
              <a:t>A first case is when </a:t>
            </a:r>
            <a:r>
              <a:rPr lang="en-US" sz="1900" i="1" dirty="0" smtClean="0">
                <a:solidFill>
                  <a:srgbClr val="C00000"/>
                </a:solidFill>
              </a:rPr>
              <a:t>demand for a service varies</a:t>
            </a:r>
            <a:r>
              <a:rPr lang="en-US" sz="1900" dirty="0" smtClean="0"/>
              <a:t> with </a:t>
            </a:r>
            <a:r>
              <a:rPr lang="en-US" sz="1900" u="sng" dirty="0" smtClean="0"/>
              <a:t>time</a:t>
            </a:r>
            <a:r>
              <a:rPr lang="en-US" sz="1900" dirty="0" smtClean="0"/>
              <a:t>.</a:t>
            </a:r>
          </a:p>
          <a:p>
            <a:pPr lvl="1"/>
            <a:r>
              <a:rPr lang="en-US" sz="1900" dirty="0" smtClean="0"/>
              <a:t>Provisioning a data center for the </a:t>
            </a:r>
            <a:r>
              <a:rPr lang="en-US" sz="1900" i="1" dirty="0" smtClean="0">
                <a:solidFill>
                  <a:srgbClr val="C00000"/>
                </a:solidFill>
              </a:rPr>
              <a:t>peak load</a:t>
            </a:r>
            <a:r>
              <a:rPr lang="en-US" sz="1900" dirty="0" smtClean="0"/>
              <a:t> it must sustain a few days per month leads to underutilization at other times, for example.</a:t>
            </a:r>
          </a:p>
          <a:p>
            <a:pPr lvl="1"/>
            <a:r>
              <a:rPr lang="en-US" sz="1900" dirty="0" smtClean="0"/>
              <a:t>Instead, Cloud Computing lets an organization </a:t>
            </a:r>
            <a:r>
              <a:rPr lang="en-US" sz="1900" i="1" dirty="0" smtClean="0">
                <a:solidFill>
                  <a:srgbClr val="C00000"/>
                </a:solidFill>
              </a:rPr>
              <a:t>pay by the hour</a:t>
            </a:r>
            <a:r>
              <a:rPr lang="en-US" sz="1900" dirty="0" smtClean="0"/>
              <a:t> for computing resources, potentially leading to cost savings even if the hourly rate to rent a machine from a cloud provider is higher than the rate to own one.</a:t>
            </a:r>
          </a:p>
          <a:p>
            <a:r>
              <a:rPr lang="en-US" sz="1900" dirty="0" smtClean="0"/>
              <a:t>A second case is when </a:t>
            </a:r>
            <a:r>
              <a:rPr lang="en-US" sz="1900" i="1" dirty="0" smtClean="0">
                <a:solidFill>
                  <a:srgbClr val="C00000"/>
                </a:solidFill>
              </a:rPr>
              <a:t>demand is unknown</a:t>
            </a:r>
            <a:r>
              <a:rPr lang="en-US" sz="1900" dirty="0" smtClean="0"/>
              <a:t> in advance.</a:t>
            </a:r>
          </a:p>
          <a:p>
            <a:pPr lvl="1"/>
            <a:r>
              <a:rPr lang="en-US" sz="1900" dirty="0" smtClean="0"/>
              <a:t>For example, a web startup will need to </a:t>
            </a:r>
            <a:r>
              <a:rPr lang="en-US" sz="1900" i="1" dirty="0" smtClean="0">
                <a:solidFill>
                  <a:srgbClr val="C00000"/>
                </a:solidFill>
              </a:rPr>
              <a:t>support a spike</a:t>
            </a:r>
            <a:r>
              <a:rPr lang="en-US" sz="1900" dirty="0" smtClean="0"/>
              <a:t> in demand when it becomes popular, </a:t>
            </a:r>
            <a:r>
              <a:rPr lang="en-US" sz="1900" i="1" dirty="0" smtClean="0">
                <a:solidFill>
                  <a:srgbClr val="C00000"/>
                </a:solidFill>
              </a:rPr>
              <a:t>followed potentially by a reduction</a:t>
            </a:r>
            <a:r>
              <a:rPr lang="en-US" sz="1900" dirty="0" smtClean="0"/>
              <a:t> once some of the visitors turn away.</a:t>
            </a:r>
          </a:p>
          <a:p>
            <a:r>
              <a:rPr lang="en-US" sz="1900" dirty="0" smtClean="0"/>
              <a:t>Finally, organizations that perform </a:t>
            </a:r>
            <a:r>
              <a:rPr lang="en-US" sz="1900" i="1" dirty="0" smtClean="0">
                <a:solidFill>
                  <a:srgbClr val="C00000"/>
                </a:solidFill>
              </a:rPr>
              <a:t>batch analytics</a:t>
            </a:r>
            <a:r>
              <a:rPr lang="en-US" sz="1900" dirty="0" smtClean="0"/>
              <a:t> can use the "cost </a:t>
            </a:r>
            <a:r>
              <a:rPr lang="en-US" sz="1900" dirty="0" err="1" smtClean="0"/>
              <a:t>associativity</a:t>
            </a:r>
            <a:r>
              <a:rPr lang="en-US" sz="1900" dirty="0" smtClean="0"/>
              <a:t>" of cloud computing to </a:t>
            </a:r>
            <a:r>
              <a:rPr lang="en-US" sz="1900" u="sng" dirty="0" smtClean="0"/>
              <a:t>finish computations faster</a:t>
            </a:r>
            <a:r>
              <a:rPr lang="en-US" sz="1900" dirty="0" smtClean="0"/>
              <a:t>: using 1000 EC2 machines for 1 hour costs the same as using 1 machine for 1000 hours.</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vs. Traditional Hosting [8]</a:t>
            </a:r>
            <a:endParaRPr lang="en-US" dirty="0"/>
          </a:p>
        </p:txBody>
      </p:sp>
      <p:sp>
        <p:nvSpPr>
          <p:cNvPr id="3" name="Content Placeholder 2"/>
          <p:cNvSpPr>
            <a:spLocks noGrp="1"/>
          </p:cNvSpPr>
          <p:nvPr>
            <p:ph idx="1"/>
          </p:nvPr>
        </p:nvSpPr>
        <p:spPr/>
        <p:txBody>
          <a:bodyPr/>
          <a:lstStyle/>
          <a:p>
            <a:r>
              <a:rPr lang="en-US" sz="2200" dirty="0" smtClean="0"/>
              <a:t>The degree of </a:t>
            </a:r>
            <a:r>
              <a:rPr lang="en-US" sz="2200" i="1" dirty="0" smtClean="0">
                <a:solidFill>
                  <a:srgbClr val="C00000"/>
                </a:solidFill>
              </a:rPr>
              <a:t>automation</a:t>
            </a:r>
            <a:r>
              <a:rPr lang="en-US" sz="2200" dirty="0" smtClean="0"/>
              <a:t> made available to end-users, as web services, to control the number of virtual instances running at any point in time.</a:t>
            </a:r>
          </a:p>
          <a:p>
            <a:r>
              <a:rPr lang="en-US" sz="2200" dirty="0" smtClean="0"/>
              <a:t>The ability for users to </a:t>
            </a:r>
            <a:r>
              <a:rPr lang="en-US" sz="2200" i="1" dirty="0" smtClean="0">
                <a:solidFill>
                  <a:srgbClr val="C00000"/>
                </a:solidFill>
              </a:rPr>
              <a:t>package</a:t>
            </a:r>
            <a:r>
              <a:rPr lang="en-US" sz="2200" dirty="0" smtClean="0"/>
              <a:t> and </a:t>
            </a:r>
            <a:r>
              <a:rPr lang="en-US" sz="2200" i="1" dirty="0" smtClean="0">
                <a:solidFill>
                  <a:srgbClr val="C00000"/>
                </a:solidFill>
              </a:rPr>
              <a:t>save</a:t>
            </a:r>
            <a:r>
              <a:rPr lang="en-US" sz="2200" dirty="0" smtClean="0"/>
              <a:t> their own configurations of virtual machines.</a:t>
            </a:r>
          </a:p>
          <a:p>
            <a:r>
              <a:rPr lang="en-US" sz="2200" u="sng" dirty="0" smtClean="0"/>
              <a:t>Charging per hour</a:t>
            </a:r>
            <a:r>
              <a:rPr lang="en-US" sz="2200" dirty="0" smtClean="0"/>
              <a:t> of </a:t>
            </a:r>
            <a:r>
              <a:rPr lang="en-US" sz="2200" i="1" dirty="0" smtClean="0">
                <a:solidFill>
                  <a:srgbClr val="C00000"/>
                </a:solidFill>
              </a:rPr>
              <a:t>actual usage</a:t>
            </a:r>
            <a:r>
              <a:rPr lang="en-US" sz="2200" dirty="0" smtClean="0"/>
              <a:t> as opposed to the </a:t>
            </a:r>
            <a:r>
              <a:rPr lang="en-US" sz="2200" u="sng" dirty="0" smtClean="0"/>
              <a:t>monthly</a:t>
            </a:r>
            <a:r>
              <a:rPr lang="en-US" sz="2200" dirty="0" smtClean="0"/>
              <a:t> or </a:t>
            </a:r>
            <a:r>
              <a:rPr lang="en-US" sz="2200" u="sng" dirty="0" smtClean="0"/>
              <a:t>yearly charges</a:t>
            </a:r>
            <a:r>
              <a:rPr lang="en-US" sz="2200" dirty="0" smtClean="0"/>
              <a:t> for traditional hosting.</a:t>
            </a:r>
          </a:p>
          <a:p>
            <a:endParaRPr lang="en-US" sz="2200" dirty="0"/>
          </a:p>
        </p:txBody>
      </p:sp>
      <p:pic>
        <p:nvPicPr>
          <p:cNvPr id="2050" name="Picture 2" descr="https://www.dialwebhosting.com/images/blog/Cloud-Hosting-Vs-VPS-Hosting-Banner.jpg"/>
          <p:cNvPicPr>
            <a:picLocks noChangeAspect="1" noChangeArrowheads="1"/>
          </p:cNvPicPr>
          <p:nvPr/>
        </p:nvPicPr>
        <p:blipFill>
          <a:blip r:embed="rId3" cstate="print"/>
          <a:srcRect/>
          <a:stretch>
            <a:fillRect/>
          </a:stretch>
        </p:blipFill>
        <p:spPr bwMode="auto">
          <a:xfrm>
            <a:off x="2743200" y="4414520"/>
            <a:ext cx="3778250" cy="198628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Cloud vs. Service-Oriented Computing [9]</a:t>
            </a:r>
            <a:endParaRPr lang="en-US" sz="3600" dirty="0"/>
          </a:p>
        </p:txBody>
      </p:sp>
      <p:sp>
        <p:nvSpPr>
          <p:cNvPr id="3" name="Content Placeholder 2"/>
          <p:cNvSpPr>
            <a:spLocks noGrp="1"/>
          </p:cNvSpPr>
          <p:nvPr>
            <p:ph idx="1"/>
          </p:nvPr>
        </p:nvSpPr>
        <p:spPr/>
        <p:txBody>
          <a:bodyPr/>
          <a:lstStyle/>
          <a:p>
            <a:r>
              <a:rPr lang="en-US" sz="2400" i="1" dirty="0" smtClean="0">
                <a:solidFill>
                  <a:srgbClr val="C00000"/>
                </a:solidFill>
              </a:rPr>
              <a:t>SOC</a:t>
            </a:r>
            <a:r>
              <a:rPr lang="en-US" sz="2400" dirty="0" smtClean="0"/>
              <a:t> represents a high level of </a:t>
            </a:r>
            <a:r>
              <a:rPr lang="en-US" sz="2400" u="sng" dirty="0" smtClean="0"/>
              <a:t>abstraction</a:t>
            </a:r>
            <a:r>
              <a:rPr lang="en-US" sz="2400" dirty="0" smtClean="0"/>
              <a:t> from the </a:t>
            </a:r>
            <a:r>
              <a:rPr lang="en-US" sz="2400" u="sng" dirty="0" smtClean="0"/>
              <a:t>integration</a:t>
            </a:r>
            <a:r>
              <a:rPr lang="en-US" sz="2400" dirty="0" smtClean="0"/>
              <a:t> and </a:t>
            </a:r>
            <a:r>
              <a:rPr lang="en-US" sz="2400" u="sng" dirty="0" smtClean="0"/>
              <a:t>business process</a:t>
            </a:r>
            <a:r>
              <a:rPr lang="en-US" sz="2400" dirty="0" smtClean="0"/>
              <a:t> perspective.</a:t>
            </a:r>
          </a:p>
          <a:p>
            <a:r>
              <a:rPr lang="en-US" sz="2400" dirty="0" smtClean="0"/>
              <a:t>However, SOC does </a:t>
            </a:r>
            <a:r>
              <a:rPr lang="en-US" sz="2400" u="sng" dirty="0" smtClean="0"/>
              <a:t>not</a:t>
            </a:r>
            <a:r>
              <a:rPr lang="en-US" sz="2400" dirty="0" smtClean="0"/>
              <a:t> provide a </a:t>
            </a:r>
            <a:r>
              <a:rPr lang="en-US" sz="2400" u="sng" dirty="0" smtClean="0"/>
              <a:t>practical computational models</a:t>
            </a:r>
            <a:r>
              <a:rPr lang="en-US" sz="2400" dirty="0" smtClean="0"/>
              <a:t> for running services.</a:t>
            </a:r>
          </a:p>
          <a:p>
            <a:pPr lvl="1"/>
            <a:r>
              <a:rPr lang="en-US" sz="2200" dirty="0" smtClean="0"/>
              <a:t>How to run my services with </a:t>
            </a:r>
            <a:r>
              <a:rPr lang="en-US" sz="2200" i="1" dirty="0" smtClean="0">
                <a:solidFill>
                  <a:srgbClr val="C00000"/>
                </a:solidFill>
              </a:rPr>
              <a:t>minimum cost</a:t>
            </a:r>
            <a:r>
              <a:rPr lang="en-US" sz="2200" dirty="0" smtClean="0"/>
              <a:t>?</a:t>
            </a:r>
          </a:p>
          <a:p>
            <a:pPr lvl="1"/>
            <a:r>
              <a:rPr lang="en-US" sz="2200" dirty="0" smtClean="0"/>
              <a:t>How to </a:t>
            </a:r>
            <a:r>
              <a:rPr lang="en-US" sz="2200" i="1" dirty="0" smtClean="0">
                <a:solidFill>
                  <a:srgbClr val="C00000"/>
                </a:solidFill>
              </a:rPr>
              <a:t>scale in/out</a:t>
            </a:r>
            <a:r>
              <a:rPr lang="en-US" sz="2200" dirty="0" smtClean="0"/>
              <a:t> my applications built on top of Service-Oriented Architecture?</a:t>
            </a:r>
          </a:p>
          <a:p>
            <a:pPr lvl="1"/>
            <a:r>
              <a:rPr lang="en-US" sz="2200" dirty="0" smtClean="0"/>
              <a:t>How to maximize the </a:t>
            </a:r>
            <a:r>
              <a:rPr lang="en-US" sz="2200" i="1" dirty="0" smtClean="0">
                <a:solidFill>
                  <a:srgbClr val="C00000"/>
                </a:solidFill>
              </a:rPr>
              <a:t>utilization of my IT services</a:t>
            </a:r>
            <a:r>
              <a:rPr lang="en-US" sz="2200" dirty="0" smtClean="0"/>
              <a:t> in order to support my business services?</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vs. Grid Computing</a:t>
            </a:r>
            <a:endParaRPr lang="en-US" dirty="0"/>
          </a:p>
        </p:txBody>
      </p:sp>
      <p:sp>
        <p:nvSpPr>
          <p:cNvPr id="3" name="Content Placeholder 2"/>
          <p:cNvSpPr>
            <a:spLocks noGrp="1"/>
          </p:cNvSpPr>
          <p:nvPr>
            <p:ph idx="1"/>
          </p:nvPr>
        </p:nvSpPr>
        <p:spPr/>
        <p:txBody>
          <a:bodyPr/>
          <a:lstStyle/>
          <a:p>
            <a:r>
              <a:rPr lang="en-US" sz="2400" dirty="0" smtClean="0"/>
              <a:t>Cloud and Grid Computing both aim to achieve </a:t>
            </a:r>
            <a:r>
              <a:rPr lang="en-US" sz="2400" i="1" dirty="0" smtClean="0">
                <a:solidFill>
                  <a:srgbClr val="C00000"/>
                </a:solidFill>
              </a:rPr>
              <a:t>resource virtualization</a:t>
            </a:r>
            <a:r>
              <a:rPr lang="en-US" sz="2400" dirty="0" smtClean="0"/>
              <a:t>.</a:t>
            </a:r>
          </a:p>
          <a:p>
            <a:r>
              <a:rPr lang="en-US" sz="2400" dirty="0" smtClean="0"/>
              <a:t>However, they do have significant differences:</a:t>
            </a:r>
          </a:p>
          <a:p>
            <a:pPr lvl="1"/>
            <a:r>
              <a:rPr lang="en-US" sz="2200" dirty="0" smtClean="0"/>
              <a:t>Grid aims to provide the </a:t>
            </a:r>
            <a:r>
              <a:rPr lang="en-US" sz="2200" i="1" dirty="0" smtClean="0">
                <a:solidFill>
                  <a:srgbClr val="C00000"/>
                </a:solidFill>
              </a:rPr>
              <a:t>maximum computing capacity</a:t>
            </a:r>
            <a:r>
              <a:rPr lang="en-US" sz="2200" dirty="0" smtClean="0"/>
              <a:t> for a huge task through resource sharing. Cloud aims to suffice as </a:t>
            </a:r>
            <a:r>
              <a:rPr lang="en-US" sz="2200" i="1" dirty="0" smtClean="0">
                <a:solidFill>
                  <a:srgbClr val="C00000"/>
                </a:solidFill>
              </a:rPr>
              <a:t>many small-to-medium tasks</a:t>
            </a:r>
            <a:r>
              <a:rPr lang="en-US" sz="2200" dirty="0" smtClean="0"/>
              <a:t> as possible based on users' real-time requirements.</a:t>
            </a:r>
          </a:p>
          <a:p>
            <a:pPr lvl="1"/>
            <a:r>
              <a:rPr lang="en-US" sz="2200" dirty="0" smtClean="0"/>
              <a:t>Grid trades </a:t>
            </a:r>
            <a:r>
              <a:rPr lang="en-US" sz="2200" i="1" dirty="0" smtClean="0">
                <a:solidFill>
                  <a:srgbClr val="C00000"/>
                </a:solidFill>
              </a:rPr>
              <a:t>re-usability</a:t>
            </a:r>
            <a:r>
              <a:rPr lang="en-US" sz="2200" dirty="0" smtClean="0"/>
              <a:t> for (scientific) high performance computing. Cloud computing is directly pulled by immediate user needs driven by various business requirements.</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Market-Oriented Cloud Architecture [5]</a:t>
            </a:r>
            <a:endParaRPr lang="en-US" sz="3800" dirty="0"/>
          </a:p>
        </p:txBody>
      </p:sp>
      <p:pic>
        <p:nvPicPr>
          <p:cNvPr id="1028" name="Picture 4"/>
          <p:cNvPicPr>
            <a:picLocks noChangeAspect="1" noChangeArrowheads="1"/>
          </p:cNvPicPr>
          <p:nvPr/>
        </p:nvPicPr>
        <p:blipFill>
          <a:blip r:embed="rId2" cstate="print"/>
          <a:srcRect/>
          <a:stretch>
            <a:fillRect/>
          </a:stretch>
        </p:blipFill>
        <p:spPr bwMode="auto">
          <a:xfrm>
            <a:off x="914400" y="1524000"/>
            <a:ext cx="4924425" cy="514350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6172200" y="3276600"/>
            <a:ext cx="2400300" cy="1600200"/>
          </a:xfrm>
          <a:prstGeom prst="rect">
            <a:avLst/>
          </a:prstGeom>
          <a:noFill/>
          <a:ln w="9525">
            <a:noFill/>
            <a:miter lim="800000"/>
            <a:headEnd/>
            <a:tailEnd/>
          </a:ln>
        </p:spPr>
      </p:pic>
      <p:cxnSp>
        <p:nvCxnSpPr>
          <p:cNvPr id="6" name="Straight Arrow Connector 5"/>
          <p:cNvCxnSpPr/>
          <p:nvPr/>
        </p:nvCxnSpPr>
        <p:spPr>
          <a:xfrm flipH="1" flipV="1">
            <a:off x="5562600" y="2895600"/>
            <a:ext cx="685800" cy="2286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Global Cloud Exchange and Markets</a:t>
            </a:r>
            <a:endParaRPr lang="en-US" sz="4200" dirty="0"/>
          </a:p>
        </p:txBody>
      </p:sp>
      <p:pic>
        <p:nvPicPr>
          <p:cNvPr id="2050" name="Picture 2"/>
          <p:cNvPicPr>
            <a:picLocks noChangeAspect="1" noChangeArrowheads="1"/>
          </p:cNvPicPr>
          <p:nvPr/>
        </p:nvPicPr>
        <p:blipFill>
          <a:blip r:embed="rId2" cstate="print"/>
          <a:srcRect/>
          <a:stretch>
            <a:fillRect/>
          </a:stretch>
        </p:blipFill>
        <p:spPr bwMode="auto">
          <a:xfrm>
            <a:off x="971550" y="1857375"/>
            <a:ext cx="7200900" cy="40100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Spending Trends</a:t>
            </a:r>
            <a:endParaRPr lang="en-US" dirty="0"/>
          </a:p>
        </p:txBody>
      </p:sp>
      <p:sp>
        <p:nvSpPr>
          <p:cNvPr id="3" name="Content Placeholder 2"/>
          <p:cNvSpPr>
            <a:spLocks noGrp="1"/>
          </p:cNvSpPr>
          <p:nvPr>
            <p:ph idx="1"/>
          </p:nvPr>
        </p:nvSpPr>
        <p:spPr>
          <a:xfrm>
            <a:off x="457200" y="1600200"/>
            <a:ext cx="3810000" cy="4525963"/>
          </a:xfrm>
        </p:spPr>
        <p:txBody>
          <a:bodyPr/>
          <a:lstStyle/>
          <a:p>
            <a:r>
              <a:rPr lang="en-US" sz="1800" dirty="0" smtClean="0">
                <a:hlinkClick r:id="rId2"/>
              </a:rPr>
              <a:t>https://my.idc.com/getdoc.jsp?containerId=prUS52460024</a:t>
            </a:r>
            <a:endParaRPr lang="en-US" sz="1800" dirty="0" smtClean="0"/>
          </a:p>
          <a:p>
            <a:r>
              <a:rPr lang="en-US" sz="1800" dirty="0" smtClean="0"/>
              <a:t>Worldwide spending on public cloud services is forecast to reach $805 billion in 2024 and double in size by 2028, according to the latest update to the International Data Corporation (IDC) Worldwide Software and Public Cloud Services Spending Guide.</a:t>
            </a:r>
          </a:p>
          <a:p>
            <a:r>
              <a:rPr lang="en-US" sz="1800" dirty="0" smtClean="0"/>
              <a:t>Although annual spending growth is expected to slow slightly over the 2024-2028 forecast period, the market is forecast to achieve a five-year compound annual growth rate (CAGR) of 19.4%.</a:t>
            </a:r>
          </a:p>
        </p:txBody>
      </p:sp>
      <p:pic>
        <p:nvPicPr>
          <p:cNvPr id="21506" name="Picture 2" descr="https://my.idc.com/getfile.dyn?containerId=prUS52398324&amp;attachmentId=47522351"/>
          <p:cNvPicPr>
            <a:picLocks noChangeAspect="1" noChangeArrowheads="1"/>
          </p:cNvPicPr>
          <p:nvPr/>
        </p:nvPicPr>
        <p:blipFill>
          <a:blip r:embed="rId3" cstate="print"/>
          <a:srcRect/>
          <a:stretch>
            <a:fillRect/>
          </a:stretch>
        </p:blipFill>
        <p:spPr bwMode="auto">
          <a:xfrm>
            <a:off x="4343400" y="2133600"/>
            <a:ext cx="4406880" cy="3300873"/>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Limits of Public Cloud (I) [2, 3]</a:t>
            </a:r>
            <a:endParaRPr lang="en-US" dirty="0"/>
          </a:p>
        </p:txBody>
      </p:sp>
      <p:sp>
        <p:nvSpPr>
          <p:cNvPr id="3" name="Content Placeholder 2"/>
          <p:cNvSpPr>
            <a:spLocks noGrp="1"/>
          </p:cNvSpPr>
          <p:nvPr>
            <p:ph idx="1"/>
          </p:nvPr>
        </p:nvSpPr>
        <p:spPr/>
        <p:txBody>
          <a:bodyPr/>
          <a:lstStyle/>
          <a:p>
            <a:r>
              <a:rPr lang="en-US" sz="2800" dirty="0" smtClean="0"/>
              <a:t>Security and Privacy</a:t>
            </a:r>
          </a:p>
          <a:p>
            <a:pPr lvl="1"/>
            <a:r>
              <a:rPr lang="en-US" sz="2400" dirty="0" smtClean="0"/>
              <a:t>Behind the firewall, enterprises have control of their data. In the cloud, they must </a:t>
            </a:r>
            <a:r>
              <a:rPr lang="en-US" sz="2400" i="1" dirty="0" smtClean="0">
                <a:solidFill>
                  <a:srgbClr val="C00000"/>
                </a:solidFill>
              </a:rPr>
              <a:t>trust</a:t>
            </a:r>
            <a:r>
              <a:rPr lang="en-US" sz="2400" dirty="0" smtClean="0"/>
              <a:t> the provider.</a:t>
            </a:r>
          </a:p>
          <a:p>
            <a:pPr lvl="1"/>
            <a:r>
              <a:rPr lang="en-US" sz="2400" dirty="0" smtClean="0"/>
              <a:t>Most providers find it hard, if not impossible, to </a:t>
            </a:r>
            <a:r>
              <a:rPr lang="en-US" sz="2400" i="1" dirty="0" smtClean="0">
                <a:solidFill>
                  <a:srgbClr val="C00000"/>
                </a:solidFill>
              </a:rPr>
              <a:t>meet standards</a:t>
            </a:r>
            <a:r>
              <a:rPr lang="en-US" sz="2400" dirty="0" smtClean="0"/>
              <a:t> for </a:t>
            </a:r>
            <a:r>
              <a:rPr lang="en-US" sz="2400" dirty="0" err="1" smtClean="0"/>
              <a:t>auditability</a:t>
            </a:r>
            <a:r>
              <a:rPr lang="en-US" sz="2400" dirty="0" smtClean="0"/>
              <a:t> and comply with legislation.</a:t>
            </a:r>
          </a:p>
          <a:p>
            <a:r>
              <a:rPr lang="en-US" sz="2800" dirty="0" smtClean="0"/>
              <a:t>Control</a:t>
            </a:r>
          </a:p>
          <a:p>
            <a:pPr lvl="1"/>
            <a:r>
              <a:rPr lang="en-US" sz="2400" dirty="0" smtClean="0"/>
              <a:t>The providers generally don't design platforms to support </a:t>
            </a:r>
            <a:r>
              <a:rPr lang="en-US" sz="2400" i="1" dirty="0" smtClean="0">
                <a:solidFill>
                  <a:srgbClr val="C00000"/>
                </a:solidFill>
              </a:rPr>
              <a:t>specific</a:t>
            </a:r>
            <a:r>
              <a:rPr lang="en-US" sz="2400" dirty="0" smtClean="0"/>
              <a:t> companies' IT and business practices.</a:t>
            </a:r>
          </a:p>
          <a:p>
            <a:pPr lvl="1"/>
            <a:r>
              <a:rPr lang="en-US" sz="2400" dirty="0" smtClean="0"/>
              <a:t>Users can't </a:t>
            </a:r>
            <a:r>
              <a:rPr lang="en-US" sz="2400" i="1" dirty="0" smtClean="0">
                <a:solidFill>
                  <a:srgbClr val="C00000"/>
                </a:solidFill>
              </a:rPr>
              <a:t>change</a:t>
            </a:r>
            <a:r>
              <a:rPr lang="en-US" sz="2400" dirty="0" smtClean="0"/>
              <a:t> the platform's technology when they want.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Limits of Public Cloud (II)</a:t>
            </a:r>
            <a:endParaRPr lang="en-US" dirty="0"/>
          </a:p>
        </p:txBody>
      </p:sp>
      <p:sp>
        <p:nvSpPr>
          <p:cNvPr id="3" name="Content Placeholder 2"/>
          <p:cNvSpPr>
            <a:spLocks noGrp="1"/>
          </p:cNvSpPr>
          <p:nvPr>
            <p:ph idx="1"/>
          </p:nvPr>
        </p:nvSpPr>
        <p:spPr/>
        <p:txBody>
          <a:bodyPr/>
          <a:lstStyle/>
          <a:p>
            <a:r>
              <a:rPr lang="en-US" sz="2800" dirty="0" smtClean="0"/>
              <a:t>Performance, Latency, Reliability and Related Bandwidth Costs</a:t>
            </a:r>
          </a:p>
          <a:p>
            <a:pPr lvl="1"/>
            <a:r>
              <a:rPr lang="en-US" sz="2400" dirty="0" smtClean="0"/>
              <a:t>Customers who are a long distance from cloud providers could experience </a:t>
            </a:r>
            <a:r>
              <a:rPr lang="en-US" sz="2400" i="1" dirty="0" smtClean="0">
                <a:solidFill>
                  <a:srgbClr val="C00000"/>
                </a:solidFill>
              </a:rPr>
              <a:t>latency</a:t>
            </a:r>
            <a:r>
              <a:rPr lang="en-US" sz="2400" dirty="0" smtClean="0"/>
              <a:t>.</a:t>
            </a:r>
          </a:p>
          <a:p>
            <a:pPr lvl="1"/>
            <a:r>
              <a:rPr lang="en-US" sz="2400" dirty="0" smtClean="0"/>
              <a:t>As applications make ever-more intense use of large volumes of data, data transfer poses an increasing </a:t>
            </a:r>
            <a:r>
              <a:rPr lang="en-US" sz="2400" i="1" dirty="0" smtClean="0">
                <a:solidFill>
                  <a:srgbClr val="C00000"/>
                </a:solidFill>
              </a:rPr>
              <a:t>bottleneck</a:t>
            </a:r>
            <a:r>
              <a:rPr lang="en-US" sz="2400" dirty="0" smtClean="0"/>
              <a:t>.</a:t>
            </a:r>
          </a:p>
          <a:p>
            <a:pPr lvl="1"/>
            <a:r>
              <a:rPr lang="en-US" sz="2400" dirty="0" smtClean="0"/>
              <a:t>Higher </a:t>
            </a:r>
            <a:r>
              <a:rPr lang="en-US" sz="2400" i="1" dirty="0" smtClean="0">
                <a:solidFill>
                  <a:srgbClr val="C00000"/>
                </a:solidFill>
              </a:rPr>
              <a:t>network-bandwidth</a:t>
            </a:r>
            <a:r>
              <a:rPr lang="en-US" sz="2400" dirty="0" smtClean="0"/>
              <a:t> charges.</a:t>
            </a:r>
          </a:p>
          <a:p>
            <a:pPr lvl="1"/>
            <a:r>
              <a:rPr lang="en-US" sz="2400" dirty="0" smtClean="0"/>
              <a:t>Broadband Internet </a:t>
            </a:r>
            <a:r>
              <a:rPr lang="en-US" sz="2400" i="1" dirty="0" smtClean="0">
                <a:solidFill>
                  <a:srgbClr val="C00000"/>
                </a:solidFill>
              </a:rPr>
              <a:t>connections</a:t>
            </a:r>
            <a:r>
              <a:rPr lang="en-US" sz="2400" dirty="0" smtClean="0"/>
              <a:t> aren't available in all places.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Limits of Public Cloud (III)</a:t>
            </a:r>
            <a:endParaRPr lang="en-US" dirty="0"/>
          </a:p>
        </p:txBody>
      </p:sp>
      <p:sp>
        <p:nvSpPr>
          <p:cNvPr id="3" name="Content Placeholder 2"/>
          <p:cNvSpPr>
            <a:spLocks noGrp="1"/>
          </p:cNvSpPr>
          <p:nvPr>
            <p:ph idx="1"/>
          </p:nvPr>
        </p:nvSpPr>
        <p:spPr/>
        <p:txBody>
          <a:bodyPr/>
          <a:lstStyle/>
          <a:p>
            <a:r>
              <a:rPr lang="en-US" sz="2800" dirty="0" smtClean="0"/>
              <a:t>Interoperability, Portability, Migration and Vendor Lock-In</a:t>
            </a:r>
          </a:p>
          <a:p>
            <a:pPr lvl="1"/>
            <a:r>
              <a:rPr lang="en-US" sz="2400" dirty="0" smtClean="0"/>
              <a:t>Cloud providers offer </a:t>
            </a:r>
            <a:r>
              <a:rPr lang="en-US" sz="2400" i="1" dirty="0" smtClean="0">
                <a:solidFill>
                  <a:srgbClr val="C00000"/>
                </a:solidFill>
              </a:rPr>
              <a:t>different</a:t>
            </a:r>
            <a:r>
              <a:rPr lang="en-US" sz="2400" dirty="0" smtClean="0"/>
              <a:t> software frameworks.</a:t>
            </a:r>
          </a:p>
          <a:p>
            <a:pPr lvl="1"/>
            <a:r>
              <a:rPr lang="en-US" sz="2400" dirty="0" smtClean="0"/>
              <a:t>All the major providers offer unique, and often proprietary, </a:t>
            </a:r>
            <a:r>
              <a:rPr lang="en-US" sz="2400" i="1" dirty="0" smtClean="0">
                <a:solidFill>
                  <a:srgbClr val="C00000"/>
                </a:solidFill>
              </a:rPr>
              <a:t>data storage</a:t>
            </a:r>
            <a:r>
              <a:rPr lang="en-US" sz="2400" dirty="0" smtClean="0"/>
              <a:t>.</a:t>
            </a:r>
          </a:p>
          <a:p>
            <a:pPr lvl="2"/>
            <a:r>
              <a:rPr lang="en-US" sz="2000" dirty="0" smtClean="0"/>
              <a:t>No Scalable Storage (No simple generic solution for distributed data storage).</a:t>
            </a:r>
          </a:p>
          <a:p>
            <a:pPr lvl="1"/>
            <a:r>
              <a:rPr lang="en-US" sz="2400" dirty="0" smtClean="0"/>
              <a:t>Exchanging data between different cloud providers is exacerbated by the </a:t>
            </a:r>
            <a:r>
              <a:rPr lang="en-US" sz="2400" i="1" dirty="0" smtClean="0">
                <a:solidFill>
                  <a:srgbClr val="C00000"/>
                </a:solidFill>
              </a:rPr>
              <a:t>network's limitations</a:t>
            </a:r>
            <a:r>
              <a:rPr lang="en-US" sz="2400" dirty="0" smtClean="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Standardized Approach to Security for the Cloud</a:t>
            </a:r>
            <a:endParaRPr lang="en-US" dirty="0"/>
          </a:p>
        </p:txBody>
      </p:sp>
      <p:sp>
        <p:nvSpPr>
          <p:cNvPr id="3" name="Content Placeholder 2"/>
          <p:cNvSpPr>
            <a:spLocks noGrp="1"/>
          </p:cNvSpPr>
          <p:nvPr>
            <p:ph idx="1"/>
          </p:nvPr>
        </p:nvSpPr>
        <p:spPr/>
        <p:txBody>
          <a:bodyPr/>
          <a:lstStyle/>
          <a:p>
            <a:r>
              <a:rPr lang="en-US" sz="2400" dirty="0" smtClean="0">
                <a:hlinkClick r:id="rId2"/>
              </a:rPr>
              <a:t>https://www.fedramp.gov/</a:t>
            </a:r>
            <a:endParaRPr lang="en-US" sz="2400" dirty="0" smtClean="0"/>
          </a:p>
          <a:p>
            <a:r>
              <a:rPr lang="en-US" sz="2400" i="1" dirty="0" smtClean="0">
                <a:solidFill>
                  <a:srgbClr val="C00000"/>
                </a:solidFill>
              </a:rPr>
              <a:t>The Federal Risk and Authorization Management Program (</a:t>
            </a:r>
            <a:r>
              <a:rPr lang="en-US" sz="2400" i="1" dirty="0" err="1" smtClean="0">
                <a:solidFill>
                  <a:srgbClr val="C00000"/>
                </a:solidFill>
              </a:rPr>
              <a:t>FedRAMP</a:t>
            </a:r>
            <a:r>
              <a:rPr lang="en-US" sz="2400" i="1" dirty="0" smtClean="0">
                <a:solidFill>
                  <a:srgbClr val="C00000"/>
                </a:solidFill>
              </a:rPr>
              <a:t>)</a:t>
            </a:r>
            <a:r>
              <a:rPr lang="en-US" sz="2400" dirty="0" smtClean="0"/>
              <a:t> is </a:t>
            </a:r>
            <a:r>
              <a:rPr lang="en-US" sz="2400" u="sng" dirty="0" smtClean="0"/>
              <a:t>a government-wide program</a:t>
            </a:r>
            <a:r>
              <a:rPr lang="en-US" sz="2400" dirty="0" smtClean="0"/>
              <a:t> that provides a </a:t>
            </a:r>
            <a:r>
              <a:rPr lang="en-US" sz="2400" u="sng" dirty="0" smtClean="0"/>
              <a:t>standardized approach</a:t>
            </a:r>
            <a:r>
              <a:rPr lang="en-US" sz="2400" dirty="0" smtClean="0"/>
              <a:t> to </a:t>
            </a:r>
            <a:r>
              <a:rPr lang="en-US" sz="2400" u="sng" dirty="0" smtClean="0"/>
              <a:t>security</a:t>
            </a:r>
            <a:r>
              <a:rPr lang="en-US" sz="2400" dirty="0" smtClean="0"/>
              <a:t> assessment, authorization, and continuous </a:t>
            </a:r>
            <a:r>
              <a:rPr lang="en-US" sz="2400" u="sng" dirty="0" smtClean="0"/>
              <a:t>monitoring</a:t>
            </a:r>
            <a:r>
              <a:rPr lang="en-US" sz="2400" dirty="0" smtClean="0"/>
              <a:t> for cloud products and services. </a:t>
            </a:r>
          </a:p>
          <a:p>
            <a:r>
              <a:rPr lang="en-US" sz="2400" dirty="0" err="1" smtClean="0"/>
              <a:t>FedRAMP</a:t>
            </a:r>
            <a:r>
              <a:rPr lang="en-US" sz="2400" dirty="0" smtClean="0"/>
              <a:t> created and manages </a:t>
            </a:r>
            <a:r>
              <a:rPr lang="en-US" sz="2400" i="1" dirty="0" smtClean="0">
                <a:solidFill>
                  <a:srgbClr val="C00000"/>
                </a:solidFill>
              </a:rPr>
              <a:t>a core set of processes</a:t>
            </a:r>
            <a:r>
              <a:rPr lang="en-US" sz="2400" dirty="0" smtClean="0"/>
              <a:t> to ensure effective, repeatable cloud security for the government.</a:t>
            </a:r>
          </a:p>
          <a:p>
            <a:r>
              <a:rPr lang="en-US" sz="2400" dirty="0" err="1" smtClean="0"/>
              <a:t>FedRAMP</a:t>
            </a:r>
            <a:r>
              <a:rPr lang="en-US" sz="2400" dirty="0" smtClean="0"/>
              <a:t> established a mature marketplace to increase utilization and familiarity with cloud services while facilitating collaboration across government through open exchanges of lessons learned, use cases, and tactical solutions.</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Build a Cloud</a:t>
            </a:r>
            <a:endParaRPr lang="en-US" dirty="0"/>
          </a:p>
        </p:txBody>
      </p:sp>
      <p:sp>
        <p:nvSpPr>
          <p:cNvPr id="3" name="Content Placeholder 2"/>
          <p:cNvSpPr>
            <a:spLocks noGrp="1"/>
          </p:cNvSpPr>
          <p:nvPr>
            <p:ph idx="1"/>
          </p:nvPr>
        </p:nvSpPr>
        <p:spPr/>
        <p:txBody>
          <a:bodyPr/>
          <a:lstStyle/>
          <a:p>
            <a:r>
              <a:rPr lang="en-US" sz="2800" dirty="0" smtClean="0"/>
              <a:t>Big data storage</a:t>
            </a:r>
          </a:p>
          <a:p>
            <a:r>
              <a:rPr lang="en-US" sz="2800" dirty="0" smtClean="0"/>
              <a:t>Big data processing</a:t>
            </a:r>
          </a:p>
          <a:p>
            <a:r>
              <a:rPr lang="en-US" sz="2800" dirty="0" smtClean="0"/>
              <a:t>Multi-tenancy</a:t>
            </a:r>
          </a:p>
          <a:p>
            <a:r>
              <a:rPr lang="en-US" sz="2800" dirty="0" smtClean="0"/>
              <a:t>Scalability</a:t>
            </a:r>
          </a:p>
          <a:p>
            <a:r>
              <a:rPr lang="en-US" sz="2800" dirty="0" smtClean="0"/>
              <a:t>Fault tolerance</a:t>
            </a:r>
          </a:p>
          <a:p>
            <a:r>
              <a:rPr lang="en-US" sz="2800" dirty="0" smtClean="0"/>
              <a:t>Asynchrony</a:t>
            </a:r>
          </a:p>
          <a:p>
            <a:r>
              <a:rPr lang="en-US" sz="2800" dirty="0" smtClean="0"/>
              <a:t>Concurrency</a:t>
            </a:r>
            <a:endParaRPr lang="en-US" sz="2800" dirty="0"/>
          </a:p>
        </p:txBody>
      </p:sp>
      <p:pic>
        <p:nvPicPr>
          <p:cNvPr id="65538" name="Picture 2" descr="https://media.wired.com/photos/5932832c52d99d6b984df129/master/pass/Microsoft-datacenter.jpg"/>
          <p:cNvPicPr>
            <a:picLocks noChangeAspect="1" noChangeArrowheads="1"/>
          </p:cNvPicPr>
          <p:nvPr/>
        </p:nvPicPr>
        <p:blipFill>
          <a:blip r:embed="rId2" cstate="print"/>
          <a:srcRect/>
          <a:stretch>
            <a:fillRect/>
          </a:stretch>
        </p:blipFill>
        <p:spPr bwMode="auto">
          <a:xfrm>
            <a:off x="5238750" y="1752600"/>
            <a:ext cx="3143250" cy="2095500"/>
          </a:xfrm>
          <a:prstGeom prst="rect">
            <a:avLst/>
          </a:prstGeom>
          <a:noFill/>
        </p:spPr>
      </p:pic>
      <p:pic>
        <p:nvPicPr>
          <p:cNvPr id="65540" name="Picture 4" descr="https://dgtlinfra.com/wp-content/uploads/2022/04/Microsoft-Azure-Data-Center-Centers-Locations.jpg"/>
          <p:cNvPicPr>
            <a:picLocks noChangeAspect="1" noChangeArrowheads="1"/>
          </p:cNvPicPr>
          <p:nvPr/>
        </p:nvPicPr>
        <p:blipFill>
          <a:blip r:embed="rId3" cstate="print"/>
          <a:srcRect/>
          <a:stretch>
            <a:fillRect/>
          </a:stretch>
        </p:blipFill>
        <p:spPr bwMode="auto">
          <a:xfrm>
            <a:off x="5181600" y="4191000"/>
            <a:ext cx="3175000" cy="1785938"/>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Software Engineering [7]</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Service providers</a:t>
            </a:r>
            <a:r>
              <a:rPr lang="en-US" sz="2200" dirty="0" smtClean="0"/>
              <a:t> </a:t>
            </a:r>
            <a:r>
              <a:rPr lang="en-US" sz="2200" u="sng" dirty="0" smtClean="0"/>
              <a:t>publish</a:t>
            </a:r>
            <a:r>
              <a:rPr lang="en-US" sz="2200" dirty="0" smtClean="0"/>
              <a:t> their services to a federated cloud directory.</a:t>
            </a:r>
          </a:p>
          <a:p>
            <a:r>
              <a:rPr lang="en-US" sz="2200" i="1" dirty="0" smtClean="0">
                <a:solidFill>
                  <a:srgbClr val="C00000"/>
                </a:solidFill>
              </a:rPr>
              <a:t>Application developers</a:t>
            </a:r>
            <a:r>
              <a:rPr lang="en-US" sz="2200" dirty="0" smtClean="0"/>
              <a:t> </a:t>
            </a:r>
            <a:r>
              <a:rPr lang="en-US" sz="2200" u="sng" dirty="0" smtClean="0"/>
              <a:t>discover</a:t>
            </a:r>
            <a:r>
              <a:rPr lang="en-US" sz="2200" dirty="0" smtClean="0"/>
              <a:t> and </a:t>
            </a:r>
            <a:r>
              <a:rPr lang="en-US" sz="2200" u="sng" dirty="0" smtClean="0"/>
              <a:t>compose</a:t>
            </a:r>
            <a:r>
              <a:rPr lang="en-US" sz="2200" dirty="0" smtClean="0"/>
              <a:t> the services to build an application, which is delivered to users through the cloud.</a:t>
            </a:r>
          </a:p>
          <a:p>
            <a:endParaRPr lang="en-US" sz="2200" dirty="0"/>
          </a:p>
        </p:txBody>
      </p:sp>
      <p:pic>
        <p:nvPicPr>
          <p:cNvPr id="4" name="Picture 3"/>
          <p:cNvPicPr>
            <a:picLocks noChangeAspect="1" noChangeArrowheads="1"/>
          </p:cNvPicPr>
          <p:nvPr/>
        </p:nvPicPr>
        <p:blipFill>
          <a:blip r:embed="rId2" cstate="print"/>
          <a:srcRect/>
          <a:stretch>
            <a:fillRect/>
          </a:stretch>
        </p:blipFill>
        <p:spPr bwMode="auto">
          <a:xfrm>
            <a:off x="547688" y="3667125"/>
            <a:ext cx="8048625" cy="288607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Cloud Software Engineering Process</a:t>
            </a:r>
            <a:endParaRPr lang="en-US" sz="4000" dirty="0"/>
          </a:p>
        </p:txBody>
      </p:sp>
      <p:pic>
        <p:nvPicPr>
          <p:cNvPr id="3075" name="Picture 3"/>
          <p:cNvPicPr>
            <a:picLocks noChangeAspect="1" noChangeArrowheads="1"/>
          </p:cNvPicPr>
          <p:nvPr/>
        </p:nvPicPr>
        <p:blipFill>
          <a:blip r:embed="rId2" cstate="print"/>
          <a:srcRect/>
          <a:stretch>
            <a:fillRect/>
          </a:stretch>
        </p:blipFill>
        <p:spPr bwMode="auto">
          <a:xfrm>
            <a:off x="1733550" y="1905000"/>
            <a:ext cx="5676900" cy="4210050"/>
          </a:xfrm>
          <a:prstGeom prst="rect">
            <a:avLst/>
          </a:prstGeom>
          <a:noFill/>
          <a:ln w="9525">
            <a:noFill/>
            <a:miter lim="800000"/>
            <a:headEnd/>
            <a:tailEnd/>
          </a:ln>
        </p:spPr>
      </p:pic>
      <p:sp>
        <p:nvSpPr>
          <p:cNvPr id="6" name="Rectangle 5"/>
          <p:cNvSpPr/>
          <p:nvPr/>
        </p:nvSpPr>
        <p:spPr>
          <a:xfrm>
            <a:off x="7543800" y="1676400"/>
            <a:ext cx="1371600" cy="4524315"/>
          </a:xfrm>
          <a:prstGeom prst="rect">
            <a:avLst/>
          </a:prstGeom>
        </p:spPr>
        <p:txBody>
          <a:bodyPr wrap="square">
            <a:spAutoFit/>
          </a:bodyPr>
          <a:lstStyle/>
          <a:p>
            <a:r>
              <a:rPr lang="en-US" sz="1600" b="1" dirty="0" smtClean="0">
                <a:latin typeface="+mj-lt"/>
              </a:rPr>
              <a:t>From the service </a:t>
            </a:r>
            <a:r>
              <a:rPr lang="en-US" sz="1600" b="1" i="1" dirty="0" smtClean="0">
                <a:solidFill>
                  <a:srgbClr val="C00000"/>
                </a:solidFill>
                <a:latin typeface="+mj-lt"/>
              </a:rPr>
              <a:t>providers' view</a:t>
            </a:r>
            <a:r>
              <a:rPr lang="en-US" sz="1600" b="1" dirty="0" smtClean="0">
                <a:latin typeface="+mj-lt"/>
              </a:rPr>
              <a:t>, service development is similar to what happens in other software development processes, except that services must also comply with standard protocols and interfaces.</a:t>
            </a:r>
            <a:endParaRPr lang="en-US" sz="1600" b="1" dirty="0">
              <a:latin typeface="+mj-lt"/>
            </a:endParaRPr>
          </a:p>
        </p:txBody>
      </p:sp>
      <p:pic>
        <p:nvPicPr>
          <p:cNvPr id="2050" name="Picture 2"/>
          <p:cNvPicPr>
            <a:picLocks noChangeAspect="1" noChangeArrowheads="1"/>
          </p:cNvPicPr>
          <p:nvPr/>
        </p:nvPicPr>
        <p:blipFill>
          <a:blip r:embed="rId3" cstate="print"/>
          <a:srcRect/>
          <a:stretch>
            <a:fillRect/>
          </a:stretch>
        </p:blipFill>
        <p:spPr bwMode="auto">
          <a:xfrm>
            <a:off x="304800" y="1371600"/>
            <a:ext cx="1143000" cy="1143000"/>
          </a:xfrm>
          <a:prstGeom prst="rect">
            <a:avLst/>
          </a:prstGeom>
          <a:noFill/>
          <a:ln w="9525">
            <a:noFill/>
            <a:miter lim="800000"/>
            <a:headEnd/>
            <a:tailEnd/>
          </a:ln>
        </p:spPr>
      </p:pic>
      <p:cxnSp>
        <p:nvCxnSpPr>
          <p:cNvPr id="8" name="Straight Arrow Connector 7"/>
          <p:cNvCxnSpPr/>
          <p:nvPr/>
        </p:nvCxnSpPr>
        <p:spPr>
          <a:xfrm>
            <a:off x="1295400" y="2209800"/>
            <a:ext cx="3048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Cloud-Based Software Development</a:t>
            </a:r>
            <a:endParaRPr lang="en-US" sz="4200" dirty="0"/>
          </a:p>
        </p:txBody>
      </p:sp>
      <p:graphicFrame>
        <p:nvGraphicFramePr>
          <p:cNvPr id="7" name="Diagram 6"/>
          <p:cNvGraphicFramePr/>
          <p:nvPr/>
        </p:nvGraphicFramePr>
        <p:xfrm>
          <a:off x="304800" y="1625600"/>
          <a:ext cx="8534400" cy="500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Fog Computing</a:t>
            </a:r>
            <a:endParaRPr lang="en-US" dirty="0"/>
          </a:p>
        </p:txBody>
      </p:sp>
      <p:sp>
        <p:nvSpPr>
          <p:cNvPr id="3" name="Content Placeholder 2"/>
          <p:cNvSpPr>
            <a:spLocks noGrp="1"/>
          </p:cNvSpPr>
          <p:nvPr>
            <p:ph idx="1"/>
          </p:nvPr>
        </p:nvSpPr>
        <p:spPr/>
        <p:txBody>
          <a:bodyPr/>
          <a:lstStyle/>
          <a:p>
            <a:r>
              <a:rPr lang="en-US" sz="1800" dirty="0" err="1" smtClean="0"/>
              <a:t>Flavio</a:t>
            </a:r>
            <a:r>
              <a:rPr lang="en-US" sz="1800" dirty="0" smtClean="0"/>
              <a:t> </a:t>
            </a:r>
            <a:r>
              <a:rPr lang="en-US" sz="1800" dirty="0" err="1" smtClean="0"/>
              <a:t>Bonomi</a:t>
            </a:r>
            <a:r>
              <a:rPr lang="en-US" sz="1800" dirty="0" smtClean="0"/>
              <a:t> et al. (2012). Fog Computing and Its Role in the Internet of Things.</a:t>
            </a:r>
          </a:p>
          <a:p>
            <a:r>
              <a:rPr lang="en-US" sz="1800" i="1" dirty="0" smtClean="0">
                <a:solidFill>
                  <a:srgbClr val="C00000"/>
                </a:solidFill>
              </a:rPr>
              <a:t>Fog computing</a:t>
            </a:r>
            <a:r>
              <a:rPr lang="en-US" sz="1800" dirty="0" smtClean="0"/>
              <a:t> is a highly </a:t>
            </a:r>
            <a:r>
              <a:rPr lang="en-US" sz="1800" u="sng" dirty="0" smtClean="0"/>
              <a:t>virtualized platform</a:t>
            </a:r>
            <a:r>
              <a:rPr lang="en-US" sz="1800" dirty="0" smtClean="0"/>
              <a:t> that provides compute, storage, and networking services </a:t>
            </a:r>
            <a:r>
              <a:rPr lang="en-US" sz="1800" u="sng" dirty="0" smtClean="0"/>
              <a:t>between end devices and traditional cloud computing data centers</a:t>
            </a:r>
            <a:r>
              <a:rPr lang="en-US" sz="1800" dirty="0" smtClean="0"/>
              <a:t>, typically, but not exclusively located at the edge of network.</a:t>
            </a:r>
          </a:p>
          <a:p>
            <a:endParaRPr lang="en-US" sz="1800" dirty="0"/>
          </a:p>
        </p:txBody>
      </p:sp>
      <p:pic>
        <p:nvPicPr>
          <p:cNvPr id="1028" name="Picture 4" descr="https://www.ionos.co.uk/digitalguide/fileadmin/DigitalGuide/Schaubilder/cloud-fog-layer.png"/>
          <p:cNvPicPr>
            <a:picLocks noChangeAspect="1" noChangeArrowheads="1"/>
          </p:cNvPicPr>
          <p:nvPr/>
        </p:nvPicPr>
        <p:blipFill>
          <a:blip r:embed="rId2" cstate="print"/>
          <a:srcRect/>
          <a:stretch>
            <a:fillRect/>
          </a:stretch>
        </p:blipFill>
        <p:spPr bwMode="auto">
          <a:xfrm>
            <a:off x="914400" y="3352800"/>
            <a:ext cx="4267796" cy="2400635"/>
          </a:xfrm>
          <a:prstGeom prst="rect">
            <a:avLst/>
          </a:prstGeom>
          <a:noFill/>
        </p:spPr>
      </p:pic>
      <p:sp>
        <p:nvSpPr>
          <p:cNvPr id="6" name="Rectangle 5"/>
          <p:cNvSpPr/>
          <p:nvPr/>
        </p:nvSpPr>
        <p:spPr>
          <a:xfrm>
            <a:off x="5715000" y="3276600"/>
            <a:ext cx="2819400" cy="26776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smtClean="0">
                <a:latin typeface="+mj-lt"/>
              </a:rPr>
              <a:t>Fog layer: Platform to deliver a rich portfolio of new services and applications at the edge of the network.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sz="2600" dirty="0" smtClean="0"/>
              <a:t>AWS </a:t>
            </a:r>
            <a:r>
              <a:rPr lang="en-US" sz="2600" dirty="0" err="1" smtClean="0"/>
              <a:t>IoT</a:t>
            </a:r>
            <a:r>
              <a:rPr lang="en-US" sz="2600" dirty="0" smtClean="0"/>
              <a:t> </a:t>
            </a:r>
            <a:r>
              <a:rPr lang="en-US" sz="2600" dirty="0" err="1" smtClean="0"/>
              <a:t>Greengrass</a:t>
            </a:r>
            <a:endParaRPr lang="en-US" sz="2600" dirty="0" smtClean="0"/>
          </a:p>
          <a:p>
            <a:pPr lvl="1"/>
            <a:r>
              <a:rPr lang="en-US" sz="2200" dirty="0" smtClean="0">
                <a:hlinkClick r:id="rId2"/>
              </a:rPr>
              <a:t>https://aws.amazon.com/greengrass/</a:t>
            </a:r>
            <a:endParaRPr lang="en-US" sz="2200" dirty="0" smtClean="0"/>
          </a:p>
          <a:p>
            <a:r>
              <a:rPr lang="en-US" sz="2600" dirty="0" smtClean="0"/>
              <a:t>Azure </a:t>
            </a:r>
            <a:r>
              <a:rPr lang="en-US" sz="2600" dirty="0" err="1" smtClean="0"/>
              <a:t>IoT</a:t>
            </a:r>
            <a:r>
              <a:rPr lang="en-US" sz="2600" dirty="0" smtClean="0"/>
              <a:t> Edge</a:t>
            </a:r>
          </a:p>
          <a:p>
            <a:pPr lvl="1"/>
            <a:r>
              <a:rPr lang="en-US" sz="2200" dirty="0" smtClean="0">
                <a:hlinkClick r:id="rId3"/>
              </a:rPr>
              <a:t>https://azure.microsoft.com/en-us/products/iot-edge/</a:t>
            </a:r>
            <a:endParaRPr lang="en-US" sz="2200" dirty="0" smtClean="0"/>
          </a:p>
          <a:p>
            <a:r>
              <a:rPr lang="en-US" sz="2800" dirty="0" smtClean="0"/>
              <a:t>Google Distributed Cloud</a:t>
            </a:r>
          </a:p>
          <a:p>
            <a:pPr lvl="1"/>
            <a:r>
              <a:rPr lang="en-US" sz="2200" dirty="0" smtClean="0">
                <a:hlinkClick r:id="rId4"/>
              </a:rPr>
              <a:t>https://cloud.google.com/distributed-cloud</a:t>
            </a:r>
            <a:endParaRPr lang="en-US" sz="2200" dirty="0" smtClean="0"/>
          </a:p>
          <a:p>
            <a:endParaRPr lang="en-US" sz="2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Fog Computing?</a:t>
            </a:r>
            <a:endParaRPr lang="en-US" dirty="0"/>
          </a:p>
        </p:txBody>
      </p:sp>
      <p:sp>
        <p:nvSpPr>
          <p:cNvPr id="3" name="Content Placeholder 2"/>
          <p:cNvSpPr>
            <a:spLocks noGrp="1"/>
          </p:cNvSpPr>
          <p:nvPr>
            <p:ph idx="1"/>
          </p:nvPr>
        </p:nvSpPr>
        <p:spPr/>
        <p:txBody>
          <a:bodyPr/>
          <a:lstStyle/>
          <a:p>
            <a:r>
              <a:rPr lang="en-US" sz="2400" dirty="0" smtClean="0"/>
              <a:t>Cloud computing frees the enterprise and the end user from the specification of many details.</a:t>
            </a:r>
          </a:p>
          <a:p>
            <a:r>
              <a:rPr lang="en-US" sz="2400" dirty="0" smtClean="0"/>
              <a:t>This bliss becomes a problem for </a:t>
            </a:r>
            <a:r>
              <a:rPr lang="en-US" sz="2400" i="1" dirty="0" smtClean="0">
                <a:solidFill>
                  <a:srgbClr val="C00000"/>
                </a:solidFill>
              </a:rPr>
              <a:t>latency-sensitive</a:t>
            </a:r>
            <a:r>
              <a:rPr lang="en-US" sz="2400" dirty="0" smtClean="0"/>
              <a:t> applications, which require nodes in the vicinity to meet their delay requirements.</a:t>
            </a:r>
          </a:p>
          <a:p>
            <a:r>
              <a:rPr lang="en-US" sz="2400" dirty="0" smtClean="0"/>
              <a:t>An emerging wave of Internet deployments, most notably </a:t>
            </a:r>
            <a:r>
              <a:rPr lang="en-US" sz="2400" u="sng" dirty="0" smtClean="0"/>
              <a:t>the Internet of Things (</a:t>
            </a:r>
            <a:r>
              <a:rPr lang="en-US" sz="2400" u="sng" dirty="0" err="1" smtClean="0"/>
              <a:t>IoTs</a:t>
            </a:r>
            <a:r>
              <a:rPr lang="en-US" sz="2400" u="sng" dirty="0" smtClean="0"/>
              <a:t>)</a:t>
            </a:r>
            <a:r>
              <a:rPr lang="en-US" sz="2400" dirty="0" smtClean="0"/>
              <a:t>, requires </a:t>
            </a:r>
            <a:r>
              <a:rPr lang="en-US" sz="2400" i="1" dirty="0" smtClean="0">
                <a:solidFill>
                  <a:srgbClr val="C00000"/>
                </a:solidFill>
              </a:rPr>
              <a:t>mobility support</a:t>
            </a:r>
            <a:r>
              <a:rPr lang="en-US" sz="2400" dirty="0" smtClean="0"/>
              <a:t> and </a:t>
            </a:r>
            <a:r>
              <a:rPr lang="en-US" sz="2400" i="1" dirty="0" smtClean="0">
                <a:solidFill>
                  <a:srgbClr val="C00000"/>
                </a:solidFill>
              </a:rPr>
              <a:t>geo-distribution</a:t>
            </a:r>
            <a:r>
              <a:rPr lang="en-US" sz="2400" dirty="0" smtClean="0"/>
              <a:t> in addition to </a:t>
            </a:r>
            <a:r>
              <a:rPr lang="en-US" sz="2400" i="1" dirty="0" smtClean="0">
                <a:solidFill>
                  <a:srgbClr val="C00000"/>
                </a:solidFill>
              </a:rPr>
              <a:t>location awareness</a:t>
            </a:r>
            <a:r>
              <a:rPr lang="en-US" sz="2400" dirty="0" smtClean="0"/>
              <a:t> and </a:t>
            </a:r>
            <a:r>
              <a:rPr lang="en-US" sz="2400" i="1" dirty="0" smtClean="0">
                <a:solidFill>
                  <a:srgbClr val="C00000"/>
                </a:solidFill>
              </a:rPr>
              <a:t>low latency</a:t>
            </a:r>
            <a:r>
              <a:rPr lang="en-US" sz="2400" dirty="0" smtClean="0"/>
              <a:t>.</a:t>
            </a:r>
          </a:p>
          <a:p>
            <a:r>
              <a:rPr lang="en-US" sz="2400" dirty="0" smtClean="0"/>
              <a:t>Compute, storage, and networking resources are the building blocks of both the Cloud and the Fog.</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Fog Computing vs. Private Cloud</a:t>
            </a:r>
            <a:endParaRPr lang="en-US" dirty="0"/>
          </a:p>
        </p:txBody>
      </p:sp>
      <p:graphicFrame>
        <p:nvGraphicFramePr>
          <p:cNvPr id="5" name="Table 4"/>
          <p:cNvGraphicFramePr>
            <a:graphicFrameLocks noGrp="1"/>
          </p:cNvGraphicFramePr>
          <p:nvPr/>
        </p:nvGraphicFramePr>
        <p:xfrm>
          <a:off x="457200" y="1495342"/>
          <a:ext cx="8229599" cy="4753058"/>
        </p:xfrm>
        <a:graphic>
          <a:graphicData uri="http://schemas.openxmlformats.org/drawingml/2006/table">
            <a:tbl>
              <a:tblPr firstRow="1">
                <a:tableStyleId>{3C2FFA5D-87B4-456A-9821-1D502468CF0F}</a:tableStyleId>
              </a:tblPr>
              <a:tblGrid>
                <a:gridCol w="2584447"/>
                <a:gridCol w="2822576"/>
                <a:gridCol w="2822576"/>
              </a:tblGrid>
              <a:tr h="91326">
                <a:tc>
                  <a:txBody>
                    <a:bodyPr/>
                    <a:lstStyle/>
                    <a:p>
                      <a:r>
                        <a:rPr lang="en-US" sz="1200" dirty="0"/>
                        <a:t>Aspect</a:t>
                      </a:r>
                    </a:p>
                  </a:txBody>
                  <a:tcPr marL="22831" marR="22831" marT="11416" marB="11416" anchor="ctr"/>
                </a:tc>
                <a:tc>
                  <a:txBody>
                    <a:bodyPr/>
                    <a:lstStyle/>
                    <a:p>
                      <a:r>
                        <a:rPr lang="en-US" sz="1200"/>
                        <a:t>Fog Computing</a:t>
                      </a:r>
                    </a:p>
                  </a:txBody>
                  <a:tcPr marL="22831" marR="22831" marT="11416" marB="11416" anchor="ctr"/>
                </a:tc>
                <a:tc>
                  <a:txBody>
                    <a:bodyPr/>
                    <a:lstStyle/>
                    <a:p>
                      <a:r>
                        <a:rPr lang="en-US" sz="1200"/>
                        <a:t>Private Cloud</a:t>
                      </a:r>
                    </a:p>
                  </a:txBody>
                  <a:tcPr marL="22831" marR="22831" marT="11416" marB="11416" anchor="ctr"/>
                </a:tc>
              </a:tr>
              <a:tr h="844764">
                <a:tc>
                  <a:txBody>
                    <a:bodyPr/>
                    <a:lstStyle/>
                    <a:p>
                      <a:r>
                        <a:rPr lang="en-US" sz="1200"/>
                        <a:t>Definition</a:t>
                      </a:r>
                    </a:p>
                  </a:txBody>
                  <a:tcPr marL="22831" marR="22831" marT="11416" marB="11416" anchor="ctr"/>
                </a:tc>
                <a:tc>
                  <a:txBody>
                    <a:bodyPr/>
                    <a:lstStyle/>
                    <a:p>
                      <a:r>
                        <a:rPr lang="en-US" sz="1200" dirty="0"/>
                        <a:t>A decentralized computing paradigm that extends cloud services to the network edge, bringing computation, storage, and control closer to data sources (</a:t>
                      </a:r>
                      <a:r>
                        <a:rPr lang="en-US" sz="1200" dirty="0" err="1"/>
                        <a:t>IoT</a:t>
                      </a:r>
                      <a:r>
                        <a:rPr lang="en-US" sz="1200" dirty="0"/>
                        <a:t> devices).</a:t>
                      </a:r>
                    </a:p>
                  </a:txBody>
                  <a:tcPr marL="22831" marR="22831" marT="11416" marB="11416" anchor="ctr"/>
                </a:tc>
                <a:tc>
                  <a:txBody>
                    <a:bodyPr/>
                    <a:lstStyle/>
                    <a:p>
                      <a:r>
                        <a:rPr lang="en-US" sz="1200"/>
                        <a:t>A dedicated cloud infrastructure operated exclusively for one organization, hosted either on-premises or by a third party.</a:t>
                      </a:r>
                    </a:p>
                  </a:txBody>
                  <a:tcPr marL="22831" marR="22831" marT="11416" marB="11416" anchor="ctr"/>
                </a:tc>
              </a:tr>
              <a:tr h="433798">
                <a:tc>
                  <a:txBody>
                    <a:bodyPr/>
                    <a:lstStyle/>
                    <a:p>
                      <a:r>
                        <a:rPr lang="en-US" sz="1200" dirty="0"/>
                        <a:t>Primary Goal</a:t>
                      </a:r>
                    </a:p>
                  </a:txBody>
                  <a:tcPr marL="22831" marR="22831" marT="11416" marB="11416" anchor="ctr"/>
                </a:tc>
                <a:tc>
                  <a:txBody>
                    <a:bodyPr/>
                    <a:lstStyle/>
                    <a:p>
                      <a:r>
                        <a:rPr lang="en-US" sz="1200"/>
                        <a:t>Reduce latency and bandwidth use by processing data near the source.</a:t>
                      </a:r>
                    </a:p>
                  </a:txBody>
                  <a:tcPr marL="22831" marR="22831" marT="11416" marB="11416" anchor="ctr"/>
                </a:tc>
                <a:tc>
                  <a:txBody>
                    <a:bodyPr/>
                    <a:lstStyle/>
                    <a:p>
                      <a:r>
                        <a:rPr lang="en-US" sz="1200"/>
                        <a:t>Provide control, privacy, and compliance over data and resources within a closed cloud environment.</a:t>
                      </a:r>
                    </a:p>
                  </a:txBody>
                  <a:tcPr marL="22831" marR="22831" marT="11416" marB="11416" anchor="ctr"/>
                </a:tc>
              </a:tr>
              <a:tr h="502292">
                <a:tc>
                  <a:txBody>
                    <a:bodyPr/>
                    <a:lstStyle/>
                    <a:p>
                      <a:r>
                        <a:rPr lang="en-US" sz="1200"/>
                        <a:t>Architecture</a:t>
                      </a:r>
                    </a:p>
                  </a:txBody>
                  <a:tcPr marL="22831" marR="22831" marT="11416" marB="11416" anchor="ctr"/>
                </a:tc>
                <a:tc>
                  <a:txBody>
                    <a:bodyPr/>
                    <a:lstStyle/>
                    <a:p>
                      <a:r>
                        <a:rPr lang="en-US" sz="1200"/>
                        <a:t>Hierarchical and distributed: edge → fog → cloud layers.</a:t>
                      </a:r>
                    </a:p>
                  </a:txBody>
                  <a:tcPr marL="22831" marR="22831" marT="11416" marB="11416" anchor="ctr"/>
                </a:tc>
                <a:tc>
                  <a:txBody>
                    <a:bodyPr/>
                    <a:lstStyle/>
                    <a:p>
                      <a:r>
                        <a:rPr lang="en-US" sz="1200" dirty="0"/>
                        <a:t>Centralized or semi-centralized: internal data centers interconnected by virtualized infrastructure.</a:t>
                      </a:r>
                    </a:p>
                  </a:txBody>
                  <a:tcPr marL="22831" marR="22831" marT="11416" marB="11416" anchor="ctr"/>
                </a:tc>
              </a:tr>
              <a:tr h="365303">
                <a:tc>
                  <a:txBody>
                    <a:bodyPr/>
                    <a:lstStyle/>
                    <a:p>
                      <a:r>
                        <a:rPr lang="en-US" sz="1200"/>
                        <a:t>Resource Location</a:t>
                      </a:r>
                    </a:p>
                  </a:txBody>
                  <a:tcPr marL="22831" marR="22831" marT="11416" marB="11416" anchor="ctr"/>
                </a:tc>
                <a:tc>
                  <a:txBody>
                    <a:bodyPr/>
                    <a:lstStyle/>
                    <a:p>
                      <a:r>
                        <a:rPr lang="en-US" sz="1200" dirty="0"/>
                        <a:t>Located at or near network edges — e.g., routers, gateways, </a:t>
                      </a:r>
                      <a:r>
                        <a:rPr lang="en-US" sz="1200" dirty="0" err="1"/>
                        <a:t>IoT</a:t>
                      </a:r>
                      <a:r>
                        <a:rPr lang="en-US" sz="1200" dirty="0"/>
                        <a:t> nodes.</a:t>
                      </a:r>
                    </a:p>
                  </a:txBody>
                  <a:tcPr marL="22831" marR="22831" marT="11416" marB="11416" anchor="ctr"/>
                </a:tc>
                <a:tc>
                  <a:txBody>
                    <a:bodyPr/>
                    <a:lstStyle/>
                    <a:p>
                      <a:r>
                        <a:rPr lang="en-US" sz="1200"/>
                        <a:t>Located in centralized, secure data centers owned or managed by the organization.</a:t>
                      </a:r>
                    </a:p>
                  </a:txBody>
                  <a:tcPr marL="22831" marR="22831" marT="11416" marB="11416" anchor="ctr"/>
                </a:tc>
              </a:tr>
              <a:tr h="502292">
                <a:tc>
                  <a:txBody>
                    <a:bodyPr/>
                    <a:lstStyle/>
                    <a:p>
                      <a:r>
                        <a:rPr lang="en-US" sz="1200"/>
                        <a:t>Key Technologies</a:t>
                      </a:r>
                    </a:p>
                  </a:txBody>
                  <a:tcPr marL="22831" marR="22831" marT="11416" marB="11416" anchor="ctr"/>
                </a:tc>
                <a:tc>
                  <a:txBody>
                    <a:bodyPr/>
                    <a:lstStyle/>
                    <a:p>
                      <a:r>
                        <a:rPr lang="en-US" sz="1200"/>
                        <a:t>Edge analytics, virtualization on gateways, local orchestration, latency-sensitive IoT applications.</a:t>
                      </a:r>
                    </a:p>
                  </a:txBody>
                  <a:tcPr marL="22831" marR="22831" marT="11416" marB="11416" anchor="ctr"/>
                </a:tc>
                <a:tc>
                  <a:txBody>
                    <a:bodyPr/>
                    <a:lstStyle/>
                    <a:p>
                      <a:r>
                        <a:rPr lang="en-US" sz="1200"/>
                        <a:t>Virtualization, hypervisors (VMware, KVM), orchestration (OpenStack, Kubernetes), data governance.</a:t>
                      </a:r>
                    </a:p>
                  </a:txBody>
                  <a:tcPr marL="22831" marR="22831" marT="11416" marB="11416" anchor="ctr"/>
                </a:tc>
              </a:tr>
              <a:tr h="433798">
                <a:tc>
                  <a:txBody>
                    <a:bodyPr/>
                    <a:lstStyle/>
                    <a:p>
                      <a:r>
                        <a:rPr lang="en-US" sz="1200"/>
                        <a:t>Typical Use Cases</a:t>
                      </a:r>
                    </a:p>
                  </a:txBody>
                  <a:tcPr marL="22831" marR="22831" marT="11416" marB="11416" anchor="ctr"/>
                </a:tc>
                <a:tc>
                  <a:txBody>
                    <a:bodyPr/>
                    <a:lstStyle/>
                    <a:p>
                      <a:r>
                        <a:rPr lang="en-US" sz="1200"/>
                        <a:t>Smart cities, autonomous vehicles, industrial IoT, real-time healthcare monitoring.</a:t>
                      </a:r>
                    </a:p>
                  </a:txBody>
                  <a:tcPr marL="22831" marR="22831" marT="11416" marB="11416" anchor="ctr"/>
                </a:tc>
                <a:tc>
                  <a:txBody>
                    <a:bodyPr/>
                    <a:lstStyle/>
                    <a:p>
                      <a:r>
                        <a:rPr lang="en-US" sz="1200"/>
                        <a:t>Financial systems, government data centers, regulated healthcare, enterprise workloads.</a:t>
                      </a:r>
                    </a:p>
                  </a:txBody>
                  <a:tcPr marL="22831" marR="22831" marT="11416" marB="11416" anchor="ctr"/>
                </a:tc>
              </a:tr>
              <a:tr h="296809">
                <a:tc>
                  <a:txBody>
                    <a:bodyPr/>
                    <a:lstStyle/>
                    <a:p>
                      <a:r>
                        <a:rPr lang="en-US" sz="1200"/>
                        <a:t>Latency Sensitivity</a:t>
                      </a:r>
                    </a:p>
                  </a:txBody>
                  <a:tcPr marL="22831" marR="22831" marT="11416" marB="11416" anchor="ctr"/>
                </a:tc>
                <a:tc>
                  <a:txBody>
                    <a:bodyPr/>
                    <a:lstStyle/>
                    <a:p>
                      <a:r>
                        <a:rPr lang="en-US" sz="1200"/>
                        <a:t>Very low latency (milliseconds) critical for IoT control loops.</a:t>
                      </a:r>
                    </a:p>
                  </a:txBody>
                  <a:tcPr marL="22831" marR="22831" marT="11416" marB="11416" anchor="ctr"/>
                </a:tc>
                <a:tc>
                  <a:txBody>
                    <a:bodyPr/>
                    <a:lstStyle/>
                    <a:p>
                      <a:r>
                        <a:rPr lang="en-US" sz="1200"/>
                        <a:t>Moderate latency acceptable; network delay is higher than fog.</a:t>
                      </a:r>
                    </a:p>
                  </a:txBody>
                  <a:tcPr marL="22831" marR="22831" marT="11416" marB="11416" anchor="ctr"/>
                </a:tc>
              </a:tr>
              <a:tr h="365303">
                <a:tc>
                  <a:txBody>
                    <a:bodyPr/>
                    <a:lstStyle/>
                    <a:p>
                      <a:r>
                        <a:rPr lang="en-US" sz="1200"/>
                        <a:t>Connectivity Dependence</a:t>
                      </a:r>
                    </a:p>
                  </a:txBody>
                  <a:tcPr marL="22831" marR="22831" marT="11416" marB="11416" anchor="ctr"/>
                </a:tc>
                <a:tc>
                  <a:txBody>
                    <a:bodyPr/>
                    <a:lstStyle/>
                    <a:p>
                      <a:r>
                        <a:rPr lang="en-US" sz="1200"/>
                        <a:t>Operates even with intermittent cloud connection (local decisions).</a:t>
                      </a:r>
                    </a:p>
                  </a:txBody>
                  <a:tcPr marL="22831" marR="22831" marT="11416" marB="11416" anchor="ctr"/>
                </a:tc>
                <a:tc>
                  <a:txBody>
                    <a:bodyPr/>
                    <a:lstStyle/>
                    <a:p>
                      <a:r>
                        <a:rPr lang="en-US" sz="1200"/>
                        <a:t>Generally requires continuous connectivity within the organization’s network.</a:t>
                      </a:r>
                    </a:p>
                  </a:txBody>
                  <a:tcPr marL="22831" marR="22831" marT="11416" marB="11416" anchor="ctr"/>
                </a:tc>
              </a:tr>
              <a:tr h="228315">
                <a:tc>
                  <a:txBody>
                    <a:bodyPr/>
                    <a:lstStyle/>
                    <a:p>
                      <a:r>
                        <a:rPr lang="en-US" sz="1200"/>
                        <a:t>Scalability</a:t>
                      </a:r>
                    </a:p>
                  </a:txBody>
                  <a:tcPr marL="22831" marR="22831" marT="11416" marB="11416" anchor="ctr"/>
                </a:tc>
                <a:tc>
                  <a:txBody>
                    <a:bodyPr/>
                    <a:lstStyle/>
                    <a:p>
                      <a:r>
                        <a:rPr lang="en-US" sz="1200"/>
                        <a:t>Scales horizontally across distributed nodes.</a:t>
                      </a:r>
                    </a:p>
                  </a:txBody>
                  <a:tcPr marL="22831" marR="22831" marT="11416" marB="11416" anchor="ctr"/>
                </a:tc>
                <a:tc>
                  <a:txBody>
                    <a:bodyPr/>
                    <a:lstStyle/>
                    <a:p>
                      <a:r>
                        <a:rPr lang="en-US" sz="1200" dirty="0"/>
                        <a:t>Scales vertically or via data center expansion.</a:t>
                      </a:r>
                    </a:p>
                  </a:txBody>
                  <a:tcPr marL="22831" marR="22831" marT="11416" marB="11416" anchor="ct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r>
              <a:rPr lang="en-US" sz="2200" dirty="0" smtClean="0"/>
              <a:t>Dan C. </a:t>
            </a:r>
            <a:r>
              <a:rPr lang="en-US" sz="2200" dirty="0" err="1" smtClean="0"/>
              <a:t>Marinescu</a:t>
            </a:r>
            <a:r>
              <a:rPr lang="en-US" sz="2200" dirty="0" smtClean="0"/>
              <a:t> (2022). Cloud Computing: Theory and Practice. Morgan Kaufmann.</a:t>
            </a:r>
          </a:p>
          <a:p>
            <a:r>
              <a:rPr lang="en-US" sz="2200" dirty="0" smtClean="0"/>
              <a:t>Thomas </a:t>
            </a:r>
            <a:r>
              <a:rPr lang="en-US" sz="2200" dirty="0" err="1" smtClean="0"/>
              <a:t>Erl</a:t>
            </a:r>
            <a:r>
              <a:rPr lang="en-US" sz="2200" dirty="0" smtClean="0"/>
              <a:t> and Eric </a:t>
            </a:r>
            <a:r>
              <a:rPr lang="en-US" sz="2200" dirty="0" err="1" smtClean="0"/>
              <a:t>Barcelo</a:t>
            </a:r>
            <a:r>
              <a:rPr lang="en-US" sz="2200" dirty="0" smtClean="0"/>
              <a:t> </a:t>
            </a:r>
            <a:r>
              <a:rPr lang="en-US" sz="2200" dirty="0" err="1" smtClean="0"/>
              <a:t>Monroy</a:t>
            </a:r>
            <a:r>
              <a:rPr lang="en-US" sz="2200" dirty="0" smtClean="0"/>
              <a:t> (2023). Cloud Computing: Concepts, Technology, Security &amp; Architecture. Pearson.</a:t>
            </a:r>
          </a:p>
        </p:txBody>
      </p:sp>
      <p:pic>
        <p:nvPicPr>
          <p:cNvPr id="4" name="Picture 2" descr="http://www.4aplus.com/wp-content/uploads/2014/02/shutterstock_74085415-1024x682.jpg"/>
          <p:cNvPicPr>
            <a:picLocks noChangeAspect="1" noChangeArrowheads="1"/>
          </p:cNvPicPr>
          <p:nvPr/>
        </p:nvPicPr>
        <p:blipFill>
          <a:blip r:embed="rId2" cstate="print"/>
          <a:srcRect/>
          <a:stretch>
            <a:fillRect/>
          </a:stretch>
        </p:blipFill>
        <p:spPr bwMode="auto">
          <a:xfrm>
            <a:off x="2895600" y="3549535"/>
            <a:ext cx="3250276" cy="2165465"/>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13704</TotalTime>
  <Words>3128</Words>
  <Application>Microsoft Office PowerPoint</Application>
  <PresentationFormat>On-screen Show (4:3)</PresentationFormat>
  <Paragraphs>281</Paragraphs>
  <Slides>52</Slides>
  <Notes>12</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Introduction to Cloud Computing</vt:lpstr>
      <vt:lpstr>Objectives</vt:lpstr>
      <vt:lpstr>Contents</vt:lpstr>
      <vt:lpstr>References</vt:lpstr>
      <vt:lpstr>Introduction</vt:lpstr>
      <vt:lpstr>Cloud Services</vt:lpstr>
      <vt:lpstr>Slide 7</vt:lpstr>
      <vt:lpstr>Enterprise IT Cost is Too High [1]</vt:lpstr>
      <vt:lpstr>A Solution – Cloud Computing [2, 3]</vt:lpstr>
      <vt:lpstr>How Does Cloud Computing Reduce Time?</vt:lpstr>
      <vt:lpstr>How Does Cloud Computing Reduce Cost [1]</vt:lpstr>
      <vt:lpstr>Computing Paradigms [4]</vt:lpstr>
      <vt:lpstr>What is Cloud? [6]</vt:lpstr>
      <vt:lpstr>Slide 14</vt:lpstr>
      <vt:lpstr>Cloud Providers and Clients [11]</vt:lpstr>
      <vt:lpstr>Infrastructure as a Service (IaaS)</vt:lpstr>
      <vt:lpstr>Platform as a Service (PaaS)</vt:lpstr>
      <vt:lpstr>Software as a Service (SaaS)</vt:lpstr>
      <vt:lpstr>Holistic View of Services</vt:lpstr>
      <vt:lpstr>Services Users</vt:lpstr>
      <vt:lpstr>Cloud Services Control</vt:lpstr>
      <vt:lpstr>Service-Level Agreements [3]</vt:lpstr>
      <vt:lpstr>Cloud Characteristics [7]</vt:lpstr>
      <vt:lpstr>What is Cloud Computing? [4, 5]</vt:lpstr>
      <vt:lpstr>Slide 25</vt:lpstr>
      <vt:lpstr>Cloud Deployment Models [7]</vt:lpstr>
      <vt:lpstr>Public vs. Private Cloud [3]</vt:lpstr>
      <vt:lpstr>Cloud vs. Traditional Hosting [8]</vt:lpstr>
      <vt:lpstr>Cloud vs. Service-Oriented Computing [9]</vt:lpstr>
      <vt:lpstr>Cloud vs. Grid Computing</vt:lpstr>
      <vt:lpstr>Slide 31</vt:lpstr>
      <vt:lpstr>Market-Oriented Cloud Architecture [5]</vt:lpstr>
      <vt:lpstr>Global Cloud Exchange and Markets</vt:lpstr>
      <vt:lpstr>Cloud Spending Trends</vt:lpstr>
      <vt:lpstr>The Limits of Public Cloud (I) [2, 3]</vt:lpstr>
      <vt:lpstr>The Limits of Public Cloud (II)</vt:lpstr>
      <vt:lpstr>The Limits of Public Cloud (III)</vt:lpstr>
      <vt:lpstr>A Standardized Approach to Security for the Cloud</vt:lpstr>
      <vt:lpstr>Slide 39</vt:lpstr>
      <vt:lpstr>How to Build a Cloud</vt:lpstr>
      <vt:lpstr>Slide 41</vt:lpstr>
      <vt:lpstr>Cloud Software Engineering [7]</vt:lpstr>
      <vt:lpstr>Cloud Software Engineering Process</vt:lpstr>
      <vt:lpstr>Slide 44</vt:lpstr>
      <vt:lpstr>Cloud-Based Software Development</vt:lpstr>
      <vt:lpstr>Slide 46</vt:lpstr>
      <vt:lpstr>Fog Computing</vt:lpstr>
      <vt:lpstr>Examples</vt:lpstr>
      <vt:lpstr>Why Fog Computing?</vt:lpstr>
      <vt:lpstr>Fog Computing vs. Private Cloud</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3867</cp:revision>
  <dcterms:created xsi:type="dcterms:W3CDTF">2007-10-06T08:25:13Z</dcterms:created>
  <dcterms:modified xsi:type="dcterms:W3CDTF">2025-11-12T20:13:33Z</dcterms:modified>
</cp:coreProperties>
</file>