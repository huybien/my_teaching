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570" r:id="rId2"/>
    <p:sldId id="571" r:id="rId3"/>
    <p:sldId id="572" r:id="rId4"/>
    <p:sldId id="573" r:id="rId5"/>
    <p:sldId id="574" r:id="rId6"/>
    <p:sldId id="575" r:id="rId7"/>
    <p:sldId id="580" r:id="rId8"/>
    <p:sldId id="576" r:id="rId9"/>
    <p:sldId id="577" r:id="rId10"/>
    <p:sldId id="578" r:id="rId11"/>
    <p:sldId id="579" r:id="rId12"/>
    <p:sldId id="440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765" autoAdjust="0"/>
  </p:normalViewPr>
  <p:slideViewPr>
    <p:cSldViewPr>
      <p:cViewPr>
        <p:scale>
          <a:sx n="50" d="100"/>
          <a:sy n="50" d="100"/>
        </p:scale>
        <p:origin x="-164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sn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Amazon SNS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Amazon Simple Notification Service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https://aws.amazon.com/sns/</a:t>
            </a:r>
            <a:endParaRPr lang="en-US" sz="2400" dirty="0" smtClean="0"/>
          </a:p>
          <a:p>
            <a:r>
              <a:rPr lang="en-US" sz="2400" dirty="0" smtClean="0"/>
              <a:t>Fully managed Pub/Sub service for A2A (application-to-application) and A2P (application-to-person) messaging.</a:t>
            </a:r>
          </a:p>
          <a:p>
            <a:r>
              <a:rPr lang="en-US" sz="2400" dirty="0" smtClean="0"/>
              <a:t>A2A provides high-throughput, </a:t>
            </a:r>
            <a:r>
              <a:rPr lang="en-US" sz="2400" i="1" dirty="0" smtClean="0">
                <a:solidFill>
                  <a:srgbClr val="C00000"/>
                </a:solidFill>
              </a:rPr>
              <a:t>push-based</a:t>
            </a:r>
            <a:r>
              <a:rPr lang="en-US" sz="2400" dirty="0" smtClean="0"/>
              <a:t>, many-to-many messaging between distributed systems,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, and event-driven </a:t>
            </a:r>
            <a:r>
              <a:rPr lang="en-US" sz="2400" dirty="0" err="1" smtClean="0"/>
              <a:t>serverless</a:t>
            </a:r>
            <a:r>
              <a:rPr lang="en-US" sz="2400" dirty="0" smtClean="0"/>
              <a:t> applications.</a:t>
            </a:r>
          </a:p>
          <a:p>
            <a:r>
              <a:rPr lang="en-US" sz="2400" dirty="0" smtClean="0"/>
              <a:t>These applications include Amazon Simple Queue Service (SQS), Amazon Kinesis Data </a:t>
            </a:r>
            <a:r>
              <a:rPr lang="en-US" sz="2400" dirty="0" err="1" smtClean="0"/>
              <a:t>Firehose</a:t>
            </a:r>
            <a:r>
              <a:rPr lang="en-US" sz="2400" dirty="0" smtClean="0"/>
              <a:t>, AWS Lambda, and other HTTPS endpoints.</a:t>
            </a:r>
          </a:p>
          <a:p>
            <a:r>
              <a:rPr lang="en-US" sz="2400" dirty="0" smtClean="0"/>
              <a:t>A2P functionality lets you </a:t>
            </a:r>
            <a:r>
              <a:rPr lang="en-US" sz="2400" i="1" dirty="0" smtClean="0">
                <a:solidFill>
                  <a:srgbClr val="C00000"/>
                </a:solidFill>
              </a:rPr>
              <a:t>send messages</a:t>
            </a:r>
            <a:r>
              <a:rPr lang="en-US" sz="2400" dirty="0" smtClean="0"/>
              <a:t> to your customers with SMS texts, push notifications, and email. </a:t>
            </a:r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Distributed Publish/Subscribe Solution</a:t>
            </a:r>
            <a:endParaRPr lang="en-US" sz="4000" dirty="0"/>
          </a:p>
        </p:txBody>
      </p:sp>
      <p:sp>
        <p:nvSpPr>
          <p:cNvPr id="2050" name="AutoShape 2" descr="https://images.ctfassets.net/ee3ypdtck0rk/25F39M5q2UZTSeD5xSD568/ac6f635f12c27b7d16e052cd7d9ddc1f/AWS-SNS-overview_2x.png?w=1840&amp;h=1382&amp;q=50&amp;fm=webp"/>
          <p:cNvSpPr>
            <a:spLocks noChangeAspect="1" noChangeArrowheads="1"/>
          </p:cNvSpPr>
          <p:nvPr/>
        </p:nvSpPr>
        <p:spPr bwMode="auto">
          <a:xfrm>
            <a:off x="155575" y="-2590800"/>
            <a:ext cx="7181850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https://images.ctfassets.net/ee3ypdtck0rk/25F39M5q2UZTSeD5xSD568/ac6f635f12c27b7d16e052cd7d9ddc1f/AWS-SNS-overview_2x.png?w=1840&amp;h=1382&amp;q=50&amp;fm=webp"/>
          <p:cNvSpPr>
            <a:spLocks noChangeAspect="1" noChangeArrowheads="1"/>
          </p:cNvSpPr>
          <p:nvPr/>
        </p:nvSpPr>
        <p:spPr bwMode="auto">
          <a:xfrm>
            <a:off x="155575" y="-2590800"/>
            <a:ext cx="7181850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1000" y="1708150"/>
            <a:ext cx="5842000" cy="438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A2A and A2P</a:t>
            </a:r>
            <a:endParaRPr lang="en-US" dirty="0"/>
          </a:p>
        </p:txBody>
      </p:sp>
      <p:pic>
        <p:nvPicPr>
          <p:cNvPr id="1026" name="Picture 2" descr="https://d3c33hcgiwev3.cloudfront.net/imageAssetProxy.v1/dd_Ox2ZCSpm-ywQlnvy4lw_1d86d7625de04ead9af1ee64ca884af1_image.png?expiry=1705795200000&amp;hmac=qEkZGfLuarlbmSLFnX8ZJiP7fUMcDDc8i6gp63jisu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522656"/>
            <a:ext cx="4878144" cy="48781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SNS Topic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752600"/>
            <a:ext cx="7362106" cy="4312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SNS Subscription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981200"/>
            <a:ext cx="7727884" cy="3779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Confirm Subscription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3200" y="2638425"/>
            <a:ext cx="6197600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</a:t>
            </a:r>
            <a:r>
              <a:rPr lang="en-US" smtClean="0"/>
              <a:t>Publish Message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930400"/>
            <a:ext cx="7429500" cy="386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16838</TotalTime>
  <Words>143</Words>
  <Application>Microsoft Office PowerPoint</Application>
  <PresentationFormat>On-screen Show (4:3)</PresentationFormat>
  <Paragraphs>24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Amazon SNS</vt:lpstr>
      <vt:lpstr>Objectives</vt:lpstr>
      <vt:lpstr>Contents</vt:lpstr>
      <vt:lpstr>References</vt:lpstr>
      <vt:lpstr>Amazon Simple Notification Service</vt:lpstr>
      <vt:lpstr>Distributed Publish/Subscribe Solution</vt:lpstr>
      <vt:lpstr>A2A and A2P</vt:lpstr>
      <vt:lpstr>1. Create SNS Topic</vt:lpstr>
      <vt:lpstr>2. Create SNS Subscription</vt:lpstr>
      <vt:lpstr>3. Confirm Subscription</vt:lpstr>
      <vt:lpstr>4. Publish Message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4901</cp:revision>
  <dcterms:created xsi:type="dcterms:W3CDTF">2007-10-06T08:25:13Z</dcterms:created>
  <dcterms:modified xsi:type="dcterms:W3CDTF">2024-01-19T18:49:38Z</dcterms:modified>
</cp:coreProperties>
</file>