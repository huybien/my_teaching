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sldIdLst>
    <p:sldId id="584" r:id="rId2"/>
    <p:sldId id="585" r:id="rId3"/>
    <p:sldId id="586" r:id="rId4"/>
    <p:sldId id="587" r:id="rId5"/>
    <p:sldId id="751" r:id="rId6"/>
    <p:sldId id="752" r:id="rId7"/>
    <p:sldId id="755" r:id="rId8"/>
    <p:sldId id="753" r:id="rId9"/>
    <p:sldId id="757" r:id="rId10"/>
    <p:sldId id="759" r:id="rId11"/>
    <p:sldId id="761" r:id="rId12"/>
    <p:sldId id="760" r:id="rId13"/>
    <p:sldId id="762" r:id="rId14"/>
    <p:sldId id="763" r:id="rId15"/>
    <p:sldId id="764" r:id="rId16"/>
    <p:sldId id="765" r:id="rId17"/>
    <p:sldId id="766" r:id="rId18"/>
    <p:sldId id="767" r:id="rId19"/>
    <p:sldId id="768" r:id="rId20"/>
    <p:sldId id="758" r:id="rId21"/>
    <p:sldId id="797" r:id="rId22"/>
    <p:sldId id="798" r:id="rId23"/>
    <p:sldId id="799" r:id="rId24"/>
    <p:sldId id="800" r:id="rId25"/>
    <p:sldId id="802" r:id="rId26"/>
    <p:sldId id="801" r:id="rId27"/>
    <p:sldId id="805" r:id="rId28"/>
    <p:sldId id="803" r:id="rId29"/>
    <p:sldId id="806" r:id="rId30"/>
    <p:sldId id="804" r:id="rId31"/>
    <p:sldId id="796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83941" autoAdjust="0"/>
  </p:normalViewPr>
  <p:slideViewPr>
    <p:cSldViewPr>
      <p:cViewPr>
        <p:scale>
          <a:sx n="50" d="100"/>
          <a:sy n="50" d="100"/>
        </p:scale>
        <p:origin x="-1648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cloudformation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54.90.139.117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AWS </a:t>
            </a:r>
            <a:r>
              <a:rPr lang="en-US" sz="6000" dirty="0" err="1" smtClean="0"/>
              <a:t>CloudFormation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Mark Wilkins (2019). Learning Amazon Web Services (AWS). Addison-Wesley </a:t>
            </a:r>
            <a:r>
              <a:rPr lang="en-US" sz="2400" smtClean="0"/>
              <a:t>Professional.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AWS </a:t>
            </a:r>
            <a:r>
              <a:rPr lang="en-US" dirty="0" err="1" smtClean="0"/>
              <a:t>CloudFormation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https://aws.amazon.com/cloudformation/</a:t>
            </a:r>
            <a:endParaRPr lang="en-US" sz="2400" dirty="0" smtClean="0"/>
          </a:p>
          <a:p>
            <a:r>
              <a:rPr lang="en-US" sz="2400" dirty="0" smtClean="0"/>
              <a:t>AWS </a:t>
            </a:r>
            <a:r>
              <a:rPr lang="en-US" sz="2400" dirty="0" err="1" smtClean="0"/>
              <a:t>CloudFormation</a:t>
            </a:r>
            <a:r>
              <a:rPr lang="en-US" sz="2400" dirty="0" smtClean="0"/>
              <a:t> lets you model, provision, and manage AWS and third-party resources by treating </a:t>
            </a:r>
            <a:r>
              <a:rPr lang="en-US" sz="2400" i="1" dirty="0" smtClean="0">
                <a:solidFill>
                  <a:srgbClr val="C00000"/>
                </a:solidFill>
              </a:rPr>
              <a:t>infrastructure as code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CloudFormation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Automate, test, and </a:t>
            </a:r>
            <a:r>
              <a:rPr lang="en-US" sz="2400" i="1" dirty="0" smtClean="0">
                <a:solidFill>
                  <a:srgbClr val="C00000"/>
                </a:solidFill>
              </a:rPr>
              <a:t>deploy infrastructure templates</a:t>
            </a:r>
            <a:r>
              <a:rPr lang="en-US" sz="2400" dirty="0" smtClean="0"/>
              <a:t> with continuous integration and delivery (CI/CD) automations.</a:t>
            </a:r>
          </a:p>
          <a:p>
            <a:r>
              <a:rPr lang="en-US" sz="2400" dirty="0" smtClean="0"/>
              <a:t>Define an Amazon Virtual Private Cloud (VPC) subnet or </a:t>
            </a:r>
            <a:r>
              <a:rPr lang="en-US" sz="2400" i="1" dirty="0" smtClean="0">
                <a:solidFill>
                  <a:srgbClr val="C00000"/>
                </a:solidFill>
              </a:rPr>
              <a:t>provisioning services</a:t>
            </a:r>
            <a:r>
              <a:rPr lang="en-US" sz="2400" dirty="0" smtClean="0"/>
              <a:t> like AWS </a:t>
            </a:r>
            <a:r>
              <a:rPr lang="en-US" sz="2400" dirty="0" err="1" smtClean="0"/>
              <a:t>OpsWorks</a:t>
            </a:r>
            <a:r>
              <a:rPr lang="en-US" sz="2400" dirty="0" smtClean="0"/>
              <a:t> or Amazon Elastic Container Service (ECS) with 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CloudFormation</a:t>
            </a:r>
            <a:r>
              <a:rPr lang="en-US" dirty="0" smtClean="0"/>
              <a:t> Templates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Each </a:t>
            </a:r>
            <a:r>
              <a:rPr lang="en-US" sz="2200" i="1" dirty="0" err="1" smtClean="0">
                <a:solidFill>
                  <a:srgbClr val="C00000"/>
                </a:solidFill>
              </a:rPr>
              <a:t>CloudFormation</a:t>
            </a:r>
            <a:r>
              <a:rPr lang="en-US" sz="2200" i="1" dirty="0" smtClean="0">
                <a:solidFill>
                  <a:srgbClr val="C00000"/>
                </a:solidFill>
              </a:rPr>
              <a:t> template</a:t>
            </a:r>
            <a:r>
              <a:rPr lang="en-US" sz="2200" dirty="0" smtClean="0"/>
              <a:t> is a text file that follows either JSON or YAML formatting standards.</a:t>
            </a:r>
          </a:p>
          <a:p>
            <a:r>
              <a:rPr lang="en-US" sz="2200" dirty="0" err="1" smtClean="0"/>
              <a:t>CloudFormation</a:t>
            </a:r>
            <a:r>
              <a:rPr lang="en-US" sz="2200" dirty="0" smtClean="0"/>
              <a:t> templates can utilize multiple sections; however, the only mandated section that must be present is </a:t>
            </a:r>
            <a:r>
              <a:rPr lang="en-US" sz="2200" i="1" dirty="0" smtClean="0">
                <a:solidFill>
                  <a:srgbClr val="C00000"/>
                </a:solidFill>
              </a:rPr>
              <a:t>Resources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838200" y="3607475"/>
            <a:ext cx="7696200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AWSTemplateFormatVersion</a:t>
            </a:r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"2010-09-09"</a:t>
            </a:r>
            <a:endParaRPr lang="en-US" sz="20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Description</a:t>
            </a:r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EC2 instance</a:t>
            </a:r>
            <a:endParaRPr lang="en-US" sz="20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Resources</a:t>
            </a:r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EC2Instance</a:t>
            </a:r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Type</a:t>
            </a:r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AWS::EC2::Instance</a:t>
            </a:r>
            <a:endParaRPr lang="en-US" sz="20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2000" dirty="0" smtClean="0">
                <a:solidFill>
                  <a:srgbClr val="569CD6"/>
                </a:solidFill>
                <a:latin typeface="Consolas"/>
              </a:rPr>
              <a:t>Properties</a:t>
            </a:r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:</a:t>
            </a:r>
          </a:p>
          <a:p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2000" dirty="0" err="1" smtClean="0">
                <a:solidFill>
                  <a:srgbClr val="569CD6"/>
                </a:solidFill>
                <a:latin typeface="Consolas"/>
              </a:rPr>
              <a:t>ImageId</a:t>
            </a:r>
            <a:r>
              <a:rPr lang="en-US" sz="2000" dirty="0" smtClean="0">
                <a:solidFill>
                  <a:srgbClr val="CCCCCC"/>
                </a:solidFill>
                <a:latin typeface="Consolas"/>
              </a:rPr>
              <a:t>: </a:t>
            </a:r>
            <a:r>
              <a:rPr lang="en-US" sz="2000" dirty="0" smtClean="0">
                <a:solidFill>
                  <a:srgbClr val="CE9178"/>
                </a:solidFill>
                <a:latin typeface="Consolas"/>
              </a:rPr>
              <a:t>ami-008fe2fc65df48dac</a:t>
            </a:r>
            <a:endParaRPr lang="en-US" sz="20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CloudFormation</a:t>
            </a:r>
            <a:r>
              <a:rPr lang="en-US" dirty="0" smtClean="0"/>
              <a:t>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provision resources from a template, you must specify a </a:t>
            </a:r>
            <a:r>
              <a:rPr lang="en-US" sz="2400" i="1" dirty="0" smtClean="0">
                <a:solidFill>
                  <a:srgbClr val="C00000"/>
                </a:solidFill>
              </a:rPr>
              <a:t>stack name</a:t>
            </a:r>
            <a:r>
              <a:rPr lang="en-US" sz="2400" dirty="0" smtClean="0"/>
              <a:t> that's unique within your account.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stack</a:t>
            </a:r>
            <a:r>
              <a:rPr lang="en-US" sz="2400" dirty="0" smtClean="0"/>
              <a:t> is a container that organizes the resources described in the template.</a:t>
            </a:r>
          </a:p>
          <a:p>
            <a:r>
              <a:rPr lang="en-US" sz="2400" dirty="0" smtClean="0"/>
              <a:t>The purpose of a stack is to collectively manage related resources.</a:t>
            </a:r>
          </a:p>
          <a:p>
            <a:r>
              <a:rPr lang="en-US" sz="2400" dirty="0" smtClean="0"/>
              <a:t>If you delete a stack, </a:t>
            </a:r>
            <a:r>
              <a:rPr lang="en-US" sz="2400" dirty="0" err="1" smtClean="0"/>
              <a:t>CloudFormation</a:t>
            </a:r>
            <a:r>
              <a:rPr lang="en-US" sz="2400" dirty="0" smtClean="0"/>
              <a:t> automatically deletes all the resources in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CloudFormation</a:t>
            </a:r>
            <a:r>
              <a:rPr lang="en-US" dirty="0" smtClean="0"/>
              <a:t> vs. the AWS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can script </a:t>
            </a:r>
            <a:r>
              <a:rPr lang="en-US" sz="2400" i="1" dirty="0" smtClean="0">
                <a:solidFill>
                  <a:srgbClr val="C00000"/>
                </a:solidFill>
              </a:rPr>
              <a:t>AWS CLI commands</a:t>
            </a:r>
            <a:r>
              <a:rPr lang="en-US" sz="2400" dirty="0" smtClean="0"/>
              <a:t> to create resources fast and automatically, but those </a:t>
            </a:r>
            <a:r>
              <a:rPr lang="en-US" sz="2400" u="sng" dirty="0" smtClean="0"/>
              <a:t>resources won't be kept in a stack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When you're using the AWS CLI, you can't update your resources as easily as you can with </a:t>
            </a:r>
            <a:r>
              <a:rPr lang="en-US" sz="2400" dirty="0" err="1" smtClean="0"/>
              <a:t>CloudFormation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With </a:t>
            </a:r>
            <a:r>
              <a:rPr lang="en-US" sz="2400" i="1" dirty="0" err="1" smtClean="0">
                <a:solidFill>
                  <a:srgbClr val="C00000"/>
                </a:solidFill>
              </a:rPr>
              <a:t>CloudFormation</a:t>
            </a:r>
            <a:r>
              <a:rPr lang="en-US" sz="2400" dirty="0" smtClean="0"/>
              <a:t>, you simply </a:t>
            </a:r>
            <a:r>
              <a:rPr lang="en-US" sz="2400" u="sng" dirty="0" smtClean="0"/>
              <a:t>adjust the template</a:t>
            </a:r>
            <a:r>
              <a:rPr lang="en-US" sz="2400" dirty="0" smtClean="0"/>
              <a:t> or parameters to change your resources, and </a:t>
            </a:r>
            <a:r>
              <a:rPr lang="en-US" sz="2400" dirty="0" err="1" smtClean="0"/>
              <a:t>CloudFormation</a:t>
            </a:r>
            <a:r>
              <a:rPr lang="en-US" sz="2400" dirty="0" smtClean="0"/>
              <a:t> figures out how to perform the changes.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With the AWS CLI</a:t>
            </a:r>
            <a:r>
              <a:rPr lang="en-US" sz="2400" dirty="0" smtClean="0"/>
              <a:t>, </a:t>
            </a:r>
            <a:r>
              <a:rPr lang="en-US" sz="2400" u="sng" dirty="0" smtClean="0"/>
              <a:t>it's up to you</a:t>
            </a:r>
            <a:r>
              <a:rPr lang="en-US" sz="2400" dirty="0" smtClean="0"/>
              <a:t> to understand how to change each resource and to ensure that a change you make to one </a:t>
            </a:r>
            <a:r>
              <a:rPr lang="en-US" sz="2400" u="sng" dirty="0" smtClean="0"/>
              <a:t>resource doesn't break another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</a:t>
            </a:r>
            <a:r>
              <a:rPr lang="en-US" dirty="0" err="1" smtClean="0"/>
              <a:t>CloudFormation</a:t>
            </a:r>
            <a:r>
              <a:rPr lang="en-US" dirty="0" smtClean="0"/>
              <a:t> Designer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525" y="2057400"/>
            <a:ext cx="7889875" cy="3731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Open </a:t>
            </a:r>
            <a:r>
              <a:rPr lang="en-US" dirty="0" err="1" smtClean="0"/>
              <a:t>CloudFormation</a:t>
            </a:r>
            <a:r>
              <a:rPr lang="en-US" dirty="0" smtClean="0"/>
              <a:t> Designer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05000"/>
            <a:ext cx="7752080" cy="4345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" y="2133600"/>
            <a:ext cx="2362200" cy="38100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Stack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435" y="1981200"/>
            <a:ext cx="7687565" cy="3505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Enter Stack Name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0400" y="2079625"/>
            <a:ext cx="7823200" cy="378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Configure Stack Options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12712"/>
            <a:ext cx="7867544" cy="281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In-Progress Status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133600"/>
            <a:ext cx="7459577" cy="3144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Review Complete Status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6313" y="2149475"/>
            <a:ext cx="7191375" cy="310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Review EC2 Virtual Machine</a:t>
            </a:r>
            <a:endParaRPr lang="en-US" dirty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0451" y="2540833"/>
            <a:ext cx="7591549" cy="1878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Delete Stack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713" y="2257425"/>
            <a:ext cx="71405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Review EC2 </a:t>
            </a:r>
            <a:r>
              <a:rPr lang="en-US" smtClean="0"/>
              <a:t>VM Deletion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743200"/>
            <a:ext cx="7621476" cy="1872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a </a:t>
            </a:r>
            <a:r>
              <a:rPr lang="en-US" dirty="0" err="1" smtClean="0"/>
              <a:t>Lightsail</a:t>
            </a:r>
            <a:r>
              <a:rPr lang="en-US" dirty="0" smtClean="0"/>
              <a:t> Template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8288" y="1809750"/>
            <a:ext cx="6067425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Deploy the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cloudformation</a:t>
            </a:r>
            <a:r>
              <a:rPr lang="en-US" sz="2000" dirty="0" smtClean="0">
                <a:latin typeface="Consolas" pitchFamily="49" charset="0"/>
              </a:rPr>
              <a:t> deploy --template-file ./</a:t>
            </a:r>
            <a:r>
              <a:rPr lang="en-US" sz="2000" dirty="0" err="1" smtClean="0">
                <a:latin typeface="Consolas" pitchFamily="49" charset="0"/>
              </a:rPr>
              <a:t>wordpress-template.yaml</a:t>
            </a:r>
            <a:r>
              <a:rPr lang="en-US" sz="2000" dirty="0" smtClean="0">
                <a:latin typeface="Consolas" pitchFamily="49" charset="0"/>
              </a:rPr>
              <a:t> --stack-name </a:t>
            </a:r>
            <a:r>
              <a:rPr lang="en-US" sz="2000" dirty="0" err="1" smtClean="0">
                <a:latin typeface="Consolas" pitchFamily="49" charset="0"/>
              </a:rPr>
              <a:t>lightsail-wordpress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124200"/>
            <a:ext cx="68326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Retrieve 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cloudformation</a:t>
            </a:r>
            <a:r>
              <a:rPr lang="en-US" sz="2000" dirty="0" smtClean="0">
                <a:latin typeface="Consolas" pitchFamily="49" charset="0"/>
              </a:rPr>
              <a:t> describe-stacks --stack-name </a:t>
            </a:r>
            <a:r>
              <a:rPr lang="en-US" sz="2000" dirty="0" err="1" smtClean="0">
                <a:latin typeface="Consolas" pitchFamily="49" charset="0"/>
              </a:rPr>
              <a:t>lightsail-wordpress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895600"/>
            <a:ext cx="5054600" cy="293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Delete Everything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cloudformation</a:t>
            </a:r>
            <a:r>
              <a:rPr lang="en-US" sz="2000" dirty="0" smtClean="0">
                <a:latin typeface="Consolas" pitchFamily="49" charset="0"/>
              </a:rPr>
              <a:t> list-stacks</a:t>
            </a:r>
          </a:p>
          <a:p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cloudformation</a:t>
            </a:r>
            <a:r>
              <a:rPr lang="en-US" sz="2000" dirty="0" smtClean="0">
                <a:latin typeface="Consolas" pitchFamily="49" charset="0"/>
              </a:rPr>
              <a:t> delete-stack --stack-name </a:t>
            </a:r>
            <a:r>
              <a:rPr lang="en-US" sz="2000" dirty="0" err="1" smtClean="0">
                <a:latin typeface="Consolas" pitchFamily="49" charset="0"/>
              </a:rPr>
              <a:t>lightsail-wordpress</a:t>
            </a:r>
            <a:r>
              <a:rPr lang="en-US" sz="2000" dirty="0" smtClean="0">
                <a:latin typeface="Consolas" pitchFamily="49" charset="0"/>
              </a:rPr>
              <a:t> --deletion-mode FORCE_DELETE_STACK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an EC2 Template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2513" y="1606550"/>
            <a:ext cx="7038975" cy="471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Key Pair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6790" y="1676400"/>
            <a:ext cx="7166610" cy="430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Deploy the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cloudformation</a:t>
            </a:r>
            <a:r>
              <a:rPr lang="en-US" sz="2000" dirty="0" smtClean="0">
                <a:latin typeface="Consolas" pitchFamily="49" charset="0"/>
              </a:rPr>
              <a:t> deploy --template-file ./</a:t>
            </a:r>
            <a:r>
              <a:rPr lang="en-US" sz="2000" dirty="0" err="1" smtClean="0">
                <a:latin typeface="Consolas" pitchFamily="49" charset="0"/>
              </a:rPr>
              <a:t>wordpress-template.yaml</a:t>
            </a:r>
            <a:r>
              <a:rPr lang="en-US" sz="2000" dirty="0" smtClean="0">
                <a:latin typeface="Consolas" pitchFamily="49" charset="0"/>
              </a:rPr>
              <a:t> --stack-name </a:t>
            </a:r>
            <a:r>
              <a:rPr lang="en-US" sz="2000" dirty="0" err="1" smtClean="0">
                <a:latin typeface="Consolas" pitchFamily="49" charset="0"/>
              </a:rPr>
              <a:t>wordpress</a:t>
            </a:r>
            <a:r>
              <a:rPr lang="en-US" sz="2000" dirty="0" smtClean="0">
                <a:latin typeface="Consolas" pitchFamily="49" charset="0"/>
              </a:rPr>
              <a:t>-demo</a:t>
            </a:r>
          </a:p>
          <a:p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cloudformation</a:t>
            </a:r>
            <a:r>
              <a:rPr lang="en-US" sz="2000" dirty="0" smtClean="0">
                <a:latin typeface="Consolas" pitchFamily="49" charset="0"/>
              </a:rPr>
              <a:t> list-stacks</a:t>
            </a:r>
          </a:p>
          <a:p>
            <a:r>
              <a:rPr lang="en-US" sz="2000" i="1" dirty="0" err="1" smtClean="0">
                <a:latin typeface="Consolas" pitchFamily="49" charset="0"/>
              </a:rPr>
              <a:t>aws</a:t>
            </a:r>
            <a:r>
              <a:rPr lang="en-US" sz="2000" i="1" dirty="0" smtClean="0">
                <a:latin typeface="Consolas" pitchFamily="49" charset="0"/>
              </a:rPr>
              <a:t> </a:t>
            </a:r>
            <a:r>
              <a:rPr lang="en-US" sz="2000" i="1" dirty="0" err="1" smtClean="0">
                <a:latin typeface="Consolas" pitchFamily="49" charset="0"/>
              </a:rPr>
              <a:t>cloudformation</a:t>
            </a:r>
            <a:r>
              <a:rPr lang="en-US" sz="2000" i="1" dirty="0" smtClean="0">
                <a:latin typeface="Consolas" pitchFamily="49" charset="0"/>
              </a:rPr>
              <a:t> describe-stack-events --stack-name </a:t>
            </a:r>
            <a:r>
              <a:rPr lang="en-US" sz="2000" i="1" dirty="0" err="1" smtClean="0">
                <a:latin typeface="Consolas" pitchFamily="49" charset="0"/>
              </a:rPr>
              <a:t>wordpress</a:t>
            </a:r>
            <a:r>
              <a:rPr lang="en-US" sz="2000" i="1" dirty="0" smtClean="0">
                <a:latin typeface="Consolas" pitchFamily="49" charset="0"/>
              </a:rPr>
              <a:t>-demo</a:t>
            </a:r>
          </a:p>
          <a:p>
            <a:endParaRPr lang="en-US" sz="2000" dirty="0" smtClean="0">
              <a:latin typeface="Consolas" pitchFamily="49" charset="0"/>
            </a:endParaRPr>
          </a:p>
          <a:p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Access the </a:t>
            </a:r>
            <a:r>
              <a:rPr lang="en-US" dirty="0" err="1" smtClean="0"/>
              <a:t>WordPress</a:t>
            </a:r>
            <a:r>
              <a:rPr lang="en-US" dirty="0" smtClean="0"/>
              <a:t> Instance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  <a:hlinkClick r:id="rId2"/>
              </a:rPr>
              <a:t>http://54.90.139.117/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(Without HTTPS)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5525" y="2857500"/>
            <a:ext cx="709295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Delete the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aws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cloudformation</a:t>
            </a:r>
            <a:r>
              <a:rPr lang="en-US" sz="2000" dirty="0" smtClean="0">
                <a:latin typeface="Consolas" pitchFamily="49" charset="0"/>
              </a:rPr>
              <a:t> delete-stack --stack-name </a:t>
            </a:r>
            <a:r>
              <a:rPr lang="en-US" sz="2000" dirty="0" err="1" smtClean="0">
                <a:latin typeface="Consolas" pitchFamily="49" charset="0"/>
              </a:rPr>
              <a:t>wordpress</a:t>
            </a:r>
            <a:r>
              <a:rPr lang="en-US" sz="2000" dirty="0" smtClean="0">
                <a:latin typeface="Consolas" pitchFamily="49" charset="0"/>
              </a:rPr>
              <a:t>-demo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19214</TotalTime>
  <Words>495</Words>
  <Application>Microsoft Office PowerPoint</Application>
  <PresentationFormat>On-screen Show (4:3)</PresentationFormat>
  <Paragraphs>67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AWS CloudFormation</vt:lpstr>
      <vt:lpstr>Objectives</vt:lpstr>
      <vt:lpstr>Contents</vt:lpstr>
      <vt:lpstr>References</vt:lpstr>
      <vt:lpstr>AWS CloudFormation</vt:lpstr>
      <vt:lpstr>Why CloudFormation?</vt:lpstr>
      <vt:lpstr>CloudFormation Templates [1]</vt:lpstr>
      <vt:lpstr>CloudFormation Stacks</vt:lpstr>
      <vt:lpstr>CloudFormation vs. the AWS CLI</vt:lpstr>
      <vt:lpstr>1. Open CloudFormation Designer</vt:lpstr>
      <vt:lpstr>2. Open CloudFormation Designer</vt:lpstr>
      <vt:lpstr>3. Create a Stack</vt:lpstr>
      <vt:lpstr>4. Enter Stack Name</vt:lpstr>
      <vt:lpstr>5. Configure Stack Options</vt:lpstr>
      <vt:lpstr>6. Review In-Progress Status</vt:lpstr>
      <vt:lpstr>7. Review Complete Status</vt:lpstr>
      <vt:lpstr>8. Review EC2 Virtual Machine</vt:lpstr>
      <vt:lpstr>9. Delete Stack</vt:lpstr>
      <vt:lpstr>10. Review EC2 VM Deletion</vt:lpstr>
      <vt:lpstr>Slide 20</vt:lpstr>
      <vt:lpstr>1. Prepare a Lightsail Template</vt:lpstr>
      <vt:lpstr>2. Deploy the Template</vt:lpstr>
      <vt:lpstr>3. Retrieve IP</vt:lpstr>
      <vt:lpstr>4. Delete Everything</vt:lpstr>
      <vt:lpstr>Slide 25</vt:lpstr>
      <vt:lpstr>1. Prepare an EC2 Template</vt:lpstr>
      <vt:lpstr>2. Create a Key Pair</vt:lpstr>
      <vt:lpstr>3. Deploy the Template</vt:lpstr>
      <vt:lpstr>4. Access the WordPress Instance</vt:lpstr>
      <vt:lpstr>5. Delete the Stack</vt:lpstr>
      <vt:lpstr>Slide 31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5639</cp:revision>
  <dcterms:created xsi:type="dcterms:W3CDTF">2007-10-06T08:25:13Z</dcterms:created>
  <dcterms:modified xsi:type="dcterms:W3CDTF">2026-03-10T12:17:09Z</dcterms:modified>
</cp:coreProperties>
</file>