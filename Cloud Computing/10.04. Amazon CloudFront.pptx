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6"/>
  </p:notesMasterIdLst>
  <p:sldIdLst>
    <p:sldId id="584" r:id="rId2"/>
    <p:sldId id="585" r:id="rId3"/>
    <p:sldId id="586" r:id="rId4"/>
    <p:sldId id="587" r:id="rId5"/>
    <p:sldId id="588" r:id="rId6"/>
    <p:sldId id="589" r:id="rId7"/>
    <p:sldId id="590" r:id="rId8"/>
    <p:sldId id="591" r:id="rId9"/>
    <p:sldId id="592" r:id="rId10"/>
    <p:sldId id="593" r:id="rId11"/>
    <p:sldId id="594" r:id="rId12"/>
    <p:sldId id="596" r:id="rId13"/>
    <p:sldId id="597" r:id="rId14"/>
    <p:sldId id="600" r:id="rId15"/>
    <p:sldId id="601" r:id="rId16"/>
    <p:sldId id="599" r:id="rId17"/>
    <p:sldId id="602" r:id="rId18"/>
    <p:sldId id="603" r:id="rId19"/>
    <p:sldId id="604" r:id="rId20"/>
    <p:sldId id="606" r:id="rId21"/>
    <p:sldId id="607" r:id="rId22"/>
    <p:sldId id="608" r:id="rId23"/>
    <p:sldId id="609" r:id="rId24"/>
    <p:sldId id="440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8" autoAdjust="0"/>
    <p:restoredTop sz="83941" autoAdjust="0"/>
  </p:normalViewPr>
  <p:slideViewPr>
    <p:cSldViewPr>
      <p:cViewPr>
        <p:scale>
          <a:sx n="50" d="100"/>
          <a:sy n="50" d="100"/>
        </p:scale>
        <p:origin x="-1648" y="-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5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535115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73051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40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3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3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loudfront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cloudfront/customers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mazonCloudFront/latest/DeveloperGuide/samples/hello-world-html.zip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Amazon </a:t>
            </a:r>
            <a:r>
              <a:rPr lang="en-US" sz="6000" dirty="0" err="1" smtClean="0"/>
              <a:t>CloudFront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4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2" y="2438403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3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2"/>
            <a:ext cx="2724150" cy="41338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CloudFront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https://aws.amazon.com/cloudfront/</a:t>
            </a:r>
            <a:endParaRPr lang="en-US" sz="2200" dirty="0" smtClean="0"/>
          </a:p>
          <a:p>
            <a:r>
              <a:rPr lang="en-US" sz="2400" dirty="0" smtClean="0"/>
              <a:t>Amazon </a:t>
            </a:r>
            <a:r>
              <a:rPr lang="en-US" sz="2400" dirty="0" err="1" smtClean="0"/>
              <a:t>CloudFront</a:t>
            </a:r>
            <a:r>
              <a:rPr lang="en-US" sz="2400" dirty="0" smtClean="0"/>
              <a:t> is a content delivery network (CDN) service built for high performance, security, and developer convenience. </a:t>
            </a:r>
          </a:p>
          <a:p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Amazon </a:t>
            </a:r>
            <a:r>
              <a:rPr lang="en-US" dirty="0" err="1" smtClean="0"/>
              <a:t>CloudFront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Reduce latency by delivering data through 600+ globally dispersed Points of Presence (</a:t>
            </a:r>
            <a:r>
              <a:rPr lang="en-US" sz="2400" dirty="0" err="1" smtClean="0"/>
              <a:t>PoPs</a:t>
            </a:r>
            <a:r>
              <a:rPr lang="en-US" sz="2400" dirty="0" smtClean="0"/>
              <a:t>) with automated network mapping and intelligent routing.</a:t>
            </a:r>
          </a:p>
          <a:p>
            <a:r>
              <a:rPr lang="en-US" sz="2400" dirty="0" smtClean="0"/>
              <a:t>Improve security with traffic encryption and access controls, and use AWS Shield Standard to defend against </a:t>
            </a:r>
            <a:r>
              <a:rPr lang="en-US" sz="2400" dirty="0" err="1" smtClean="0"/>
              <a:t>DDoS</a:t>
            </a:r>
            <a:r>
              <a:rPr lang="en-US" sz="2400" dirty="0" smtClean="0"/>
              <a:t> attacks at no additional charge.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Amazon </a:t>
            </a:r>
            <a:r>
              <a:rPr lang="en-US" dirty="0" err="1" smtClean="0"/>
              <a:t>CloudFront</a:t>
            </a:r>
            <a:r>
              <a:rPr lang="en-US" dirty="0" smtClean="0"/>
              <a:t> vs. </a:t>
            </a:r>
            <a:r>
              <a:rPr lang="en-US" dirty="0" err="1" smtClean="0"/>
              <a:t>Cloudflare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Cloudflare</a:t>
            </a:r>
            <a:r>
              <a:rPr lang="en-US" sz="2400" dirty="0" smtClean="0"/>
              <a:t> uses a reverse-proxy architecture to manage data. Rather than use cloud providers' default name servers, websites and apps are configured to use </a:t>
            </a:r>
            <a:r>
              <a:rPr lang="en-US" sz="2400" dirty="0" err="1" smtClean="0"/>
              <a:t>Cloudflare's</a:t>
            </a:r>
            <a:r>
              <a:rPr lang="en-US" sz="2400" dirty="0" smtClean="0"/>
              <a:t> </a:t>
            </a:r>
            <a:r>
              <a:rPr lang="en-US" sz="2400" dirty="0" err="1" smtClean="0"/>
              <a:t>nameservers</a:t>
            </a:r>
            <a:r>
              <a:rPr lang="en-US" sz="2400" dirty="0" smtClean="0"/>
              <a:t>. Requests go through </a:t>
            </a:r>
            <a:r>
              <a:rPr lang="en-US" sz="2400" dirty="0" err="1" smtClean="0"/>
              <a:t>Cloudflare</a:t>
            </a:r>
            <a:r>
              <a:rPr lang="en-US" sz="2400" dirty="0" smtClean="0"/>
              <a:t> servers, which determine how to route traffic.</a:t>
            </a:r>
          </a:p>
          <a:p>
            <a:r>
              <a:rPr lang="en-US" sz="2400" dirty="0" smtClean="0"/>
              <a:t>In Amazon </a:t>
            </a:r>
            <a:r>
              <a:rPr lang="en-US" sz="2400" dirty="0" err="1" smtClean="0"/>
              <a:t>CloudFront</a:t>
            </a:r>
            <a:r>
              <a:rPr lang="en-US" sz="2400" dirty="0" smtClean="0"/>
              <a:t>, IT teams don't change name server settings. Instead, they set up copies -- called distributions -- of the data they want to distribute. These data distributions have unique URLs, and </a:t>
            </a:r>
            <a:r>
              <a:rPr lang="en-US" sz="2400" dirty="0" err="1" smtClean="0"/>
              <a:t>admins</a:t>
            </a:r>
            <a:r>
              <a:rPr lang="en-US" sz="2400" dirty="0" smtClean="0"/>
              <a:t> use the URLs to help direct requests to the </a:t>
            </a:r>
            <a:r>
              <a:rPr lang="en-US" sz="2400" dirty="0" err="1" smtClean="0"/>
              <a:t>CloudFront</a:t>
            </a:r>
            <a:r>
              <a:rPr lang="en-US" sz="2400" dirty="0" smtClean="0"/>
              <a:t> CDN. The tool decides which server within the network should respond to a </a:t>
            </a:r>
            <a:r>
              <a:rPr lang="en-US" sz="2400" dirty="0" err="1" smtClean="0"/>
              <a:t>CloudFront</a:t>
            </a:r>
            <a:r>
              <a:rPr lang="en-US" sz="2400" dirty="0" smtClean="0"/>
              <a:t> URL request based on the geographic origin of the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to Use Amazon </a:t>
            </a:r>
            <a:r>
              <a:rPr lang="en-US" dirty="0" err="1" smtClean="0"/>
              <a:t>CloudFront</a:t>
            </a:r>
            <a:r>
              <a:rPr lang="en-US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https://aws.amazon.com/cloudfront/customers/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Download hello-world-html.zip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docs.aws.amazon.com/AmazonCloudFront/latest/DeveloperGuide/samples/hello-world-html.zip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Create </a:t>
            </a:r>
            <a:r>
              <a:rPr lang="en-US" dirty="0" smtClean="0"/>
              <a:t>S3 Bucket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7487" y="1752600"/>
            <a:ext cx="6783513" cy="4249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Enable S3 Bucket ACLs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5025" y="2133600"/>
            <a:ext cx="74739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</a:t>
            </a:r>
            <a:r>
              <a:rPr lang="en-US" dirty="0" smtClean="0"/>
              <a:t>. Enable Public Access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676400"/>
            <a:ext cx="6080760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Upload Content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81200"/>
            <a:ext cx="6924420" cy="42795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6. Enable Bucket Static Website Hosting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Go to bucket Properties.</a:t>
            </a:r>
            <a:endParaRPr lang="en-US" sz="24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3566" y="2468286"/>
            <a:ext cx="7864634" cy="37039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</a:t>
            </a:r>
            <a:r>
              <a:rPr lang="en-US" dirty="0" smtClean="0"/>
              <a:t>Add a bucket policy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Go to </a:t>
            </a:r>
            <a:r>
              <a:rPr lang="en-US" sz="2000" b="1" dirty="0" smtClean="0"/>
              <a:t>Permissions</a:t>
            </a:r>
            <a:r>
              <a:rPr lang="en-US" sz="2000" dirty="0" smtClean="0"/>
              <a:t>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b="1" dirty="0" smtClean="0"/>
              <a:t>Bucket Policy</a:t>
            </a:r>
            <a:r>
              <a:rPr lang="en-US" sz="2000" dirty="0" smtClean="0"/>
              <a:t>, choose </a:t>
            </a:r>
            <a:r>
              <a:rPr lang="en-US" sz="2000" b="1" dirty="0" smtClean="0"/>
              <a:t>Edit</a:t>
            </a:r>
            <a:r>
              <a:rPr lang="en-US" sz="2000" dirty="0" smtClean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7315200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latin typeface="Consolas" pitchFamily="49" charset="0"/>
              </a:rPr>
              <a:t>{</a:t>
            </a:r>
          </a:p>
          <a:p>
            <a:r>
              <a:rPr lang="en-US" sz="1400" dirty="0" smtClean="0">
                <a:latin typeface="Consolas" pitchFamily="49" charset="0"/>
              </a:rPr>
              <a:t>    "Version": "2012-10-17",</a:t>
            </a:r>
          </a:p>
          <a:p>
            <a:r>
              <a:rPr lang="en-US" sz="1400" dirty="0" smtClean="0">
                <a:latin typeface="Consolas" pitchFamily="49" charset="0"/>
              </a:rPr>
              <a:t>    "Statement": [</a:t>
            </a:r>
          </a:p>
          <a:p>
            <a:r>
              <a:rPr lang="en-US" sz="1400" dirty="0" smtClean="0">
                <a:latin typeface="Consolas" pitchFamily="49" charset="0"/>
              </a:rPr>
              <a:t>        {</a:t>
            </a:r>
          </a:p>
          <a:p>
            <a:r>
              <a:rPr lang="en-US" sz="1400" dirty="0" smtClean="0">
                <a:latin typeface="Consolas" pitchFamily="49" charset="0"/>
              </a:rPr>
              <a:t>            "Sid": "</a:t>
            </a:r>
            <a:r>
              <a:rPr lang="en-US" sz="1400" dirty="0" err="1" smtClean="0">
                <a:latin typeface="Consolas" pitchFamily="49" charset="0"/>
              </a:rPr>
              <a:t>PublicReadGetObject</a:t>
            </a:r>
            <a:r>
              <a:rPr lang="en-US" sz="1400" dirty="0" smtClean="0">
                <a:latin typeface="Consolas" pitchFamily="49" charset="0"/>
              </a:rPr>
              <a:t>",</a:t>
            </a:r>
          </a:p>
          <a:p>
            <a:r>
              <a:rPr lang="en-US" sz="1400" dirty="0" smtClean="0">
                <a:latin typeface="Consolas" pitchFamily="49" charset="0"/>
              </a:rPr>
              <a:t>            "Effect": "Allow",</a:t>
            </a:r>
          </a:p>
          <a:p>
            <a:r>
              <a:rPr lang="en-US" sz="1400" dirty="0" smtClean="0">
                <a:latin typeface="Consolas" pitchFamily="49" charset="0"/>
              </a:rPr>
              <a:t>            "Principal": "*",</a:t>
            </a:r>
          </a:p>
          <a:p>
            <a:r>
              <a:rPr lang="en-US" sz="1400" dirty="0" smtClean="0">
                <a:latin typeface="Consolas" pitchFamily="49" charset="0"/>
              </a:rPr>
              <a:t>            "Action": [</a:t>
            </a:r>
          </a:p>
          <a:p>
            <a:r>
              <a:rPr lang="en-US" sz="1400" dirty="0" smtClean="0">
                <a:latin typeface="Consolas" pitchFamily="49" charset="0"/>
              </a:rPr>
              <a:t>                "s3:GetObject"</a:t>
            </a:r>
          </a:p>
          <a:p>
            <a:r>
              <a:rPr lang="en-US" sz="1400" dirty="0" smtClean="0">
                <a:latin typeface="Consolas" pitchFamily="49" charset="0"/>
              </a:rPr>
              <a:t>            ],</a:t>
            </a:r>
          </a:p>
          <a:p>
            <a:r>
              <a:rPr lang="en-US" sz="1400" dirty="0" smtClean="0">
                <a:latin typeface="Consolas" pitchFamily="49" charset="0"/>
              </a:rPr>
              <a:t>            "Resource": [</a:t>
            </a:r>
          </a:p>
          <a:p>
            <a:r>
              <a:rPr lang="en-US" sz="1400" dirty="0" smtClean="0">
                <a:latin typeface="Consolas" pitchFamily="49" charset="0"/>
              </a:rPr>
              <a:t>                "arn:aws:s3:::hello-cloud-front-bucket/*"</a:t>
            </a:r>
          </a:p>
          <a:p>
            <a:r>
              <a:rPr lang="en-US" sz="1400" dirty="0" smtClean="0">
                <a:latin typeface="Consolas" pitchFamily="49" charset="0"/>
              </a:rPr>
              <a:t>            ]</a:t>
            </a:r>
          </a:p>
          <a:p>
            <a:r>
              <a:rPr lang="en-US" sz="1400" dirty="0" smtClean="0">
                <a:latin typeface="Consolas" pitchFamily="49" charset="0"/>
              </a:rPr>
              <a:t>        }</a:t>
            </a:r>
          </a:p>
          <a:p>
            <a:r>
              <a:rPr lang="en-US" sz="1400" dirty="0" smtClean="0">
                <a:latin typeface="Consolas" pitchFamily="49" charset="0"/>
              </a:rPr>
              <a:t>    ]</a:t>
            </a:r>
          </a:p>
          <a:p>
            <a:r>
              <a:rPr lang="en-US" sz="1400" dirty="0" smtClean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Test URL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1827220"/>
            <a:ext cx="6893246" cy="404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</a:t>
            </a:r>
            <a:r>
              <a:rPr lang="en-US" dirty="0" smtClean="0"/>
              <a:t>Create a </a:t>
            </a:r>
            <a:r>
              <a:rPr lang="en-US" dirty="0" err="1" smtClean="0"/>
              <a:t>CloudFront</a:t>
            </a:r>
            <a:r>
              <a:rPr lang="en-US" dirty="0" smtClean="0"/>
              <a:t> </a:t>
            </a:r>
            <a:r>
              <a:rPr lang="en-US" dirty="0" smtClean="0"/>
              <a:t>distribution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676400"/>
            <a:ext cx="6284725" cy="4379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10. Select WAF Option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905000"/>
            <a:ext cx="6208244" cy="404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Select Settings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1828800"/>
            <a:ext cx="6228195" cy="42164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12. Retrieve Distribution Information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Wait for 5 minutes.</a:t>
            </a:r>
            <a:endParaRPr lang="en-US" sz="24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9313" y="2463800"/>
            <a:ext cx="7445375" cy="332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13. Test Distribution</a:t>
            </a:r>
            <a:endParaRPr lang="en-US" dirty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9263" y="2228850"/>
            <a:ext cx="5705475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14. Disable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Wait for </a:t>
            </a:r>
            <a:r>
              <a:rPr lang="en-US" sz="2400" b="1" dirty="0" smtClean="0"/>
              <a:t>Deployed</a:t>
            </a:r>
            <a:r>
              <a:rPr lang="en-US" sz="2400" dirty="0" smtClean="0"/>
              <a:t> status.</a:t>
            </a:r>
            <a:endParaRPr lang="en-US" sz="24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819400"/>
            <a:ext cx="7122688" cy="1782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15. Delete Distribution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0081" y="2667000"/>
            <a:ext cx="7994319" cy="2064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3" y="1676402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18876</TotalTime>
  <Words>410</Words>
  <Application>Microsoft Office PowerPoint</Application>
  <PresentationFormat>On-screen Show (4:3)</PresentationFormat>
  <Paragraphs>59</Paragraphs>
  <Slides>24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Amazon CloudFront</vt:lpstr>
      <vt:lpstr>Objectives</vt:lpstr>
      <vt:lpstr>Contents</vt:lpstr>
      <vt:lpstr>References</vt:lpstr>
      <vt:lpstr>Amazon CloudFront</vt:lpstr>
      <vt:lpstr>Why Amazon CloudFront?</vt:lpstr>
      <vt:lpstr>Amazon CloudFront vs. Cloudflare</vt:lpstr>
      <vt:lpstr>When to Use Amazon CloudFront?</vt:lpstr>
      <vt:lpstr>1. Download hello-world-html.zip</vt:lpstr>
      <vt:lpstr>2. Create S3 Bucket</vt:lpstr>
      <vt:lpstr>3. Enable S3 Bucket ACLs</vt:lpstr>
      <vt:lpstr>4. Enable Public Access</vt:lpstr>
      <vt:lpstr>5. Upload Content</vt:lpstr>
      <vt:lpstr>6. Enable Bucket Static Website Hosting</vt:lpstr>
      <vt:lpstr>7. Add a bucket policy</vt:lpstr>
      <vt:lpstr>8. Test URL</vt:lpstr>
      <vt:lpstr>9. Create a CloudFront distribution</vt:lpstr>
      <vt:lpstr>10. Select WAF Option</vt:lpstr>
      <vt:lpstr>11. Select Settings</vt:lpstr>
      <vt:lpstr>12. Retrieve Distribution Information</vt:lpstr>
      <vt:lpstr>13. Test Distribution</vt:lpstr>
      <vt:lpstr>14. Disable Distribution</vt:lpstr>
      <vt:lpstr>15. Delete Distribution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5443</cp:revision>
  <dcterms:created xsi:type="dcterms:W3CDTF">2007-10-06T08:25:13Z</dcterms:created>
  <dcterms:modified xsi:type="dcterms:W3CDTF">2024-01-08T20:40:25Z</dcterms:modified>
</cp:coreProperties>
</file>