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9"/>
  </p:notesMasterIdLst>
  <p:sldIdLst>
    <p:sldId id="441" r:id="rId2"/>
    <p:sldId id="442" r:id="rId3"/>
    <p:sldId id="443" r:id="rId4"/>
    <p:sldId id="444" r:id="rId5"/>
    <p:sldId id="476" r:id="rId6"/>
    <p:sldId id="475" r:id="rId7"/>
    <p:sldId id="454" r:id="rId8"/>
    <p:sldId id="467" r:id="rId9"/>
    <p:sldId id="468" r:id="rId10"/>
    <p:sldId id="456" r:id="rId11"/>
    <p:sldId id="457" r:id="rId12"/>
    <p:sldId id="458" r:id="rId13"/>
    <p:sldId id="459" r:id="rId14"/>
    <p:sldId id="460" r:id="rId15"/>
    <p:sldId id="461" r:id="rId16"/>
    <p:sldId id="462" r:id="rId17"/>
    <p:sldId id="463" r:id="rId18"/>
    <p:sldId id="464" r:id="rId19"/>
    <p:sldId id="465" r:id="rId20"/>
    <p:sldId id="466" r:id="rId21"/>
    <p:sldId id="469" r:id="rId22"/>
    <p:sldId id="470" r:id="rId23"/>
    <p:sldId id="471" r:id="rId24"/>
    <p:sldId id="472" r:id="rId25"/>
    <p:sldId id="473" r:id="rId26"/>
    <p:sldId id="474" r:id="rId27"/>
    <p:sldId id="440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46" autoAdjust="0"/>
    <p:restoredTop sz="94765" autoAdjust="0"/>
  </p:normalViewPr>
  <p:slideViewPr>
    <p:cSldViewPr>
      <p:cViewPr>
        <p:scale>
          <a:sx n="50" d="100"/>
          <a:sy n="50" d="100"/>
        </p:scale>
        <p:origin x="-167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8/26/2026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8/26/2026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8/26/2026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8/26/2026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8/26/2026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8/26/2026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onsole.cloud.google.com/cloud-resource-manager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onsole.cloud.google.com/freetrial/signu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glotlabs/gdrive/blob/main/docs/create_google_api_credentials.m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lotlabs/gdrive/releases/download/3.9.0/gdrive_windows-x64.zip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docs.cloud.google.com/sdk/docs/install-sdk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Google Cloud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a Google Cloud Platform </a:t>
            </a:r>
            <a:r>
              <a:rPr lang="en-US" sz="2400" smtClean="0"/>
              <a:t>VM.</a:t>
            </a: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cs typeface="Calibri" pitchFamily="34" charset="0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Manage Projects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console.cloud.google.com/cloud-resource-manager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2590800"/>
            <a:ext cx="5586422" cy="3448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Virtual Machine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https://console.cloud.google.com/freetrial/signup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Search for Google Drive Product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https://github.com/glotlabs/gdrive/blob/main/docs/create_google_api_credentials.md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6918" y="3313326"/>
            <a:ext cx="7701282" cy="2630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Enable Google Drive API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0088" y="2187575"/>
            <a:ext cx="5203825" cy="291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Configure Consent Screen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7370" y="2667000"/>
            <a:ext cx="806323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Select External User Type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8050" y="1838325"/>
            <a:ext cx="7327900" cy="441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Enter App Information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600" y="1889125"/>
            <a:ext cx="7670800" cy="420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Select Scopes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905000"/>
            <a:ext cx="5242560" cy="4142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Add Users</a:t>
            </a: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828800"/>
            <a:ext cx="7392353" cy="4303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Create </a:t>
            </a:r>
            <a:r>
              <a:rPr lang="en-US" dirty="0" err="1" smtClean="0"/>
              <a:t>OAuth</a:t>
            </a:r>
            <a:r>
              <a:rPr lang="en-US" dirty="0" smtClean="0"/>
              <a:t> Client ID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8655" y="2486977"/>
            <a:ext cx="8018145" cy="2466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Select Application Type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1200" y="1882775"/>
            <a:ext cx="7721600" cy="383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10. Download Credentials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950669"/>
            <a:ext cx="7766124" cy="3916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11. Publish App</a:t>
            </a: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2338" y="1600200"/>
            <a:ext cx="7299325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12. Confirm Publishing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7963" y="2003425"/>
            <a:ext cx="6188075" cy="416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Download </a:t>
            </a:r>
            <a:r>
              <a:rPr lang="en-US" dirty="0" err="1" smtClean="0"/>
              <a:t>gdrive</a:t>
            </a:r>
            <a:r>
              <a:rPr lang="en-US" dirty="0" smtClean="0"/>
              <a:t> in </a:t>
            </a:r>
            <a:r>
              <a:rPr lang="en-US" dirty="0" err="1" smtClean="0"/>
              <a:t>Ubuntu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 smtClean="0">
                <a:latin typeface="Consolas" pitchFamily="49" charset="0"/>
              </a:rPr>
              <a:t>wget</a:t>
            </a:r>
            <a:r>
              <a:rPr lang="en-US" sz="1800" dirty="0" smtClean="0">
                <a:latin typeface="Consolas" pitchFamily="49" charset="0"/>
              </a:rPr>
              <a:t> https://github.com/glotlabs/gdrive/releases/download/3.9.0/gdrive_linux-x64.tar.gz</a:t>
            </a:r>
          </a:p>
          <a:p>
            <a:r>
              <a:rPr lang="en-US" sz="1800" dirty="0" err="1" smtClean="0">
                <a:latin typeface="Consolas" pitchFamily="49" charset="0"/>
              </a:rPr>
              <a:t>ls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smtClean="0">
                <a:latin typeface="Consolas" pitchFamily="49" charset="0"/>
              </a:rPr>
              <a:t>tar </a:t>
            </a:r>
            <a:r>
              <a:rPr lang="en-US" sz="1800" dirty="0" err="1" smtClean="0">
                <a:latin typeface="Consolas" pitchFamily="49" charset="0"/>
              </a:rPr>
              <a:t>xzvf</a:t>
            </a:r>
            <a:r>
              <a:rPr lang="en-US" sz="1800" dirty="0" smtClean="0">
                <a:latin typeface="Consolas" pitchFamily="49" charset="0"/>
              </a:rPr>
              <a:t> gdrive_linux-x64.tar.gz</a:t>
            </a:r>
          </a:p>
          <a:p>
            <a:r>
              <a:rPr lang="en-US" sz="1800" dirty="0" err="1" smtClean="0">
                <a:latin typeface="Consolas" pitchFamily="49" charset="0"/>
              </a:rPr>
              <a:t>ls</a:t>
            </a:r>
            <a:endParaRPr lang="en-US" sz="1800" dirty="0" smtClean="0">
              <a:latin typeface="Consolas" pitchFamily="49" charset="0"/>
            </a:endParaRPr>
          </a:p>
          <a:p>
            <a:r>
              <a:rPr lang="en-US" sz="1800" dirty="0" err="1" smtClean="0">
                <a:latin typeface="Consolas" pitchFamily="49" charset="0"/>
              </a:rPr>
              <a:t>sudo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mv</a:t>
            </a:r>
            <a:r>
              <a:rPr lang="en-US" sz="1800" dirty="0" smtClean="0">
                <a:latin typeface="Consolas" pitchFamily="49" charset="0"/>
              </a:rPr>
              <a:t> </a:t>
            </a:r>
            <a:r>
              <a:rPr lang="en-US" sz="1800" dirty="0" err="1" smtClean="0">
                <a:latin typeface="Consolas" pitchFamily="49" charset="0"/>
              </a:rPr>
              <a:t>gdrive</a:t>
            </a:r>
            <a:r>
              <a:rPr lang="en-US" sz="1800" dirty="0" smtClean="0">
                <a:latin typeface="Consolas" pitchFamily="49" charset="0"/>
              </a:rPr>
              <a:t> /</a:t>
            </a:r>
            <a:r>
              <a:rPr lang="en-US" sz="1800" dirty="0" err="1" smtClean="0">
                <a:latin typeface="Consolas" pitchFamily="49" charset="0"/>
              </a:rPr>
              <a:t>usr</a:t>
            </a:r>
            <a:r>
              <a:rPr lang="en-US" sz="1800" dirty="0" smtClean="0">
                <a:latin typeface="Consolas" pitchFamily="49" charset="0"/>
              </a:rPr>
              <a:t>/local/bin</a:t>
            </a:r>
            <a:endParaRPr lang="en-US" sz="18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Use </a:t>
            </a:r>
            <a:r>
              <a:rPr lang="en-US" dirty="0" err="1" smtClean="0"/>
              <a:t>gdrive</a:t>
            </a:r>
            <a:r>
              <a:rPr lang="en-US" dirty="0" smtClean="0"/>
              <a:t> on </a:t>
            </a:r>
            <a:r>
              <a:rPr lang="en-US" smtClean="0"/>
              <a:t>a Remote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  <a:hlinkClick r:id="rId2"/>
              </a:rPr>
              <a:t>https://github.com/glotlabs/gdrive/#using-gdrive-on-a-remote-server</a:t>
            </a:r>
          </a:p>
          <a:p>
            <a:r>
              <a:rPr lang="en-US" sz="2400" dirty="0" err="1" smtClean="0"/>
              <a:t>gdrive</a:t>
            </a:r>
            <a:r>
              <a:rPr lang="en-US" sz="2400" dirty="0" smtClean="0"/>
              <a:t> account add</a:t>
            </a:r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the Google Cloud CLI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https://docs.cloud.google.com/sdk/docs/install-sdk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7100" y="2428875"/>
            <a:ext cx="4749800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Log in Google Cloud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gcloud</a:t>
            </a:r>
            <a:r>
              <a:rPr lang="en-US" sz="2400" dirty="0" smtClean="0"/>
              <a:t> init</a:t>
            </a:r>
          </a:p>
          <a:p>
            <a:r>
              <a:rPr lang="en-US" sz="2400" dirty="0" err="1" smtClean="0"/>
              <a:t>gcloud</a:t>
            </a:r>
            <a:r>
              <a:rPr lang="en-US" sz="2400" dirty="0" smtClean="0"/>
              <a:t> auth login</a:t>
            </a:r>
          </a:p>
          <a:p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0938" y="2857500"/>
            <a:ext cx="6842125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17655</TotalTime>
  <Words>181</Words>
  <Application>Microsoft Office PowerPoint</Application>
  <PresentationFormat>On-screen Show (4:3)</PresentationFormat>
  <Paragraphs>44</Paragraphs>
  <Slides>27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Google Cloud Platform</vt:lpstr>
      <vt:lpstr>Objectives</vt:lpstr>
      <vt:lpstr>Contents</vt:lpstr>
      <vt:lpstr>References</vt:lpstr>
      <vt:lpstr>1. Manage Projects</vt:lpstr>
      <vt:lpstr>Slide 6</vt:lpstr>
      <vt:lpstr>1. Create a Virtual Machine</vt:lpstr>
      <vt:lpstr>Slide 8</vt:lpstr>
      <vt:lpstr>1. Search for Google Drive Product</vt:lpstr>
      <vt:lpstr>2. Enable Google Drive API</vt:lpstr>
      <vt:lpstr>3. Configure Consent Screen</vt:lpstr>
      <vt:lpstr>4. Select External User Type</vt:lpstr>
      <vt:lpstr>5. Enter App Information</vt:lpstr>
      <vt:lpstr>6. Select Scopes</vt:lpstr>
      <vt:lpstr>7. Add Users</vt:lpstr>
      <vt:lpstr>8. Create OAuth Client ID</vt:lpstr>
      <vt:lpstr>9. Select Application Type</vt:lpstr>
      <vt:lpstr>10. Download Credentials</vt:lpstr>
      <vt:lpstr>11. Publish App</vt:lpstr>
      <vt:lpstr>12. Confirm Publishing</vt:lpstr>
      <vt:lpstr>Slide 21</vt:lpstr>
      <vt:lpstr>1. Download gdrive in Ubuntu</vt:lpstr>
      <vt:lpstr>2. Use gdrive on a Remote Server</vt:lpstr>
      <vt:lpstr>Slide 24</vt:lpstr>
      <vt:lpstr>1. Install the Google Cloud CLI</vt:lpstr>
      <vt:lpstr>2. Log in Google Cloud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4937</cp:revision>
  <dcterms:created xsi:type="dcterms:W3CDTF">2007-10-06T08:25:13Z</dcterms:created>
  <dcterms:modified xsi:type="dcterms:W3CDTF">2026-08-26T10:21:26Z</dcterms:modified>
</cp:coreProperties>
</file>