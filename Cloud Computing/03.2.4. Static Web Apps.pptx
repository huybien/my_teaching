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441" r:id="rId2"/>
    <p:sldId id="442" r:id="rId3"/>
    <p:sldId id="443" r:id="rId4"/>
    <p:sldId id="444" r:id="rId5"/>
    <p:sldId id="632" r:id="rId6"/>
    <p:sldId id="633" r:id="rId7"/>
    <p:sldId id="635" r:id="rId8"/>
    <p:sldId id="636" r:id="rId9"/>
    <p:sldId id="44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3" autoAdjust="0"/>
    <p:restoredTop sz="94765" autoAdjust="0"/>
  </p:normalViewPr>
  <p:slideViewPr>
    <p:cSldViewPr>
      <p:cViewPr>
        <p:scale>
          <a:sx n="50" d="100"/>
          <a:sy n="50" d="100"/>
        </p:scale>
        <p:origin x="-164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4/21/2023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4/21/2023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Static Web Apps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dirty="0" smtClean="0"/>
              <a:t>static web app.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Static Web Apps Service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075" y="1927225"/>
            <a:ext cx="8197850" cy="401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own Arrow 6"/>
          <p:cNvSpPr/>
          <p:nvPr/>
        </p:nvSpPr>
        <p:spPr>
          <a:xfrm>
            <a:off x="2514600" y="1600200"/>
            <a:ext cx="11430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a Name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676400"/>
            <a:ext cx="5726082" cy="448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419600" y="2438400"/>
            <a:ext cx="11430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Confirm Static Web App Creation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676400"/>
            <a:ext cx="6208244" cy="452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1295400" y="5181600"/>
            <a:ext cx="11430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Go to Resources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0725" y="2006600"/>
            <a:ext cx="7702550" cy="38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3810000" y="4800600"/>
            <a:ext cx="11430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18141</TotalTime>
  <Words>71</Words>
  <Application>Microsoft Office PowerPoint</Application>
  <PresentationFormat>On-screen Show (4:3)</PresentationFormat>
  <Paragraphs>20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Static Web Apps</vt:lpstr>
      <vt:lpstr>Objectives</vt:lpstr>
      <vt:lpstr>Contents</vt:lpstr>
      <vt:lpstr>References</vt:lpstr>
      <vt:lpstr>1. Open Static Web Apps Service</vt:lpstr>
      <vt:lpstr>2. Enter a Name</vt:lpstr>
      <vt:lpstr>3. Confirm Static Web App Creation</vt:lpstr>
      <vt:lpstr>4. Go to Resources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5159</cp:revision>
  <dcterms:created xsi:type="dcterms:W3CDTF">2007-10-06T08:25:13Z</dcterms:created>
  <dcterms:modified xsi:type="dcterms:W3CDTF">2023-04-20T17:43:57Z</dcterms:modified>
</cp:coreProperties>
</file>