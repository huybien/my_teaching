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372" r:id="rId3"/>
    <p:sldId id="373" r:id="rId4"/>
    <p:sldId id="285" r:id="rId5"/>
    <p:sldId id="491" r:id="rId6"/>
    <p:sldId id="492" r:id="rId7"/>
    <p:sldId id="493" r:id="rId8"/>
    <p:sldId id="490" r:id="rId9"/>
    <p:sldId id="37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1" autoAdjust="0"/>
    <p:restoredTop sz="82917" autoAdjust="0"/>
  </p:normalViewPr>
  <p:slideViewPr>
    <p:cSldViewPr>
      <p:cViewPr>
        <p:scale>
          <a:sx n="50" d="100"/>
          <a:sy n="50" d="100"/>
        </p:scale>
        <p:origin x="-161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0" y="1306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31185-9D31-472E-A4C1-E109FAA53E08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63F8-74DE-4EBD-9E3B-8C76B927D4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" TargetMode="External"/><Relationship Id="rId2" Type="http://schemas.openxmlformats.org/officeDocument/2006/relationships/hyperlink" Target="https://docs.scala-lang.org/scala3/getting-started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scala-sbt.org/download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Introduction to </a:t>
            </a:r>
            <a:r>
              <a:rPr lang="en-US" sz="6000" dirty="0" err="1" smtClean="0"/>
              <a:t>Scala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program using </a:t>
            </a:r>
            <a:r>
              <a:rPr lang="en-US" sz="2400" dirty="0" err="1" smtClean="0"/>
              <a:t>Scala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Dean </a:t>
            </a:r>
            <a:r>
              <a:rPr lang="en-US" sz="2400" dirty="0" err="1" smtClean="0"/>
              <a:t>Wampler</a:t>
            </a:r>
            <a:r>
              <a:rPr lang="en-US" sz="2400" dirty="0" smtClean="0"/>
              <a:t> (2021). Programming </a:t>
            </a:r>
            <a:r>
              <a:rPr lang="en-US" sz="2400" dirty="0" err="1" smtClean="0"/>
              <a:t>Scala</a:t>
            </a:r>
            <a:r>
              <a:rPr lang="en-US" sz="2400" dirty="0" smtClean="0"/>
              <a:t>. O'Reilly </a:t>
            </a:r>
            <a:r>
              <a:rPr lang="en-US" sz="2400" dirty="0" smtClean="0"/>
              <a:t>Media.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Scala</a:t>
            </a:r>
            <a:r>
              <a:rPr lang="en-US" dirty="0" smtClean="0"/>
              <a:t>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Scala</a:t>
            </a:r>
            <a:r>
              <a:rPr lang="en-US" sz="2400" dirty="0" smtClean="0"/>
              <a:t> is a </a:t>
            </a:r>
            <a:r>
              <a:rPr lang="en-US" sz="2400" u="sng" dirty="0" smtClean="0"/>
              <a:t>language</a:t>
            </a:r>
            <a:r>
              <a:rPr lang="en-US" sz="2400" dirty="0" smtClean="0"/>
              <a:t> that addresses the needs of the modern software developer.</a:t>
            </a:r>
          </a:p>
          <a:p>
            <a:r>
              <a:rPr lang="en-US" sz="2400" dirty="0" smtClean="0"/>
              <a:t>It is a </a:t>
            </a:r>
            <a:r>
              <a:rPr lang="en-US" sz="2400" i="1" dirty="0" smtClean="0">
                <a:solidFill>
                  <a:srgbClr val="C00000"/>
                </a:solidFill>
              </a:rPr>
              <a:t>statically typed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object-oriented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functional mixed-platform</a:t>
            </a:r>
            <a:r>
              <a:rPr lang="en-US" sz="2400" dirty="0" smtClean="0"/>
              <a:t> language with a succinct, elegant, and flexible syntax, a sophisticated type system, and idioms that </a:t>
            </a:r>
            <a:r>
              <a:rPr lang="en-US" sz="2400" u="sng" dirty="0" smtClean="0"/>
              <a:t>promote scalability</a:t>
            </a:r>
            <a:r>
              <a:rPr lang="en-US" sz="2400" dirty="0" smtClean="0"/>
              <a:t> from small tools to large sophisticated applications.</a:t>
            </a:r>
          </a:p>
          <a:p>
            <a:r>
              <a:rPr lang="en-US" sz="2400" dirty="0" smtClean="0"/>
              <a:t>The name </a:t>
            </a:r>
            <a:r>
              <a:rPr lang="en-US" sz="2400" dirty="0" err="1" smtClean="0"/>
              <a:t>Scala</a:t>
            </a:r>
            <a:r>
              <a:rPr lang="en-US" sz="2400" dirty="0" smtClean="0"/>
              <a:t> is a contraction of the words </a:t>
            </a:r>
            <a:r>
              <a:rPr lang="en-US" sz="2400" i="1" dirty="0" smtClean="0">
                <a:solidFill>
                  <a:srgbClr val="C00000"/>
                </a:solidFill>
              </a:rPr>
              <a:t>scalable</a:t>
            </a:r>
            <a:r>
              <a:rPr lang="en-US" sz="2400" dirty="0" smtClean="0"/>
              <a:t> language.</a:t>
            </a:r>
          </a:p>
          <a:p>
            <a:r>
              <a:rPr lang="en-US" sz="2400" dirty="0" err="1" smtClean="0"/>
              <a:t>Scala</a:t>
            </a:r>
            <a:r>
              <a:rPr lang="en-US" sz="2400" dirty="0" smtClean="0"/>
              <a:t> was started by Martin </a:t>
            </a:r>
            <a:r>
              <a:rPr lang="en-US" sz="2400" dirty="0" err="1" smtClean="0"/>
              <a:t>Odersky</a:t>
            </a:r>
            <a:r>
              <a:rPr lang="en-US" sz="2400" dirty="0" smtClean="0"/>
              <a:t> in 2001. The first public release was January 20, 2004.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Scala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https://docs.scala-lang.org/scala3/getting-started.html</a:t>
            </a:r>
            <a:endParaRPr lang="en-US" sz="2400" dirty="0" smtClean="0"/>
          </a:p>
          <a:p>
            <a:pPr lvl="1"/>
            <a:r>
              <a:rPr lang="en-US" sz="2000" dirty="0" smtClean="0"/>
              <a:t>Java JDK: </a:t>
            </a:r>
            <a:r>
              <a:rPr lang="en-US" sz="2000" dirty="0" smtClean="0">
                <a:hlinkClick r:id="rId3"/>
              </a:rPr>
              <a:t>https://www.oracle.com/java/technologies/downloads/</a:t>
            </a:r>
            <a:endParaRPr lang="en-US" sz="2000" dirty="0" smtClean="0"/>
          </a:p>
          <a:p>
            <a:pPr lvl="1"/>
            <a:r>
              <a:rPr lang="en-US" sz="2000" dirty="0" err="1" smtClean="0"/>
              <a:t>Scala</a:t>
            </a:r>
            <a:r>
              <a:rPr lang="en-US" sz="2000" dirty="0" smtClean="0"/>
              <a:t> build tool: </a:t>
            </a:r>
            <a:r>
              <a:rPr lang="en-US" sz="2000" dirty="0" smtClean="0">
                <a:hlinkClick r:id="rId4"/>
              </a:rPr>
              <a:t>https://www.scala-sbt.org/download.html</a:t>
            </a:r>
            <a:endParaRPr lang="en-US" sz="2000" dirty="0" smtClean="0"/>
          </a:p>
          <a:p>
            <a:pPr lvl="1"/>
            <a:r>
              <a:rPr lang="en-US" sz="2000" dirty="0" smtClean="0"/>
              <a:t>Restart your computer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java --version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sbt</a:t>
            </a:r>
            <a:r>
              <a:rPr lang="en-US" sz="2000" b="1" dirty="0" smtClean="0">
                <a:latin typeface="Consolas" pitchFamily="49" charset="0"/>
              </a:rPr>
              <a:t> --version</a:t>
            </a:r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68450" y="4095750"/>
            <a:ext cx="60071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>
                <a:latin typeface="Consolas" pitchFamily="49" charset="0"/>
              </a:rPr>
              <a:t>sbt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console</a:t>
            </a:r>
          </a:p>
          <a:p>
            <a:r>
              <a:rPr lang="en-US" sz="2000" dirty="0" err="1" smtClean="0">
                <a:latin typeface="Consolas" pitchFamily="49" charset="0"/>
              </a:rPr>
              <a:t>println</a:t>
            </a:r>
            <a:r>
              <a:rPr lang="en-US" sz="2000" dirty="0" smtClean="0">
                <a:latin typeface="Consolas" pitchFamily="49" charset="0"/>
              </a:rPr>
              <a:t>("Hello, World!")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4175" y="2971800"/>
            <a:ext cx="5835650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9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799" y="4114800"/>
            <a:ext cx="2925248" cy="19489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6587</TotalTime>
  <Words>187</Words>
  <Application>Microsoft Office PowerPoint</Application>
  <PresentationFormat>On-screen Show (4:3)</PresentationFormat>
  <Paragraphs>31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Introduction to Scala</vt:lpstr>
      <vt:lpstr>Objectives</vt:lpstr>
      <vt:lpstr>Contents</vt:lpstr>
      <vt:lpstr>References</vt:lpstr>
      <vt:lpstr>What is Scala? [1]</vt:lpstr>
      <vt:lpstr>Install Scala</vt:lpstr>
      <vt:lpstr>Hello World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3018</cp:revision>
  <dcterms:created xsi:type="dcterms:W3CDTF">2009-01-22T10:11:40Z</dcterms:created>
  <dcterms:modified xsi:type="dcterms:W3CDTF">2022-01-08T20:22:16Z</dcterms:modified>
</cp:coreProperties>
</file>