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4"/>
  </p:notesMasterIdLst>
  <p:sldIdLst>
    <p:sldId id="584" r:id="rId2"/>
    <p:sldId id="585" r:id="rId3"/>
    <p:sldId id="586" r:id="rId4"/>
    <p:sldId id="587" r:id="rId5"/>
    <p:sldId id="588" r:id="rId6"/>
    <p:sldId id="589" r:id="rId7"/>
    <p:sldId id="590" r:id="rId8"/>
    <p:sldId id="599" r:id="rId9"/>
    <p:sldId id="595" r:id="rId10"/>
    <p:sldId id="596" r:id="rId11"/>
    <p:sldId id="597" r:id="rId12"/>
    <p:sldId id="440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58" autoAdjust="0"/>
    <p:restoredTop sz="83941" autoAdjust="0"/>
  </p:normalViewPr>
  <p:slideViewPr>
    <p:cSldViewPr>
      <p:cViewPr>
        <p:scale>
          <a:sx n="50" d="100"/>
          <a:sy n="50" d="100"/>
        </p:scale>
        <p:origin x="-1648" y="-2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5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5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73051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2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0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9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3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cognito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Amazon </a:t>
            </a:r>
            <a:r>
              <a:rPr lang="en-US" sz="6000" dirty="0" err="1" smtClean="0"/>
              <a:t>Cognito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4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2" y="2438403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3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2"/>
            <a:ext cx="2724150" cy="41338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</a:t>
            </a:r>
            <a:r>
              <a:rPr lang="en-US" dirty="0" err="1" smtClean="0"/>
              <a:t>Cognito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https://aws.amazon.com/cognito/</a:t>
            </a:r>
            <a:endParaRPr lang="en-US" sz="2200" dirty="0" smtClean="0"/>
          </a:p>
          <a:p>
            <a:r>
              <a:rPr lang="en-US" sz="2400" i="1" dirty="0" smtClean="0">
                <a:solidFill>
                  <a:srgbClr val="C00000"/>
                </a:solidFill>
              </a:rPr>
              <a:t>Amazon </a:t>
            </a:r>
            <a:r>
              <a:rPr lang="en-US" sz="2400" i="1" dirty="0" err="1" smtClean="0">
                <a:solidFill>
                  <a:srgbClr val="C00000"/>
                </a:solidFill>
              </a:rPr>
              <a:t>Cognito</a:t>
            </a:r>
            <a:r>
              <a:rPr lang="en-US" sz="2400" dirty="0" smtClean="0"/>
              <a:t> processes more than 100 billion </a:t>
            </a:r>
            <a:r>
              <a:rPr lang="en-US" sz="2400" u="sng" dirty="0" smtClean="0"/>
              <a:t>authentications</a:t>
            </a:r>
            <a:r>
              <a:rPr lang="en-US" sz="2400" dirty="0" smtClean="0"/>
              <a:t> per month.</a:t>
            </a:r>
          </a:p>
          <a:p>
            <a:r>
              <a:rPr lang="en-US" sz="2400" dirty="0" smtClean="0"/>
              <a:t>The service helps you implement </a:t>
            </a:r>
            <a:r>
              <a:rPr lang="en-US" sz="2400" i="1" dirty="0" smtClean="0">
                <a:solidFill>
                  <a:srgbClr val="C00000"/>
                </a:solidFill>
              </a:rPr>
              <a:t>customer identity and access management (CIAM)</a:t>
            </a:r>
            <a:r>
              <a:rPr lang="en-US" sz="2400" dirty="0" smtClean="0"/>
              <a:t> into your </a:t>
            </a:r>
            <a:r>
              <a:rPr lang="en-US" sz="2400" u="sng" dirty="0" smtClean="0"/>
              <a:t>web</a:t>
            </a:r>
            <a:r>
              <a:rPr lang="en-US" sz="2400" dirty="0" smtClean="0"/>
              <a:t> and </a:t>
            </a:r>
            <a:r>
              <a:rPr lang="en-US" sz="2400" u="sng" dirty="0" smtClean="0"/>
              <a:t>mobile applications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You can quickly add user authentication and access control to your applications in minutes.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Amazon </a:t>
            </a:r>
            <a:r>
              <a:rPr lang="en-US" dirty="0" err="1" smtClean="0"/>
              <a:t>Cognito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With Amazon </a:t>
            </a:r>
            <a:r>
              <a:rPr lang="en-US" sz="2400" dirty="0" err="1" smtClean="0"/>
              <a:t>Cognito</a:t>
            </a:r>
            <a:r>
              <a:rPr lang="en-US" sz="2400" dirty="0" smtClean="0"/>
              <a:t>, you can add user sign-up and sign-in features and control access to your web and mobile applications.</a:t>
            </a:r>
          </a:p>
          <a:p>
            <a:r>
              <a:rPr lang="en-US" sz="2400" dirty="0" smtClean="0"/>
              <a:t>Amazon </a:t>
            </a:r>
            <a:r>
              <a:rPr lang="en-US" sz="2400" dirty="0" err="1" smtClean="0"/>
              <a:t>Cognito</a:t>
            </a:r>
            <a:r>
              <a:rPr lang="en-US" sz="2400" dirty="0" smtClean="0"/>
              <a:t> provides an identity store that scales to millions of users, supports social and enterprise identity federation, and offers advanced security features to protect your consumers and </a:t>
            </a:r>
            <a:r>
              <a:rPr lang="en-US" sz="2400" dirty="0" err="1" smtClean="0"/>
              <a:t>business.Built</a:t>
            </a:r>
            <a:r>
              <a:rPr lang="en-US" sz="2400" dirty="0" smtClean="0"/>
              <a:t> on open identity standards, Amazon </a:t>
            </a:r>
            <a:r>
              <a:rPr lang="en-US" sz="2400" dirty="0" err="1" smtClean="0"/>
              <a:t>Cognito</a:t>
            </a:r>
            <a:r>
              <a:rPr lang="en-US" sz="2400" dirty="0" smtClean="0"/>
              <a:t> supports various compliance regulations and integrates with frontend and backend development resources.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Set Up Amplify Project Info</a:t>
            </a:r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2675" y="2274888"/>
            <a:ext cx="6978650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Add </a:t>
            </a:r>
            <a:r>
              <a:rPr lang="en-US" dirty="0" err="1" smtClean="0"/>
              <a:t>Cognito</a:t>
            </a:r>
            <a:r>
              <a:rPr lang="en-US" dirty="0" smtClean="0"/>
              <a:t> to Backend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amplify add auth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9288" y="2625725"/>
            <a:ext cx="7845425" cy="308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Install Dependencies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npm</a:t>
            </a:r>
            <a:r>
              <a:rPr lang="en-US" sz="2400" dirty="0" smtClean="0">
                <a:latin typeface="Consolas" pitchFamily="49" charset="0"/>
              </a:rPr>
              <a:t> install @</a:t>
            </a:r>
            <a:r>
              <a:rPr lang="en-US" sz="2400" dirty="0" err="1" smtClean="0">
                <a:latin typeface="Consolas" pitchFamily="49" charset="0"/>
              </a:rPr>
              <a:t>aws</a:t>
            </a:r>
            <a:r>
              <a:rPr lang="en-US" sz="2400" dirty="0" smtClean="0">
                <a:latin typeface="Consolas" pitchFamily="49" charset="0"/>
              </a:rPr>
              <a:t>-amplify/</a:t>
            </a:r>
            <a:r>
              <a:rPr lang="en-US" sz="2400" dirty="0" err="1" smtClean="0">
                <a:latin typeface="Consolas" pitchFamily="49" charset="0"/>
              </a:rPr>
              <a:t>ui</a:t>
            </a:r>
            <a:r>
              <a:rPr lang="en-US" sz="2400" dirty="0" smtClean="0">
                <a:latin typeface="Consolas" pitchFamily="49" charset="0"/>
              </a:rPr>
              <a:t>-react </a:t>
            </a:r>
            <a:r>
              <a:rPr lang="en-US" sz="2400" dirty="0" err="1" smtClean="0">
                <a:latin typeface="Consolas" pitchFamily="49" charset="0"/>
              </a:rPr>
              <a:t>aws</a:t>
            </a:r>
            <a:r>
              <a:rPr lang="en-US" sz="2400" dirty="0" smtClean="0">
                <a:latin typeface="Consolas" pitchFamily="49" charset="0"/>
              </a:rPr>
              <a:t>-amplify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12875" y="2809875"/>
            <a:ext cx="6318250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Add the Authenticator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npm</a:t>
            </a:r>
            <a:r>
              <a:rPr lang="en-US" sz="2400" dirty="0" smtClean="0">
                <a:latin typeface="Consolas" pitchFamily="49" charset="0"/>
              </a:rPr>
              <a:t> install @</a:t>
            </a:r>
            <a:r>
              <a:rPr lang="en-US" sz="2400" dirty="0" err="1" smtClean="0">
                <a:latin typeface="Consolas" pitchFamily="49" charset="0"/>
              </a:rPr>
              <a:t>aws</a:t>
            </a:r>
            <a:r>
              <a:rPr lang="en-US" sz="2400" dirty="0" smtClean="0">
                <a:latin typeface="Consolas" pitchFamily="49" charset="0"/>
              </a:rPr>
              <a:t>-amplify/</a:t>
            </a:r>
            <a:r>
              <a:rPr lang="en-US" sz="2400" dirty="0" err="1" smtClean="0">
                <a:latin typeface="Consolas" pitchFamily="49" charset="0"/>
              </a:rPr>
              <a:t>ui</a:t>
            </a:r>
            <a:r>
              <a:rPr lang="en-US" sz="2400" dirty="0" smtClean="0">
                <a:latin typeface="Consolas" pitchFamily="49" charset="0"/>
              </a:rPr>
              <a:t>-react </a:t>
            </a:r>
            <a:r>
              <a:rPr lang="en-US" sz="2400" dirty="0" err="1" smtClean="0">
                <a:latin typeface="Consolas" pitchFamily="49" charset="0"/>
              </a:rPr>
              <a:t>aws</a:t>
            </a:r>
            <a:r>
              <a:rPr lang="en-US" sz="2400" dirty="0" smtClean="0">
                <a:latin typeface="Consolas" pitchFamily="49" charset="0"/>
              </a:rPr>
              <a:t>-amplify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12875" y="2809875"/>
            <a:ext cx="6318250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3" y="1676402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18976</TotalTime>
  <Words>198</Words>
  <Application>Microsoft Office PowerPoint</Application>
  <PresentationFormat>On-screen Show (4:3)</PresentationFormat>
  <Paragraphs>27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Amazon Cognito</vt:lpstr>
      <vt:lpstr>Objectives</vt:lpstr>
      <vt:lpstr>Contents</vt:lpstr>
      <vt:lpstr>References</vt:lpstr>
      <vt:lpstr>Amazon Cognito</vt:lpstr>
      <vt:lpstr>Why Amazon Cognito?</vt:lpstr>
      <vt:lpstr>Slide 7</vt:lpstr>
      <vt:lpstr>1. Set Up Amplify Project Info</vt:lpstr>
      <vt:lpstr>2. Add Cognito to Backend</vt:lpstr>
      <vt:lpstr>3. Install Dependencies</vt:lpstr>
      <vt:lpstr>4. Add the Authenticator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5450</cp:revision>
  <dcterms:created xsi:type="dcterms:W3CDTF">2007-10-06T08:25:13Z</dcterms:created>
  <dcterms:modified xsi:type="dcterms:W3CDTF">2025-12-09T17:40:15Z</dcterms:modified>
</cp:coreProperties>
</file>