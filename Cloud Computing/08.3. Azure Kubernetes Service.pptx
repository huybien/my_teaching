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5"/>
  </p:notesMasterIdLst>
  <p:sldIdLst>
    <p:sldId id="670" r:id="rId2"/>
    <p:sldId id="671" r:id="rId3"/>
    <p:sldId id="672" r:id="rId4"/>
    <p:sldId id="673" r:id="rId5"/>
    <p:sldId id="687" r:id="rId6"/>
    <p:sldId id="688" r:id="rId7"/>
    <p:sldId id="689" r:id="rId8"/>
    <p:sldId id="690" r:id="rId9"/>
    <p:sldId id="691" r:id="rId10"/>
    <p:sldId id="692" r:id="rId11"/>
    <p:sldId id="693" r:id="rId12"/>
    <p:sldId id="694" r:id="rId13"/>
    <p:sldId id="695" r:id="rId14"/>
    <p:sldId id="696" r:id="rId15"/>
    <p:sldId id="686" r:id="rId16"/>
    <p:sldId id="697" r:id="rId17"/>
    <p:sldId id="698" r:id="rId18"/>
    <p:sldId id="699" r:id="rId19"/>
    <p:sldId id="700" r:id="rId20"/>
    <p:sldId id="702" r:id="rId21"/>
    <p:sldId id="701" r:id="rId22"/>
    <p:sldId id="703" r:id="rId23"/>
    <p:sldId id="516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29" autoAdjust="0"/>
    <p:restoredTop sz="94667" autoAdjust="0"/>
  </p:normalViewPr>
  <p:slideViewPr>
    <p:cSldViewPr>
      <p:cViewPr>
        <p:scale>
          <a:sx n="50" d="100"/>
          <a:sy n="50" d="100"/>
        </p:scale>
        <p:origin x="-1530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40CE-BE1D-4C40-AF8B-3898A4D1F5EC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0CC96-DB61-4850-AF79-05CA5E4B3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r>
              <a:rPr lang="en-US" sz="6000" dirty="0" smtClean="0"/>
              <a:t>Azure </a:t>
            </a:r>
            <a:r>
              <a:rPr lang="en-US" sz="6000" dirty="0" err="1" smtClean="0"/>
              <a:t>Kubernetes</a:t>
            </a:r>
            <a:r>
              <a:rPr lang="en-US" sz="6000" dirty="0" smtClean="0"/>
              <a:t> Service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400" dirty="0" smtClean="0"/>
              <a:t>Shimon </a:t>
            </a:r>
            <a:r>
              <a:rPr lang="en-US" sz="2400" dirty="0" err="1" smtClean="0"/>
              <a:t>Ifrah</a:t>
            </a:r>
            <a:r>
              <a:rPr lang="en-US" sz="2400" dirty="0" smtClean="0"/>
              <a:t> (2024). Getting Started with Containers in Azure. </a:t>
            </a:r>
            <a:r>
              <a:rPr lang="en-US" sz="2400" dirty="0" err="1" smtClean="0"/>
              <a:t>Apress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Cluster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1676400"/>
            <a:ext cx="5865743" cy="442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Select Pricing Tier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752600"/>
            <a:ext cx="5719432" cy="4419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Review Default Node Pool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752600"/>
            <a:ext cx="5629650" cy="4429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Create a New Node Pool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95487" y="1752600"/>
            <a:ext cx="5795913" cy="4395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Select the New Node Pool Size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752600"/>
            <a:ext cx="5749359" cy="4405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Configure Networking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752600"/>
            <a:ext cx="5573121" cy="4429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Select Integration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723014"/>
            <a:ext cx="5682854" cy="4449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Confirm and Create the Cluster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1752600"/>
            <a:ext cx="4050156" cy="4100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9. Review the Successful Deployment</a:t>
            </a:r>
            <a:endParaRPr lang="en-US" sz="42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1925" y="2171700"/>
            <a:ext cx="628015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10. Review the Namespaces</a:t>
            </a:r>
            <a:endParaRPr lang="en-US" sz="42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74750" y="1965325"/>
            <a:ext cx="6794500" cy="374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</a:t>
            </a:r>
            <a:r>
              <a:rPr lang="en-US" dirty="0" err="1" smtClean="0"/>
              <a:t>kubectl</a:t>
            </a:r>
            <a:r>
              <a:rPr lang="en-US" dirty="0" smtClean="0"/>
              <a:t> on Windows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/>
              <a:t>az</a:t>
            </a:r>
            <a:r>
              <a:rPr lang="en-US" sz="2200" dirty="0" smtClean="0"/>
              <a:t> </a:t>
            </a:r>
            <a:r>
              <a:rPr lang="en-US" sz="2200" dirty="0" err="1" smtClean="0"/>
              <a:t>aks</a:t>
            </a:r>
            <a:r>
              <a:rPr lang="en-US" sz="2200" dirty="0" smtClean="0"/>
              <a:t> install-</a:t>
            </a:r>
            <a:r>
              <a:rPr lang="en-US" sz="2200" dirty="0" err="1" smtClean="0"/>
              <a:t>cli</a:t>
            </a:r>
            <a:endParaRPr lang="en-US" sz="2200" dirty="0" smtClean="0"/>
          </a:p>
          <a:p>
            <a:r>
              <a:rPr lang="en-US" sz="2200" dirty="0" smtClean="0"/>
              <a:t># Wait for 5 minutes.</a:t>
            </a:r>
            <a:endParaRPr lang="en-US" sz="2200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8063" y="2590800"/>
            <a:ext cx="7127875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Configure </a:t>
            </a:r>
            <a:r>
              <a:rPr lang="en-US" smtClean="0"/>
              <a:t>and Test </a:t>
            </a:r>
            <a:r>
              <a:rPr lang="en-US" dirty="0" err="1" smtClean="0"/>
              <a:t>kubectl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/>
              <a:t>az</a:t>
            </a:r>
            <a:r>
              <a:rPr lang="en-US" sz="2200" dirty="0" smtClean="0"/>
              <a:t> login</a:t>
            </a:r>
          </a:p>
          <a:p>
            <a:r>
              <a:rPr lang="en-US" sz="2200" dirty="0" err="1" smtClean="0"/>
              <a:t>az</a:t>
            </a:r>
            <a:r>
              <a:rPr lang="en-US" sz="2200" dirty="0" smtClean="0"/>
              <a:t> account list --output table</a:t>
            </a:r>
          </a:p>
          <a:p>
            <a:r>
              <a:rPr lang="en-US" sz="2200" dirty="0" err="1" smtClean="0"/>
              <a:t>az</a:t>
            </a:r>
            <a:r>
              <a:rPr lang="en-US" sz="2200" dirty="0" smtClean="0"/>
              <a:t> account set --subscription 9f38**467</a:t>
            </a:r>
          </a:p>
          <a:p>
            <a:r>
              <a:rPr lang="en-US" sz="2200" dirty="0" err="1" smtClean="0"/>
              <a:t>az</a:t>
            </a:r>
            <a:r>
              <a:rPr lang="en-US" sz="2200" dirty="0" smtClean="0"/>
              <a:t> </a:t>
            </a:r>
            <a:r>
              <a:rPr lang="en-US" sz="2200" dirty="0" err="1" smtClean="0"/>
              <a:t>aks</a:t>
            </a:r>
            <a:r>
              <a:rPr lang="en-US" sz="2200" dirty="0" smtClean="0"/>
              <a:t> get-credentials --resource-group d**N --name k8s_ds</a:t>
            </a:r>
          </a:p>
          <a:p>
            <a:r>
              <a:rPr lang="en-US" sz="2200" dirty="0" smtClean="0"/>
              <a:t># Close the terminal window.</a:t>
            </a:r>
          </a:p>
          <a:p>
            <a:r>
              <a:rPr lang="en-US" sz="2200" dirty="0" err="1" smtClean="0"/>
              <a:t>kubectl</a:t>
            </a:r>
            <a:r>
              <a:rPr lang="en-US" sz="2200" dirty="0" smtClean="0"/>
              <a:t> get nodes</a:t>
            </a:r>
            <a:endParaRPr lang="en-US" sz="22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90738" y="4705350"/>
            <a:ext cx="4962525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Create a Manifest File</a:t>
            </a:r>
            <a:endParaRPr 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47825" y="1905000"/>
            <a:ext cx="5848350" cy="398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Apply the Manifest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/>
              <a:t>kubectl</a:t>
            </a:r>
            <a:r>
              <a:rPr lang="en-US" sz="2000" dirty="0" smtClean="0"/>
              <a:t> apply -f helloazk8s.yaml</a:t>
            </a:r>
          </a:p>
          <a:p>
            <a:r>
              <a:rPr lang="en-US" sz="2000" dirty="0" err="1" smtClean="0"/>
              <a:t>kubectl</a:t>
            </a:r>
            <a:r>
              <a:rPr lang="en-US" sz="2000" dirty="0" smtClean="0"/>
              <a:t> get </a:t>
            </a:r>
            <a:r>
              <a:rPr lang="en-US" sz="2000" dirty="0" err="1" smtClean="0"/>
              <a:t>po</a:t>
            </a:r>
            <a:endParaRPr lang="en-US" sz="2000" dirty="0" smtClean="0"/>
          </a:p>
          <a:p>
            <a:r>
              <a:rPr lang="en-US" sz="2000" dirty="0" err="1" smtClean="0"/>
              <a:t>kubectl</a:t>
            </a:r>
            <a:r>
              <a:rPr lang="en-US" sz="2000" dirty="0" smtClean="0"/>
              <a:t> describe pod web-server</a:t>
            </a:r>
          </a:p>
          <a:p>
            <a:r>
              <a:rPr lang="en-US" sz="2000" dirty="0" smtClean="0"/>
              <a:t># Issue: Insufficient CPU. Solution: Reduce the CPU allocation.</a:t>
            </a:r>
          </a:p>
          <a:p>
            <a:r>
              <a:rPr lang="en-US" sz="2000" dirty="0" err="1" smtClean="0"/>
              <a:t>kubectl</a:t>
            </a:r>
            <a:r>
              <a:rPr lang="en-US" sz="2000" dirty="0" smtClean="0"/>
              <a:t> get service web-server</a:t>
            </a:r>
          </a:p>
          <a:p>
            <a:r>
              <a:rPr lang="en-US" sz="2000" dirty="0" smtClean="0"/>
              <a:t>curl http://172.185.45.24/</a:t>
            </a:r>
          </a:p>
          <a:p>
            <a:r>
              <a:rPr lang="en-US" sz="2000" dirty="0" smtClean="0"/>
              <a:t># </a:t>
            </a:r>
            <a:r>
              <a:rPr lang="en-US" sz="2000" dirty="0" err="1" smtClean="0"/>
              <a:t>kubectl</a:t>
            </a:r>
            <a:r>
              <a:rPr lang="en-US" sz="2000" dirty="0" smtClean="0"/>
              <a:t> delete -f helloazk8s.yaml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60880" y="4419600"/>
            <a:ext cx="5049520" cy="160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Scale Node Pool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4088" y="2108200"/>
            <a:ext cx="7235825" cy="284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</a:t>
            </a:r>
            <a:r>
              <a:rPr lang="en-US" dirty="0" smtClean="0"/>
              <a:t>. Select </a:t>
            </a:r>
            <a:r>
              <a:rPr lang="en-US" smtClean="0"/>
              <a:t>Node Count 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828800"/>
            <a:ext cx="6254798" cy="39969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20656</TotalTime>
  <Words>229</Words>
  <Application>Microsoft Office PowerPoint</Application>
  <PresentationFormat>On-screen Show (4:3)</PresentationFormat>
  <Paragraphs>44</Paragraphs>
  <Slides>23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Azure Kubernetes Service</vt:lpstr>
      <vt:lpstr>Objectives</vt:lpstr>
      <vt:lpstr>Contents</vt:lpstr>
      <vt:lpstr>References</vt:lpstr>
      <vt:lpstr>1. Create Cluster</vt:lpstr>
      <vt:lpstr>2. Select Pricing Tier</vt:lpstr>
      <vt:lpstr>3. Review Default Node Pool</vt:lpstr>
      <vt:lpstr>4. Create a New Node Pool</vt:lpstr>
      <vt:lpstr>5. Select the New Node Pool Size</vt:lpstr>
      <vt:lpstr>6. Configure Networking</vt:lpstr>
      <vt:lpstr>7. Select Integration</vt:lpstr>
      <vt:lpstr>8. Confirm and Create the Cluster</vt:lpstr>
      <vt:lpstr>9. Review the Successful Deployment</vt:lpstr>
      <vt:lpstr>10. Review the Namespaces</vt:lpstr>
      <vt:lpstr>Slide 15</vt:lpstr>
      <vt:lpstr>1. Install kubectl on Windows [1]</vt:lpstr>
      <vt:lpstr>2. Configure and Test kubectl</vt:lpstr>
      <vt:lpstr>3. Create a Manifest File</vt:lpstr>
      <vt:lpstr>4. Apply the Manifest File</vt:lpstr>
      <vt:lpstr>Slide 20</vt:lpstr>
      <vt:lpstr>1. Scale Node Pool</vt:lpstr>
      <vt:lpstr>2. Select Node Count 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4872</cp:revision>
  <dcterms:created xsi:type="dcterms:W3CDTF">2007-10-06T08:25:13Z</dcterms:created>
  <dcterms:modified xsi:type="dcterms:W3CDTF">2025-12-15T20:01:35Z</dcterms:modified>
</cp:coreProperties>
</file>