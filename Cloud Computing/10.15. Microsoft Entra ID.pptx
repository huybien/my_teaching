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441" r:id="rId2"/>
    <p:sldId id="442" r:id="rId3"/>
    <p:sldId id="443" r:id="rId4"/>
    <p:sldId id="444" r:id="rId5"/>
    <p:sldId id="626" r:id="rId6"/>
    <p:sldId id="627" r:id="rId7"/>
    <p:sldId id="649" r:id="rId8"/>
    <p:sldId id="650" r:id="rId9"/>
    <p:sldId id="651" r:id="rId10"/>
    <p:sldId id="440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3" autoAdjust="0"/>
    <p:restoredTop sz="94765" autoAdjust="0"/>
  </p:normalViewPr>
  <p:slideViewPr>
    <p:cSldViewPr>
      <p:cViewPr>
        <p:scale>
          <a:sx n="50" d="100"/>
          <a:sy n="50" d="100"/>
        </p:scale>
        <p:origin x="-164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Microsoft </a:t>
            </a:r>
            <a:r>
              <a:rPr lang="en-US" sz="6000" dirty="0" err="1" smtClean="0"/>
              <a:t>Entra</a:t>
            </a:r>
            <a:r>
              <a:rPr lang="en-US" sz="6000" dirty="0" smtClean="0"/>
              <a:t> ID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Open Microsoft </a:t>
            </a:r>
            <a:r>
              <a:rPr lang="en-US" dirty="0" err="1" smtClean="0"/>
              <a:t>Entra</a:t>
            </a:r>
            <a:r>
              <a:rPr lang="en-US" dirty="0" smtClean="0"/>
              <a:t> ID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9975" y="2625725"/>
            <a:ext cx="7004050" cy="255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Elevate access for a Global Administrator</a:t>
            </a:r>
            <a:endParaRPr lang="en-US" sz="3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635" y="1956905"/>
            <a:ext cx="7475165" cy="3910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Open </a:t>
            </a:r>
            <a:r>
              <a:rPr lang="en-US" dirty="0" err="1" smtClean="0"/>
              <a:t>Entra</a:t>
            </a:r>
            <a:r>
              <a:rPr lang="en-US" dirty="0" smtClean="0"/>
              <a:t> ID Weekly Digest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Search for </a:t>
            </a:r>
            <a:r>
              <a:rPr lang="en-US" sz="2400" b="1" dirty="0" smtClean="0"/>
              <a:t>Identity Protection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209800"/>
            <a:ext cx="4243021" cy="3917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Turn off Weekly Digest Emails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Disable weekly digest emails for individuals.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9913" y="2501900"/>
            <a:ext cx="8004175" cy="313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a New Group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905000"/>
            <a:ext cx="5420159" cy="3877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17902</TotalTime>
  <Words>83</Words>
  <Application>Microsoft Office PowerPoint</Application>
  <PresentationFormat>On-screen Show (4:3)</PresentationFormat>
  <Paragraphs>19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Microsoft Entra ID</vt:lpstr>
      <vt:lpstr>Objectives</vt:lpstr>
      <vt:lpstr>Contents</vt:lpstr>
      <vt:lpstr>References</vt:lpstr>
      <vt:lpstr>1. Open Microsoft Entra ID</vt:lpstr>
      <vt:lpstr>2. Elevate access for a Global Administrator</vt:lpstr>
      <vt:lpstr>3. Open Entra ID Weekly Digest</vt:lpstr>
      <vt:lpstr>4. Turn off Weekly Digest Emails</vt:lpstr>
      <vt:lpstr>5. Create a New Group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5057</cp:revision>
  <dcterms:created xsi:type="dcterms:W3CDTF">2007-10-06T08:25:13Z</dcterms:created>
  <dcterms:modified xsi:type="dcterms:W3CDTF">2026-01-27T12:32:39Z</dcterms:modified>
</cp:coreProperties>
</file>