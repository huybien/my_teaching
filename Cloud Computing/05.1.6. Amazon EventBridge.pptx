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sldIdLst>
    <p:sldId id="570" r:id="rId2"/>
    <p:sldId id="571" r:id="rId3"/>
    <p:sldId id="572" r:id="rId4"/>
    <p:sldId id="573" r:id="rId5"/>
    <p:sldId id="574" r:id="rId6"/>
    <p:sldId id="575" r:id="rId7"/>
    <p:sldId id="576" r:id="rId8"/>
    <p:sldId id="577" r:id="rId9"/>
    <p:sldId id="578" r:id="rId10"/>
    <p:sldId id="579" r:id="rId11"/>
    <p:sldId id="580" r:id="rId12"/>
    <p:sldId id="581" r:id="rId13"/>
    <p:sldId id="582" r:id="rId14"/>
    <p:sldId id="584" r:id="rId15"/>
    <p:sldId id="583" r:id="rId16"/>
    <p:sldId id="585" r:id="rId17"/>
    <p:sldId id="586" r:id="rId18"/>
    <p:sldId id="587" r:id="rId19"/>
    <p:sldId id="440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765" autoAdjust="0"/>
  </p:normalViewPr>
  <p:slideViewPr>
    <p:cSldViewPr>
      <p:cViewPr>
        <p:scale>
          <a:sx n="50" d="100"/>
          <a:sy n="50" d="100"/>
        </p:scale>
        <p:origin x="-164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ws.amazon.com/eventbridge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Amazon </a:t>
            </a:r>
            <a:r>
              <a:rPr lang="en-US" sz="6000" dirty="0" err="1" smtClean="0"/>
              <a:t>EventBridge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EventBridge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https://aws.amazon.com/eventbridge/</a:t>
            </a:r>
            <a:endParaRPr lang="en-US" sz="2000" dirty="0" smtClean="0"/>
          </a:p>
          <a:p>
            <a:r>
              <a:rPr lang="en-US" sz="2000" dirty="0" smtClean="0"/>
              <a:t>Amazon </a:t>
            </a:r>
            <a:r>
              <a:rPr lang="en-US" sz="2000" dirty="0" err="1" smtClean="0"/>
              <a:t>EventBridge</a:t>
            </a:r>
            <a:r>
              <a:rPr lang="en-US" sz="2000" dirty="0" smtClean="0"/>
              <a:t> </a:t>
            </a:r>
            <a:r>
              <a:rPr lang="en-US" sz="2000" dirty="0" smtClean="0"/>
              <a:t>Event </a:t>
            </a:r>
            <a:r>
              <a:rPr lang="en-US" sz="2000" dirty="0" smtClean="0"/>
              <a:t>Bus is a </a:t>
            </a:r>
            <a:r>
              <a:rPr lang="en-US" sz="2000" dirty="0" err="1" smtClean="0"/>
              <a:t>serverless</a:t>
            </a:r>
            <a:r>
              <a:rPr lang="en-US" sz="2000" dirty="0" smtClean="0"/>
              <a:t> event bus that helps you receive, filter, transform, route, and deliver events.</a:t>
            </a:r>
          </a:p>
          <a:p>
            <a:endParaRPr lang="en-US" sz="2000" dirty="0" smtClean="0"/>
          </a:p>
        </p:txBody>
      </p:sp>
      <p:pic>
        <p:nvPicPr>
          <p:cNvPr id="15362" name="Picture 2" descr="https://d3c33hcgiwev3.cloudfront.net/imageAssetProxy.v1/UtCoXQfYTc6DaBYI0237dw_5bd1ec1565fa410f988446d1f4befcf1_image.png?expiry=1705795200000&amp;hmac=N-TkDLPKwCgodbu15QNMFgurLoKjbf7eRcCDlpWRUU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787650"/>
            <a:ext cx="7493000" cy="3765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EventBridge</a:t>
            </a:r>
            <a:r>
              <a:rPr lang="en-US" dirty="0" smtClean="0"/>
              <a:t> vs. SNS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You can use both Amazon </a:t>
            </a:r>
            <a:r>
              <a:rPr lang="en-US" sz="2000" dirty="0" err="1" smtClean="0"/>
              <a:t>EventBridge</a:t>
            </a:r>
            <a:r>
              <a:rPr lang="en-US" sz="2000" dirty="0" smtClean="0"/>
              <a:t> and Amazon Simple Notification Service (Amazon SNS) to develop event-driven applications.</a:t>
            </a:r>
          </a:p>
          <a:p>
            <a:r>
              <a:rPr lang="en-US" sz="2000" dirty="0" err="1" smtClean="0"/>
              <a:t>EventBridge</a:t>
            </a:r>
            <a:r>
              <a:rPr lang="en-US" sz="2000" dirty="0" smtClean="0"/>
              <a:t> is suitable with an application that reacts to events from software as a service (</a:t>
            </a:r>
            <a:r>
              <a:rPr lang="en-US" sz="2000" dirty="0" err="1" smtClean="0"/>
              <a:t>SaaS</a:t>
            </a:r>
            <a:r>
              <a:rPr lang="en-US" sz="2000" dirty="0" smtClean="0"/>
              <a:t>) applications or AWS services.</a:t>
            </a:r>
          </a:p>
          <a:p>
            <a:r>
              <a:rPr lang="en-US" sz="2000" dirty="0" err="1" smtClean="0"/>
              <a:t>EventBridge</a:t>
            </a:r>
            <a:r>
              <a:rPr lang="en-US" sz="2000" dirty="0" smtClean="0"/>
              <a:t> is the only event-based service that integrates directly with </a:t>
            </a:r>
            <a:r>
              <a:rPr lang="en-US" sz="2000" i="1" dirty="0" smtClean="0">
                <a:solidFill>
                  <a:srgbClr val="C00000"/>
                </a:solidFill>
              </a:rPr>
              <a:t>third-party </a:t>
            </a:r>
            <a:r>
              <a:rPr lang="en-US" sz="2000" i="1" dirty="0" err="1" smtClean="0">
                <a:solidFill>
                  <a:srgbClr val="C00000"/>
                </a:solidFill>
              </a:rPr>
              <a:t>SaaS</a:t>
            </a:r>
            <a:r>
              <a:rPr lang="en-US" sz="2000" dirty="0" smtClean="0"/>
              <a:t> AWS Partners.</a:t>
            </a:r>
          </a:p>
          <a:p>
            <a:r>
              <a:rPr lang="en-US" sz="2000" dirty="0" err="1" smtClean="0"/>
              <a:t>EventBridge</a:t>
            </a:r>
            <a:r>
              <a:rPr lang="en-US" sz="2000" dirty="0" smtClean="0"/>
              <a:t> uses a defined, JSON-based structure for events, and you can also select events to forward to a target by creating rules that are applied across the entire event body.</a:t>
            </a:r>
          </a:p>
          <a:p>
            <a:r>
              <a:rPr lang="en-US" sz="2000" dirty="0" err="1" smtClean="0"/>
              <a:t>EventBridge</a:t>
            </a:r>
            <a:r>
              <a:rPr lang="en-US" sz="2000" dirty="0" smtClean="0"/>
              <a:t> has </a:t>
            </a:r>
            <a:r>
              <a:rPr lang="en-US" sz="2000" i="1" dirty="0" smtClean="0">
                <a:solidFill>
                  <a:srgbClr val="C00000"/>
                </a:solidFill>
              </a:rPr>
              <a:t>limited throughput</a:t>
            </a:r>
            <a:r>
              <a:rPr lang="en-US" sz="2000" dirty="0" smtClean="0"/>
              <a:t>, which can be increased on request. It also has a typical latency of about half a second.</a:t>
            </a:r>
          </a:p>
          <a:p>
            <a:r>
              <a:rPr lang="en-US" sz="2000" dirty="0" smtClean="0"/>
              <a:t>SNS provides nearly </a:t>
            </a:r>
            <a:r>
              <a:rPr lang="en-US" sz="2000" i="1" dirty="0" smtClean="0">
                <a:solidFill>
                  <a:srgbClr val="C00000"/>
                </a:solidFill>
              </a:rPr>
              <a:t>unlimited throughput</a:t>
            </a:r>
            <a:r>
              <a:rPr lang="en-US" sz="2000" dirty="0" smtClean="0"/>
              <a:t>. You can also use it for applications that need very high fan-out (thousands or millions of endpoints). Messages are unstructured and can be in any format.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Event Bus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633" y="2133600"/>
            <a:ext cx="7878767" cy="3409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Rule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1785" y="1981200"/>
            <a:ext cx="7858815" cy="3584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Select Rule Event Source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057400"/>
            <a:ext cx="7855906" cy="307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Enter Rule Event Pattern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8763" y="2212975"/>
            <a:ext cx="6086475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Add Target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3325" y="1838325"/>
            <a:ext cx="6737350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Send Event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133600"/>
            <a:ext cx="7893844" cy="3088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Enter Event Info Matching a Rule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133600"/>
            <a:ext cx="7758113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Pipe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1206" y="2231114"/>
            <a:ext cx="8155594" cy="3331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Pipe Source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981200"/>
            <a:ext cx="7943194" cy="3782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Select Pipe Target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91" y="1981200"/>
            <a:ext cx="7978109" cy="3762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Send Message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400" y="1620083"/>
            <a:ext cx="8001000" cy="424731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boto3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json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def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send_message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():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sqs_client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boto3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client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sqs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region_name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"us-east-1"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message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{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"key"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: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"value"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response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sqs_client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.send_message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QueueUrl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"https://sqs.us-east-1.amazonaws.com/135319629286/hellosqs"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MessageBody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json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dumps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message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response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send_message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16853</TotalTime>
  <Words>277</Words>
  <Application>Microsoft Office PowerPoint</Application>
  <PresentationFormat>On-screen Show (4:3)</PresentationFormat>
  <Paragraphs>44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Amazon EventBridge</vt:lpstr>
      <vt:lpstr>Objectives</vt:lpstr>
      <vt:lpstr>Contents</vt:lpstr>
      <vt:lpstr>References</vt:lpstr>
      <vt:lpstr>Amazon EventBridge</vt:lpstr>
      <vt:lpstr>EventBridge vs. SNS</vt:lpstr>
      <vt:lpstr>1. Create Event Bus</vt:lpstr>
      <vt:lpstr>2. Create Rule</vt:lpstr>
      <vt:lpstr>3. Select Rule Event Source</vt:lpstr>
      <vt:lpstr>4. Enter Rule Event Pattern</vt:lpstr>
      <vt:lpstr>5. Add Target</vt:lpstr>
      <vt:lpstr>6. Send Event</vt:lpstr>
      <vt:lpstr>7. Enter Event Info Matching a Rule</vt:lpstr>
      <vt:lpstr>Slide 14</vt:lpstr>
      <vt:lpstr>1. Create Pipe</vt:lpstr>
      <vt:lpstr>2. Select Pipe Source</vt:lpstr>
      <vt:lpstr>3. Select Pipe Target</vt:lpstr>
      <vt:lpstr>4. Send Message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4944</cp:revision>
  <dcterms:created xsi:type="dcterms:W3CDTF">2007-10-06T08:25:13Z</dcterms:created>
  <dcterms:modified xsi:type="dcterms:W3CDTF">2024-01-19T18:50:42Z</dcterms:modified>
</cp:coreProperties>
</file>