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17"/>
  </p:notesMasterIdLst>
  <p:sldIdLst>
    <p:sldId id="441" r:id="rId2"/>
    <p:sldId id="442" r:id="rId3"/>
    <p:sldId id="443" r:id="rId4"/>
    <p:sldId id="444" r:id="rId5"/>
    <p:sldId id="637" r:id="rId6"/>
    <p:sldId id="638" r:id="rId7"/>
    <p:sldId id="639" r:id="rId8"/>
    <p:sldId id="640" r:id="rId9"/>
    <p:sldId id="641" r:id="rId10"/>
    <p:sldId id="642" r:id="rId11"/>
    <p:sldId id="643" r:id="rId12"/>
    <p:sldId id="644" r:id="rId13"/>
    <p:sldId id="645" r:id="rId14"/>
    <p:sldId id="646" r:id="rId15"/>
    <p:sldId id="440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73" autoAdjust="0"/>
    <p:restoredTop sz="94765" autoAdjust="0"/>
  </p:normalViewPr>
  <p:slideViewPr>
    <p:cSldViewPr>
      <p:cViewPr>
        <p:scale>
          <a:sx n="50" d="100"/>
          <a:sy n="50" d="100"/>
        </p:scale>
        <p:origin x="-1646" y="-4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062591D-F63A-4C87-988A-2A4399BE3C42}" type="datetimeFigureOut">
              <a:rPr lang="en-US" smtClean="0"/>
              <a:pPr/>
              <a:t>11/29/2023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B2649A-D532-4C46-8375-2DC4F09C0D4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4E670EC-EF90-4A84-9798-83F1F2DBB46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3B12F3-13D8-4BC6-B271-EF890D2E3EA0}" type="datetimeFigureOut">
              <a:rPr lang="en-US"/>
              <a:pPr>
                <a:defRPr/>
              </a:pPr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4D65A0-8A45-49A8-B2B4-890662407FE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2554BB-BED8-407D-871B-BC3BF099B766}" type="datetimeFigureOut">
              <a:rPr lang="en-US"/>
              <a:pPr>
                <a:defRPr/>
              </a:pPr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6A513C-A265-4672-ADF9-9C420A0C09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83AE9F-B8F4-4A27-A258-84000ADADD35}" type="datetimeFigureOut">
              <a:rPr lang="en-US"/>
              <a:pPr>
                <a:defRPr/>
              </a:pPr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0325C-EBE7-4A11-97E9-DF8C42B04A7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F403C-A7D9-4211-8DC1-5865845C9F38}" type="datetimeFigureOut">
              <a:rPr lang="en-US"/>
              <a:pPr>
                <a:defRPr/>
              </a:pPr>
              <a:t>11/29/2023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91B809-96F5-477B-8E72-8AB6B5E4AE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09C128-87F1-4A1D-AC95-1D0A8C2820AC}" type="datetimeFigureOut">
              <a:rPr lang="en-US"/>
              <a:pPr>
                <a:defRPr/>
              </a:pPr>
              <a:t>11/29/2023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251F8E-6BBA-4EBA-BCCA-61145C18CC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D7EAC8-1610-4C8B-8A2E-7959779A26B0}" type="datetimeFigureOut">
              <a:rPr lang="en-US"/>
              <a:pPr>
                <a:defRPr/>
              </a:pPr>
              <a:t>11/29/2023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8F43CFA-8BED-4A88-AB21-8477601BA3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13CF8C-ED99-4E62-9F8F-039B47F842EB}" type="datetimeFigureOut">
              <a:rPr lang="en-US"/>
              <a:pPr>
                <a:defRPr/>
              </a:pPr>
              <a:t>11/29/2023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FA9176-712D-4387-A1B9-79FDD21B413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0295A-2761-40EA-9DA2-E88C0504267F}" type="datetimeFigureOut">
              <a:rPr lang="en-US"/>
              <a:pPr>
                <a:defRPr/>
              </a:pPr>
              <a:t>11/29/2023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EFA140-F156-4425-B953-A67D35160E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7036556-1340-40FC-A073-D70D8832A760}" type="datetimeFigureOut">
              <a:rPr lang="en-US"/>
              <a:pPr>
                <a:defRPr/>
              </a:pPr>
              <a:t>11/29/2023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B3919B8-AF1D-4524-AED9-AA87E5FE06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75E21-F618-4DDC-86A2-77C690CACCAF}" type="datetimeFigureOut">
              <a:rPr lang="en-US"/>
              <a:pPr>
                <a:defRPr/>
              </a:pPr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DB1DC0-76E8-4C19-B643-CDC8176FDD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4CE7E0-80C2-49E8-81AC-9B27623F73A4}" type="datetimeFigureOut">
              <a:rPr lang="en-US"/>
              <a:pPr>
                <a:defRPr/>
              </a:pPr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9D05C-0F0F-4E8B-B47F-3C2F1A4BC70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921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F5EA699-B790-4630-B1C5-9840307833F6}" type="datetimeFigureOut">
              <a:rPr lang="en-US"/>
              <a:pPr>
                <a:defRPr/>
              </a:pPr>
              <a:t>11/29/2023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409E2BD1-610D-47CE-BC14-E90E7753FA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nhbien@fit.hcmus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learn.microsoft.com/en-us/cli/azure/install-azure-cli-windows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hyperlink" Target="https://image-gps.azurewebsites.net/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pi.my-ip.io/v1/ip" TargetMode="External"/><Relationship Id="rId2" Type="http://schemas.openxmlformats.org/officeDocument/2006/relationships/hyperlink" Target="https://image-gps.scm.azurewebsites.net/DebugConsole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>
          <a:xfrm>
            <a:off x="304800" y="2130425"/>
            <a:ext cx="8534400" cy="1470025"/>
          </a:xfrm>
        </p:spPr>
        <p:txBody>
          <a:bodyPr/>
          <a:lstStyle/>
          <a:p>
            <a:pPr eaLnBrk="1" hangingPunct="1"/>
            <a:r>
              <a:rPr lang="en-US" sz="6000" dirty="0" smtClean="0"/>
              <a:t>Azure App Service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 fontScale="40000" lnSpcReduction="2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5400" dirty="0" smtClean="0"/>
              <a:t>Lecturer: Ngo Huy Bien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Software Engineering Department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Faculty of Information Technology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VNUHCM - University of Science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/>
              <a:t>Ho Chi Minh City, Vietnam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 smtClean="0">
                <a:hlinkClick r:id="rId2"/>
              </a:rPr>
              <a:t>nhbien@fit.hcmus.edu.vn</a:t>
            </a:r>
            <a:endParaRPr lang="en-US" sz="4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5334000" cy="3886200"/>
          </a:xfrm>
        </p:spPr>
        <p:txBody>
          <a:bodyPr/>
          <a:lstStyle/>
          <a:p>
            <a:pPr>
              <a:buFont typeface="Wingdings" pitchFamily="2" charset="2"/>
              <a:buChar char="Ø"/>
            </a:pPr>
            <a:r>
              <a:rPr lang="en-US" sz="2400" dirty="0" smtClean="0"/>
              <a:t>To deploy a PHP web app to Azure App Service.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19800" y="1828800"/>
            <a:ext cx="2762250" cy="2114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7000" y="2438400"/>
            <a:ext cx="2390775" cy="2390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6096000" cy="4525963"/>
          </a:xfrm>
        </p:spPr>
        <p:txBody>
          <a:bodyPr/>
          <a:lstStyle/>
          <a:p>
            <a:pPr marL="571500" indent="-571500">
              <a:buFont typeface="+mj-lt"/>
              <a:buAutoNum type="romanUcPeriod"/>
            </a:pPr>
            <a:endParaRPr lang="en-US" sz="2400" dirty="0" smtClean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5867400" cy="4724400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endParaRPr lang="en-US" sz="2400" dirty="0" smtClean="0">
              <a:cs typeface="Calibri" pitchFamily="34" charset="0"/>
            </a:endParaRPr>
          </a:p>
        </p:txBody>
      </p:sp>
      <p:pic>
        <p:nvPicPr>
          <p:cNvPr id="4" name="Picture 4" descr="http://2.bp.blogspot.com/-FqRM_5NQE6Q/TaSdzyWfvtI/AAAAAAAAAFg/C_2LDJWJOx4/s1600/books-pile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248400" y="1676400"/>
            <a:ext cx="2724150" cy="41338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Install Azure CLI on Windows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>
                <a:hlinkClick r:id="rId2"/>
              </a:rPr>
              <a:t>https://learn.microsoft.com/en-us/cli/azure/install-azure-cli-windows</a:t>
            </a:r>
            <a:endParaRPr lang="en-US" sz="2000" dirty="0" smtClean="0"/>
          </a:p>
          <a:p>
            <a:endParaRPr lang="en-US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311400" y="2438400"/>
            <a:ext cx="4521200" cy="3517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Verify CLI Installation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>
                <a:latin typeface="Consolas" pitchFamily="49" charset="0"/>
              </a:rPr>
              <a:t>az</a:t>
            </a:r>
            <a:r>
              <a:rPr lang="en-US" sz="2400" dirty="0" smtClean="0">
                <a:latin typeface="Consolas" pitchFamily="49" charset="0"/>
              </a:rPr>
              <a:t> --version</a:t>
            </a:r>
            <a:endParaRPr lang="en-US" sz="2400" dirty="0">
              <a:latin typeface="Consolas" pitchFamily="49" charset="0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4713" y="2263775"/>
            <a:ext cx="7394575" cy="3603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3. Log in Azure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az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smtClean="0">
                <a:latin typeface="Consolas" pitchFamily="49" charset="0"/>
              </a:rPr>
              <a:t>login</a:t>
            </a:r>
            <a:endParaRPr lang="en-US" sz="2200" dirty="0">
              <a:latin typeface="Consolas" pitchFamily="49" charset="0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4713" y="2676525"/>
            <a:ext cx="7394575" cy="235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4. </a:t>
            </a:r>
            <a:r>
              <a:rPr lang="en-US" dirty="0" smtClean="0"/>
              <a:t>List Locations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sz="2200" dirty="0" err="1" smtClean="0">
                <a:latin typeface="Consolas" pitchFamily="49" charset="0"/>
              </a:rPr>
              <a:t>az</a:t>
            </a:r>
            <a:r>
              <a:rPr lang="fr-FR" sz="2200" dirty="0" smtClean="0">
                <a:latin typeface="Consolas" pitchFamily="49" charset="0"/>
              </a:rPr>
              <a:t> </a:t>
            </a:r>
            <a:r>
              <a:rPr lang="fr-FR" sz="2200" dirty="0" err="1" smtClean="0">
                <a:latin typeface="Consolas" pitchFamily="49" charset="0"/>
              </a:rPr>
              <a:t>appservice</a:t>
            </a:r>
            <a:r>
              <a:rPr lang="fr-FR" sz="2200" dirty="0" smtClean="0">
                <a:latin typeface="Consolas" pitchFamily="49" charset="0"/>
              </a:rPr>
              <a:t> </a:t>
            </a:r>
            <a:r>
              <a:rPr lang="fr-FR" sz="2200" dirty="0" err="1" smtClean="0">
                <a:latin typeface="Consolas" pitchFamily="49" charset="0"/>
              </a:rPr>
              <a:t>list</a:t>
            </a:r>
            <a:r>
              <a:rPr lang="fr-FR" sz="2200" dirty="0" smtClean="0">
                <a:latin typeface="Consolas" pitchFamily="49" charset="0"/>
              </a:rPr>
              <a:t>-locations --</a:t>
            </a:r>
            <a:r>
              <a:rPr lang="fr-FR" sz="2200" dirty="0" err="1" smtClean="0">
                <a:latin typeface="Consolas" pitchFamily="49" charset="0"/>
              </a:rPr>
              <a:t>sku</a:t>
            </a:r>
            <a:r>
              <a:rPr lang="fr-FR" sz="2200" dirty="0" smtClean="0">
                <a:latin typeface="Consolas" pitchFamily="49" charset="0"/>
              </a:rPr>
              <a:t> </a:t>
            </a:r>
            <a:r>
              <a:rPr lang="fr-FR" sz="2200" dirty="0" smtClean="0">
                <a:latin typeface="Consolas" pitchFamily="49" charset="0"/>
              </a:rPr>
              <a:t>F1</a:t>
            </a:r>
          </a:p>
          <a:p>
            <a:r>
              <a:rPr lang="fr-FR" sz="2200" dirty="0" smtClean="0">
                <a:latin typeface="Consolas" pitchFamily="49" charset="0"/>
              </a:rPr>
              <a:t>// F1 = Free</a:t>
            </a:r>
            <a:endParaRPr lang="en-US" sz="2200" dirty="0">
              <a:latin typeface="Consolas" pitchFamily="49" charset="0"/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60488" y="2809875"/>
            <a:ext cx="6423025" cy="2676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5. Deploy PHP Application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az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webapp</a:t>
            </a:r>
            <a:r>
              <a:rPr lang="en-US" sz="2200" dirty="0" smtClean="0">
                <a:latin typeface="Consolas" pitchFamily="49" charset="0"/>
              </a:rPr>
              <a:t> up --runtime "</a:t>
            </a:r>
            <a:r>
              <a:rPr lang="en-US" sz="2200" dirty="0" smtClean="0">
                <a:latin typeface="Consolas" pitchFamily="49" charset="0"/>
              </a:rPr>
              <a:t>PHP:8.2" </a:t>
            </a:r>
            <a:r>
              <a:rPr lang="en-US" sz="2200" dirty="0" smtClean="0">
                <a:latin typeface="Consolas" pitchFamily="49" charset="0"/>
              </a:rPr>
              <a:t>--</a:t>
            </a:r>
            <a:r>
              <a:rPr lang="en-US" sz="2200" dirty="0" err="1" smtClean="0">
                <a:latin typeface="Consolas" pitchFamily="49" charset="0"/>
              </a:rPr>
              <a:t>os</a:t>
            </a:r>
            <a:r>
              <a:rPr lang="en-US" sz="2200" dirty="0" smtClean="0">
                <a:latin typeface="Consolas" pitchFamily="49" charset="0"/>
              </a:rPr>
              <a:t>-type=</a:t>
            </a:r>
            <a:r>
              <a:rPr lang="en-US" sz="2200" dirty="0" err="1" smtClean="0">
                <a:latin typeface="Consolas" pitchFamily="49" charset="0"/>
              </a:rPr>
              <a:t>linux</a:t>
            </a:r>
            <a:r>
              <a:rPr lang="en-US" sz="2200" dirty="0" smtClean="0">
                <a:latin typeface="Consolas" pitchFamily="49" charset="0"/>
              </a:rPr>
              <a:t> --name "image-</a:t>
            </a:r>
            <a:r>
              <a:rPr lang="en-US" sz="2200" dirty="0" err="1" smtClean="0">
                <a:latin typeface="Consolas" pitchFamily="49" charset="0"/>
              </a:rPr>
              <a:t>gps</a:t>
            </a:r>
            <a:r>
              <a:rPr lang="en-US" sz="2200" dirty="0" smtClean="0">
                <a:latin typeface="Consolas" pitchFamily="49" charset="0"/>
              </a:rPr>
              <a:t>" --location "West US</a:t>
            </a:r>
            <a:r>
              <a:rPr lang="en-US" sz="2200" dirty="0" smtClean="0">
                <a:latin typeface="Consolas" pitchFamily="49" charset="0"/>
              </a:rPr>
              <a:t>"</a:t>
            </a:r>
          </a:p>
          <a:p>
            <a:endParaRPr lang="en-US" sz="2200" dirty="0">
              <a:latin typeface="Consolas" pitchFamily="49" charset="0"/>
            </a:endParaRPr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60488" y="2895600"/>
            <a:ext cx="6423025" cy="276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6. Open PHP Website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smtClean="0">
                <a:latin typeface="Consolas" pitchFamily="49" charset="0"/>
                <a:hlinkClick r:id="rId2"/>
              </a:rPr>
              <a:t>https://</a:t>
            </a:r>
            <a:r>
              <a:rPr lang="en-US" sz="2200" smtClean="0">
                <a:latin typeface="Consolas" pitchFamily="49" charset="0"/>
                <a:hlinkClick r:id="rId2"/>
              </a:rPr>
              <a:t>image-gps.azurewebsites.net</a:t>
            </a:r>
            <a:r>
              <a:rPr lang="en-US" sz="2200" smtClean="0">
                <a:latin typeface="Consolas" pitchFamily="49" charset="0"/>
                <a:hlinkClick r:id="rId2"/>
              </a:rPr>
              <a:t>/</a:t>
            </a:r>
            <a:endParaRPr lang="en-US" sz="2200" dirty="0" smtClean="0">
              <a:latin typeface="Consolas" pitchFamily="49" charset="0"/>
            </a:endParaRPr>
          </a:p>
          <a:p>
            <a:endParaRPr lang="en-US" sz="2200" dirty="0">
              <a:latin typeface="Consolas" pitchFamily="49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31963" y="2514600"/>
            <a:ext cx="5680075" cy="316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7. Remove PHP Application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err="1" smtClean="0"/>
              <a:t>az</a:t>
            </a:r>
            <a:r>
              <a:rPr lang="en-US" sz="2400" dirty="0" smtClean="0"/>
              <a:t> group delete --name </a:t>
            </a:r>
            <a:r>
              <a:rPr lang="en-US" sz="2400" dirty="0" err="1" smtClean="0"/>
              <a:t>myResourceGroup</a:t>
            </a:r>
            <a:endParaRPr lang="en-US" sz="2200" dirty="0">
              <a:latin typeface="Consolas" pitchFamily="49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s://lh3.ggpht.com/1IfZLL2QDSjZ0wS7sUhaMlsAOS8BBzdR3wZ1WawgRn7KZAM8nEVZYMOUM-lqQb0ikIzp=w30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76600" y="1905000"/>
            <a:ext cx="2857500" cy="28575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1. Open Debug Console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 smtClean="0">
                <a:hlinkClick r:id="rId2"/>
              </a:rPr>
              <a:t>https://</a:t>
            </a:r>
            <a:r>
              <a:rPr lang="en-US" sz="2400" dirty="0" smtClean="0">
                <a:hlinkClick r:id="rId2"/>
              </a:rPr>
              <a:t>image-gps.scm.azurewebsites.net/DebugConsole</a:t>
            </a:r>
            <a:endParaRPr lang="en-US" sz="2400" dirty="0" smtClean="0"/>
          </a:p>
          <a:p>
            <a:r>
              <a:rPr lang="en-US" sz="2400" dirty="0" smtClean="0">
                <a:latin typeface="Consolas" pitchFamily="49" charset="0"/>
              </a:rPr>
              <a:t>curl -</a:t>
            </a:r>
            <a:r>
              <a:rPr lang="en-US" sz="2400" dirty="0" smtClean="0">
                <a:latin typeface="Consolas" pitchFamily="49" charset="0"/>
              </a:rPr>
              <a:t>s </a:t>
            </a:r>
            <a:r>
              <a:rPr lang="en-US" sz="2400" dirty="0" smtClean="0">
                <a:latin typeface="Consolas" pitchFamily="49" charset="0"/>
                <a:hlinkClick r:id="rId3"/>
              </a:rPr>
              <a:t>https://</a:t>
            </a:r>
            <a:r>
              <a:rPr lang="en-US" sz="2400" dirty="0" smtClean="0">
                <a:latin typeface="Consolas" pitchFamily="49" charset="0"/>
                <a:hlinkClick r:id="rId3"/>
              </a:rPr>
              <a:t>api.my-ip.io/v1/ip</a:t>
            </a:r>
            <a:endParaRPr lang="en-US" sz="2400" dirty="0" smtClean="0">
              <a:latin typeface="Consolas" pitchFamily="49" charset="0"/>
            </a:endParaRPr>
          </a:p>
          <a:p>
            <a:endParaRPr lang="en-US" sz="2400" dirty="0" smtClean="0">
              <a:latin typeface="Consolas" pitchFamily="49" charset="0"/>
            </a:endParaRPr>
          </a:p>
          <a:p>
            <a:endParaRPr lang="en-US" sz="2400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627188" y="3213100"/>
            <a:ext cx="5889625" cy="135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/>
              <a:t>2. Update App on Azure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 err="1" smtClean="0">
                <a:latin typeface="Consolas" pitchFamily="49" charset="0"/>
              </a:rPr>
              <a:t>az</a:t>
            </a:r>
            <a:r>
              <a:rPr lang="en-US" sz="2200" dirty="0" smtClean="0">
                <a:latin typeface="Consolas" pitchFamily="49" charset="0"/>
              </a:rPr>
              <a:t> </a:t>
            </a:r>
            <a:r>
              <a:rPr lang="en-US" sz="2200" dirty="0" err="1" smtClean="0">
                <a:latin typeface="Consolas" pitchFamily="49" charset="0"/>
              </a:rPr>
              <a:t>webapp</a:t>
            </a:r>
            <a:r>
              <a:rPr lang="en-US" sz="2200" dirty="0" smtClean="0">
                <a:latin typeface="Consolas" pitchFamily="49" charset="0"/>
              </a:rPr>
              <a:t> up --runtime "PHP:8.2" --</a:t>
            </a:r>
            <a:r>
              <a:rPr lang="en-US" sz="2200" dirty="0" err="1" smtClean="0">
                <a:latin typeface="Consolas" pitchFamily="49" charset="0"/>
              </a:rPr>
              <a:t>os</a:t>
            </a:r>
            <a:r>
              <a:rPr lang="en-US" sz="2200" dirty="0" smtClean="0">
                <a:latin typeface="Consolas" pitchFamily="49" charset="0"/>
              </a:rPr>
              <a:t>-type=</a:t>
            </a:r>
            <a:r>
              <a:rPr lang="en-US" sz="2200" dirty="0" err="1" smtClean="0">
                <a:latin typeface="Consolas" pitchFamily="49" charset="0"/>
              </a:rPr>
              <a:t>linux</a:t>
            </a:r>
            <a:r>
              <a:rPr lang="en-US" sz="2200" dirty="0" smtClean="0">
                <a:latin typeface="Consolas" pitchFamily="49" charset="0"/>
              </a:rPr>
              <a:t> --name "image-</a:t>
            </a:r>
            <a:r>
              <a:rPr lang="en-US" sz="2200" dirty="0" err="1" smtClean="0">
                <a:latin typeface="Consolas" pitchFamily="49" charset="0"/>
              </a:rPr>
              <a:t>gps</a:t>
            </a:r>
            <a:r>
              <a:rPr lang="en-US" sz="2200" dirty="0" smtClean="0">
                <a:latin typeface="Consolas" pitchFamily="49" charset="0"/>
              </a:rPr>
              <a:t>" --location "West US</a:t>
            </a:r>
            <a:r>
              <a:rPr lang="en-US" sz="2200" dirty="0" smtClean="0">
                <a:latin typeface="Consolas" pitchFamily="49" charset="0"/>
              </a:rPr>
              <a:t>"</a:t>
            </a:r>
          </a:p>
          <a:p>
            <a:endParaRPr lang="en-US" sz="2200" dirty="0" smtClean="0">
              <a:latin typeface="Consolas" pitchFamily="49" charset="0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360488" y="2724150"/>
            <a:ext cx="6423025" cy="2762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 smtClean="0"/>
              <a:t>Thank You &amp; See You Again</a:t>
            </a:r>
          </a:p>
        </p:txBody>
      </p:sp>
      <p:pic>
        <p:nvPicPr>
          <p:cNvPr id="5" name="Content Placeholder 4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>
          <a:xfrm>
            <a:off x="1143000" y="1676400"/>
            <a:ext cx="6810375" cy="4525963"/>
          </a:xfr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18401</TotalTime>
  <Words>174</Words>
  <Application>Microsoft Office PowerPoint</Application>
  <PresentationFormat>On-screen Show (4:3)</PresentationFormat>
  <Paragraphs>33</Paragraphs>
  <Slides>15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Azure App Service</vt:lpstr>
      <vt:lpstr>Objectives</vt:lpstr>
      <vt:lpstr>Contents</vt:lpstr>
      <vt:lpstr>References</vt:lpstr>
      <vt:lpstr>1. Install Azure CLI on Windows</vt:lpstr>
      <vt:lpstr>2. Verify CLI Installation</vt:lpstr>
      <vt:lpstr>3. Log in Azure</vt:lpstr>
      <vt:lpstr>4. List Locations</vt:lpstr>
      <vt:lpstr>5. Deploy PHP Application</vt:lpstr>
      <vt:lpstr>6. Open PHP Website</vt:lpstr>
      <vt:lpstr>7. Remove PHP Application</vt:lpstr>
      <vt:lpstr>Slide 12</vt:lpstr>
      <vt:lpstr>1. Open Debug Console</vt:lpstr>
      <vt:lpstr>2. Update App on Azure</vt:lpstr>
      <vt:lpstr>Thank You &amp; See You Again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5251</cp:revision>
  <dcterms:created xsi:type="dcterms:W3CDTF">2007-10-06T08:25:13Z</dcterms:created>
  <dcterms:modified xsi:type="dcterms:W3CDTF">2023-11-29T18:34:37Z</dcterms:modified>
</cp:coreProperties>
</file>