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vdPLxh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</a:t>
            </a:r>
            <a:r>
              <a:rPr lang="en-US" smtClean="0"/>
              <a:t>Web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https://bit.ly/3vdPLxh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2971800"/>
            <a:ext cx="2940716" cy="2435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48250" y="28194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Amazon Web Services - Wikipedi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62600" y="1485900"/>
            <a:ext cx="1841500" cy="1104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25281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Amazon Web Services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8508</cp:revision>
  <dcterms:created xsi:type="dcterms:W3CDTF">2007-10-06T08:25:13Z</dcterms:created>
  <dcterms:modified xsi:type="dcterms:W3CDTF">2025-11-06T17:31:53Z</dcterms:modified>
</cp:coreProperties>
</file>