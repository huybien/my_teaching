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12/13/2022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12/13/2022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Htjl9j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Introduction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bit.ly/3Htjl9j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34050" y="24384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25234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Course Introduction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8469</cp:revision>
  <dcterms:created xsi:type="dcterms:W3CDTF">2007-10-06T08:25:13Z</dcterms:created>
  <dcterms:modified xsi:type="dcterms:W3CDTF">2022-12-13T10:54:54Z</dcterms:modified>
</cp:coreProperties>
</file>