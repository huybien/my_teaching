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jJ0nRY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VMware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https://bit.ly/3jJ0nRY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126634"/>
            <a:ext cx="2940716" cy="2435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29718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VMware Workstation - Wikipedi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0" y="1372870"/>
            <a:ext cx="1143000" cy="11420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25294</TotalTime>
  <Words>4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VMware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8514</cp:revision>
  <dcterms:created xsi:type="dcterms:W3CDTF">2007-10-06T08:25:13Z</dcterms:created>
  <dcterms:modified xsi:type="dcterms:W3CDTF">2025-11-06T17:32:55Z</dcterms:modified>
</cp:coreProperties>
</file>