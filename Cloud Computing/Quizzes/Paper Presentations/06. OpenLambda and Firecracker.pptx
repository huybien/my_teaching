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j7gV0V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OpenLambda</a:t>
            </a:r>
            <a:r>
              <a:rPr lang="en-US" dirty="0" smtClean="0"/>
              <a:t> and Firecracker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https://bit.ly/4j7gV0V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200400"/>
            <a:ext cx="49434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25351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OpenLambda and Firecracker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8583</cp:revision>
  <dcterms:created xsi:type="dcterms:W3CDTF">2007-10-06T08:25:13Z</dcterms:created>
  <dcterms:modified xsi:type="dcterms:W3CDTF">2025-12-22T14:55:15Z</dcterms:modified>
</cp:coreProperties>
</file>