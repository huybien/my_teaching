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ihJHL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https://bit.ly/4ihJHLC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24384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85ce62fc.delivery.rocketcdn.me/wp-content/uploads/2020/07/Spark-RDD-Lazy-evaluati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0866" y="2743200"/>
            <a:ext cx="4534534" cy="25006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25327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Spark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8562</cp:revision>
  <dcterms:created xsi:type="dcterms:W3CDTF">2007-10-06T08:25:13Z</dcterms:created>
  <dcterms:modified xsi:type="dcterms:W3CDTF">2025-12-01T12:50:23Z</dcterms:modified>
</cp:coreProperties>
</file>