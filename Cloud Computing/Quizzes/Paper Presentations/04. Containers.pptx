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B2233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Containers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https://bit.ly/B22334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https://miro.medium.com/v2/0*p4ajDMRGXIwi5I9c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124200"/>
            <a:ext cx="4190477" cy="14476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25330</TotalTime>
  <Words>4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Containers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8569</cp:revision>
  <dcterms:created xsi:type="dcterms:W3CDTF">2007-10-06T08:25:13Z</dcterms:created>
  <dcterms:modified xsi:type="dcterms:W3CDTF">2025-12-09T17:27:37Z</dcterms:modified>
</cp:coreProperties>
</file>