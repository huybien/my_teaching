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B2344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Borg and Omega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https://bit.ly/B23444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819400"/>
            <a:ext cx="3378200" cy="3152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25333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Borg and Omega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8575</cp:revision>
  <dcterms:created xsi:type="dcterms:W3CDTF">2007-10-06T08:25:13Z</dcterms:created>
  <dcterms:modified xsi:type="dcterms:W3CDTF">2025-12-22T12:05:11Z</dcterms:modified>
</cp:coreProperties>
</file>