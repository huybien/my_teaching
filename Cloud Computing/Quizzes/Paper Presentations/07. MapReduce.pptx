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Bgj2j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bit.ly/4Bgj2jG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8194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25319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MapReduce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8554</cp:revision>
  <dcterms:created xsi:type="dcterms:W3CDTF">2007-10-06T08:25:13Z</dcterms:created>
  <dcterms:modified xsi:type="dcterms:W3CDTF">2025-11-25T17:14:03Z</dcterms:modified>
</cp:coreProperties>
</file>