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YJhrH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smtClean="0"/>
              <a:t>Aurora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bit.ly/3YJhrH5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514600"/>
            <a:ext cx="4394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25298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Amazon Aurora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8546</cp:revision>
  <dcterms:created xsi:type="dcterms:W3CDTF">2007-10-06T08:25:13Z</dcterms:created>
  <dcterms:modified xsi:type="dcterms:W3CDTF">2023-02-06T10:55:21Z</dcterms:modified>
</cp:coreProperties>
</file>