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DIKJg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smtClean="0"/>
              <a:t>Google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bit.ly/3DIKJgy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1020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2743200"/>
            <a:ext cx="4664075" cy="224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25294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The Google File System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8534</cp:revision>
  <dcterms:created xsi:type="dcterms:W3CDTF">2007-10-06T08:25:13Z</dcterms:created>
  <dcterms:modified xsi:type="dcterms:W3CDTF">2023-02-06T10:49:52Z</dcterms:modified>
</cp:coreProperties>
</file>