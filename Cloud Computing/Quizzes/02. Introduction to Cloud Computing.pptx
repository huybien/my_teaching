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UUxwY7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Introduction to Cloud Computing </a:t>
            </a:r>
            <a:r>
              <a:rPr lang="en-US" sz="4000" dirty="0" smtClean="0"/>
              <a:t>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bit.ly/3UUxwY7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 descr="https://static.thenounproject.com/png/1226685-20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95600"/>
            <a:ext cx="2539683" cy="2539683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3276600"/>
            <a:ext cx="2335988" cy="1504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2895600"/>
            <a:ext cx="2362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Cloud Computing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8483</cp:revision>
  <dcterms:created xsi:type="dcterms:W3CDTF">2007-10-06T08:25:13Z</dcterms:created>
  <dcterms:modified xsi:type="dcterms:W3CDTF">2022-12-13T11:44:52Z</dcterms:modified>
</cp:coreProperties>
</file>