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11/20/2025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11/20/2025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HDBgb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</a:t>
            </a:r>
            <a:r>
              <a:rPr lang="en-US" dirty="0" smtClean="0"/>
              <a:t>04 </a:t>
            </a:r>
            <a:r>
              <a:rPr lang="en-US" dirty="0" smtClean="0"/>
              <a:t>- Apache </a:t>
            </a:r>
            <a:r>
              <a:rPr lang="en-US" dirty="0" err="1" smtClean="0"/>
              <a:t>Hadoop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https://bit.ly/3HDBgbA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 descr="https://intellipaat.com/mediaFiles/2015/07/HadoopStack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2743200"/>
            <a:ext cx="5080000" cy="2581275"/>
          </a:xfrm>
          <a:prstGeom prst="rect">
            <a:avLst/>
          </a:prstGeom>
          <a:noFill/>
        </p:spPr>
      </p:pic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34050" y="253365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25302</TotalTime>
  <Words>8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Lab 04 - Apache Hadoop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8556</cp:revision>
  <dcterms:created xsi:type="dcterms:W3CDTF">2007-10-06T08:25:13Z</dcterms:created>
  <dcterms:modified xsi:type="dcterms:W3CDTF">2025-11-19T19:52:37Z</dcterms:modified>
</cp:coreProperties>
</file>