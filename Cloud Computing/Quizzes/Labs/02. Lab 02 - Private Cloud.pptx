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WDka3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02 - </a:t>
            </a:r>
            <a:r>
              <a:rPr lang="en-US" smtClean="0"/>
              <a:t>Private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https://bit.ly/3WDka3C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971800"/>
            <a:ext cx="2940716" cy="2435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24450" y="27622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25282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02 - Private Cloud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8511</cp:revision>
  <dcterms:created xsi:type="dcterms:W3CDTF">2007-10-06T08:25:13Z</dcterms:created>
  <dcterms:modified xsi:type="dcterms:W3CDTF">2025-11-03T17:25:04Z</dcterms:modified>
</cp:coreProperties>
</file>