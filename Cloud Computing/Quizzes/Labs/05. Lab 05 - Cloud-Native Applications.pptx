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B2223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05 - Cloud-Native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bit.ly/B22233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429000"/>
            <a:ext cx="4076700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0" name="AutoShape 2" descr="QR code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22860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25303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05 - Cloud-Native Applications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8555</cp:revision>
  <dcterms:created xsi:type="dcterms:W3CDTF">2007-10-06T08:25:13Z</dcterms:created>
  <dcterms:modified xsi:type="dcterms:W3CDTF">2025-12-08T10:41:17Z</dcterms:modified>
</cp:coreProperties>
</file>