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uT4mh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01 - Public </a:t>
            </a:r>
            <a:r>
              <a:rPr lang="en-US" dirty="0" smtClean="0"/>
              <a:t>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https://bit.ly/3uT4mhp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24450" y="27432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971800"/>
            <a:ext cx="2940716" cy="2435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25280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01 - Public Cloud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8498</cp:revision>
  <dcterms:created xsi:type="dcterms:W3CDTF">2007-10-06T08:25:13Z</dcterms:created>
  <dcterms:modified xsi:type="dcterms:W3CDTF">2025-11-03T17:23:14Z</dcterms:modified>
</cp:coreProperties>
</file>