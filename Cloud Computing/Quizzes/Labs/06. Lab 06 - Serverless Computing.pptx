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1/11/2026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1/11/2026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1/11/2026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1/11/2026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1/11/2026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B22244" TargetMode="External"/><Relationship Id="rId2" Type="http://schemas.openxmlformats.org/officeDocument/2006/relationships/hyperlink" Target="https://bit.ly/B2224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06 - Serverless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https://bit.ly/B22245</a:t>
            </a:r>
            <a:endParaRPr lang="en-US" dirty="0" smtClean="0"/>
          </a:p>
          <a:p>
            <a:r>
              <a:rPr lang="en-US" dirty="0" smtClean="0">
                <a:hlinkClick r:id="rId3"/>
              </a:rPr>
              <a:t>https://bit.ly/B22244</a:t>
            </a:r>
            <a:endParaRPr lang="en-US" dirty="0" smtClean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" name="AutoShape 2" descr="QR code previe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3228975"/>
            <a:ext cx="404241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25321</TotalTime>
  <Words>11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06 - Serverless Computing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8567</cp:revision>
  <dcterms:created xsi:type="dcterms:W3CDTF">2007-10-06T08:25:13Z</dcterms:created>
  <dcterms:modified xsi:type="dcterms:W3CDTF">2026-01-11T11:16:09Z</dcterms:modified>
</cp:coreProperties>
</file>