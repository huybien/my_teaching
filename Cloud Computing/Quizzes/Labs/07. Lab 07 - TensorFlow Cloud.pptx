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11/20/2025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11/20/2025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11/20/2025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KmKtr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07 - </a:t>
            </a:r>
            <a:r>
              <a:rPr lang="en-US" dirty="0" err="1" smtClean="0"/>
              <a:t>TensorFlow</a:t>
            </a:r>
            <a:r>
              <a:rPr lang="en-US" smtClean="0"/>
              <a:t> Cloud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https://bit.ly/3KmKtrR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1200" y="25146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https://2.bp.blogspot.com/-g4FBqvhMoHA/XyCC4Lt4XoI/AAAAAAAADaE/4c4JfjZ1BDQEYsK-wygPNa3JZzqcWtIxACLcBGAsYHQ/s1600/tensorflowclou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" y="2743200"/>
            <a:ext cx="5267198" cy="26086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25305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Lab 07 - TensorFlow Cloud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8565</cp:revision>
  <dcterms:created xsi:type="dcterms:W3CDTF">2007-10-06T08:25:13Z</dcterms:created>
  <dcterms:modified xsi:type="dcterms:W3CDTF">2025-11-19T20:09:22Z</dcterms:modified>
</cp:coreProperties>
</file>