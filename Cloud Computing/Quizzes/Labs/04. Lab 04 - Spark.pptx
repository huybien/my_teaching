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B2334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04 - Spark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bit.ly/B23344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https://hpe-developer-portal.s3.amazonaws.com/uploads/media/2020/6/image1-159375706427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667000"/>
            <a:ext cx="4102100" cy="34928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25310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04 - Spark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8568</cp:revision>
  <dcterms:created xsi:type="dcterms:W3CDTF">2007-10-06T08:25:13Z</dcterms:created>
  <dcterms:modified xsi:type="dcterms:W3CDTF">2025-12-09T17:22:50Z</dcterms:modified>
</cp:coreProperties>
</file>