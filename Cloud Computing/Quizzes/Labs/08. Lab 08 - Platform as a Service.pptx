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11/20/2025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IjEuD7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Lab 08 - Platform as a 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https://bit.ly/3IjEuD7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53050" y="2714625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3000375"/>
            <a:ext cx="4252913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25282</TotalTime>
  <Words>10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Lab 08 - Platform as a Service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8508</cp:revision>
  <dcterms:created xsi:type="dcterms:W3CDTF">2007-10-06T08:25:13Z</dcterms:created>
  <dcterms:modified xsi:type="dcterms:W3CDTF">2025-11-19T20:09:36Z</dcterms:modified>
</cp:coreProperties>
</file>