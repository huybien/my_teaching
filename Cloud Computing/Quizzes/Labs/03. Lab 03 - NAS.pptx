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11/15/2025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11/15/2025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11/15/2025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11/15/2025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11/15/2025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11/15/2025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11/15/2025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vXtJ1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Lab </a:t>
            </a:r>
            <a:r>
              <a:rPr lang="en-US" smtClean="0"/>
              <a:t>03 </a:t>
            </a:r>
            <a:r>
              <a:rPr lang="en-US" smtClean="0"/>
              <a:t>- </a:t>
            </a:r>
            <a:r>
              <a:rPr lang="en-US" smtClean="0"/>
              <a:t>NAS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https://bit.ly/3vXtJ1O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9250" y="23812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https://www.malwarebytes.com/blog/images/uploads/2016/04/cloud-storage-for-wendy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95400" y="2667000"/>
            <a:ext cx="3251200" cy="23082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25288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Lab 03 - NAS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8525</cp:revision>
  <dcterms:created xsi:type="dcterms:W3CDTF">2007-10-06T08:25:13Z</dcterms:created>
  <dcterms:modified xsi:type="dcterms:W3CDTF">2025-11-15T11:50:50Z</dcterms:modified>
</cp:coreProperties>
</file>