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11/7/2025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RjE0P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in </a:t>
            </a:r>
            <a:r>
              <a:rPr lang="en-US" smtClean="0"/>
              <a:t>the </a:t>
            </a:r>
            <a:r>
              <a:rPr lang="en-US" smtClean="0"/>
              <a:t>Cloud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https://bit.ly/3RjE0PS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38800" y="24384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https://blog.vinahost.vn/wp-content/uploads/2020/08/N-before-S-e159858039871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2590800"/>
            <a:ext cx="4286250" cy="32385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25287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Storage in the Cloud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8525</cp:revision>
  <dcterms:created xsi:type="dcterms:W3CDTF">2007-10-06T08:25:13Z</dcterms:created>
  <dcterms:modified xsi:type="dcterms:W3CDTF">2025-11-06T17:21:35Z</dcterms:modified>
</cp:coreProperties>
</file>