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X0Xri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Salesforce</a:t>
            </a:r>
            <a:r>
              <a:rPr lang="en-US" dirty="0" smtClean="0"/>
              <a:t> Platform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https://bit.ly/3X0XriI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838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https://res.cloudinary.com/hy4kyit2a/f_auto,fl_lossy,q_70/learn/modules/starting_force_com/starting_understanding_arch/images/a1b2bb1adfd5c5951a958fb019d4fbd2_platform-basics-arch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3124200"/>
            <a:ext cx="5121084" cy="25605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25285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Salesforce Platform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8518</cp:revision>
  <dcterms:created xsi:type="dcterms:W3CDTF">2007-10-06T08:25:13Z</dcterms:created>
  <dcterms:modified xsi:type="dcterms:W3CDTF">2025-11-06T17:33:02Z</dcterms:modified>
</cp:coreProperties>
</file>