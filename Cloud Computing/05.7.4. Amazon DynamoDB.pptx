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1"/>
  </p:notesMasterIdLst>
  <p:sldIdLst>
    <p:sldId id="570" r:id="rId2"/>
    <p:sldId id="571" r:id="rId3"/>
    <p:sldId id="572" r:id="rId4"/>
    <p:sldId id="573" r:id="rId5"/>
    <p:sldId id="574" r:id="rId6"/>
    <p:sldId id="575" r:id="rId7"/>
    <p:sldId id="576" r:id="rId8"/>
    <p:sldId id="577" r:id="rId9"/>
    <p:sldId id="440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0" autoAdjust="0"/>
    <p:restoredTop sz="94765" autoAdjust="0"/>
  </p:normalViewPr>
  <p:slideViewPr>
    <p:cSldViewPr>
      <p:cViewPr>
        <p:scale>
          <a:sx n="50" d="100"/>
          <a:sy n="50" d="100"/>
        </p:scale>
        <p:origin x="-1648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62591D-F63A-4C87-988A-2A4399BE3C42}" type="datetimeFigureOut">
              <a:rPr lang="en-US" smtClean="0"/>
              <a:pPr/>
              <a:t>1/4/2024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2649A-D532-4C46-8375-2DC4F09C0D4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1/4/2024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1/4/2024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1/4/2024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1/4/2024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1/4/2024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1/4/2024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aws.amazon.com/dynamodb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aws.amazon.com/simpledb/faqs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 smtClean="0"/>
              <a:t>Amazon </a:t>
            </a:r>
            <a:r>
              <a:rPr lang="en-US" sz="6000" dirty="0" err="1" smtClean="0"/>
              <a:t>DynamoDB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562600" cy="4114799"/>
          </a:xfrm>
        </p:spPr>
        <p:txBody>
          <a:bodyPr/>
          <a:lstStyle/>
          <a:p>
            <a:pPr marL="571500" indent="-514350">
              <a:buFont typeface="Wingdings" pitchFamily="2" charset="2"/>
              <a:buChar char="Ø"/>
            </a:pPr>
            <a:r>
              <a:rPr lang="en-US" sz="2400" dirty="0" smtClean="0"/>
              <a:t>To explain how Dynamo works.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867400" cy="4191000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en-US" sz="2400" dirty="0" smtClean="0"/>
              <a:t>Giuseppe </a:t>
            </a:r>
            <a:r>
              <a:rPr lang="en-US" sz="2400" dirty="0" err="1" smtClean="0"/>
              <a:t>DeCandia</a:t>
            </a:r>
            <a:r>
              <a:rPr lang="en-US" sz="2400" dirty="0" smtClean="0"/>
              <a:t> et al. (2007). Dynamo: Amazon's Highly Available Key-Value Store.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745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Amazon </a:t>
            </a:r>
            <a:r>
              <a:rPr lang="en-US" dirty="0" err="1" smtClean="0"/>
              <a:t>DynamoDB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https://aws.amazon.com/dynamodb/</a:t>
            </a:r>
            <a:endParaRPr lang="en-US" sz="2400" dirty="0" smtClean="0"/>
          </a:p>
          <a:p>
            <a:r>
              <a:rPr lang="en-US" sz="2400" dirty="0" smtClean="0"/>
              <a:t>Amazon </a:t>
            </a:r>
            <a:r>
              <a:rPr lang="en-US" sz="2400" dirty="0" err="1" smtClean="0"/>
              <a:t>DynamoDB</a:t>
            </a:r>
            <a:r>
              <a:rPr lang="en-US" sz="2400" dirty="0" smtClean="0"/>
              <a:t> is a </a:t>
            </a:r>
            <a:r>
              <a:rPr lang="en-US" sz="2400" dirty="0" err="1" smtClean="0"/>
              <a:t>serverless</a:t>
            </a:r>
            <a:r>
              <a:rPr lang="en-US" sz="2400" dirty="0" smtClean="0"/>
              <a:t>, </a:t>
            </a:r>
            <a:r>
              <a:rPr lang="en-US" sz="2400" dirty="0" err="1" smtClean="0"/>
              <a:t>NoSQL</a:t>
            </a:r>
            <a:r>
              <a:rPr lang="en-US" sz="2400" dirty="0" smtClean="0"/>
              <a:t>, fully managed database service with single-digit millisecond response times at any scale, enabling you to develop and run modern applications while only paying for what you use.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/>
              <a:t>DynamoDB</a:t>
            </a:r>
            <a:r>
              <a:rPr lang="en-US" sz="2400" dirty="0" smtClean="0"/>
              <a:t> is a key-value store (</a:t>
            </a:r>
            <a:r>
              <a:rPr lang="en-US" sz="2400" dirty="0" err="1" smtClean="0"/>
              <a:t>NoSQL</a:t>
            </a:r>
            <a:r>
              <a:rPr lang="en-US" sz="2400" dirty="0" smtClean="0"/>
              <a:t>).</a:t>
            </a:r>
          </a:p>
          <a:p>
            <a:r>
              <a:rPr lang="en-US" sz="2400" dirty="0" err="1" smtClean="0"/>
              <a:t>DynamoDB</a:t>
            </a:r>
            <a:r>
              <a:rPr lang="en-US" sz="2400" dirty="0" smtClean="0"/>
              <a:t> is good for storing structured or semi-structured data. Its has limits in storage size (Record should be less than 400KB's) but has very high access speeds (Single digit millisecond).</a:t>
            </a:r>
          </a:p>
          <a:p>
            <a:r>
              <a:rPr lang="en-US" sz="2400" dirty="0" smtClean="0"/>
              <a:t>S3 is good for storing files. Files could be read over http with its REST API. It allows to store very </a:t>
            </a:r>
            <a:r>
              <a:rPr lang="en-US" sz="2400" smtClean="0"/>
              <a:t>large files (</a:t>
            </a:r>
            <a:r>
              <a:rPr lang="en-US" sz="2400" dirty="0" smtClean="0"/>
              <a:t>Up to 5 TB's) with a reasonable access speeds.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Amazon </a:t>
            </a:r>
            <a:r>
              <a:rPr lang="en-US" dirty="0" err="1" smtClean="0"/>
              <a:t>SimpleDB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>
                <a:hlinkClick r:id="rId2"/>
              </a:rPr>
              <a:t>https://aws.amazon.com/simpledb/faqs/</a:t>
            </a:r>
            <a:endParaRPr lang="en-US" sz="1800" dirty="0" smtClean="0"/>
          </a:p>
          <a:p>
            <a:r>
              <a:rPr lang="en-US" sz="1800" dirty="0" smtClean="0"/>
              <a:t>Q: How does Amazon </a:t>
            </a:r>
            <a:r>
              <a:rPr lang="en-US" sz="1800" dirty="0" err="1" smtClean="0"/>
              <a:t>DynamoDB</a:t>
            </a:r>
            <a:r>
              <a:rPr lang="en-US" sz="1800" dirty="0" smtClean="0"/>
              <a:t> differ from Amazon </a:t>
            </a:r>
            <a:r>
              <a:rPr lang="en-US" sz="1800" dirty="0" err="1" smtClean="0"/>
              <a:t>SimpleDB</a:t>
            </a:r>
            <a:r>
              <a:rPr lang="en-US" sz="1800" dirty="0" smtClean="0"/>
              <a:t>? Which should I use?</a:t>
            </a:r>
          </a:p>
          <a:p>
            <a:r>
              <a:rPr lang="en-US" sz="1800" dirty="0" smtClean="0"/>
              <a:t>Both services are non-relational databases that remove the work of database administration. Amazon </a:t>
            </a:r>
            <a:r>
              <a:rPr lang="en-US" sz="1800" dirty="0" err="1" smtClean="0"/>
              <a:t>DynamoDB</a:t>
            </a:r>
            <a:r>
              <a:rPr lang="en-US" sz="1800" dirty="0" smtClean="0"/>
              <a:t> focuses on providing seamless scalability and fast, predictable performance. It runs on solid state disks (SSDs) for low-latency response times, and there are no limits on the request capacity or storage size for a given table. This is because Amazon </a:t>
            </a:r>
            <a:r>
              <a:rPr lang="en-US" sz="1800" dirty="0" err="1" smtClean="0"/>
              <a:t>DynamoDB</a:t>
            </a:r>
            <a:r>
              <a:rPr lang="en-US" sz="1800" dirty="0" smtClean="0"/>
              <a:t> automatically partitions your data and workload over a sufficient number of servers to meet the scale requirements you provide.</a:t>
            </a:r>
          </a:p>
          <a:p>
            <a:r>
              <a:rPr lang="en-US" sz="1800" dirty="0" smtClean="0"/>
              <a:t>In contrast, a domain in Amazon </a:t>
            </a:r>
            <a:r>
              <a:rPr lang="en-US" sz="1800" dirty="0" err="1" smtClean="0"/>
              <a:t>SimpleDB</a:t>
            </a:r>
            <a:r>
              <a:rPr lang="en-US" sz="1800" dirty="0" smtClean="0"/>
              <a:t> has a strict storage limitation of 10 GB and is limited in the request capacity it can achieve (typically under 25 writes/second); it is up to you to manage the partitioning and re-partitioning of your data over additional </a:t>
            </a:r>
            <a:r>
              <a:rPr lang="en-US" sz="1800" dirty="0" err="1" smtClean="0"/>
              <a:t>SimpleDB</a:t>
            </a:r>
            <a:r>
              <a:rPr lang="en-US" sz="1800" dirty="0" smtClean="0"/>
              <a:t> tables if you need additional scale.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Amazon </a:t>
            </a:r>
            <a:r>
              <a:rPr lang="en-US" dirty="0" err="1" smtClean="0"/>
              <a:t>DynamoDB</a:t>
            </a:r>
            <a:r>
              <a:rPr lang="en-US" dirty="0" smtClean="0"/>
              <a:t> Streams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err="1" smtClean="0"/>
              <a:t>DynamoDB</a:t>
            </a:r>
            <a:r>
              <a:rPr lang="en-US" sz="2200" dirty="0" smtClean="0"/>
              <a:t> Streams captures a time-ordered sequence of item-level modifications in any </a:t>
            </a:r>
            <a:r>
              <a:rPr lang="en-US" sz="2200" dirty="0" err="1" smtClean="0"/>
              <a:t>DynamoDB</a:t>
            </a:r>
            <a:r>
              <a:rPr lang="en-US" sz="2200" dirty="0" smtClean="0"/>
              <a:t> table, and stores this information in a log for up to 24 hours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Applications </a:t>
            </a:r>
            <a:r>
              <a:rPr lang="en-US" sz="2200" dirty="0" smtClean="0"/>
              <a:t>can access this log and view the data items as they appeared, before and after they were modified, in near-real time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Encryption </a:t>
            </a:r>
            <a:r>
              <a:rPr lang="en-US" sz="2200" dirty="0" smtClean="0"/>
              <a:t>at rest encrypts the data in </a:t>
            </a:r>
            <a:r>
              <a:rPr lang="en-US" sz="2200" dirty="0" err="1" smtClean="0"/>
              <a:t>DynamoDB</a:t>
            </a:r>
            <a:r>
              <a:rPr lang="en-US" sz="2200" dirty="0" smtClean="0"/>
              <a:t> streams</a:t>
            </a:r>
            <a:r>
              <a:rPr lang="en-US" sz="2200" dirty="0" smtClean="0"/>
              <a:t>.</a:t>
            </a:r>
          </a:p>
          <a:p>
            <a:r>
              <a:rPr lang="en-US" sz="2200" dirty="0" err="1" smtClean="0"/>
              <a:t>DynamoDB</a:t>
            </a:r>
            <a:r>
              <a:rPr lang="en-US" sz="2200" dirty="0" smtClean="0"/>
              <a:t> Streams writes stream records in near-real time so that you can build applications that consume these streams and take action based on the contents</a:t>
            </a:r>
            <a:r>
              <a:rPr lang="en-US" sz="2200" dirty="0" smtClean="0"/>
              <a:t>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16810</TotalTime>
  <Words>431</Words>
  <Application>Microsoft Office PowerPoint</Application>
  <PresentationFormat>On-screen Show (4:3)</PresentationFormat>
  <Paragraphs>31</Paragraphs>
  <Slides>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Amazon DynamoDB</vt:lpstr>
      <vt:lpstr>Objectives</vt:lpstr>
      <vt:lpstr>Contents</vt:lpstr>
      <vt:lpstr>References</vt:lpstr>
      <vt:lpstr>Amazon DynamoDB</vt:lpstr>
      <vt:lpstr>Notes</vt:lpstr>
      <vt:lpstr>Amazon SimpleDB</vt:lpstr>
      <vt:lpstr>Amazon DynamoDB Streams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4876</cp:revision>
  <dcterms:created xsi:type="dcterms:W3CDTF">2007-10-06T08:25:13Z</dcterms:created>
  <dcterms:modified xsi:type="dcterms:W3CDTF">2024-01-03T18:43:49Z</dcterms:modified>
</cp:coreProperties>
</file>